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6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7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8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omments/modernComment_29A9_F7B7A4F8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10649" r:id="rId2"/>
    <p:sldId id="10650" r:id="rId3"/>
    <p:sldId id="10651" r:id="rId4"/>
    <p:sldId id="10652" r:id="rId5"/>
    <p:sldId id="10657" r:id="rId6"/>
    <p:sldId id="10658" r:id="rId7"/>
    <p:sldId id="10659" r:id="rId8"/>
    <p:sldId id="10660" r:id="rId9"/>
    <p:sldId id="10653" r:id="rId10"/>
    <p:sldId id="10654" r:id="rId11"/>
    <p:sldId id="10655" r:id="rId12"/>
    <p:sldId id="10656" r:id="rId13"/>
    <p:sldId id="10645" r:id="rId14"/>
    <p:sldId id="10698" r:id="rId15"/>
    <p:sldId id="10693" r:id="rId16"/>
    <p:sldId id="10661" r:id="rId17"/>
    <p:sldId id="10662" r:id="rId18"/>
    <p:sldId id="10663" r:id="rId19"/>
    <p:sldId id="10646" r:id="rId20"/>
    <p:sldId id="10665" r:id="rId21"/>
    <p:sldId id="10666" r:id="rId22"/>
    <p:sldId id="10667" r:id="rId23"/>
    <p:sldId id="10688" r:id="rId24"/>
    <p:sldId id="10689" r:id="rId25"/>
    <p:sldId id="10668" r:id="rId26"/>
    <p:sldId id="10669" r:id="rId27"/>
    <p:sldId id="10677" r:id="rId28"/>
    <p:sldId id="10678" r:id="rId29"/>
    <p:sldId id="10670" r:id="rId30"/>
    <p:sldId id="10671" r:id="rId31"/>
    <p:sldId id="10679" r:id="rId32"/>
    <p:sldId id="10673" r:id="rId33"/>
    <p:sldId id="10674" r:id="rId34"/>
    <p:sldId id="10675" r:id="rId35"/>
    <p:sldId id="10676" r:id="rId36"/>
    <p:sldId id="10680" r:id="rId37"/>
    <p:sldId id="10681" r:id="rId38"/>
    <p:sldId id="10682" r:id="rId39"/>
    <p:sldId id="10683" r:id="rId40"/>
    <p:sldId id="10684" r:id="rId41"/>
    <p:sldId id="10685" r:id="rId42"/>
    <p:sldId id="10686" r:id="rId43"/>
    <p:sldId id="1979" r:id="rId44"/>
    <p:sldId id="1985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1F02DDE-EB2D-C809-12D9-8E91B4D21E75}" name="Damindu Dissanayake" initials="DD" userId="S::damindud@Hutchison.lk::ffc0d437-bf05-4300-ab5f-661bec9cd3f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16161"/>
    <a:srgbClr val="F0F0F0"/>
    <a:srgbClr val="EF66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CC398F-32FE-4B9E-AB38-A2E8216637CA}" v="12" dt="2026-07-06T06:05:12.858"/>
    <p1510:client id="{9E3C6E22-0148-464E-99DA-72B7FBF00260}" v="2" dt="2026-07-05T15:11:33.0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324" y="-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8/10/relationships/authors" Target="author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mindu Dissanayake" userId="ffc0d437-bf05-4300-ab5f-661bec9cd3fb" providerId="ADAL" clId="{8CDF9329-7BC2-4136-835F-73FC8A3CBD22}"/>
    <pc:docChg chg="undo custSel addSld delSld modSld sldOrd">
      <pc:chgData name="Damindu Dissanayake" userId="ffc0d437-bf05-4300-ab5f-661bec9cd3fb" providerId="ADAL" clId="{8CDF9329-7BC2-4136-835F-73FC8A3CBD22}" dt="2026-07-06T09:25:45.549" v="547" actId="2165"/>
      <pc:docMkLst>
        <pc:docMk/>
      </pc:docMkLst>
      <pc:sldChg chg="del">
        <pc:chgData name="Damindu Dissanayake" userId="ffc0d437-bf05-4300-ab5f-661bec9cd3fb" providerId="ADAL" clId="{8CDF9329-7BC2-4136-835F-73FC8A3CBD22}" dt="2026-07-05T15:25:23.292" v="228" actId="47"/>
        <pc:sldMkLst>
          <pc:docMk/>
          <pc:sldMk cId="3692703116" sldId="10608"/>
        </pc:sldMkLst>
      </pc:sldChg>
      <pc:sldChg chg="del">
        <pc:chgData name="Damindu Dissanayake" userId="ffc0d437-bf05-4300-ab5f-661bec9cd3fb" providerId="ADAL" clId="{8CDF9329-7BC2-4136-835F-73FC8A3CBD22}" dt="2026-07-05T15:25:22.739" v="227" actId="47"/>
        <pc:sldMkLst>
          <pc:docMk/>
          <pc:sldMk cId="3927302872" sldId="10612"/>
        </pc:sldMkLst>
      </pc:sldChg>
      <pc:sldChg chg="del">
        <pc:chgData name="Damindu Dissanayake" userId="ffc0d437-bf05-4300-ab5f-661bec9cd3fb" providerId="ADAL" clId="{8CDF9329-7BC2-4136-835F-73FC8A3CBD22}" dt="2026-07-05T15:25:22.199" v="226" actId="47"/>
        <pc:sldMkLst>
          <pc:docMk/>
          <pc:sldMk cId="2451221917" sldId="10617"/>
        </pc:sldMkLst>
      </pc:sldChg>
      <pc:sldChg chg="del">
        <pc:chgData name="Damindu Dissanayake" userId="ffc0d437-bf05-4300-ab5f-661bec9cd3fb" providerId="ADAL" clId="{8CDF9329-7BC2-4136-835F-73FC8A3CBD22}" dt="2026-07-05T15:25:23.844" v="229" actId="47"/>
        <pc:sldMkLst>
          <pc:docMk/>
          <pc:sldMk cId="3010713117" sldId="10619"/>
        </pc:sldMkLst>
      </pc:sldChg>
      <pc:sldChg chg="del">
        <pc:chgData name="Damindu Dissanayake" userId="ffc0d437-bf05-4300-ab5f-661bec9cd3fb" providerId="ADAL" clId="{8CDF9329-7BC2-4136-835F-73FC8A3CBD22}" dt="2026-07-05T15:25:25.172" v="231" actId="47"/>
        <pc:sldMkLst>
          <pc:docMk/>
          <pc:sldMk cId="2850366833" sldId="10621"/>
        </pc:sldMkLst>
      </pc:sldChg>
      <pc:sldChg chg="del">
        <pc:chgData name="Damindu Dissanayake" userId="ffc0d437-bf05-4300-ab5f-661bec9cd3fb" providerId="ADAL" clId="{8CDF9329-7BC2-4136-835F-73FC8A3CBD22}" dt="2026-07-05T15:25:24.349" v="230" actId="47"/>
        <pc:sldMkLst>
          <pc:docMk/>
          <pc:sldMk cId="27589658" sldId="10624"/>
        </pc:sldMkLst>
      </pc:sldChg>
      <pc:sldChg chg="del">
        <pc:chgData name="Damindu Dissanayake" userId="ffc0d437-bf05-4300-ab5f-661bec9cd3fb" providerId="ADAL" clId="{8CDF9329-7BC2-4136-835F-73FC8A3CBD22}" dt="2026-07-05T15:25:25.771" v="232" actId="47"/>
        <pc:sldMkLst>
          <pc:docMk/>
          <pc:sldMk cId="609309667" sldId="10625"/>
        </pc:sldMkLst>
      </pc:sldChg>
      <pc:sldChg chg="del">
        <pc:chgData name="Damindu Dissanayake" userId="ffc0d437-bf05-4300-ab5f-661bec9cd3fb" providerId="ADAL" clId="{8CDF9329-7BC2-4136-835F-73FC8A3CBD22}" dt="2026-07-05T15:25:28.598" v="236" actId="47"/>
        <pc:sldMkLst>
          <pc:docMk/>
          <pc:sldMk cId="3061503776" sldId="10626"/>
        </pc:sldMkLst>
      </pc:sldChg>
      <pc:sldChg chg="del">
        <pc:chgData name="Damindu Dissanayake" userId="ffc0d437-bf05-4300-ab5f-661bec9cd3fb" providerId="ADAL" clId="{8CDF9329-7BC2-4136-835F-73FC8A3CBD22}" dt="2026-07-05T15:25:29.183" v="237" actId="47"/>
        <pc:sldMkLst>
          <pc:docMk/>
          <pc:sldMk cId="4239335" sldId="10627"/>
        </pc:sldMkLst>
      </pc:sldChg>
      <pc:sldChg chg="del">
        <pc:chgData name="Damindu Dissanayake" userId="ffc0d437-bf05-4300-ab5f-661bec9cd3fb" providerId="ADAL" clId="{8CDF9329-7BC2-4136-835F-73FC8A3CBD22}" dt="2026-07-05T15:25:30.451" v="239" actId="47"/>
        <pc:sldMkLst>
          <pc:docMk/>
          <pc:sldMk cId="1788255036" sldId="10628"/>
        </pc:sldMkLst>
      </pc:sldChg>
      <pc:sldChg chg="del">
        <pc:chgData name="Damindu Dissanayake" userId="ffc0d437-bf05-4300-ab5f-661bec9cd3fb" providerId="ADAL" clId="{8CDF9329-7BC2-4136-835F-73FC8A3CBD22}" dt="2026-07-05T15:25:31.084" v="240" actId="47"/>
        <pc:sldMkLst>
          <pc:docMk/>
          <pc:sldMk cId="2561327172" sldId="10629"/>
        </pc:sldMkLst>
      </pc:sldChg>
      <pc:sldChg chg="del">
        <pc:chgData name="Damindu Dissanayake" userId="ffc0d437-bf05-4300-ab5f-661bec9cd3fb" providerId="ADAL" clId="{8CDF9329-7BC2-4136-835F-73FC8A3CBD22}" dt="2026-07-05T15:25:27.886" v="235" actId="47"/>
        <pc:sldMkLst>
          <pc:docMk/>
          <pc:sldMk cId="296661358" sldId="10632"/>
        </pc:sldMkLst>
      </pc:sldChg>
      <pc:sldChg chg="del">
        <pc:chgData name="Damindu Dissanayake" userId="ffc0d437-bf05-4300-ab5f-661bec9cd3fb" providerId="ADAL" clId="{8CDF9329-7BC2-4136-835F-73FC8A3CBD22}" dt="2026-07-05T15:25:27.097" v="234" actId="47"/>
        <pc:sldMkLst>
          <pc:docMk/>
          <pc:sldMk cId="392190576" sldId="10633"/>
        </pc:sldMkLst>
      </pc:sldChg>
      <pc:sldChg chg="del">
        <pc:chgData name="Damindu Dissanayake" userId="ffc0d437-bf05-4300-ab5f-661bec9cd3fb" providerId="ADAL" clId="{8CDF9329-7BC2-4136-835F-73FC8A3CBD22}" dt="2026-07-05T15:25:29.738" v="238" actId="47"/>
        <pc:sldMkLst>
          <pc:docMk/>
          <pc:sldMk cId="4284092023" sldId="10635"/>
        </pc:sldMkLst>
      </pc:sldChg>
      <pc:sldChg chg="del">
        <pc:chgData name="Damindu Dissanayake" userId="ffc0d437-bf05-4300-ab5f-661bec9cd3fb" providerId="ADAL" clId="{8CDF9329-7BC2-4136-835F-73FC8A3CBD22}" dt="2026-07-05T15:25:32.175" v="241" actId="47"/>
        <pc:sldMkLst>
          <pc:docMk/>
          <pc:sldMk cId="3175681896" sldId="10636"/>
        </pc:sldMkLst>
      </pc:sldChg>
      <pc:sldChg chg="del">
        <pc:chgData name="Damindu Dissanayake" userId="ffc0d437-bf05-4300-ab5f-661bec9cd3fb" providerId="ADAL" clId="{8CDF9329-7BC2-4136-835F-73FC8A3CBD22}" dt="2026-07-05T15:25:26.403" v="233" actId="47"/>
        <pc:sldMkLst>
          <pc:docMk/>
          <pc:sldMk cId="645135581" sldId="10637"/>
        </pc:sldMkLst>
      </pc:sldChg>
      <pc:sldChg chg="del">
        <pc:chgData name="Damindu Dissanayake" userId="ffc0d437-bf05-4300-ab5f-661bec9cd3fb" providerId="ADAL" clId="{8CDF9329-7BC2-4136-835F-73FC8A3CBD22}" dt="2026-07-05T15:25:35.571" v="243" actId="47"/>
        <pc:sldMkLst>
          <pc:docMk/>
          <pc:sldMk cId="1983251397" sldId="10638"/>
        </pc:sldMkLst>
      </pc:sldChg>
      <pc:sldChg chg="modSp add del mod">
        <pc:chgData name="Damindu Dissanayake" userId="ffc0d437-bf05-4300-ab5f-661bec9cd3fb" providerId="ADAL" clId="{8CDF9329-7BC2-4136-835F-73FC8A3CBD22}" dt="2026-07-06T09:25:45.549" v="547" actId="2165"/>
        <pc:sldMkLst>
          <pc:docMk/>
          <pc:sldMk cId="872113681" sldId="10645"/>
        </pc:sldMkLst>
        <pc:graphicFrameChg chg="mod modGraphic">
          <ac:chgData name="Damindu Dissanayake" userId="ffc0d437-bf05-4300-ab5f-661bec9cd3fb" providerId="ADAL" clId="{8CDF9329-7BC2-4136-835F-73FC8A3CBD22}" dt="2026-07-06T09:25:45.549" v="547" actId="2165"/>
          <ac:graphicFrameMkLst>
            <pc:docMk/>
            <pc:sldMk cId="872113681" sldId="10645"/>
            <ac:graphicFrameMk id="4" creationId="{361C4891-0137-579A-F8D8-65FB7D92A9DB}"/>
          </ac:graphicFrameMkLst>
        </pc:graphicFrameChg>
      </pc:sldChg>
      <pc:sldChg chg="del">
        <pc:chgData name="Damindu Dissanayake" userId="ffc0d437-bf05-4300-ab5f-661bec9cd3fb" providerId="ADAL" clId="{8CDF9329-7BC2-4136-835F-73FC8A3CBD22}" dt="2026-07-05T15:25:21.405" v="225" actId="47"/>
        <pc:sldMkLst>
          <pc:docMk/>
          <pc:sldMk cId="3594333845" sldId="10647"/>
        </pc:sldMkLst>
      </pc:sldChg>
      <pc:sldChg chg="delSp del mod">
        <pc:chgData name="Damindu Dissanayake" userId="ffc0d437-bf05-4300-ab5f-661bec9cd3fb" providerId="ADAL" clId="{8CDF9329-7BC2-4136-835F-73FC8A3CBD22}" dt="2026-07-05T15:11:17.985" v="3" actId="47"/>
        <pc:sldMkLst>
          <pc:docMk/>
          <pc:sldMk cId="2785787433" sldId="10648"/>
        </pc:sldMkLst>
        <pc:graphicFrameChg chg="del">
          <ac:chgData name="Damindu Dissanayake" userId="ffc0d437-bf05-4300-ab5f-661bec9cd3fb" providerId="ADAL" clId="{8CDF9329-7BC2-4136-835F-73FC8A3CBD22}" dt="2026-07-05T15:10:13.553" v="0" actId="478"/>
          <ac:graphicFrameMkLst>
            <pc:docMk/>
            <pc:sldMk cId="2785787433" sldId="10648"/>
            <ac:graphicFrameMk id="4" creationId="{42DB22F5-87B4-B93E-EB90-B32B3A957DFB}"/>
          </ac:graphicFrameMkLst>
        </pc:graphicFrameChg>
      </pc:sldChg>
      <pc:sldChg chg="modSp mod">
        <pc:chgData name="Damindu Dissanayake" userId="ffc0d437-bf05-4300-ab5f-661bec9cd3fb" providerId="ADAL" clId="{8CDF9329-7BC2-4136-835F-73FC8A3CBD22}" dt="2026-07-05T15:12:09.624" v="24" actId="20577"/>
        <pc:sldMkLst>
          <pc:docMk/>
          <pc:sldMk cId="3554672759" sldId="10653"/>
        </pc:sldMkLst>
        <pc:spChg chg="mod">
          <ac:chgData name="Damindu Dissanayake" userId="ffc0d437-bf05-4300-ab5f-661bec9cd3fb" providerId="ADAL" clId="{8CDF9329-7BC2-4136-835F-73FC8A3CBD22}" dt="2026-07-05T15:12:09.624" v="24" actId="20577"/>
          <ac:spMkLst>
            <pc:docMk/>
            <pc:sldMk cId="3554672759" sldId="10653"/>
            <ac:spMk id="3" creationId="{CC59835E-5917-90AC-99C1-4C9FB62C4ADC}"/>
          </ac:spMkLst>
        </pc:spChg>
      </pc:sldChg>
      <pc:sldChg chg="modSp mod">
        <pc:chgData name="Damindu Dissanayake" userId="ffc0d437-bf05-4300-ab5f-661bec9cd3fb" providerId="ADAL" clId="{8CDF9329-7BC2-4136-835F-73FC8A3CBD22}" dt="2026-07-05T15:12:31.015" v="43" actId="20577"/>
        <pc:sldMkLst>
          <pc:docMk/>
          <pc:sldMk cId="2398300613" sldId="10654"/>
        </pc:sldMkLst>
        <pc:spChg chg="mod">
          <ac:chgData name="Damindu Dissanayake" userId="ffc0d437-bf05-4300-ab5f-661bec9cd3fb" providerId="ADAL" clId="{8CDF9329-7BC2-4136-835F-73FC8A3CBD22}" dt="2026-07-05T15:12:31.015" v="43" actId="20577"/>
          <ac:spMkLst>
            <pc:docMk/>
            <pc:sldMk cId="2398300613" sldId="10654"/>
            <ac:spMk id="2" creationId="{8A248244-C08F-DDA0-45A1-F79887177BFF}"/>
          </ac:spMkLst>
        </pc:spChg>
      </pc:sldChg>
      <pc:sldChg chg="modSp mod">
        <pc:chgData name="Damindu Dissanayake" userId="ffc0d437-bf05-4300-ab5f-661bec9cd3fb" providerId="ADAL" clId="{8CDF9329-7BC2-4136-835F-73FC8A3CBD22}" dt="2026-07-05T15:13:03.315" v="69" actId="20577"/>
        <pc:sldMkLst>
          <pc:docMk/>
          <pc:sldMk cId="3640154578" sldId="10655"/>
        </pc:sldMkLst>
        <pc:spChg chg="mod">
          <ac:chgData name="Damindu Dissanayake" userId="ffc0d437-bf05-4300-ab5f-661bec9cd3fb" providerId="ADAL" clId="{8CDF9329-7BC2-4136-835F-73FC8A3CBD22}" dt="2026-07-05T15:13:03.315" v="69" actId="20577"/>
          <ac:spMkLst>
            <pc:docMk/>
            <pc:sldMk cId="3640154578" sldId="10655"/>
            <ac:spMk id="3" creationId="{53202479-6D6B-3986-EF4F-2FF1661B7466}"/>
          </ac:spMkLst>
        </pc:spChg>
      </pc:sldChg>
      <pc:sldChg chg="modSp mod">
        <pc:chgData name="Damindu Dissanayake" userId="ffc0d437-bf05-4300-ab5f-661bec9cd3fb" providerId="ADAL" clId="{8CDF9329-7BC2-4136-835F-73FC8A3CBD22}" dt="2026-07-05T15:13:23.208" v="91" actId="20577"/>
        <pc:sldMkLst>
          <pc:docMk/>
          <pc:sldMk cId="3297656343" sldId="10656"/>
        </pc:sldMkLst>
        <pc:spChg chg="mod">
          <ac:chgData name="Damindu Dissanayake" userId="ffc0d437-bf05-4300-ab5f-661bec9cd3fb" providerId="ADAL" clId="{8CDF9329-7BC2-4136-835F-73FC8A3CBD22}" dt="2026-07-05T15:13:23.208" v="91" actId="20577"/>
          <ac:spMkLst>
            <pc:docMk/>
            <pc:sldMk cId="3297656343" sldId="10656"/>
            <ac:spMk id="3" creationId="{0D02FEF3-ABBC-1CF3-774F-0FC196A41603}"/>
          </ac:spMkLst>
        </pc:spChg>
      </pc:sldChg>
      <pc:sldChg chg="modSp mod ord">
        <pc:chgData name="Damindu Dissanayake" userId="ffc0d437-bf05-4300-ab5f-661bec9cd3fb" providerId="ADAL" clId="{8CDF9329-7BC2-4136-835F-73FC8A3CBD22}" dt="2026-07-05T15:12:21.604" v="32"/>
        <pc:sldMkLst>
          <pc:docMk/>
          <pc:sldMk cId="1746487142" sldId="10657"/>
        </pc:sldMkLst>
        <pc:spChg chg="mod">
          <ac:chgData name="Damindu Dissanayake" userId="ffc0d437-bf05-4300-ab5f-661bec9cd3fb" providerId="ADAL" clId="{8CDF9329-7BC2-4136-835F-73FC8A3CBD22}" dt="2026-07-05T15:12:17.380" v="30" actId="20577"/>
          <ac:spMkLst>
            <pc:docMk/>
            <pc:sldMk cId="1746487142" sldId="10657"/>
            <ac:spMk id="5" creationId="{1B5AD11F-5820-B8CC-4177-40C55AC3DE6A}"/>
          </ac:spMkLst>
        </pc:spChg>
      </pc:sldChg>
      <pc:sldChg chg="modSp mod ord">
        <pc:chgData name="Damindu Dissanayake" userId="ffc0d437-bf05-4300-ab5f-661bec9cd3fb" providerId="ADAL" clId="{8CDF9329-7BC2-4136-835F-73FC8A3CBD22}" dt="2026-07-05T15:14:12.726" v="111"/>
        <pc:sldMkLst>
          <pc:docMk/>
          <pc:sldMk cId="2687429821" sldId="10658"/>
        </pc:sldMkLst>
        <pc:spChg chg="mod">
          <ac:chgData name="Damindu Dissanayake" userId="ffc0d437-bf05-4300-ab5f-661bec9cd3fb" providerId="ADAL" clId="{8CDF9329-7BC2-4136-835F-73FC8A3CBD22}" dt="2026-07-05T15:12:44.710" v="54" actId="20577"/>
          <ac:spMkLst>
            <pc:docMk/>
            <pc:sldMk cId="2687429821" sldId="10658"/>
            <ac:spMk id="5" creationId="{D0B61E23-BC94-6BAB-E587-F91A12598738}"/>
          </ac:spMkLst>
        </pc:spChg>
      </pc:sldChg>
      <pc:sldChg chg="modSp mod ord">
        <pc:chgData name="Damindu Dissanayake" userId="ffc0d437-bf05-4300-ab5f-661bec9cd3fb" providerId="ADAL" clId="{8CDF9329-7BC2-4136-835F-73FC8A3CBD22}" dt="2026-07-05T15:15:37.765" v="118" actId="20577"/>
        <pc:sldMkLst>
          <pc:docMk/>
          <pc:sldMk cId="2830554709" sldId="10659"/>
        </pc:sldMkLst>
        <pc:spChg chg="mod">
          <ac:chgData name="Damindu Dissanayake" userId="ffc0d437-bf05-4300-ab5f-661bec9cd3fb" providerId="ADAL" clId="{8CDF9329-7BC2-4136-835F-73FC8A3CBD22}" dt="2026-07-05T15:15:37.765" v="118" actId="20577"/>
          <ac:spMkLst>
            <pc:docMk/>
            <pc:sldMk cId="2830554709" sldId="10659"/>
            <ac:spMk id="6" creationId="{58E06234-E29C-6B9A-50DD-7CFD39AB9C89}"/>
          </ac:spMkLst>
        </pc:spChg>
      </pc:sldChg>
      <pc:sldChg chg="modSp mod ord">
        <pc:chgData name="Damindu Dissanayake" userId="ffc0d437-bf05-4300-ab5f-661bec9cd3fb" providerId="ADAL" clId="{8CDF9329-7BC2-4136-835F-73FC8A3CBD22}" dt="2026-07-05T15:14:38.271" v="115"/>
        <pc:sldMkLst>
          <pc:docMk/>
          <pc:sldMk cId="3064192730" sldId="10660"/>
        </pc:sldMkLst>
        <pc:spChg chg="mod">
          <ac:chgData name="Damindu Dissanayake" userId="ffc0d437-bf05-4300-ab5f-661bec9cd3fb" providerId="ADAL" clId="{8CDF9329-7BC2-4136-835F-73FC8A3CBD22}" dt="2026-07-05T15:13:40.765" v="109" actId="20577"/>
          <ac:spMkLst>
            <pc:docMk/>
            <pc:sldMk cId="3064192730" sldId="10660"/>
            <ac:spMk id="7" creationId="{3775F5B9-6B90-DD55-298D-A34DDEEF071B}"/>
          </ac:spMkLst>
        </pc:spChg>
      </pc:sldChg>
      <pc:sldChg chg="addSp delSp modSp mod">
        <pc:chgData name="Damindu Dissanayake" userId="ffc0d437-bf05-4300-ab5f-661bec9cd3fb" providerId="ADAL" clId="{8CDF9329-7BC2-4136-835F-73FC8A3CBD22}" dt="2026-07-06T09:00:18.569" v="539" actId="1076"/>
        <pc:sldMkLst>
          <pc:docMk/>
          <pc:sldMk cId="974838576" sldId="10661"/>
        </pc:sldMkLst>
        <pc:spChg chg="mod">
          <ac:chgData name="Damindu Dissanayake" userId="ffc0d437-bf05-4300-ab5f-661bec9cd3fb" providerId="ADAL" clId="{8CDF9329-7BC2-4136-835F-73FC8A3CBD22}" dt="2026-07-05T15:20:35.810" v="121" actId="20577"/>
          <ac:spMkLst>
            <pc:docMk/>
            <pc:sldMk cId="974838576" sldId="10661"/>
            <ac:spMk id="7" creationId="{C0476ABE-74B5-5B93-0E88-8B4A013C08D1}"/>
          </ac:spMkLst>
        </pc:spChg>
        <pc:graphicFrameChg chg="add mod">
          <ac:chgData name="Damindu Dissanayake" userId="ffc0d437-bf05-4300-ab5f-661bec9cd3fb" providerId="ADAL" clId="{8CDF9329-7BC2-4136-835F-73FC8A3CBD22}" dt="2026-07-06T03:30:16.559" v="258"/>
          <ac:graphicFrameMkLst>
            <pc:docMk/>
            <pc:sldMk cId="974838576" sldId="10661"/>
            <ac:graphicFrameMk id="2" creationId="{E527C529-99E3-FE41-8946-6ABA7C9E5FD0}"/>
          </ac:graphicFrameMkLst>
        </pc:graphicFrameChg>
        <pc:graphicFrameChg chg="add del modGraphic">
          <ac:chgData name="Damindu Dissanayake" userId="ffc0d437-bf05-4300-ab5f-661bec9cd3fb" providerId="ADAL" clId="{8CDF9329-7BC2-4136-835F-73FC8A3CBD22}" dt="2026-07-06T03:30:15.441" v="257" actId="478"/>
          <ac:graphicFrameMkLst>
            <pc:docMk/>
            <pc:sldMk cId="974838576" sldId="10661"/>
            <ac:graphicFrameMk id="8" creationId="{77029E86-4194-EB33-EB02-03E5F14E4A86}"/>
          </ac:graphicFrameMkLst>
        </pc:graphicFrameChg>
        <pc:graphicFrameChg chg="add mod modGraphic">
          <ac:chgData name="Damindu Dissanayake" userId="ffc0d437-bf05-4300-ab5f-661bec9cd3fb" providerId="ADAL" clId="{8CDF9329-7BC2-4136-835F-73FC8A3CBD22}" dt="2026-07-06T09:00:18.569" v="539" actId="1076"/>
          <ac:graphicFrameMkLst>
            <pc:docMk/>
            <pc:sldMk cId="974838576" sldId="10661"/>
            <ac:graphicFrameMk id="9" creationId="{73A61226-9E00-ADD1-46F8-964E1565027C}"/>
          </ac:graphicFrameMkLst>
        </pc:graphicFrameChg>
      </pc:sldChg>
      <pc:sldChg chg="addSp delSp modSp mod">
        <pc:chgData name="Damindu Dissanayake" userId="ffc0d437-bf05-4300-ab5f-661bec9cd3fb" providerId="ADAL" clId="{8CDF9329-7BC2-4136-835F-73FC8A3CBD22}" dt="2026-07-06T09:00:26.297" v="540" actId="2166"/>
        <pc:sldMkLst>
          <pc:docMk/>
          <pc:sldMk cId="1116197587" sldId="10662"/>
        </pc:sldMkLst>
        <pc:graphicFrameChg chg="add mod">
          <ac:chgData name="Damindu Dissanayake" userId="ffc0d437-bf05-4300-ab5f-661bec9cd3fb" providerId="ADAL" clId="{8CDF9329-7BC2-4136-835F-73FC8A3CBD22}" dt="2026-07-06T03:30:49.458" v="268"/>
          <ac:graphicFrameMkLst>
            <pc:docMk/>
            <pc:sldMk cId="1116197587" sldId="10662"/>
            <ac:graphicFrameMk id="2" creationId="{DEBA66D0-F8F2-1A71-AD56-FA68BBAEE9B2}"/>
          </ac:graphicFrameMkLst>
        </pc:graphicFrameChg>
        <pc:graphicFrameChg chg="add mod modGraphic">
          <ac:chgData name="Damindu Dissanayake" userId="ffc0d437-bf05-4300-ab5f-661bec9cd3fb" providerId="ADAL" clId="{8CDF9329-7BC2-4136-835F-73FC8A3CBD22}" dt="2026-07-06T09:00:26.297" v="540" actId="2166"/>
          <ac:graphicFrameMkLst>
            <pc:docMk/>
            <pc:sldMk cId="1116197587" sldId="10662"/>
            <ac:graphicFrameMk id="8" creationId="{CC7FBABC-4E83-96B4-EA9B-129941E4EDBB}"/>
          </ac:graphicFrameMkLst>
        </pc:graphicFrameChg>
        <pc:graphicFrameChg chg="del">
          <ac:chgData name="Damindu Dissanayake" userId="ffc0d437-bf05-4300-ab5f-661bec9cd3fb" providerId="ADAL" clId="{8CDF9329-7BC2-4136-835F-73FC8A3CBD22}" dt="2026-07-06T03:30:40.164" v="266" actId="478"/>
          <ac:graphicFrameMkLst>
            <pc:docMk/>
            <pc:sldMk cId="1116197587" sldId="10662"/>
            <ac:graphicFrameMk id="9" creationId="{20D5DBEB-B233-001F-AFF6-FC2263CC9CC4}"/>
          </ac:graphicFrameMkLst>
        </pc:graphicFrameChg>
        <pc:picChg chg="mod">
          <ac:chgData name="Damindu Dissanayake" userId="ffc0d437-bf05-4300-ab5f-661bec9cd3fb" providerId="ADAL" clId="{8CDF9329-7BC2-4136-835F-73FC8A3CBD22}" dt="2026-07-06T03:30:42.497" v="267" actId="1076"/>
          <ac:picMkLst>
            <pc:docMk/>
            <pc:sldMk cId="1116197587" sldId="10662"/>
            <ac:picMk id="11" creationId="{56DAB394-B6E2-C938-A8E7-456E844EE139}"/>
          </ac:picMkLst>
        </pc:picChg>
      </pc:sldChg>
      <pc:sldChg chg="addSp delSp modSp mod">
        <pc:chgData name="Damindu Dissanayake" userId="ffc0d437-bf05-4300-ab5f-661bec9cd3fb" providerId="ADAL" clId="{8CDF9329-7BC2-4136-835F-73FC8A3CBD22}" dt="2026-07-06T09:00:40.328" v="542" actId="1076"/>
        <pc:sldMkLst>
          <pc:docMk/>
          <pc:sldMk cId="3497592860" sldId="10663"/>
        </pc:sldMkLst>
        <pc:graphicFrameChg chg="add mod modGraphic">
          <ac:chgData name="Damindu Dissanayake" userId="ffc0d437-bf05-4300-ab5f-661bec9cd3fb" providerId="ADAL" clId="{8CDF9329-7BC2-4136-835F-73FC8A3CBD22}" dt="2026-07-06T09:00:40.328" v="542" actId="1076"/>
          <ac:graphicFrameMkLst>
            <pc:docMk/>
            <pc:sldMk cId="3497592860" sldId="10663"/>
            <ac:graphicFrameMk id="2" creationId="{631964E0-3423-A8D7-F44F-A55534D720D2}"/>
          </ac:graphicFrameMkLst>
        </pc:graphicFrameChg>
        <pc:graphicFrameChg chg="del">
          <ac:chgData name="Damindu Dissanayake" userId="ffc0d437-bf05-4300-ab5f-661bec9cd3fb" providerId="ADAL" clId="{8CDF9329-7BC2-4136-835F-73FC8A3CBD22}" dt="2026-07-06T03:31:02.477" v="271" actId="478"/>
          <ac:graphicFrameMkLst>
            <pc:docMk/>
            <pc:sldMk cId="3497592860" sldId="10663"/>
            <ac:graphicFrameMk id="8" creationId="{7E881669-C4BD-4E7F-6CA2-299A8C711EB3}"/>
          </ac:graphicFrameMkLst>
        </pc:graphicFrameChg>
        <pc:picChg chg="mod">
          <ac:chgData name="Damindu Dissanayake" userId="ffc0d437-bf05-4300-ab5f-661bec9cd3fb" providerId="ADAL" clId="{8CDF9329-7BC2-4136-835F-73FC8A3CBD22}" dt="2026-07-06T03:31:05.904" v="272" actId="1076"/>
          <ac:picMkLst>
            <pc:docMk/>
            <pc:sldMk cId="3497592860" sldId="10663"/>
            <ac:picMk id="11" creationId="{540FF657-41C5-CDEB-56B0-243B5F84FC8B}"/>
          </ac:picMkLst>
        </pc:picChg>
      </pc:sldChg>
      <pc:sldChg chg="del">
        <pc:chgData name="Damindu Dissanayake" userId="ffc0d437-bf05-4300-ab5f-661bec9cd3fb" providerId="ADAL" clId="{8CDF9329-7BC2-4136-835F-73FC8A3CBD22}" dt="2026-07-06T03:32:41.076" v="275" actId="47"/>
        <pc:sldMkLst>
          <pc:docMk/>
          <pc:sldMk cId="388043473" sldId="10664"/>
        </pc:sldMkLst>
      </pc:sldChg>
      <pc:sldChg chg="addSp delSp modSp mod">
        <pc:chgData name="Damindu Dissanayake" userId="ffc0d437-bf05-4300-ab5f-661bec9cd3fb" providerId="ADAL" clId="{8CDF9329-7BC2-4136-835F-73FC8A3CBD22}" dt="2026-07-06T06:06:07.865" v="289"/>
        <pc:sldMkLst>
          <pc:docMk/>
          <pc:sldMk cId="4156007672" sldId="10665"/>
        </pc:sldMkLst>
        <pc:spChg chg="add del mod">
          <ac:chgData name="Damindu Dissanayake" userId="ffc0d437-bf05-4300-ab5f-661bec9cd3fb" providerId="ADAL" clId="{8CDF9329-7BC2-4136-835F-73FC8A3CBD22}" dt="2026-07-06T06:06:07.865" v="289"/>
          <ac:spMkLst>
            <pc:docMk/>
            <pc:sldMk cId="4156007672" sldId="10665"/>
            <ac:spMk id="3" creationId="{1BDE8038-D2B6-D144-1B38-234C7C0432DA}"/>
          </ac:spMkLst>
        </pc:spChg>
      </pc:sldChg>
      <pc:sldChg chg="addSp delSp mod">
        <pc:chgData name="Damindu Dissanayake" userId="ffc0d437-bf05-4300-ab5f-661bec9cd3fb" providerId="ADAL" clId="{8CDF9329-7BC2-4136-835F-73FC8A3CBD22}" dt="2026-07-06T06:06:36.453" v="290" actId="478"/>
        <pc:sldMkLst>
          <pc:docMk/>
          <pc:sldMk cId="3399734005" sldId="10666"/>
        </pc:sldMkLst>
        <pc:spChg chg="add del">
          <ac:chgData name="Damindu Dissanayake" userId="ffc0d437-bf05-4300-ab5f-661bec9cd3fb" providerId="ADAL" clId="{8CDF9329-7BC2-4136-835F-73FC8A3CBD22}" dt="2026-07-06T06:06:36.453" v="290" actId="478"/>
          <ac:spMkLst>
            <pc:docMk/>
            <pc:sldMk cId="3399734005" sldId="10666"/>
            <ac:spMk id="8" creationId="{F69F5C78-6D75-99C0-BED8-7421E34AE59B}"/>
          </ac:spMkLst>
        </pc:spChg>
      </pc:sldChg>
      <pc:sldChg chg="addSp delSp mod">
        <pc:chgData name="Damindu Dissanayake" userId="ffc0d437-bf05-4300-ab5f-661bec9cd3fb" providerId="ADAL" clId="{8CDF9329-7BC2-4136-835F-73FC8A3CBD22}" dt="2026-07-06T06:06:39.146" v="291" actId="478"/>
        <pc:sldMkLst>
          <pc:docMk/>
          <pc:sldMk cId="560531406" sldId="10667"/>
        </pc:sldMkLst>
        <pc:spChg chg="add del">
          <ac:chgData name="Damindu Dissanayake" userId="ffc0d437-bf05-4300-ab5f-661bec9cd3fb" providerId="ADAL" clId="{8CDF9329-7BC2-4136-835F-73FC8A3CBD22}" dt="2026-07-06T06:06:39.146" v="291" actId="478"/>
          <ac:spMkLst>
            <pc:docMk/>
            <pc:sldMk cId="560531406" sldId="10667"/>
            <ac:spMk id="8" creationId="{7A2CBAA2-A76B-B1B8-ED33-788F0645B69A}"/>
          </ac:spMkLst>
        </pc:spChg>
      </pc:sldChg>
      <pc:sldChg chg="addSp delSp modSp mod">
        <pc:chgData name="Damindu Dissanayake" userId="ffc0d437-bf05-4300-ab5f-661bec9cd3fb" providerId="ADAL" clId="{8CDF9329-7BC2-4136-835F-73FC8A3CBD22}" dt="2026-07-06T06:07:05.133" v="298" actId="20577"/>
        <pc:sldMkLst>
          <pc:docMk/>
          <pc:sldMk cId="2136527217" sldId="10669"/>
        </pc:sldMkLst>
        <pc:spChg chg="add del mod">
          <ac:chgData name="Damindu Dissanayake" userId="ffc0d437-bf05-4300-ab5f-661bec9cd3fb" providerId="ADAL" clId="{8CDF9329-7BC2-4136-835F-73FC8A3CBD22}" dt="2026-07-06T06:07:05.133" v="298" actId="20577"/>
          <ac:spMkLst>
            <pc:docMk/>
            <pc:sldMk cId="2136527217" sldId="10669"/>
            <ac:spMk id="8" creationId="{7DD2AA30-8835-983E-F50E-24C1E4391D2E}"/>
          </ac:spMkLst>
        </pc:spChg>
      </pc:sldChg>
      <pc:sldChg chg="addSp modSp mod">
        <pc:chgData name="Damindu Dissanayake" userId="ffc0d437-bf05-4300-ab5f-661bec9cd3fb" providerId="ADAL" clId="{8CDF9329-7BC2-4136-835F-73FC8A3CBD22}" dt="2026-07-06T06:07:45.869" v="336" actId="20577"/>
        <pc:sldMkLst>
          <pc:docMk/>
          <pc:sldMk cId="1925225782" sldId="10670"/>
        </pc:sldMkLst>
        <pc:spChg chg="add mod">
          <ac:chgData name="Damindu Dissanayake" userId="ffc0d437-bf05-4300-ab5f-661bec9cd3fb" providerId="ADAL" clId="{8CDF9329-7BC2-4136-835F-73FC8A3CBD22}" dt="2026-07-06T06:07:45.869" v="336" actId="20577"/>
          <ac:spMkLst>
            <pc:docMk/>
            <pc:sldMk cId="1925225782" sldId="10670"/>
            <ac:spMk id="8" creationId="{9A6EFC6D-6891-5A6D-FEDA-B0BC0E103370}"/>
          </ac:spMkLst>
        </pc:spChg>
      </pc:sldChg>
      <pc:sldChg chg="addSp modSp mod">
        <pc:chgData name="Damindu Dissanayake" userId="ffc0d437-bf05-4300-ab5f-661bec9cd3fb" providerId="ADAL" clId="{8CDF9329-7BC2-4136-835F-73FC8A3CBD22}" dt="2026-07-06T06:07:59.421" v="355" actId="20577"/>
        <pc:sldMkLst>
          <pc:docMk/>
          <pc:sldMk cId="1366255282" sldId="10671"/>
        </pc:sldMkLst>
        <pc:spChg chg="add mod">
          <ac:chgData name="Damindu Dissanayake" userId="ffc0d437-bf05-4300-ab5f-661bec9cd3fb" providerId="ADAL" clId="{8CDF9329-7BC2-4136-835F-73FC8A3CBD22}" dt="2026-07-06T06:07:59.421" v="355" actId="20577"/>
          <ac:spMkLst>
            <pc:docMk/>
            <pc:sldMk cId="1366255282" sldId="10671"/>
            <ac:spMk id="8" creationId="{AC91BE53-C87B-26E8-E60F-E7418D24613D}"/>
          </ac:spMkLst>
        </pc:spChg>
      </pc:sldChg>
      <pc:sldChg chg="addSp modSp mod">
        <pc:chgData name="Damindu Dissanayake" userId="ffc0d437-bf05-4300-ab5f-661bec9cd3fb" providerId="ADAL" clId="{8CDF9329-7BC2-4136-835F-73FC8A3CBD22}" dt="2026-07-06T06:08:19.500" v="389" actId="20577"/>
        <pc:sldMkLst>
          <pc:docMk/>
          <pc:sldMk cId="1565492220" sldId="10673"/>
        </pc:sldMkLst>
        <pc:spChg chg="add mod">
          <ac:chgData name="Damindu Dissanayake" userId="ffc0d437-bf05-4300-ab5f-661bec9cd3fb" providerId="ADAL" clId="{8CDF9329-7BC2-4136-835F-73FC8A3CBD22}" dt="2026-07-06T06:08:19.500" v="389" actId="20577"/>
          <ac:spMkLst>
            <pc:docMk/>
            <pc:sldMk cId="1565492220" sldId="10673"/>
            <ac:spMk id="8" creationId="{213CAAD1-7582-509E-FF13-E370EB63ED84}"/>
          </ac:spMkLst>
        </pc:spChg>
      </pc:sldChg>
      <pc:sldChg chg="addSp modSp mod">
        <pc:chgData name="Damindu Dissanayake" userId="ffc0d437-bf05-4300-ab5f-661bec9cd3fb" providerId="ADAL" clId="{8CDF9329-7BC2-4136-835F-73FC8A3CBD22}" dt="2026-07-06T06:08:29.322" v="390" actId="20577"/>
        <pc:sldMkLst>
          <pc:docMk/>
          <pc:sldMk cId="870452872" sldId="10674"/>
        </pc:sldMkLst>
        <pc:spChg chg="add mod">
          <ac:chgData name="Damindu Dissanayake" userId="ffc0d437-bf05-4300-ab5f-661bec9cd3fb" providerId="ADAL" clId="{8CDF9329-7BC2-4136-835F-73FC8A3CBD22}" dt="2026-07-06T06:08:29.322" v="390" actId="20577"/>
          <ac:spMkLst>
            <pc:docMk/>
            <pc:sldMk cId="870452872" sldId="10674"/>
            <ac:spMk id="9" creationId="{7AAD8DED-291B-ED1B-BBC5-E943264BCF15}"/>
          </ac:spMkLst>
        </pc:spChg>
      </pc:sldChg>
      <pc:sldChg chg="addSp modSp mod">
        <pc:chgData name="Damindu Dissanayake" userId="ffc0d437-bf05-4300-ab5f-661bec9cd3fb" providerId="ADAL" clId="{8CDF9329-7BC2-4136-835F-73FC8A3CBD22}" dt="2026-07-06T06:08:45.801" v="405" actId="20577"/>
        <pc:sldMkLst>
          <pc:docMk/>
          <pc:sldMk cId="1584683810" sldId="10675"/>
        </pc:sldMkLst>
        <pc:spChg chg="add mod">
          <ac:chgData name="Damindu Dissanayake" userId="ffc0d437-bf05-4300-ab5f-661bec9cd3fb" providerId="ADAL" clId="{8CDF9329-7BC2-4136-835F-73FC8A3CBD22}" dt="2026-07-06T06:08:45.801" v="405" actId="20577"/>
          <ac:spMkLst>
            <pc:docMk/>
            <pc:sldMk cId="1584683810" sldId="10675"/>
            <ac:spMk id="9" creationId="{69E9B3A3-E668-1FB4-1C61-34F4843516D2}"/>
          </ac:spMkLst>
        </pc:spChg>
      </pc:sldChg>
      <pc:sldChg chg="addSp modSp mod">
        <pc:chgData name="Damindu Dissanayake" userId="ffc0d437-bf05-4300-ab5f-661bec9cd3fb" providerId="ADAL" clId="{8CDF9329-7BC2-4136-835F-73FC8A3CBD22}" dt="2026-07-06T06:09:03.811" v="422" actId="1076"/>
        <pc:sldMkLst>
          <pc:docMk/>
          <pc:sldMk cId="313019210" sldId="10676"/>
        </pc:sldMkLst>
        <pc:spChg chg="add mod">
          <ac:chgData name="Damindu Dissanayake" userId="ffc0d437-bf05-4300-ab5f-661bec9cd3fb" providerId="ADAL" clId="{8CDF9329-7BC2-4136-835F-73FC8A3CBD22}" dt="2026-07-06T06:09:00.305" v="421" actId="20577"/>
          <ac:spMkLst>
            <pc:docMk/>
            <pc:sldMk cId="313019210" sldId="10676"/>
            <ac:spMk id="9" creationId="{F971ADEA-BE82-E11B-E118-AE0F4F1CB86D}"/>
          </ac:spMkLst>
        </pc:spChg>
        <pc:spChg chg="add mod">
          <ac:chgData name="Damindu Dissanayake" userId="ffc0d437-bf05-4300-ab5f-661bec9cd3fb" providerId="ADAL" clId="{8CDF9329-7BC2-4136-835F-73FC8A3CBD22}" dt="2026-07-06T06:09:03.811" v="422" actId="1076"/>
          <ac:spMkLst>
            <pc:docMk/>
            <pc:sldMk cId="313019210" sldId="10676"/>
            <ac:spMk id="12" creationId="{AB9A52FE-1C79-81ED-06DC-F5567A6AD071}"/>
          </ac:spMkLst>
        </pc:spChg>
      </pc:sldChg>
      <pc:sldChg chg="addSp modSp mod">
        <pc:chgData name="Damindu Dissanayake" userId="ffc0d437-bf05-4300-ab5f-661bec9cd3fb" providerId="ADAL" clId="{8CDF9329-7BC2-4136-835F-73FC8A3CBD22}" dt="2026-07-06T06:07:30.327" v="305" actId="20577"/>
        <pc:sldMkLst>
          <pc:docMk/>
          <pc:sldMk cId="3395387936" sldId="10677"/>
        </pc:sldMkLst>
        <pc:spChg chg="add mod">
          <ac:chgData name="Damindu Dissanayake" userId="ffc0d437-bf05-4300-ab5f-661bec9cd3fb" providerId="ADAL" clId="{8CDF9329-7BC2-4136-835F-73FC8A3CBD22}" dt="2026-07-06T06:07:30.327" v="305" actId="20577"/>
          <ac:spMkLst>
            <pc:docMk/>
            <pc:sldMk cId="3395387936" sldId="10677"/>
            <ac:spMk id="8" creationId="{5F526D14-C6D6-2ADB-F361-AB56471C4EB0}"/>
          </ac:spMkLst>
        </pc:spChg>
      </pc:sldChg>
      <pc:sldChg chg="addSp modSp mod">
        <pc:chgData name="Damindu Dissanayake" userId="ffc0d437-bf05-4300-ab5f-661bec9cd3fb" providerId="ADAL" clId="{8CDF9329-7BC2-4136-835F-73FC8A3CBD22}" dt="2026-07-06T06:07:37.471" v="320" actId="20577"/>
        <pc:sldMkLst>
          <pc:docMk/>
          <pc:sldMk cId="3994430477" sldId="10678"/>
        </pc:sldMkLst>
        <pc:spChg chg="add mod">
          <ac:chgData name="Damindu Dissanayake" userId="ffc0d437-bf05-4300-ab5f-661bec9cd3fb" providerId="ADAL" clId="{8CDF9329-7BC2-4136-835F-73FC8A3CBD22}" dt="2026-07-06T06:07:37.471" v="320" actId="20577"/>
          <ac:spMkLst>
            <pc:docMk/>
            <pc:sldMk cId="3994430477" sldId="10678"/>
            <ac:spMk id="8" creationId="{382B12E1-AE63-6249-B258-4D3ED8F549A5}"/>
          </ac:spMkLst>
        </pc:spChg>
      </pc:sldChg>
      <pc:sldChg chg="addSp modSp mod">
        <pc:chgData name="Damindu Dissanayake" userId="ffc0d437-bf05-4300-ab5f-661bec9cd3fb" providerId="ADAL" clId="{8CDF9329-7BC2-4136-835F-73FC8A3CBD22}" dt="2026-07-06T06:08:07.358" v="370" actId="20577"/>
        <pc:sldMkLst>
          <pc:docMk/>
          <pc:sldMk cId="1003559338" sldId="10679"/>
        </pc:sldMkLst>
        <pc:spChg chg="add mod">
          <ac:chgData name="Damindu Dissanayake" userId="ffc0d437-bf05-4300-ab5f-661bec9cd3fb" providerId="ADAL" clId="{8CDF9329-7BC2-4136-835F-73FC8A3CBD22}" dt="2026-07-06T06:08:07.358" v="370" actId="20577"/>
          <ac:spMkLst>
            <pc:docMk/>
            <pc:sldMk cId="1003559338" sldId="10679"/>
            <ac:spMk id="10" creationId="{5F6FA423-32F0-40DC-8503-59C1465A5CE1}"/>
          </ac:spMkLst>
        </pc:spChg>
      </pc:sldChg>
      <pc:sldChg chg="addSp modSp mod">
        <pc:chgData name="Damindu Dissanayake" userId="ffc0d437-bf05-4300-ab5f-661bec9cd3fb" providerId="ADAL" clId="{8CDF9329-7BC2-4136-835F-73FC8A3CBD22}" dt="2026-07-06T06:09:12.182" v="437" actId="20577"/>
        <pc:sldMkLst>
          <pc:docMk/>
          <pc:sldMk cId="747437708" sldId="10680"/>
        </pc:sldMkLst>
        <pc:spChg chg="add mod">
          <ac:chgData name="Damindu Dissanayake" userId="ffc0d437-bf05-4300-ab5f-661bec9cd3fb" providerId="ADAL" clId="{8CDF9329-7BC2-4136-835F-73FC8A3CBD22}" dt="2026-07-06T06:09:12.182" v="437" actId="20577"/>
          <ac:spMkLst>
            <pc:docMk/>
            <pc:sldMk cId="747437708" sldId="10680"/>
            <ac:spMk id="9" creationId="{3131E55C-CA29-2881-6199-C095B8820485}"/>
          </ac:spMkLst>
        </pc:spChg>
      </pc:sldChg>
      <pc:sldChg chg="addSp delSp modSp mod">
        <pc:chgData name="Damindu Dissanayake" userId="ffc0d437-bf05-4300-ab5f-661bec9cd3fb" providerId="ADAL" clId="{8CDF9329-7BC2-4136-835F-73FC8A3CBD22}" dt="2026-07-06T06:09:19.515" v="438" actId="478"/>
        <pc:sldMkLst>
          <pc:docMk/>
          <pc:sldMk cId="2435808005" sldId="10681"/>
        </pc:sldMkLst>
        <pc:spChg chg="add del mod">
          <ac:chgData name="Damindu Dissanayake" userId="ffc0d437-bf05-4300-ab5f-661bec9cd3fb" providerId="ADAL" clId="{8CDF9329-7BC2-4136-835F-73FC8A3CBD22}" dt="2026-07-06T06:09:19.515" v="438" actId="478"/>
          <ac:spMkLst>
            <pc:docMk/>
            <pc:sldMk cId="2435808005" sldId="10681"/>
            <ac:spMk id="9" creationId="{044E264B-CE57-2193-0C0D-96DE61C11815}"/>
          </ac:spMkLst>
        </pc:spChg>
      </pc:sldChg>
      <pc:sldChg chg="addSp modSp mod">
        <pc:chgData name="Damindu Dissanayake" userId="ffc0d437-bf05-4300-ab5f-661bec9cd3fb" providerId="ADAL" clId="{8CDF9329-7BC2-4136-835F-73FC8A3CBD22}" dt="2026-07-06T06:09:26.954" v="453" actId="20577"/>
        <pc:sldMkLst>
          <pc:docMk/>
          <pc:sldMk cId="1470071521" sldId="10682"/>
        </pc:sldMkLst>
        <pc:spChg chg="add mod">
          <ac:chgData name="Damindu Dissanayake" userId="ffc0d437-bf05-4300-ab5f-661bec9cd3fb" providerId="ADAL" clId="{8CDF9329-7BC2-4136-835F-73FC8A3CBD22}" dt="2026-07-06T06:09:26.954" v="453" actId="20577"/>
          <ac:spMkLst>
            <pc:docMk/>
            <pc:sldMk cId="1470071521" sldId="10682"/>
            <ac:spMk id="8" creationId="{8929528E-8B9D-9286-54CB-9DE0D66A54AC}"/>
          </ac:spMkLst>
        </pc:spChg>
      </pc:sldChg>
      <pc:sldChg chg="addSp modSp mod">
        <pc:chgData name="Damindu Dissanayake" userId="ffc0d437-bf05-4300-ab5f-661bec9cd3fb" providerId="ADAL" clId="{8CDF9329-7BC2-4136-835F-73FC8A3CBD22}" dt="2026-07-06T06:09:34.117" v="468" actId="20577"/>
        <pc:sldMkLst>
          <pc:docMk/>
          <pc:sldMk cId="58137065" sldId="10683"/>
        </pc:sldMkLst>
        <pc:spChg chg="add mod">
          <ac:chgData name="Damindu Dissanayake" userId="ffc0d437-bf05-4300-ab5f-661bec9cd3fb" providerId="ADAL" clId="{8CDF9329-7BC2-4136-835F-73FC8A3CBD22}" dt="2026-07-06T06:09:34.117" v="468" actId="20577"/>
          <ac:spMkLst>
            <pc:docMk/>
            <pc:sldMk cId="58137065" sldId="10683"/>
            <ac:spMk id="9" creationId="{C3AFDD8D-FE25-56A3-6578-CE37A7652AB6}"/>
          </ac:spMkLst>
        </pc:spChg>
      </pc:sldChg>
      <pc:sldChg chg="addSp modSp mod">
        <pc:chgData name="Damindu Dissanayake" userId="ffc0d437-bf05-4300-ab5f-661bec9cd3fb" providerId="ADAL" clId="{8CDF9329-7BC2-4136-835F-73FC8A3CBD22}" dt="2026-07-06T06:09:40.158" v="483" actId="20577"/>
        <pc:sldMkLst>
          <pc:docMk/>
          <pc:sldMk cId="4253029032" sldId="10684"/>
        </pc:sldMkLst>
        <pc:spChg chg="add mod">
          <ac:chgData name="Damindu Dissanayake" userId="ffc0d437-bf05-4300-ab5f-661bec9cd3fb" providerId="ADAL" clId="{8CDF9329-7BC2-4136-835F-73FC8A3CBD22}" dt="2026-07-06T06:09:40.158" v="483" actId="20577"/>
          <ac:spMkLst>
            <pc:docMk/>
            <pc:sldMk cId="4253029032" sldId="10684"/>
            <ac:spMk id="9" creationId="{EB0F9F84-20CC-48AE-8A09-7F40ABFFDFAA}"/>
          </ac:spMkLst>
        </pc:spChg>
      </pc:sldChg>
      <pc:sldChg chg="addSp modSp mod">
        <pc:chgData name="Damindu Dissanayake" userId="ffc0d437-bf05-4300-ab5f-661bec9cd3fb" providerId="ADAL" clId="{8CDF9329-7BC2-4136-835F-73FC8A3CBD22}" dt="2026-07-06T06:09:48.243" v="498" actId="20577"/>
        <pc:sldMkLst>
          <pc:docMk/>
          <pc:sldMk cId="326795652" sldId="10685"/>
        </pc:sldMkLst>
        <pc:spChg chg="add mod">
          <ac:chgData name="Damindu Dissanayake" userId="ffc0d437-bf05-4300-ab5f-661bec9cd3fb" providerId="ADAL" clId="{8CDF9329-7BC2-4136-835F-73FC8A3CBD22}" dt="2026-07-06T06:09:48.243" v="498" actId="20577"/>
          <ac:spMkLst>
            <pc:docMk/>
            <pc:sldMk cId="326795652" sldId="10685"/>
            <ac:spMk id="9" creationId="{93CBC92A-197B-067E-B072-AD273B715F34}"/>
          </ac:spMkLst>
        </pc:spChg>
      </pc:sldChg>
      <pc:sldChg chg="addSp delSp modSp mod">
        <pc:chgData name="Damindu Dissanayake" userId="ffc0d437-bf05-4300-ab5f-661bec9cd3fb" providerId="ADAL" clId="{8CDF9329-7BC2-4136-835F-73FC8A3CBD22}" dt="2026-07-06T06:10:00.701" v="535" actId="478"/>
        <pc:sldMkLst>
          <pc:docMk/>
          <pc:sldMk cId="1515778668" sldId="10686"/>
        </pc:sldMkLst>
        <pc:spChg chg="add del mod">
          <ac:chgData name="Damindu Dissanayake" userId="ffc0d437-bf05-4300-ab5f-661bec9cd3fb" providerId="ADAL" clId="{8CDF9329-7BC2-4136-835F-73FC8A3CBD22}" dt="2026-07-06T06:10:00.701" v="535" actId="478"/>
          <ac:spMkLst>
            <pc:docMk/>
            <pc:sldMk cId="1515778668" sldId="10686"/>
            <ac:spMk id="9" creationId="{A9B893A8-1B7C-C674-0203-727C9C05DC41}"/>
          </ac:spMkLst>
        </pc:spChg>
      </pc:sldChg>
      <pc:sldChg chg="addSp modSp del mod">
        <pc:chgData name="Damindu Dissanayake" userId="ffc0d437-bf05-4300-ab5f-661bec9cd3fb" providerId="ADAL" clId="{8CDF9329-7BC2-4136-835F-73FC8A3CBD22}" dt="2026-07-05T15:25:34.840" v="242" actId="47"/>
        <pc:sldMkLst>
          <pc:docMk/>
          <pc:sldMk cId="3643416273" sldId="10687"/>
        </pc:sldMkLst>
        <pc:spChg chg="add mod">
          <ac:chgData name="Damindu Dissanayake" userId="ffc0d437-bf05-4300-ab5f-661bec9cd3fb" providerId="ADAL" clId="{8CDF9329-7BC2-4136-835F-73FC8A3CBD22}" dt="2026-07-05T15:25:16.412" v="224" actId="1076"/>
          <ac:spMkLst>
            <pc:docMk/>
            <pc:sldMk cId="3643416273" sldId="10687"/>
            <ac:spMk id="3" creationId="{BA0B184B-BFE2-B031-19D2-5F124A48A594}"/>
          </ac:spMkLst>
        </pc:spChg>
      </pc:sldChg>
      <pc:sldChg chg="addSp delSp mod">
        <pc:chgData name="Damindu Dissanayake" userId="ffc0d437-bf05-4300-ab5f-661bec9cd3fb" providerId="ADAL" clId="{8CDF9329-7BC2-4136-835F-73FC8A3CBD22}" dt="2026-07-06T06:06:43.760" v="292" actId="478"/>
        <pc:sldMkLst>
          <pc:docMk/>
          <pc:sldMk cId="2437994783" sldId="10688"/>
        </pc:sldMkLst>
        <pc:spChg chg="add del">
          <ac:chgData name="Damindu Dissanayake" userId="ffc0d437-bf05-4300-ab5f-661bec9cd3fb" providerId="ADAL" clId="{8CDF9329-7BC2-4136-835F-73FC8A3CBD22}" dt="2026-07-06T06:06:43.760" v="292" actId="478"/>
          <ac:spMkLst>
            <pc:docMk/>
            <pc:sldMk cId="2437994783" sldId="10688"/>
            <ac:spMk id="10" creationId="{D0E5F644-15A1-39CB-6E60-A181F51E449D}"/>
          </ac:spMkLst>
        </pc:spChg>
      </pc:sldChg>
      <pc:sldChg chg="addSp delSp mod">
        <pc:chgData name="Damindu Dissanayake" userId="ffc0d437-bf05-4300-ab5f-661bec9cd3fb" providerId="ADAL" clId="{8CDF9329-7BC2-4136-835F-73FC8A3CBD22}" dt="2026-07-06T06:06:46.574" v="293" actId="478"/>
        <pc:sldMkLst>
          <pc:docMk/>
          <pc:sldMk cId="1450659970" sldId="10689"/>
        </pc:sldMkLst>
        <pc:spChg chg="add del">
          <ac:chgData name="Damindu Dissanayake" userId="ffc0d437-bf05-4300-ab5f-661bec9cd3fb" providerId="ADAL" clId="{8CDF9329-7BC2-4136-835F-73FC8A3CBD22}" dt="2026-07-06T06:06:46.574" v="293" actId="478"/>
          <ac:spMkLst>
            <pc:docMk/>
            <pc:sldMk cId="1450659970" sldId="10689"/>
            <ac:spMk id="8" creationId="{B4B907D9-3BF9-D9DF-8BFF-5BE211AADC76}"/>
          </ac:spMkLst>
        </pc:spChg>
      </pc:sldChg>
      <pc:sldChg chg="modSp add mod">
        <pc:chgData name="Damindu Dissanayake" userId="ffc0d437-bf05-4300-ab5f-661bec9cd3fb" providerId="ADAL" clId="{8CDF9329-7BC2-4136-835F-73FC8A3CBD22}" dt="2026-07-06T08:59:59.198" v="537" actId="207"/>
        <pc:sldMkLst>
          <pc:docMk/>
          <pc:sldMk cId="3342559320" sldId="10693"/>
        </pc:sldMkLst>
        <pc:graphicFrameChg chg="mod modGraphic">
          <ac:chgData name="Damindu Dissanayake" userId="ffc0d437-bf05-4300-ab5f-661bec9cd3fb" providerId="ADAL" clId="{8CDF9329-7BC2-4136-835F-73FC8A3CBD22}" dt="2026-07-06T08:59:59.198" v="537" actId="207"/>
          <ac:graphicFrameMkLst>
            <pc:docMk/>
            <pc:sldMk cId="3342559320" sldId="10693"/>
            <ac:graphicFrameMk id="9" creationId="{8ED56E6F-361F-924A-43B3-91ADFA98ECB2}"/>
          </ac:graphicFrameMkLst>
        </pc:graphicFrameChg>
      </pc:sldChg>
      <pc:sldChg chg="addSp delSp modSp add mod">
        <pc:chgData name="Damindu Dissanayake" userId="ffc0d437-bf05-4300-ab5f-661bec9cd3fb" providerId="ADAL" clId="{8CDF9329-7BC2-4136-835F-73FC8A3CBD22}" dt="2026-07-06T06:05:12.900" v="286" actId="27636"/>
        <pc:sldMkLst>
          <pc:docMk/>
          <pc:sldMk cId="1924947902" sldId="10698"/>
        </pc:sldMkLst>
        <pc:spChg chg="mod">
          <ac:chgData name="Damindu Dissanayake" userId="ffc0d437-bf05-4300-ab5f-661bec9cd3fb" providerId="ADAL" clId="{8CDF9329-7BC2-4136-835F-73FC8A3CBD22}" dt="2026-07-06T06:05:12.900" v="286" actId="27636"/>
          <ac:spMkLst>
            <pc:docMk/>
            <pc:sldMk cId="1924947902" sldId="10698"/>
            <ac:spMk id="2" creationId="{D3D734AF-912A-CD62-14C6-A1209F352448}"/>
          </ac:spMkLst>
        </pc:spChg>
        <pc:graphicFrameChg chg="del">
          <ac:chgData name="Damindu Dissanayake" userId="ffc0d437-bf05-4300-ab5f-661bec9cd3fb" providerId="ADAL" clId="{8CDF9329-7BC2-4136-835F-73FC8A3CBD22}" dt="2026-07-06T06:02:10.325" v="277" actId="478"/>
          <ac:graphicFrameMkLst>
            <pc:docMk/>
            <pc:sldMk cId="1924947902" sldId="10698"/>
            <ac:graphicFrameMk id="3" creationId="{E4F0EA83-F0B7-5445-314B-989F64855C44}"/>
          </ac:graphicFrameMkLst>
        </pc:graphicFrameChg>
        <pc:graphicFrameChg chg="add mod modGraphic">
          <ac:chgData name="Damindu Dissanayake" userId="ffc0d437-bf05-4300-ab5f-661bec9cd3fb" providerId="ADAL" clId="{8CDF9329-7BC2-4136-835F-73FC8A3CBD22}" dt="2026-07-06T06:03:08.700" v="284" actId="14734"/>
          <ac:graphicFrameMkLst>
            <pc:docMk/>
            <pc:sldMk cId="1924947902" sldId="10698"/>
            <ac:graphicFrameMk id="4" creationId="{AC4F9214-EEA9-F259-25FC-C7DC0FA84433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intern\sales\nw\3g+4g%20data\G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intern\sales\nw\volte\G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intern\sales\nw\2g%20+3g%20voice\G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intern\sales\nw\3g%20voice\G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intern\sales\nw\3g+4g%20data\G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intern\sales\nw\volte\G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D:\intern\sales\nw\2g%20+3g%20voice\G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D:\intern\sales\nw\3g%20voice\G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3G+4G DATA (TB)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GAM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numRef>
              <c:f>Sheet1!$A$2:$A$364</c:f>
              <c:numCache>
                <c:formatCode>m/d/yyyy</c:formatCode>
                <c:ptCount val="363"/>
                <c:pt idx="0">
                  <c:v>45828</c:v>
                </c:pt>
                <c:pt idx="1">
                  <c:v>45829</c:v>
                </c:pt>
                <c:pt idx="2">
                  <c:v>45830</c:v>
                </c:pt>
                <c:pt idx="3">
                  <c:v>45831</c:v>
                </c:pt>
                <c:pt idx="4">
                  <c:v>45832</c:v>
                </c:pt>
                <c:pt idx="5">
                  <c:v>45833</c:v>
                </c:pt>
                <c:pt idx="6">
                  <c:v>45834</c:v>
                </c:pt>
                <c:pt idx="7">
                  <c:v>45835</c:v>
                </c:pt>
                <c:pt idx="8">
                  <c:v>45836</c:v>
                </c:pt>
                <c:pt idx="9">
                  <c:v>45837</c:v>
                </c:pt>
                <c:pt idx="10">
                  <c:v>45838</c:v>
                </c:pt>
                <c:pt idx="11">
                  <c:v>45839</c:v>
                </c:pt>
                <c:pt idx="12">
                  <c:v>45840</c:v>
                </c:pt>
                <c:pt idx="13">
                  <c:v>45841</c:v>
                </c:pt>
                <c:pt idx="14">
                  <c:v>45842</c:v>
                </c:pt>
                <c:pt idx="15">
                  <c:v>45843</c:v>
                </c:pt>
                <c:pt idx="16">
                  <c:v>45844</c:v>
                </c:pt>
                <c:pt idx="17">
                  <c:v>45845</c:v>
                </c:pt>
                <c:pt idx="18">
                  <c:v>45846</c:v>
                </c:pt>
                <c:pt idx="19">
                  <c:v>45847</c:v>
                </c:pt>
                <c:pt idx="20">
                  <c:v>45848</c:v>
                </c:pt>
                <c:pt idx="21">
                  <c:v>45849</c:v>
                </c:pt>
                <c:pt idx="22">
                  <c:v>45850</c:v>
                </c:pt>
                <c:pt idx="23">
                  <c:v>45851</c:v>
                </c:pt>
                <c:pt idx="24">
                  <c:v>45852</c:v>
                </c:pt>
                <c:pt idx="25">
                  <c:v>45853</c:v>
                </c:pt>
                <c:pt idx="26">
                  <c:v>45854</c:v>
                </c:pt>
                <c:pt idx="27">
                  <c:v>45855</c:v>
                </c:pt>
                <c:pt idx="28">
                  <c:v>45856</c:v>
                </c:pt>
                <c:pt idx="29">
                  <c:v>45857</c:v>
                </c:pt>
                <c:pt idx="30">
                  <c:v>45858</c:v>
                </c:pt>
                <c:pt idx="31">
                  <c:v>45859</c:v>
                </c:pt>
                <c:pt idx="32">
                  <c:v>45860</c:v>
                </c:pt>
                <c:pt idx="33">
                  <c:v>45861</c:v>
                </c:pt>
                <c:pt idx="34">
                  <c:v>45862</c:v>
                </c:pt>
                <c:pt idx="35">
                  <c:v>45863</c:v>
                </c:pt>
                <c:pt idx="36">
                  <c:v>45864</c:v>
                </c:pt>
                <c:pt idx="37">
                  <c:v>45865</c:v>
                </c:pt>
                <c:pt idx="38">
                  <c:v>45866</c:v>
                </c:pt>
                <c:pt idx="39">
                  <c:v>45867</c:v>
                </c:pt>
                <c:pt idx="40">
                  <c:v>45868</c:v>
                </c:pt>
                <c:pt idx="41">
                  <c:v>45869</c:v>
                </c:pt>
                <c:pt idx="42">
                  <c:v>45870</c:v>
                </c:pt>
                <c:pt idx="43">
                  <c:v>45871</c:v>
                </c:pt>
                <c:pt idx="44">
                  <c:v>45872</c:v>
                </c:pt>
                <c:pt idx="45">
                  <c:v>45873</c:v>
                </c:pt>
                <c:pt idx="46">
                  <c:v>45874</c:v>
                </c:pt>
                <c:pt idx="47">
                  <c:v>45875</c:v>
                </c:pt>
                <c:pt idx="48">
                  <c:v>45876</c:v>
                </c:pt>
                <c:pt idx="49">
                  <c:v>45877</c:v>
                </c:pt>
                <c:pt idx="50">
                  <c:v>45878</c:v>
                </c:pt>
                <c:pt idx="51">
                  <c:v>45879</c:v>
                </c:pt>
                <c:pt idx="52">
                  <c:v>45880</c:v>
                </c:pt>
                <c:pt idx="53">
                  <c:v>45881</c:v>
                </c:pt>
                <c:pt idx="54">
                  <c:v>45882</c:v>
                </c:pt>
                <c:pt idx="55">
                  <c:v>45883</c:v>
                </c:pt>
                <c:pt idx="56">
                  <c:v>45884</c:v>
                </c:pt>
                <c:pt idx="57">
                  <c:v>45885</c:v>
                </c:pt>
                <c:pt idx="58">
                  <c:v>45886</c:v>
                </c:pt>
                <c:pt idx="59">
                  <c:v>45887</c:v>
                </c:pt>
                <c:pt idx="60">
                  <c:v>45888</c:v>
                </c:pt>
                <c:pt idx="61">
                  <c:v>45889</c:v>
                </c:pt>
                <c:pt idx="62">
                  <c:v>45890</c:v>
                </c:pt>
                <c:pt idx="63">
                  <c:v>45891</c:v>
                </c:pt>
                <c:pt idx="64">
                  <c:v>45892</c:v>
                </c:pt>
                <c:pt idx="65">
                  <c:v>45893</c:v>
                </c:pt>
                <c:pt idx="66">
                  <c:v>45894</c:v>
                </c:pt>
                <c:pt idx="67">
                  <c:v>45895</c:v>
                </c:pt>
                <c:pt idx="68">
                  <c:v>45896</c:v>
                </c:pt>
                <c:pt idx="69">
                  <c:v>45897</c:v>
                </c:pt>
                <c:pt idx="70">
                  <c:v>45898</c:v>
                </c:pt>
                <c:pt idx="71">
                  <c:v>45899</c:v>
                </c:pt>
                <c:pt idx="72">
                  <c:v>45900</c:v>
                </c:pt>
                <c:pt idx="73">
                  <c:v>45901</c:v>
                </c:pt>
                <c:pt idx="74">
                  <c:v>45902</c:v>
                </c:pt>
                <c:pt idx="75">
                  <c:v>45903</c:v>
                </c:pt>
                <c:pt idx="76">
                  <c:v>45904</c:v>
                </c:pt>
                <c:pt idx="77">
                  <c:v>45905</c:v>
                </c:pt>
                <c:pt idx="78">
                  <c:v>45906</c:v>
                </c:pt>
                <c:pt idx="79">
                  <c:v>45907</c:v>
                </c:pt>
                <c:pt idx="80">
                  <c:v>45908</c:v>
                </c:pt>
                <c:pt idx="81">
                  <c:v>45909</c:v>
                </c:pt>
                <c:pt idx="82">
                  <c:v>45910</c:v>
                </c:pt>
                <c:pt idx="83">
                  <c:v>45911</c:v>
                </c:pt>
                <c:pt idx="84">
                  <c:v>45912</c:v>
                </c:pt>
                <c:pt idx="85">
                  <c:v>45913</c:v>
                </c:pt>
                <c:pt idx="86">
                  <c:v>45914</c:v>
                </c:pt>
                <c:pt idx="87">
                  <c:v>45915</c:v>
                </c:pt>
                <c:pt idx="88">
                  <c:v>45916</c:v>
                </c:pt>
                <c:pt idx="89">
                  <c:v>45917</c:v>
                </c:pt>
                <c:pt idx="90">
                  <c:v>45918</c:v>
                </c:pt>
                <c:pt idx="91">
                  <c:v>45919</c:v>
                </c:pt>
                <c:pt idx="92">
                  <c:v>45920</c:v>
                </c:pt>
                <c:pt idx="93">
                  <c:v>45921</c:v>
                </c:pt>
                <c:pt idx="94">
                  <c:v>45922</c:v>
                </c:pt>
                <c:pt idx="95">
                  <c:v>45923</c:v>
                </c:pt>
                <c:pt idx="96">
                  <c:v>45924</c:v>
                </c:pt>
                <c:pt idx="97">
                  <c:v>45925</c:v>
                </c:pt>
                <c:pt idx="98">
                  <c:v>45926</c:v>
                </c:pt>
                <c:pt idx="99">
                  <c:v>45927</c:v>
                </c:pt>
                <c:pt idx="100">
                  <c:v>45928</c:v>
                </c:pt>
                <c:pt idx="101">
                  <c:v>45929</c:v>
                </c:pt>
                <c:pt idx="102">
                  <c:v>45930</c:v>
                </c:pt>
                <c:pt idx="103">
                  <c:v>45931</c:v>
                </c:pt>
                <c:pt idx="104">
                  <c:v>45932</c:v>
                </c:pt>
                <c:pt idx="105">
                  <c:v>45933</c:v>
                </c:pt>
                <c:pt idx="106">
                  <c:v>45934</c:v>
                </c:pt>
                <c:pt idx="107">
                  <c:v>45935</c:v>
                </c:pt>
                <c:pt idx="108">
                  <c:v>45936</c:v>
                </c:pt>
                <c:pt idx="109">
                  <c:v>45937</c:v>
                </c:pt>
                <c:pt idx="110">
                  <c:v>45938</c:v>
                </c:pt>
                <c:pt idx="111">
                  <c:v>45939</c:v>
                </c:pt>
                <c:pt idx="112">
                  <c:v>45940</c:v>
                </c:pt>
                <c:pt idx="113">
                  <c:v>45941</c:v>
                </c:pt>
                <c:pt idx="114">
                  <c:v>45942</c:v>
                </c:pt>
                <c:pt idx="115">
                  <c:v>45943</c:v>
                </c:pt>
                <c:pt idx="116">
                  <c:v>45944</c:v>
                </c:pt>
                <c:pt idx="117">
                  <c:v>45945</c:v>
                </c:pt>
                <c:pt idx="118">
                  <c:v>45946</c:v>
                </c:pt>
                <c:pt idx="119">
                  <c:v>45947</c:v>
                </c:pt>
                <c:pt idx="120">
                  <c:v>45948</c:v>
                </c:pt>
                <c:pt idx="121">
                  <c:v>45949</c:v>
                </c:pt>
                <c:pt idx="122">
                  <c:v>45950</c:v>
                </c:pt>
                <c:pt idx="123">
                  <c:v>45951</c:v>
                </c:pt>
                <c:pt idx="124">
                  <c:v>45952</c:v>
                </c:pt>
                <c:pt idx="125">
                  <c:v>45953</c:v>
                </c:pt>
                <c:pt idx="126">
                  <c:v>45954</c:v>
                </c:pt>
                <c:pt idx="127">
                  <c:v>45955</c:v>
                </c:pt>
                <c:pt idx="128">
                  <c:v>45956</c:v>
                </c:pt>
                <c:pt idx="129">
                  <c:v>45957</c:v>
                </c:pt>
                <c:pt idx="130">
                  <c:v>45958</c:v>
                </c:pt>
                <c:pt idx="131">
                  <c:v>45959</c:v>
                </c:pt>
                <c:pt idx="132">
                  <c:v>45960</c:v>
                </c:pt>
                <c:pt idx="133">
                  <c:v>45961</c:v>
                </c:pt>
                <c:pt idx="134">
                  <c:v>45962</c:v>
                </c:pt>
                <c:pt idx="135">
                  <c:v>45963</c:v>
                </c:pt>
                <c:pt idx="136">
                  <c:v>45964</c:v>
                </c:pt>
                <c:pt idx="137">
                  <c:v>45965</c:v>
                </c:pt>
                <c:pt idx="138">
                  <c:v>45966</c:v>
                </c:pt>
                <c:pt idx="139">
                  <c:v>45967</c:v>
                </c:pt>
                <c:pt idx="140">
                  <c:v>45968</c:v>
                </c:pt>
                <c:pt idx="141">
                  <c:v>45969</c:v>
                </c:pt>
                <c:pt idx="142">
                  <c:v>45970</c:v>
                </c:pt>
                <c:pt idx="143">
                  <c:v>45971</c:v>
                </c:pt>
                <c:pt idx="144">
                  <c:v>45972</c:v>
                </c:pt>
                <c:pt idx="145">
                  <c:v>45973</c:v>
                </c:pt>
                <c:pt idx="146">
                  <c:v>45974</c:v>
                </c:pt>
                <c:pt idx="147">
                  <c:v>45975</c:v>
                </c:pt>
                <c:pt idx="148">
                  <c:v>45976</c:v>
                </c:pt>
                <c:pt idx="149">
                  <c:v>45977</c:v>
                </c:pt>
                <c:pt idx="150">
                  <c:v>45978</c:v>
                </c:pt>
                <c:pt idx="151">
                  <c:v>45979</c:v>
                </c:pt>
                <c:pt idx="152">
                  <c:v>45980</c:v>
                </c:pt>
                <c:pt idx="153">
                  <c:v>45981</c:v>
                </c:pt>
                <c:pt idx="154">
                  <c:v>45982</c:v>
                </c:pt>
                <c:pt idx="155">
                  <c:v>45983</c:v>
                </c:pt>
                <c:pt idx="156">
                  <c:v>45984</c:v>
                </c:pt>
                <c:pt idx="157">
                  <c:v>45985</c:v>
                </c:pt>
                <c:pt idx="158">
                  <c:v>45986</c:v>
                </c:pt>
                <c:pt idx="159">
                  <c:v>45987</c:v>
                </c:pt>
                <c:pt idx="160">
                  <c:v>45988</c:v>
                </c:pt>
                <c:pt idx="161">
                  <c:v>45989</c:v>
                </c:pt>
                <c:pt idx="162">
                  <c:v>45990</c:v>
                </c:pt>
                <c:pt idx="163">
                  <c:v>45991</c:v>
                </c:pt>
                <c:pt idx="164">
                  <c:v>45992</c:v>
                </c:pt>
                <c:pt idx="165">
                  <c:v>45993</c:v>
                </c:pt>
                <c:pt idx="166">
                  <c:v>45994</c:v>
                </c:pt>
                <c:pt idx="167">
                  <c:v>45995</c:v>
                </c:pt>
                <c:pt idx="168">
                  <c:v>45996</c:v>
                </c:pt>
                <c:pt idx="169">
                  <c:v>45997</c:v>
                </c:pt>
                <c:pt idx="170">
                  <c:v>45998</c:v>
                </c:pt>
                <c:pt idx="171">
                  <c:v>45999</c:v>
                </c:pt>
                <c:pt idx="172">
                  <c:v>46000</c:v>
                </c:pt>
                <c:pt idx="173">
                  <c:v>46001</c:v>
                </c:pt>
                <c:pt idx="174">
                  <c:v>46002</c:v>
                </c:pt>
                <c:pt idx="175">
                  <c:v>46003</c:v>
                </c:pt>
                <c:pt idx="176">
                  <c:v>46004</c:v>
                </c:pt>
                <c:pt idx="177">
                  <c:v>46005</c:v>
                </c:pt>
                <c:pt idx="178">
                  <c:v>46006</c:v>
                </c:pt>
                <c:pt idx="179">
                  <c:v>46007</c:v>
                </c:pt>
                <c:pt idx="180">
                  <c:v>46008</c:v>
                </c:pt>
                <c:pt idx="181">
                  <c:v>46009</c:v>
                </c:pt>
                <c:pt idx="182">
                  <c:v>46010</c:v>
                </c:pt>
                <c:pt idx="183">
                  <c:v>46011</c:v>
                </c:pt>
                <c:pt idx="184">
                  <c:v>46012</c:v>
                </c:pt>
                <c:pt idx="185">
                  <c:v>46013</c:v>
                </c:pt>
                <c:pt idx="186">
                  <c:v>46014</c:v>
                </c:pt>
                <c:pt idx="187">
                  <c:v>46015</c:v>
                </c:pt>
                <c:pt idx="188">
                  <c:v>46016</c:v>
                </c:pt>
                <c:pt idx="189">
                  <c:v>46017</c:v>
                </c:pt>
                <c:pt idx="190">
                  <c:v>46018</c:v>
                </c:pt>
                <c:pt idx="191">
                  <c:v>46019</c:v>
                </c:pt>
                <c:pt idx="192">
                  <c:v>46020</c:v>
                </c:pt>
                <c:pt idx="193">
                  <c:v>46021</c:v>
                </c:pt>
                <c:pt idx="194">
                  <c:v>46022</c:v>
                </c:pt>
                <c:pt idx="195">
                  <c:v>46023</c:v>
                </c:pt>
                <c:pt idx="196">
                  <c:v>46024</c:v>
                </c:pt>
                <c:pt idx="197">
                  <c:v>46025</c:v>
                </c:pt>
                <c:pt idx="198">
                  <c:v>46026</c:v>
                </c:pt>
                <c:pt idx="199">
                  <c:v>46027</c:v>
                </c:pt>
                <c:pt idx="200">
                  <c:v>46028</c:v>
                </c:pt>
                <c:pt idx="201">
                  <c:v>46029</c:v>
                </c:pt>
                <c:pt idx="202">
                  <c:v>46030</c:v>
                </c:pt>
                <c:pt idx="203">
                  <c:v>46031</c:v>
                </c:pt>
                <c:pt idx="204">
                  <c:v>46032</c:v>
                </c:pt>
                <c:pt idx="205">
                  <c:v>46033</c:v>
                </c:pt>
                <c:pt idx="206">
                  <c:v>46034</c:v>
                </c:pt>
                <c:pt idx="207">
                  <c:v>46035</c:v>
                </c:pt>
                <c:pt idx="208">
                  <c:v>46036</c:v>
                </c:pt>
                <c:pt idx="209">
                  <c:v>46037</c:v>
                </c:pt>
                <c:pt idx="210">
                  <c:v>46038</c:v>
                </c:pt>
                <c:pt idx="211">
                  <c:v>46039</c:v>
                </c:pt>
                <c:pt idx="212">
                  <c:v>46040</c:v>
                </c:pt>
                <c:pt idx="213">
                  <c:v>46041</c:v>
                </c:pt>
                <c:pt idx="214">
                  <c:v>46042</c:v>
                </c:pt>
                <c:pt idx="215">
                  <c:v>46043</c:v>
                </c:pt>
                <c:pt idx="216">
                  <c:v>46044</c:v>
                </c:pt>
                <c:pt idx="217">
                  <c:v>46045</c:v>
                </c:pt>
                <c:pt idx="218">
                  <c:v>46046</c:v>
                </c:pt>
                <c:pt idx="219">
                  <c:v>46047</c:v>
                </c:pt>
                <c:pt idx="220">
                  <c:v>46048</c:v>
                </c:pt>
                <c:pt idx="221">
                  <c:v>46049</c:v>
                </c:pt>
                <c:pt idx="222">
                  <c:v>46050</c:v>
                </c:pt>
                <c:pt idx="223">
                  <c:v>46051</c:v>
                </c:pt>
                <c:pt idx="224">
                  <c:v>46052</c:v>
                </c:pt>
                <c:pt idx="225">
                  <c:v>46053</c:v>
                </c:pt>
                <c:pt idx="226">
                  <c:v>46054</c:v>
                </c:pt>
                <c:pt idx="227">
                  <c:v>46055</c:v>
                </c:pt>
                <c:pt idx="228">
                  <c:v>46056</c:v>
                </c:pt>
                <c:pt idx="229">
                  <c:v>46057</c:v>
                </c:pt>
                <c:pt idx="230">
                  <c:v>46058</c:v>
                </c:pt>
                <c:pt idx="231">
                  <c:v>46059</c:v>
                </c:pt>
                <c:pt idx="232">
                  <c:v>46060</c:v>
                </c:pt>
                <c:pt idx="233">
                  <c:v>46061</c:v>
                </c:pt>
                <c:pt idx="234">
                  <c:v>46062</c:v>
                </c:pt>
                <c:pt idx="235">
                  <c:v>46063</c:v>
                </c:pt>
                <c:pt idx="236">
                  <c:v>46064</c:v>
                </c:pt>
                <c:pt idx="237">
                  <c:v>46065</c:v>
                </c:pt>
                <c:pt idx="238">
                  <c:v>46066</c:v>
                </c:pt>
                <c:pt idx="239">
                  <c:v>46067</c:v>
                </c:pt>
                <c:pt idx="240">
                  <c:v>46068</c:v>
                </c:pt>
                <c:pt idx="241">
                  <c:v>46069</c:v>
                </c:pt>
                <c:pt idx="242">
                  <c:v>46070</c:v>
                </c:pt>
                <c:pt idx="243">
                  <c:v>46071</c:v>
                </c:pt>
                <c:pt idx="244">
                  <c:v>46072</c:v>
                </c:pt>
                <c:pt idx="245">
                  <c:v>46073</c:v>
                </c:pt>
                <c:pt idx="246">
                  <c:v>46074</c:v>
                </c:pt>
                <c:pt idx="247">
                  <c:v>46075</c:v>
                </c:pt>
                <c:pt idx="248">
                  <c:v>46076</c:v>
                </c:pt>
                <c:pt idx="249">
                  <c:v>46077</c:v>
                </c:pt>
                <c:pt idx="250">
                  <c:v>46078</c:v>
                </c:pt>
                <c:pt idx="251">
                  <c:v>46079</c:v>
                </c:pt>
                <c:pt idx="252">
                  <c:v>46080</c:v>
                </c:pt>
                <c:pt idx="253">
                  <c:v>46081</c:v>
                </c:pt>
                <c:pt idx="254">
                  <c:v>46082</c:v>
                </c:pt>
                <c:pt idx="255">
                  <c:v>46083</c:v>
                </c:pt>
                <c:pt idx="256">
                  <c:v>46084</c:v>
                </c:pt>
                <c:pt idx="257">
                  <c:v>46085</c:v>
                </c:pt>
                <c:pt idx="258">
                  <c:v>46086</c:v>
                </c:pt>
                <c:pt idx="259">
                  <c:v>46087</c:v>
                </c:pt>
                <c:pt idx="260">
                  <c:v>46088</c:v>
                </c:pt>
                <c:pt idx="261">
                  <c:v>46089</c:v>
                </c:pt>
                <c:pt idx="262">
                  <c:v>46090</c:v>
                </c:pt>
                <c:pt idx="263">
                  <c:v>46091</c:v>
                </c:pt>
                <c:pt idx="264">
                  <c:v>46092</c:v>
                </c:pt>
                <c:pt idx="265">
                  <c:v>46093</c:v>
                </c:pt>
                <c:pt idx="266">
                  <c:v>46094</c:v>
                </c:pt>
                <c:pt idx="267">
                  <c:v>46095</c:v>
                </c:pt>
                <c:pt idx="268">
                  <c:v>46096</c:v>
                </c:pt>
                <c:pt idx="269">
                  <c:v>46097</c:v>
                </c:pt>
                <c:pt idx="270">
                  <c:v>46098</c:v>
                </c:pt>
                <c:pt idx="271">
                  <c:v>46099</c:v>
                </c:pt>
                <c:pt idx="272">
                  <c:v>46100</c:v>
                </c:pt>
                <c:pt idx="273">
                  <c:v>46101</c:v>
                </c:pt>
                <c:pt idx="274">
                  <c:v>46102</c:v>
                </c:pt>
                <c:pt idx="275">
                  <c:v>46103</c:v>
                </c:pt>
                <c:pt idx="276">
                  <c:v>46104</c:v>
                </c:pt>
                <c:pt idx="277">
                  <c:v>46105</c:v>
                </c:pt>
                <c:pt idx="278">
                  <c:v>46106</c:v>
                </c:pt>
                <c:pt idx="279">
                  <c:v>46107</c:v>
                </c:pt>
                <c:pt idx="280">
                  <c:v>46108</c:v>
                </c:pt>
                <c:pt idx="281">
                  <c:v>46109</c:v>
                </c:pt>
                <c:pt idx="282">
                  <c:v>46110</c:v>
                </c:pt>
                <c:pt idx="283">
                  <c:v>46111</c:v>
                </c:pt>
                <c:pt idx="284">
                  <c:v>46112</c:v>
                </c:pt>
                <c:pt idx="285">
                  <c:v>46113</c:v>
                </c:pt>
                <c:pt idx="286">
                  <c:v>46114</c:v>
                </c:pt>
                <c:pt idx="287">
                  <c:v>46115</c:v>
                </c:pt>
                <c:pt idx="288">
                  <c:v>46116</c:v>
                </c:pt>
                <c:pt idx="289">
                  <c:v>46117</c:v>
                </c:pt>
                <c:pt idx="290">
                  <c:v>46118</c:v>
                </c:pt>
                <c:pt idx="291">
                  <c:v>46119</c:v>
                </c:pt>
                <c:pt idx="292">
                  <c:v>46120</c:v>
                </c:pt>
                <c:pt idx="293">
                  <c:v>46121</c:v>
                </c:pt>
                <c:pt idx="294">
                  <c:v>46122</c:v>
                </c:pt>
                <c:pt idx="295">
                  <c:v>46123</c:v>
                </c:pt>
                <c:pt idx="296">
                  <c:v>46124</c:v>
                </c:pt>
                <c:pt idx="297">
                  <c:v>46125</c:v>
                </c:pt>
                <c:pt idx="298">
                  <c:v>46126</c:v>
                </c:pt>
                <c:pt idx="299">
                  <c:v>46127</c:v>
                </c:pt>
                <c:pt idx="300">
                  <c:v>46128</c:v>
                </c:pt>
                <c:pt idx="301">
                  <c:v>46129</c:v>
                </c:pt>
                <c:pt idx="302">
                  <c:v>46130</c:v>
                </c:pt>
                <c:pt idx="303">
                  <c:v>46131</c:v>
                </c:pt>
                <c:pt idx="304">
                  <c:v>46132</c:v>
                </c:pt>
                <c:pt idx="305">
                  <c:v>46133</c:v>
                </c:pt>
                <c:pt idx="306">
                  <c:v>46134</c:v>
                </c:pt>
                <c:pt idx="307">
                  <c:v>46135</c:v>
                </c:pt>
                <c:pt idx="308">
                  <c:v>46136</c:v>
                </c:pt>
                <c:pt idx="309">
                  <c:v>46137</c:v>
                </c:pt>
                <c:pt idx="310">
                  <c:v>46138</c:v>
                </c:pt>
                <c:pt idx="311">
                  <c:v>46139</c:v>
                </c:pt>
                <c:pt idx="312">
                  <c:v>46140</c:v>
                </c:pt>
                <c:pt idx="313">
                  <c:v>46141</c:v>
                </c:pt>
                <c:pt idx="314">
                  <c:v>46142</c:v>
                </c:pt>
                <c:pt idx="315">
                  <c:v>46143</c:v>
                </c:pt>
                <c:pt idx="316">
                  <c:v>46144</c:v>
                </c:pt>
                <c:pt idx="317">
                  <c:v>46145</c:v>
                </c:pt>
                <c:pt idx="318">
                  <c:v>46146</c:v>
                </c:pt>
                <c:pt idx="319">
                  <c:v>46147</c:v>
                </c:pt>
                <c:pt idx="320">
                  <c:v>46148</c:v>
                </c:pt>
                <c:pt idx="321">
                  <c:v>46149</c:v>
                </c:pt>
                <c:pt idx="322">
                  <c:v>46150</c:v>
                </c:pt>
                <c:pt idx="323">
                  <c:v>46151</c:v>
                </c:pt>
                <c:pt idx="324">
                  <c:v>46152</c:v>
                </c:pt>
                <c:pt idx="325">
                  <c:v>46153</c:v>
                </c:pt>
                <c:pt idx="326">
                  <c:v>46154</c:v>
                </c:pt>
                <c:pt idx="327">
                  <c:v>46155</c:v>
                </c:pt>
                <c:pt idx="328">
                  <c:v>46156</c:v>
                </c:pt>
                <c:pt idx="329">
                  <c:v>46157</c:v>
                </c:pt>
                <c:pt idx="330">
                  <c:v>46158</c:v>
                </c:pt>
                <c:pt idx="331">
                  <c:v>46159</c:v>
                </c:pt>
                <c:pt idx="332">
                  <c:v>46160</c:v>
                </c:pt>
                <c:pt idx="333">
                  <c:v>46161</c:v>
                </c:pt>
                <c:pt idx="334">
                  <c:v>46162</c:v>
                </c:pt>
                <c:pt idx="335">
                  <c:v>46163</c:v>
                </c:pt>
                <c:pt idx="336">
                  <c:v>46164</c:v>
                </c:pt>
                <c:pt idx="337">
                  <c:v>46165</c:v>
                </c:pt>
                <c:pt idx="338">
                  <c:v>46166</c:v>
                </c:pt>
                <c:pt idx="339">
                  <c:v>46167</c:v>
                </c:pt>
                <c:pt idx="340">
                  <c:v>46168</c:v>
                </c:pt>
                <c:pt idx="341">
                  <c:v>46169</c:v>
                </c:pt>
                <c:pt idx="342">
                  <c:v>46170</c:v>
                </c:pt>
                <c:pt idx="343">
                  <c:v>46171</c:v>
                </c:pt>
                <c:pt idx="344">
                  <c:v>46172</c:v>
                </c:pt>
                <c:pt idx="345">
                  <c:v>46173</c:v>
                </c:pt>
                <c:pt idx="346">
                  <c:v>46174</c:v>
                </c:pt>
                <c:pt idx="347">
                  <c:v>46175</c:v>
                </c:pt>
                <c:pt idx="348">
                  <c:v>46176</c:v>
                </c:pt>
                <c:pt idx="349">
                  <c:v>46177</c:v>
                </c:pt>
                <c:pt idx="350">
                  <c:v>46178</c:v>
                </c:pt>
                <c:pt idx="351">
                  <c:v>46179</c:v>
                </c:pt>
                <c:pt idx="352">
                  <c:v>46180</c:v>
                </c:pt>
                <c:pt idx="353">
                  <c:v>46181</c:v>
                </c:pt>
                <c:pt idx="354">
                  <c:v>46182</c:v>
                </c:pt>
                <c:pt idx="355">
                  <c:v>46183</c:v>
                </c:pt>
                <c:pt idx="356">
                  <c:v>46184</c:v>
                </c:pt>
                <c:pt idx="357">
                  <c:v>46185</c:v>
                </c:pt>
                <c:pt idx="358">
                  <c:v>46186</c:v>
                </c:pt>
                <c:pt idx="359">
                  <c:v>46187</c:v>
                </c:pt>
                <c:pt idx="360">
                  <c:v>46188</c:v>
                </c:pt>
                <c:pt idx="361">
                  <c:v>46189</c:v>
                </c:pt>
                <c:pt idx="362">
                  <c:v>46190</c:v>
                </c:pt>
              </c:numCache>
            </c:numRef>
          </c:cat>
          <c:val>
            <c:numRef>
              <c:f>Sheet1!$C$2:$C$364</c:f>
              <c:numCache>
                <c:formatCode>General</c:formatCode>
                <c:ptCount val="363"/>
                <c:pt idx="0">
                  <c:v>205.7442733</c:v>
                </c:pt>
                <c:pt idx="1">
                  <c:v>213.34868109999999</c:v>
                </c:pt>
                <c:pt idx="2">
                  <c:v>216.95507810000001</c:v>
                </c:pt>
                <c:pt idx="3">
                  <c:v>200.23732319999999</c:v>
                </c:pt>
                <c:pt idx="4">
                  <c:v>201.66620409999999</c:v>
                </c:pt>
                <c:pt idx="5">
                  <c:v>203.3075537</c:v>
                </c:pt>
                <c:pt idx="6">
                  <c:v>204.94758160000001</c:v>
                </c:pt>
                <c:pt idx="7">
                  <c:v>206.87112440000001</c:v>
                </c:pt>
                <c:pt idx="8">
                  <c:v>215.09603060000001</c:v>
                </c:pt>
                <c:pt idx="9">
                  <c:v>219.25643769999999</c:v>
                </c:pt>
                <c:pt idx="10">
                  <c:v>201.08988439999999</c:v>
                </c:pt>
                <c:pt idx="11">
                  <c:v>204.94130279999999</c:v>
                </c:pt>
                <c:pt idx="12">
                  <c:v>204.42780619999999</c:v>
                </c:pt>
                <c:pt idx="13">
                  <c:v>203.65826440000001</c:v>
                </c:pt>
                <c:pt idx="14">
                  <c:v>205.47793350000001</c:v>
                </c:pt>
                <c:pt idx="15">
                  <c:v>215.81789839999999</c:v>
                </c:pt>
                <c:pt idx="16">
                  <c:v>216.36658489999999</c:v>
                </c:pt>
                <c:pt idx="17">
                  <c:v>200.1541646</c:v>
                </c:pt>
                <c:pt idx="18">
                  <c:v>205.3303238</c:v>
                </c:pt>
                <c:pt idx="19">
                  <c:v>201.5491529</c:v>
                </c:pt>
                <c:pt idx="20">
                  <c:v>225.432198</c:v>
                </c:pt>
                <c:pt idx="21">
                  <c:v>204.12492330000001</c:v>
                </c:pt>
                <c:pt idx="22">
                  <c:v>213.49965220000001</c:v>
                </c:pt>
                <c:pt idx="23">
                  <c:v>219.28704389999999</c:v>
                </c:pt>
                <c:pt idx="24">
                  <c:v>201.73373430000001</c:v>
                </c:pt>
                <c:pt idx="25">
                  <c:v>203.64910860000001</c:v>
                </c:pt>
                <c:pt idx="26">
                  <c:v>203.40030179999999</c:v>
                </c:pt>
                <c:pt idx="27">
                  <c:v>204.76491999999999</c:v>
                </c:pt>
                <c:pt idx="28">
                  <c:v>205.73634469999999</c:v>
                </c:pt>
                <c:pt idx="29">
                  <c:v>213.9580469</c:v>
                </c:pt>
                <c:pt idx="30">
                  <c:v>222.3094638</c:v>
                </c:pt>
                <c:pt idx="31">
                  <c:v>205.89082450000001</c:v>
                </c:pt>
                <c:pt idx="32">
                  <c:v>208.20836700000001</c:v>
                </c:pt>
                <c:pt idx="33">
                  <c:v>204.62497809999999</c:v>
                </c:pt>
                <c:pt idx="34">
                  <c:v>207.89843880000001</c:v>
                </c:pt>
                <c:pt idx="35">
                  <c:v>211.0519104</c:v>
                </c:pt>
                <c:pt idx="36">
                  <c:v>218.47626170000001</c:v>
                </c:pt>
                <c:pt idx="37">
                  <c:v>223.59668049999999</c:v>
                </c:pt>
                <c:pt idx="38">
                  <c:v>208.4259715</c:v>
                </c:pt>
                <c:pt idx="39">
                  <c:v>209.2749513</c:v>
                </c:pt>
                <c:pt idx="40">
                  <c:v>213.9254023</c:v>
                </c:pt>
                <c:pt idx="41">
                  <c:v>210.96424590000001</c:v>
                </c:pt>
                <c:pt idx="42">
                  <c:v>208.74491409999999</c:v>
                </c:pt>
                <c:pt idx="43">
                  <c:v>218.80317429999999</c:v>
                </c:pt>
                <c:pt idx="44">
                  <c:v>226.58969540000001</c:v>
                </c:pt>
                <c:pt idx="45">
                  <c:v>206.21733309999999</c:v>
                </c:pt>
                <c:pt idx="46">
                  <c:v>203.59122139999999</c:v>
                </c:pt>
                <c:pt idx="47">
                  <c:v>198.11917220000001</c:v>
                </c:pt>
                <c:pt idx="48">
                  <c:v>209.1060674</c:v>
                </c:pt>
                <c:pt idx="49">
                  <c:v>230.69052600000001</c:v>
                </c:pt>
                <c:pt idx="50">
                  <c:v>218.71570600000001</c:v>
                </c:pt>
                <c:pt idx="51">
                  <c:v>223.60115709999999</c:v>
                </c:pt>
                <c:pt idx="52">
                  <c:v>213.47805439999999</c:v>
                </c:pt>
                <c:pt idx="53">
                  <c:v>213.65152420000001</c:v>
                </c:pt>
                <c:pt idx="54">
                  <c:v>215.82495410000001</c:v>
                </c:pt>
                <c:pt idx="55">
                  <c:v>216.02062609999999</c:v>
                </c:pt>
                <c:pt idx="56">
                  <c:v>216.9076383</c:v>
                </c:pt>
                <c:pt idx="57">
                  <c:v>223.09419700000001</c:v>
                </c:pt>
                <c:pt idx="58">
                  <c:v>229.99883249999999</c:v>
                </c:pt>
                <c:pt idx="59">
                  <c:v>213.8428017</c:v>
                </c:pt>
                <c:pt idx="60">
                  <c:v>211.89951439999999</c:v>
                </c:pt>
                <c:pt idx="61">
                  <c:v>212.51245059999999</c:v>
                </c:pt>
                <c:pt idx="62">
                  <c:v>213.08406310000001</c:v>
                </c:pt>
                <c:pt idx="63">
                  <c:v>213.47089320000001</c:v>
                </c:pt>
                <c:pt idx="64">
                  <c:v>225.12923019999999</c:v>
                </c:pt>
                <c:pt idx="65">
                  <c:v>227.7680154</c:v>
                </c:pt>
                <c:pt idx="66">
                  <c:v>209.78429389999999</c:v>
                </c:pt>
                <c:pt idx="67">
                  <c:v>215.3695376</c:v>
                </c:pt>
                <c:pt idx="68">
                  <c:v>211.98220910000001</c:v>
                </c:pt>
                <c:pt idx="69">
                  <c:v>212.8759805</c:v>
                </c:pt>
                <c:pt idx="70">
                  <c:v>217.67213330000001</c:v>
                </c:pt>
                <c:pt idx="71">
                  <c:v>226.3288426</c:v>
                </c:pt>
                <c:pt idx="72">
                  <c:v>232.01518859999999</c:v>
                </c:pt>
                <c:pt idx="73">
                  <c:v>209.68665659999999</c:v>
                </c:pt>
                <c:pt idx="74">
                  <c:v>209.10317610000001</c:v>
                </c:pt>
                <c:pt idx="75">
                  <c:v>212.3086869</c:v>
                </c:pt>
                <c:pt idx="76">
                  <c:v>212.39117590000001</c:v>
                </c:pt>
                <c:pt idx="77">
                  <c:v>229.22137459999999</c:v>
                </c:pt>
                <c:pt idx="78">
                  <c:v>221.7979737</c:v>
                </c:pt>
                <c:pt idx="79">
                  <c:v>232.7654818</c:v>
                </c:pt>
                <c:pt idx="80">
                  <c:v>211.96736129999999</c:v>
                </c:pt>
                <c:pt idx="81">
                  <c:v>210.8774875</c:v>
                </c:pt>
                <c:pt idx="82">
                  <c:v>213.77675540000001</c:v>
                </c:pt>
                <c:pt idx="83">
                  <c:v>216.2615491</c:v>
                </c:pt>
                <c:pt idx="84">
                  <c:v>218.9613219</c:v>
                </c:pt>
                <c:pt idx="85">
                  <c:v>233.52849760000001</c:v>
                </c:pt>
                <c:pt idx="86">
                  <c:v>235.18166059999999</c:v>
                </c:pt>
                <c:pt idx="87">
                  <c:v>220.19923159999999</c:v>
                </c:pt>
                <c:pt idx="88">
                  <c:v>218.57091969999999</c:v>
                </c:pt>
                <c:pt idx="89">
                  <c:v>222.14587330000001</c:v>
                </c:pt>
                <c:pt idx="90">
                  <c:v>224.97705999999999</c:v>
                </c:pt>
                <c:pt idx="91">
                  <c:v>224.05305179999999</c:v>
                </c:pt>
                <c:pt idx="92">
                  <c:v>237.42286849999999</c:v>
                </c:pt>
                <c:pt idx="93">
                  <c:v>240.32645769999999</c:v>
                </c:pt>
                <c:pt idx="94">
                  <c:v>215.73019840000001</c:v>
                </c:pt>
                <c:pt idx="95">
                  <c:v>218.46977269999999</c:v>
                </c:pt>
                <c:pt idx="96">
                  <c:v>221.0550915</c:v>
                </c:pt>
                <c:pt idx="97">
                  <c:v>211.73740359999999</c:v>
                </c:pt>
                <c:pt idx="98">
                  <c:v>225.74177789999999</c:v>
                </c:pt>
                <c:pt idx="99">
                  <c:v>232.0123327</c:v>
                </c:pt>
                <c:pt idx="100">
                  <c:v>237.02454230000001</c:v>
                </c:pt>
                <c:pt idx="101">
                  <c:v>216.8749005</c:v>
                </c:pt>
                <c:pt idx="102">
                  <c:v>217.46136989999999</c:v>
                </c:pt>
                <c:pt idx="103">
                  <c:v>218.07568950000001</c:v>
                </c:pt>
                <c:pt idx="104">
                  <c:v>217.80170630000001</c:v>
                </c:pt>
                <c:pt idx="105">
                  <c:v>221.60595359999999</c:v>
                </c:pt>
                <c:pt idx="106">
                  <c:v>229.4316244</c:v>
                </c:pt>
                <c:pt idx="107">
                  <c:v>233.5830225</c:v>
                </c:pt>
                <c:pt idx="108">
                  <c:v>233.83838900000001</c:v>
                </c:pt>
                <c:pt idx="109">
                  <c:v>217.0268274</c:v>
                </c:pt>
                <c:pt idx="110">
                  <c:v>217.94788299999999</c:v>
                </c:pt>
                <c:pt idx="111">
                  <c:v>213.7647723</c:v>
                </c:pt>
                <c:pt idx="112">
                  <c:v>220.03883579999999</c:v>
                </c:pt>
                <c:pt idx="113">
                  <c:v>233.91454210000001</c:v>
                </c:pt>
                <c:pt idx="114">
                  <c:v>235.85359199999999</c:v>
                </c:pt>
                <c:pt idx="115">
                  <c:v>216.4530666</c:v>
                </c:pt>
                <c:pt idx="116">
                  <c:v>217.15605489999999</c:v>
                </c:pt>
                <c:pt idx="117">
                  <c:v>217.59037480000001</c:v>
                </c:pt>
                <c:pt idx="118">
                  <c:v>217.28706070000001</c:v>
                </c:pt>
                <c:pt idx="119">
                  <c:v>222.8031225</c:v>
                </c:pt>
                <c:pt idx="120">
                  <c:v>227.92136819999999</c:v>
                </c:pt>
                <c:pt idx="121">
                  <c:v>235.51809399999999</c:v>
                </c:pt>
                <c:pt idx="122">
                  <c:v>231.15622099999999</c:v>
                </c:pt>
                <c:pt idx="123">
                  <c:v>226.17440439999999</c:v>
                </c:pt>
                <c:pt idx="124">
                  <c:v>221.21350290000001</c:v>
                </c:pt>
                <c:pt idx="125">
                  <c:v>219.8696956</c:v>
                </c:pt>
                <c:pt idx="126">
                  <c:v>226.04129409999999</c:v>
                </c:pt>
                <c:pt idx="127">
                  <c:v>240.69364730000001</c:v>
                </c:pt>
                <c:pt idx="128">
                  <c:v>239.1696182</c:v>
                </c:pt>
                <c:pt idx="129">
                  <c:v>219.0190757</c:v>
                </c:pt>
                <c:pt idx="130">
                  <c:v>222.27757560000001</c:v>
                </c:pt>
                <c:pt idx="131">
                  <c:v>224.53955329999999</c:v>
                </c:pt>
                <c:pt idx="132">
                  <c:v>226.2495089</c:v>
                </c:pt>
                <c:pt idx="133">
                  <c:v>227.91305399999999</c:v>
                </c:pt>
                <c:pt idx="134">
                  <c:v>235.30707709999999</c:v>
                </c:pt>
                <c:pt idx="135">
                  <c:v>242.74561109999999</c:v>
                </c:pt>
                <c:pt idx="136">
                  <c:v>221.7437999</c:v>
                </c:pt>
                <c:pt idx="137">
                  <c:v>225.5852002</c:v>
                </c:pt>
                <c:pt idx="138">
                  <c:v>248.54983960000001</c:v>
                </c:pt>
                <c:pt idx="139">
                  <c:v>221.77015510000001</c:v>
                </c:pt>
                <c:pt idx="140">
                  <c:v>230.5699401</c:v>
                </c:pt>
                <c:pt idx="141">
                  <c:v>234.95264349999999</c:v>
                </c:pt>
                <c:pt idx="142">
                  <c:v>240.9341872</c:v>
                </c:pt>
                <c:pt idx="143">
                  <c:v>225.0689443</c:v>
                </c:pt>
                <c:pt idx="144">
                  <c:v>228.74507679999999</c:v>
                </c:pt>
                <c:pt idx="145">
                  <c:v>229.03837960000001</c:v>
                </c:pt>
                <c:pt idx="146">
                  <c:v>230.4913215</c:v>
                </c:pt>
                <c:pt idx="147">
                  <c:v>235.08408800000001</c:v>
                </c:pt>
                <c:pt idx="148">
                  <c:v>235.4014598</c:v>
                </c:pt>
                <c:pt idx="149">
                  <c:v>246.95881639999999</c:v>
                </c:pt>
                <c:pt idx="150">
                  <c:v>231.71748310000001</c:v>
                </c:pt>
                <c:pt idx="151">
                  <c:v>232.24188699999999</c:v>
                </c:pt>
                <c:pt idx="152">
                  <c:v>233.51798199999999</c:v>
                </c:pt>
                <c:pt idx="153">
                  <c:v>240.39387930000001</c:v>
                </c:pt>
                <c:pt idx="154">
                  <c:v>239.0851299</c:v>
                </c:pt>
                <c:pt idx="155">
                  <c:v>243.76446999999999</c:v>
                </c:pt>
                <c:pt idx="156">
                  <c:v>248.25888560000001</c:v>
                </c:pt>
                <c:pt idx="157">
                  <c:v>232.21112260000001</c:v>
                </c:pt>
                <c:pt idx="158">
                  <c:v>234.36504199999999</c:v>
                </c:pt>
                <c:pt idx="159">
                  <c:v>234.93202650000001</c:v>
                </c:pt>
                <c:pt idx="160">
                  <c:v>236.7913748</c:v>
                </c:pt>
                <c:pt idx="161">
                  <c:v>191.2566822</c:v>
                </c:pt>
                <c:pt idx="162">
                  <c:v>200.68992030000001</c:v>
                </c:pt>
                <c:pt idx="163">
                  <c:v>197.3036137</c:v>
                </c:pt>
                <c:pt idx="164">
                  <c:v>222.24263569999999</c:v>
                </c:pt>
                <c:pt idx="165">
                  <c:v>237.37346199999999</c:v>
                </c:pt>
                <c:pt idx="166">
                  <c:v>239.75677429999999</c:v>
                </c:pt>
                <c:pt idx="167">
                  <c:v>254.66560709999999</c:v>
                </c:pt>
                <c:pt idx="168">
                  <c:v>239.11872460000001</c:v>
                </c:pt>
                <c:pt idx="169">
                  <c:v>246.42600329999999</c:v>
                </c:pt>
                <c:pt idx="170">
                  <c:v>250.4556868</c:v>
                </c:pt>
                <c:pt idx="171">
                  <c:v>234.50855000000001</c:v>
                </c:pt>
                <c:pt idx="172">
                  <c:v>236.73839509999999</c:v>
                </c:pt>
                <c:pt idx="173">
                  <c:v>238.21212080000001</c:v>
                </c:pt>
                <c:pt idx="174">
                  <c:v>240.36837009999999</c:v>
                </c:pt>
                <c:pt idx="175">
                  <c:v>241.62435210000001</c:v>
                </c:pt>
                <c:pt idx="176">
                  <c:v>247.7407498</c:v>
                </c:pt>
                <c:pt idx="177">
                  <c:v>252.3129375</c:v>
                </c:pt>
                <c:pt idx="178">
                  <c:v>235.48683800000001</c:v>
                </c:pt>
                <c:pt idx="179">
                  <c:v>236.2781549</c:v>
                </c:pt>
                <c:pt idx="180">
                  <c:v>240.420705</c:v>
                </c:pt>
                <c:pt idx="181">
                  <c:v>246.10287170000001</c:v>
                </c:pt>
                <c:pt idx="182">
                  <c:v>242.11564150000001</c:v>
                </c:pt>
                <c:pt idx="183">
                  <c:v>248.37094959999999</c:v>
                </c:pt>
                <c:pt idx="184">
                  <c:v>255.28283260000001</c:v>
                </c:pt>
                <c:pt idx="185">
                  <c:v>238.8294104</c:v>
                </c:pt>
                <c:pt idx="186">
                  <c:v>240.4672582</c:v>
                </c:pt>
                <c:pt idx="187">
                  <c:v>241.7804083</c:v>
                </c:pt>
                <c:pt idx="188">
                  <c:v>257.04777380000002</c:v>
                </c:pt>
                <c:pt idx="189">
                  <c:v>248.51980349999999</c:v>
                </c:pt>
                <c:pt idx="190">
                  <c:v>249.36962869999999</c:v>
                </c:pt>
                <c:pt idx="191">
                  <c:v>251.7792225</c:v>
                </c:pt>
                <c:pt idx="192">
                  <c:v>240.8869972</c:v>
                </c:pt>
                <c:pt idx="193">
                  <c:v>242.7109414</c:v>
                </c:pt>
                <c:pt idx="194">
                  <c:v>236.99245790000001</c:v>
                </c:pt>
                <c:pt idx="195">
                  <c:v>253.11333970000001</c:v>
                </c:pt>
                <c:pt idx="196">
                  <c:v>235.1909852</c:v>
                </c:pt>
                <c:pt idx="197">
                  <c:v>251.3622877</c:v>
                </c:pt>
                <c:pt idx="198">
                  <c:v>245.3926467</c:v>
                </c:pt>
                <c:pt idx="199">
                  <c:v>228.08625280000001</c:v>
                </c:pt>
                <c:pt idx="200">
                  <c:v>229.9230647</c:v>
                </c:pt>
                <c:pt idx="201">
                  <c:v>228.48750190000001</c:v>
                </c:pt>
                <c:pt idx="202">
                  <c:v>233.4760794</c:v>
                </c:pt>
                <c:pt idx="203">
                  <c:v>237.22522240000001</c:v>
                </c:pt>
                <c:pt idx="204">
                  <c:v>246.33773020000001</c:v>
                </c:pt>
                <c:pt idx="205">
                  <c:v>254.08731589999999</c:v>
                </c:pt>
                <c:pt idx="206">
                  <c:v>241.9427857</c:v>
                </c:pt>
                <c:pt idx="207">
                  <c:v>237.42580459999999</c:v>
                </c:pt>
                <c:pt idx="208">
                  <c:v>243.48512099999999</c:v>
                </c:pt>
                <c:pt idx="209">
                  <c:v>258.81799089999998</c:v>
                </c:pt>
                <c:pt idx="210">
                  <c:v>242.08761670000001</c:v>
                </c:pt>
                <c:pt idx="211">
                  <c:v>248.46041750000001</c:v>
                </c:pt>
                <c:pt idx="212">
                  <c:v>257.43729860000002</c:v>
                </c:pt>
                <c:pt idx="213">
                  <c:v>239.66328490000001</c:v>
                </c:pt>
                <c:pt idx="214">
                  <c:v>237.68020369999999</c:v>
                </c:pt>
                <c:pt idx="215">
                  <c:v>234.12433039999999</c:v>
                </c:pt>
                <c:pt idx="216">
                  <c:v>238.603655</c:v>
                </c:pt>
                <c:pt idx="217">
                  <c:v>238.94068859999999</c:v>
                </c:pt>
                <c:pt idx="218">
                  <c:v>250.20600949999999</c:v>
                </c:pt>
                <c:pt idx="219">
                  <c:v>257.0210151</c:v>
                </c:pt>
                <c:pt idx="220">
                  <c:v>239.12938310000001</c:v>
                </c:pt>
                <c:pt idx="221">
                  <c:v>242.9900375</c:v>
                </c:pt>
                <c:pt idx="222">
                  <c:v>239.24680770000001</c:v>
                </c:pt>
                <c:pt idx="223">
                  <c:v>240.41364659999999</c:v>
                </c:pt>
                <c:pt idx="224">
                  <c:v>243.46456319999999</c:v>
                </c:pt>
                <c:pt idx="225">
                  <c:v>253.7317391</c:v>
                </c:pt>
                <c:pt idx="226">
                  <c:v>268.3157233</c:v>
                </c:pt>
                <c:pt idx="227">
                  <c:v>235.1914404</c:v>
                </c:pt>
                <c:pt idx="228">
                  <c:v>241.05389640000001</c:v>
                </c:pt>
                <c:pt idx="229">
                  <c:v>267.05207339999998</c:v>
                </c:pt>
                <c:pt idx="230">
                  <c:v>239.76622159999999</c:v>
                </c:pt>
                <c:pt idx="231">
                  <c:v>240.51240720000001</c:v>
                </c:pt>
                <c:pt idx="232">
                  <c:v>253.08171590000001</c:v>
                </c:pt>
                <c:pt idx="233">
                  <c:v>264.34884599999998</c:v>
                </c:pt>
                <c:pt idx="234">
                  <c:v>238.36942569999999</c:v>
                </c:pt>
                <c:pt idx="235">
                  <c:v>235.41312350000001</c:v>
                </c:pt>
                <c:pt idx="236">
                  <c:v>241.67360619999999</c:v>
                </c:pt>
                <c:pt idx="237">
                  <c:v>247.63351950000001</c:v>
                </c:pt>
                <c:pt idx="238">
                  <c:v>245.0934092</c:v>
                </c:pt>
                <c:pt idx="239">
                  <c:v>260.01105239999998</c:v>
                </c:pt>
                <c:pt idx="240">
                  <c:v>267.37151879999999</c:v>
                </c:pt>
                <c:pt idx="241">
                  <c:v>253.50554539999999</c:v>
                </c:pt>
                <c:pt idx="242">
                  <c:v>248.72081589999999</c:v>
                </c:pt>
                <c:pt idx="243">
                  <c:v>247.1369162</c:v>
                </c:pt>
                <c:pt idx="244">
                  <c:v>254.99673250000001</c:v>
                </c:pt>
                <c:pt idx="245">
                  <c:v>252.1167968</c:v>
                </c:pt>
                <c:pt idx="246">
                  <c:v>258.88498550000003</c:v>
                </c:pt>
                <c:pt idx="247">
                  <c:v>272.16703919999998</c:v>
                </c:pt>
                <c:pt idx="248">
                  <c:v>250.4078805</c:v>
                </c:pt>
                <c:pt idx="249">
                  <c:v>251.5251069</c:v>
                </c:pt>
                <c:pt idx="250">
                  <c:v>251.38878740000001</c:v>
                </c:pt>
                <c:pt idx="251">
                  <c:v>253.5379776</c:v>
                </c:pt>
                <c:pt idx="252">
                  <c:v>254.5481772</c:v>
                </c:pt>
                <c:pt idx="253">
                  <c:v>260.1824269</c:v>
                </c:pt>
                <c:pt idx="254">
                  <c:v>263.63538840000001</c:v>
                </c:pt>
                <c:pt idx="255">
                  <c:v>266.72276040000003</c:v>
                </c:pt>
                <c:pt idx="256">
                  <c:v>245.673452</c:v>
                </c:pt>
                <c:pt idx="257">
                  <c:v>247.6243647</c:v>
                </c:pt>
                <c:pt idx="258">
                  <c:v>249.0828688</c:v>
                </c:pt>
                <c:pt idx="259">
                  <c:v>248.5799006</c:v>
                </c:pt>
                <c:pt idx="260">
                  <c:v>260.46338580000003</c:v>
                </c:pt>
                <c:pt idx="261">
                  <c:v>268.1852715</c:v>
                </c:pt>
                <c:pt idx="262">
                  <c:v>245.51199840000001</c:v>
                </c:pt>
                <c:pt idx="263">
                  <c:v>243.30317919999999</c:v>
                </c:pt>
                <c:pt idx="264">
                  <c:v>245.1980174</c:v>
                </c:pt>
                <c:pt idx="265">
                  <c:v>248.883118</c:v>
                </c:pt>
                <c:pt idx="266">
                  <c:v>249.8105631</c:v>
                </c:pt>
                <c:pt idx="267">
                  <c:v>261.58811930000002</c:v>
                </c:pt>
                <c:pt idx="268">
                  <c:v>265.64013119999998</c:v>
                </c:pt>
                <c:pt idx="269">
                  <c:v>247.18349330000001</c:v>
                </c:pt>
                <c:pt idx="270">
                  <c:v>248.99781089999999</c:v>
                </c:pt>
                <c:pt idx="271">
                  <c:v>264.98792329999998</c:v>
                </c:pt>
                <c:pt idx="272">
                  <c:v>252.84713679999999</c:v>
                </c:pt>
                <c:pt idx="273">
                  <c:v>256.70705670000001</c:v>
                </c:pt>
                <c:pt idx="274">
                  <c:v>271.1121033</c:v>
                </c:pt>
                <c:pt idx="275">
                  <c:v>271.34689639999999</c:v>
                </c:pt>
                <c:pt idx="276">
                  <c:v>252.8135011</c:v>
                </c:pt>
                <c:pt idx="277">
                  <c:v>256.6251575</c:v>
                </c:pt>
                <c:pt idx="278">
                  <c:v>265.02528080000002</c:v>
                </c:pt>
                <c:pt idx="279">
                  <c:v>255.65631339999999</c:v>
                </c:pt>
                <c:pt idx="280">
                  <c:v>256.54600579999999</c:v>
                </c:pt>
                <c:pt idx="281">
                  <c:v>268.8529446</c:v>
                </c:pt>
                <c:pt idx="282">
                  <c:v>275.1461425</c:v>
                </c:pt>
                <c:pt idx="283">
                  <c:v>252.4269309</c:v>
                </c:pt>
                <c:pt idx="284">
                  <c:v>254.10626819999999</c:v>
                </c:pt>
                <c:pt idx="285">
                  <c:v>277.70625030000002</c:v>
                </c:pt>
                <c:pt idx="286">
                  <c:v>254.59982149999999</c:v>
                </c:pt>
                <c:pt idx="287">
                  <c:v>269.3079644</c:v>
                </c:pt>
                <c:pt idx="288">
                  <c:v>266.70991459999999</c:v>
                </c:pt>
                <c:pt idx="289">
                  <c:v>274.90140300000002</c:v>
                </c:pt>
                <c:pt idx="290">
                  <c:v>251.42242590000001</c:v>
                </c:pt>
                <c:pt idx="291">
                  <c:v>251.44772510000001</c:v>
                </c:pt>
                <c:pt idx="292">
                  <c:v>258.8267128</c:v>
                </c:pt>
                <c:pt idx="293">
                  <c:v>251.31424820000001</c:v>
                </c:pt>
                <c:pt idx="294">
                  <c:v>252.41762729999999</c:v>
                </c:pt>
                <c:pt idx="295">
                  <c:v>256.44071179999997</c:v>
                </c:pt>
                <c:pt idx="296">
                  <c:v>251.33115760000001</c:v>
                </c:pt>
                <c:pt idx="297">
                  <c:v>252.75829279999999</c:v>
                </c:pt>
                <c:pt idx="298">
                  <c:v>256.07894549999997</c:v>
                </c:pt>
                <c:pt idx="299">
                  <c:v>245.01872879999999</c:v>
                </c:pt>
                <c:pt idx="300">
                  <c:v>249.208789</c:v>
                </c:pt>
                <c:pt idx="301">
                  <c:v>256.00577720000001</c:v>
                </c:pt>
                <c:pt idx="302">
                  <c:v>259.90006340000002</c:v>
                </c:pt>
                <c:pt idx="303">
                  <c:v>261.25698540000002</c:v>
                </c:pt>
                <c:pt idx="304">
                  <c:v>250.04497889999999</c:v>
                </c:pt>
                <c:pt idx="305">
                  <c:v>250.3867554</c:v>
                </c:pt>
                <c:pt idx="306">
                  <c:v>254.82555529999999</c:v>
                </c:pt>
                <c:pt idx="307">
                  <c:v>255.8609663</c:v>
                </c:pt>
                <c:pt idx="308">
                  <c:v>260.12833210000002</c:v>
                </c:pt>
                <c:pt idx="309">
                  <c:v>269.3096319</c:v>
                </c:pt>
                <c:pt idx="310">
                  <c:v>272.30802899999998</c:v>
                </c:pt>
                <c:pt idx="311">
                  <c:v>256.5377646</c:v>
                </c:pt>
                <c:pt idx="312">
                  <c:v>257.9078667</c:v>
                </c:pt>
                <c:pt idx="313">
                  <c:v>254.48623860000001</c:v>
                </c:pt>
                <c:pt idx="314">
                  <c:v>254.2348514</c:v>
                </c:pt>
                <c:pt idx="315">
                  <c:v>284.32806019999998</c:v>
                </c:pt>
                <c:pt idx="316">
                  <c:v>274.23772430000002</c:v>
                </c:pt>
                <c:pt idx="317">
                  <c:v>271.9420399</c:v>
                </c:pt>
                <c:pt idx="318">
                  <c:v>251.21298279999999</c:v>
                </c:pt>
                <c:pt idx="319">
                  <c:v>252.878995</c:v>
                </c:pt>
                <c:pt idx="320">
                  <c:v>249.69932399999999</c:v>
                </c:pt>
                <c:pt idx="321">
                  <c:v>252.7718926</c:v>
                </c:pt>
                <c:pt idx="322">
                  <c:v>255.18483620000001</c:v>
                </c:pt>
                <c:pt idx="323">
                  <c:v>268.28882270000003</c:v>
                </c:pt>
                <c:pt idx="324">
                  <c:v>278.61969720000002</c:v>
                </c:pt>
                <c:pt idx="325">
                  <c:v>257.23223109999998</c:v>
                </c:pt>
                <c:pt idx="326">
                  <c:v>256.9314273</c:v>
                </c:pt>
                <c:pt idx="327">
                  <c:v>274.13627159999999</c:v>
                </c:pt>
                <c:pt idx="328">
                  <c:v>258.41835759999998</c:v>
                </c:pt>
                <c:pt idx="329">
                  <c:v>265.76594130000001</c:v>
                </c:pt>
                <c:pt idx="330">
                  <c:v>277.39867720000001</c:v>
                </c:pt>
                <c:pt idx="331">
                  <c:v>279.48295050000002</c:v>
                </c:pt>
                <c:pt idx="332">
                  <c:v>257.63529740000001</c:v>
                </c:pt>
                <c:pt idx="333">
                  <c:v>257.3931364</c:v>
                </c:pt>
                <c:pt idx="334">
                  <c:v>257.54650609999999</c:v>
                </c:pt>
                <c:pt idx="335">
                  <c:v>254.920333</c:v>
                </c:pt>
                <c:pt idx="336">
                  <c:v>265.91888310000002</c:v>
                </c:pt>
                <c:pt idx="337">
                  <c:v>276.0573966</c:v>
                </c:pt>
                <c:pt idx="338">
                  <c:v>278.41558939999999</c:v>
                </c:pt>
                <c:pt idx="339">
                  <c:v>254.91939020000001</c:v>
                </c:pt>
                <c:pt idx="340">
                  <c:v>253.47628030000001</c:v>
                </c:pt>
                <c:pt idx="341">
                  <c:v>259.75501910000003</c:v>
                </c:pt>
                <c:pt idx="342">
                  <c:v>269.06791670000001</c:v>
                </c:pt>
                <c:pt idx="343">
                  <c:v>260.3070826</c:v>
                </c:pt>
                <c:pt idx="344">
                  <c:v>253.91576130000001</c:v>
                </c:pt>
                <c:pt idx="345">
                  <c:v>268.66704249999998</c:v>
                </c:pt>
                <c:pt idx="346">
                  <c:v>263.89599629999998</c:v>
                </c:pt>
                <c:pt idx="347">
                  <c:v>259.53820560000003</c:v>
                </c:pt>
                <c:pt idx="348">
                  <c:v>259.04210260000002</c:v>
                </c:pt>
                <c:pt idx="349">
                  <c:v>257.48916730000002</c:v>
                </c:pt>
                <c:pt idx="350">
                  <c:v>260.39574099999999</c:v>
                </c:pt>
                <c:pt idx="351">
                  <c:v>270.81363190000002</c:v>
                </c:pt>
                <c:pt idx="352">
                  <c:v>277.54595180000001</c:v>
                </c:pt>
                <c:pt idx="353">
                  <c:v>256.99408469999997</c:v>
                </c:pt>
                <c:pt idx="354">
                  <c:v>259.26719020000002</c:v>
                </c:pt>
                <c:pt idx="355">
                  <c:v>255.85499909999999</c:v>
                </c:pt>
                <c:pt idx="356">
                  <c:v>258.91611519999998</c:v>
                </c:pt>
                <c:pt idx="357">
                  <c:v>262.41586180000002</c:v>
                </c:pt>
                <c:pt idx="358">
                  <c:v>275.58468090000002</c:v>
                </c:pt>
                <c:pt idx="359">
                  <c:v>282.87245080000002</c:v>
                </c:pt>
                <c:pt idx="360">
                  <c:v>262.4800467</c:v>
                </c:pt>
                <c:pt idx="361">
                  <c:v>258.56789279999998</c:v>
                </c:pt>
                <c:pt idx="362">
                  <c:v>258.52496209999998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951-49D2-A817-4722DE2E54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38846319"/>
        <c:axId val="1038853039"/>
        <c:extLst>
          <c:ext xmlns:c15="http://schemas.microsoft.com/office/drawing/2012/chart" uri="{02D57815-91ED-43cb-92C2-25804820EDAC}">
            <c15:filteredLine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  <c:pt idx="0">
                        <c:v>KEG</c:v>
                      </c:pt>
                    </c:strCache>
                  </c:strRef>
                </c:tx>
                <c:spPr>
                  <a:ln w="28575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Sheet1!$A$2:$A$364</c15:sqref>
                        </c15:formulaRef>
                      </c:ext>
                    </c:extLst>
                    <c:numCache>
                      <c:formatCode>m/d/yyyy</c:formatCode>
                      <c:ptCount val="363"/>
                      <c:pt idx="0">
                        <c:v>45828</c:v>
                      </c:pt>
                      <c:pt idx="1">
                        <c:v>45829</c:v>
                      </c:pt>
                      <c:pt idx="2">
                        <c:v>45830</c:v>
                      </c:pt>
                      <c:pt idx="3">
                        <c:v>45831</c:v>
                      </c:pt>
                      <c:pt idx="4">
                        <c:v>45832</c:v>
                      </c:pt>
                      <c:pt idx="5">
                        <c:v>45833</c:v>
                      </c:pt>
                      <c:pt idx="6">
                        <c:v>45834</c:v>
                      </c:pt>
                      <c:pt idx="7">
                        <c:v>45835</c:v>
                      </c:pt>
                      <c:pt idx="8">
                        <c:v>45836</c:v>
                      </c:pt>
                      <c:pt idx="9">
                        <c:v>45837</c:v>
                      </c:pt>
                      <c:pt idx="10">
                        <c:v>45838</c:v>
                      </c:pt>
                      <c:pt idx="11">
                        <c:v>45839</c:v>
                      </c:pt>
                      <c:pt idx="12">
                        <c:v>45840</c:v>
                      </c:pt>
                      <c:pt idx="13">
                        <c:v>45841</c:v>
                      </c:pt>
                      <c:pt idx="14">
                        <c:v>45842</c:v>
                      </c:pt>
                      <c:pt idx="15">
                        <c:v>45843</c:v>
                      </c:pt>
                      <c:pt idx="16">
                        <c:v>45844</c:v>
                      </c:pt>
                      <c:pt idx="17">
                        <c:v>45845</c:v>
                      </c:pt>
                      <c:pt idx="18">
                        <c:v>45846</c:v>
                      </c:pt>
                      <c:pt idx="19">
                        <c:v>45847</c:v>
                      </c:pt>
                      <c:pt idx="20">
                        <c:v>45848</c:v>
                      </c:pt>
                      <c:pt idx="21">
                        <c:v>45849</c:v>
                      </c:pt>
                      <c:pt idx="22">
                        <c:v>45850</c:v>
                      </c:pt>
                      <c:pt idx="23">
                        <c:v>45851</c:v>
                      </c:pt>
                      <c:pt idx="24">
                        <c:v>45852</c:v>
                      </c:pt>
                      <c:pt idx="25">
                        <c:v>45853</c:v>
                      </c:pt>
                      <c:pt idx="26">
                        <c:v>45854</c:v>
                      </c:pt>
                      <c:pt idx="27">
                        <c:v>45855</c:v>
                      </c:pt>
                      <c:pt idx="28">
                        <c:v>45856</c:v>
                      </c:pt>
                      <c:pt idx="29">
                        <c:v>45857</c:v>
                      </c:pt>
                      <c:pt idx="30">
                        <c:v>45858</c:v>
                      </c:pt>
                      <c:pt idx="31">
                        <c:v>45859</c:v>
                      </c:pt>
                      <c:pt idx="32">
                        <c:v>45860</c:v>
                      </c:pt>
                      <c:pt idx="33">
                        <c:v>45861</c:v>
                      </c:pt>
                      <c:pt idx="34">
                        <c:v>45862</c:v>
                      </c:pt>
                      <c:pt idx="35">
                        <c:v>45863</c:v>
                      </c:pt>
                      <c:pt idx="36">
                        <c:v>45864</c:v>
                      </c:pt>
                      <c:pt idx="37">
                        <c:v>45865</c:v>
                      </c:pt>
                      <c:pt idx="38">
                        <c:v>45866</c:v>
                      </c:pt>
                      <c:pt idx="39">
                        <c:v>45867</c:v>
                      </c:pt>
                      <c:pt idx="40">
                        <c:v>45868</c:v>
                      </c:pt>
                      <c:pt idx="41">
                        <c:v>45869</c:v>
                      </c:pt>
                      <c:pt idx="42">
                        <c:v>45870</c:v>
                      </c:pt>
                      <c:pt idx="43">
                        <c:v>45871</c:v>
                      </c:pt>
                      <c:pt idx="44">
                        <c:v>45872</c:v>
                      </c:pt>
                      <c:pt idx="45">
                        <c:v>45873</c:v>
                      </c:pt>
                      <c:pt idx="46">
                        <c:v>45874</c:v>
                      </c:pt>
                      <c:pt idx="47">
                        <c:v>45875</c:v>
                      </c:pt>
                      <c:pt idx="48">
                        <c:v>45876</c:v>
                      </c:pt>
                      <c:pt idx="49">
                        <c:v>45877</c:v>
                      </c:pt>
                      <c:pt idx="50">
                        <c:v>45878</c:v>
                      </c:pt>
                      <c:pt idx="51">
                        <c:v>45879</c:v>
                      </c:pt>
                      <c:pt idx="52">
                        <c:v>45880</c:v>
                      </c:pt>
                      <c:pt idx="53">
                        <c:v>45881</c:v>
                      </c:pt>
                      <c:pt idx="54">
                        <c:v>45882</c:v>
                      </c:pt>
                      <c:pt idx="55">
                        <c:v>45883</c:v>
                      </c:pt>
                      <c:pt idx="56">
                        <c:v>45884</c:v>
                      </c:pt>
                      <c:pt idx="57">
                        <c:v>45885</c:v>
                      </c:pt>
                      <c:pt idx="58">
                        <c:v>45886</c:v>
                      </c:pt>
                      <c:pt idx="59">
                        <c:v>45887</c:v>
                      </c:pt>
                      <c:pt idx="60">
                        <c:v>45888</c:v>
                      </c:pt>
                      <c:pt idx="61">
                        <c:v>45889</c:v>
                      </c:pt>
                      <c:pt idx="62">
                        <c:v>45890</c:v>
                      </c:pt>
                      <c:pt idx="63">
                        <c:v>45891</c:v>
                      </c:pt>
                      <c:pt idx="64">
                        <c:v>45892</c:v>
                      </c:pt>
                      <c:pt idx="65">
                        <c:v>45893</c:v>
                      </c:pt>
                      <c:pt idx="66">
                        <c:v>45894</c:v>
                      </c:pt>
                      <c:pt idx="67">
                        <c:v>45895</c:v>
                      </c:pt>
                      <c:pt idx="68">
                        <c:v>45896</c:v>
                      </c:pt>
                      <c:pt idx="69">
                        <c:v>45897</c:v>
                      </c:pt>
                      <c:pt idx="70">
                        <c:v>45898</c:v>
                      </c:pt>
                      <c:pt idx="71">
                        <c:v>45899</c:v>
                      </c:pt>
                      <c:pt idx="72">
                        <c:v>45900</c:v>
                      </c:pt>
                      <c:pt idx="73">
                        <c:v>45901</c:v>
                      </c:pt>
                      <c:pt idx="74">
                        <c:v>45902</c:v>
                      </c:pt>
                      <c:pt idx="75">
                        <c:v>45903</c:v>
                      </c:pt>
                      <c:pt idx="76">
                        <c:v>45904</c:v>
                      </c:pt>
                      <c:pt idx="77">
                        <c:v>45905</c:v>
                      </c:pt>
                      <c:pt idx="78">
                        <c:v>45906</c:v>
                      </c:pt>
                      <c:pt idx="79">
                        <c:v>45907</c:v>
                      </c:pt>
                      <c:pt idx="80">
                        <c:v>45908</c:v>
                      </c:pt>
                      <c:pt idx="81">
                        <c:v>45909</c:v>
                      </c:pt>
                      <c:pt idx="82">
                        <c:v>45910</c:v>
                      </c:pt>
                      <c:pt idx="83">
                        <c:v>45911</c:v>
                      </c:pt>
                      <c:pt idx="84">
                        <c:v>45912</c:v>
                      </c:pt>
                      <c:pt idx="85">
                        <c:v>45913</c:v>
                      </c:pt>
                      <c:pt idx="86">
                        <c:v>45914</c:v>
                      </c:pt>
                      <c:pt idx="87">
                        <c:v>45915</c:v>
                      </c:pt>
                      <c:pt idx="88">
                        <c:v>45916</c:v>
                      </c:pt>
                      <c:pt idx="89">
                        <c:v>45917</c:v>
                      </c:pt>
                      <c:pt idx="90">
                        <c:v>45918</c:v>
                      </c:pt>
                      <c:pt idx="91">
                        <c:v>45919</c:v>
                      </c:pt>
                      <c:pt idx="92">
                        <c:v>45920</c:v>
                      </c:pt>
                      <c:pt idx="93">
                        <c:v>45921</c:v>
                      </c:pt>
                      <c:pt idx="94">
                        <c:v>45922</c:v>
                      </c:pt>
                      <c:pt idx="95">
                        <c:v>45923</c:v>
                      </c:pt>
                      <c:pt idx="96">
                        <c:v>45924</c:v>
                      </c:pt>
                      <c:pt idx="97">
                        <c:v>45925</c:v>
                      </c:pt>
                      <c:pt idx="98">
                        <c:v>45926</c:v>
                      </c:pt>
                      <c:pt idx="99">
                        <c:v>45927</c:v>
                      </c:pt>
                      <c:pt idx="100">
                        <c:v>45928</c:v>
                      </c:pt>
                      <c:pt idx="101">
                        <c:v>45929</c:v>
                      </c:pt>
                      <c:pt idx="102">
                        <c:v>45930</c:v>
                      </c:pt>
                      <c:pt idx="103">
                        <c:v>45931</c:v>
                      </c:pt>
                      <c:pt idx="104">
                        <c:v>45932</c:v>
                      </c:pt>
                      <c:pt idx="105">
                        <c:v>45933</c:v>
                      </c:pt>
                      <c:pt idx="106">
                        <c:v>45934</c:v>
                      </c:pt>
                      <c:pt idx="107">
                        <c:v>45935</c:v>
                      </c:pt>
                      <c:pt idx="108">
                        <c:v>45936</c:v>
                      </c:pt>
                      <c:pt idx="109">
                        <c:v>45937</c:v>
                      </c:pt>
                      <c:pt idx="110">
                        <c:v>45938</c:v>
                      </c:pt>
                      <c:pt idx="111">
                        <c:v>45939</c:v>
                      </c:pt>
                      <c:pt idx="112">
                        <c:v>45940</c:v>
                      </c:pt>
                      <c:pt idx="113">
                        <c:v>45941</c:v>
                      </c:pt>
                      <c:pt idx="114">
                        <c:v>45942</c:v>
                      </c:pt>
                      <c:pt idx="115">
                        <c:v>45943</c:v>
                      </c:pt>
                      <c:pt idx="116">
                        <c:v>45944</c:v>
                      </c:pt>
                      <c:pt idx="117">
                        <c:v>45945</c:v>
                      </c:pt>
                      <c:pt idx="118">
                        <c:v>45946</c:v>
                      </c:pt>
                      <c:pt idx="119">
                        <c:v>45947</c:v>
                      </c:pt>
                      <c:pt idx="120">
                        <c:v>45948</c:v>
                      </c:pt>
                      <c:pt idx="121">
                        <c:v>45949</c:v>
                      </c:pt>
                      <c:pt idx="122">
                        <c:v>45950</c:v>
                      </c:pt>
                      <c:pt idx="123">
                        <c:v>45951</c:v>
                      </c:pt>
                      <c:pt idx="124">
                        <c:v>45952</c:v>
                      </c:pt>
                      <c:pt idx="125">
                        <c:v>45953</c:v>
                      </c:pt>
                      <c:pt idx="126">
                        <c:v>45954</c:v>
                      </c:pt>
                      <c:pt idx="127">
                        <c:v>45955</c:v>
                      </c:pt>
                      <c:pt idx="128">
                        <c:v>45956</c:v>
                      </c:pt>
                      <c:pt idx="129">
                        <c:v>45957</c:v>
                      </c:pt>
                      <c:pt idx="130">
                        <c:v>45958</c:v>
                      </c:pt>
                      <c:pt idx="131">
                        <c:v>45959</c:v>
                      </c:pt>
                      <c:pt idx="132">
                        <c:v>45960</c:v>
                      </c:pt>
                      <c:pt idx="133">
                        <c:v>45961</c:v>
                      </c:pt>
                      <c:pt idx="134">
                        <c:v>45962</c:v>
                      </c:pt>
                      <c:pt idx="135">
                        <c:v>45963</c:v>
                      </c:pt>
                      <c:pt idx="136">
                        <c:v>45964</c:v>
                      </c:pt>
                      <c:pt idx="137">
                        <c:v>45965</c:v>
                      </c:pt>
                      <c:pt idx="138">
                        <c:v>45966</c:v>
                      </c:pt>
                      <c:pt idx="139">
                        <c:v>45967</c:v>
                      </c:pt>
                      <c:pt idx="140">
                        <c:v>45968</c:v>
                      </c:pt>
                      <c:pt idx="141">
                        <c:v>45969</c:v>
                      </c:pt>
                      <c:pt idx="142">
                        <c:v>45970</c:v>
                      </c:pt>
                      <c:pt idx="143">
                        <c:v>45971</c:v>
                      </c:pt>
                      <c:pt idx="144">
                        <c:v>45972</c:v>
                      </c:pt>
                      <c:pt idx="145">
                        <c:v>45973</c:v>
                      </c:pt>
                      <c:pt idx="146">
                        <c:v>45974</c:v>
                      </c:pt>
                      <c:pt idx="147">
                        <c:v>45975</c:v>
                      </c:pt>
                      <c:pt idx="148">
                        <c:v>45976</c:v>
                      </c:pt>
                      <c:pt idx="149">
                        <c:v>45977</c:v>
                      </c:pt>
                      <c:pt idx="150">
                        <c:v>45978</c:v>
                      </c:pt>
                      <c:pt idx="151">
                        <c:v>45979</c:v>
                      </c:pt>
                      <c:pt idx="152">
                        <c:v>45980</c:v>
                      </c:pt>
                      <c:pt idx="153">
                        <c:v>45981</c:v>
                      </c:pt>
                      <c:pt idx="154">
                        <c:v>45982</c:v>
                      </c:pt>
                      <c:pt idx="155">
                        <c:v>45983</c:v>
                      </c:pt>
                      <c:pt idx="156">
                        <c:v>45984</c:v>
                      </c:pt>
                      <c:pt idx="157">
                        <c:v>45985</c:v>
                      </c:pt>
                      <c:pt idx="158">
                        <c:v>45986</c:v>
                      </c:pt>
                      <c:pt idx="159">
                        <c:v>45987</c:v>
                      </c:pt>
                      <c:pt idx="160">
                        <c:v>45988</c:v>
                      </c:pt>
                      <c:pt idx="161">
                        <c:v>45989</c:v>
                      </c:pt>
                      <c:pt idx="162">
                        <c:v>45990</c:v>
                      </c:pt>
                      <c:pt idx="163">
                        <c:v>45991</c:v>
                      </c:pt>
                      <c:pt idx="164">
                        <c:v>45992</c:v>
                      </c:pt>
                      <c:pt idx="165">
                        <c:v>45993</c:v>
                      </c:pt>
                      <c:pt idx="166">
                        <c:v>45994</c:v>
                      </c:pt>
                      <c:pt idx="167">
                        <c:v>45995</c:v>
                      </c:pt>
                      <c:pt idx="168">
                        <c:v>45996</c:v>
                      </c:pt>
                      <c:pt idx="169">
                        <c:v>45997</c:v>
                      </c:pt>
                      <c:pt idx="170">
                        <c:v>45998</c:v>
                      </c:pt>
                      <c:pt idx="171">
                        <c:v>45999</c:v>
                      </c:pt>
                      <c:pt idx="172">
                        <c:v>46000</c:v>
                      </c:pt>
                      <c:pt idx="173">
                        <c:v>46001</c:v>
                      </c:pt>
                      <c:pt idx="174">
                        <c:v>46002</c:v>
                      </c:pt>
                      <c:pt idx="175">
                        <c:v>46003</c:v>
                      </c:pt>
                      <c:pt idx="176">
                        <c:v>46004</c:v>
                      </c:pt>
                      <c:pt idx="177">
                        <c:v>46005</c:v>
                      </c:pt>
                      <c:pt idx="178">
                        <c:v>46006</c:v>
                      </c:pt>
                      <c:pt idx="179">
                        <c:v>46007</c:v>
                      </c:pt>
                      <c:pt idx="180">
                        <c:v>46008</c:v>
                      </c:pt>
                      <c:pt idx="181">
                        <c:v>46009</c:v>
                      </c:pt>
                      <c:pt idx="182">
                        <c:v>46010</c:v>
                      </c:pt>
                      <c:pt idx="183">
                        <c:v>46011</c:v>
                      </c:pt>
                      <c:pt idx="184">
                        <c:v>46012</c:v>
                      </c:pt>
                      <c:pt idx="185">
                        <c:v>46013</c:v>
                      </c:pt>
                      <c:pt idx="186">
                        <c:v>46014</c:v>
                      </c:pt>
                      <c:pt idx="187">
                        <c:v>46015</c:v>
                      </c:pt>
                      <c:pt idx="188">
                        <c:v>46016</c:v>
                      </c:pt>
                      <c:pt idx="189">
                        <c:v>46017</c:v>
                      </c:pt>
                      <c:pt idx="190">
                        <c:v>46018</c:v>
                      </c:pt>
                      <c:pt idx="191">
                        <c:v>46019</c:v>
                      </c:pt>
                      <c:pt idx="192">
                        <c:v>46020</c:v>
                      </c:pt>
                      <c:pt idx="193">
                        <c:v>46021</c:v>
                      </c:pt>
                      <c:pt idx="194">
                        <c:v>46022</c:v>
                      </c:pt>
                      <c:pt idx="195">
                        <c:v>46023</c:v>
                      </c:pt>
                      <c:pt idx="196">
                        <c:v>46024</c:v>
                      </c:pt>
                      <c:pt idx="197">
                        <c:v>46025</c:v>
                      </c:pt>
                      <c:pt idx="198">
                        <c:v>46026</c:v>
                      </c:pt>
                      <c:pt idx="199">
                        <c:v>46027</c:v>
                      </c:pt>
                      <c:pt idx="200">
                        <c:v>46028</c:v>
                      </c:pt>
                      <c:pt idx="201">
                        <c:v>46029</c:v>
                      </c:pt>
                      <c:pt idx="202">
                        <c:v>46030</c:v>
                      </c:pt>
                      <c:pt idx="203">
                        <c:v>46031</c:v>
                      </c:pt>
                      <c:pt idx="204">
                        <c:v>46032</c:v>
                      </c:pt>
                      <c:pt idx="205">
                        <c:v>46033</c:v>
                      </c:pt>
                      <c:pt idx="206">
                        <c:v>46034</c:v>
                      </c:pt>
                      <c:pt idx="207">
                        <c:v>46035</c:v>
                      </c:pt>
                      <c:pt idx="208">
                        <c:v>46036</c:v>
                      </c:pt>
                      <c:pt idx="209">
                        <c:v>46037</c:v>
                      </c:pt>
                      <c:pt idx="210">
                        <c:v>46038</c:v>
                      </c:pt>
                      <c:pt idx="211">
                        <c:v>46039</c:v>
                      </c:pt>
                      <c:pt idx="212">
                        <c:v>46040</c:v>
                      </c:pt>
                      <c:pt idx="213">
                        <c:v>46041</c:v>
                      </c:pt>
                      <c:pt idx="214">
                        <c:v>46042</c:v>
                      </c:pt>
                      <c:pt idx="215">
                        <c:v>46043</c:v>
                      </c:pt>
                      <c:pt idx="216">
                        <c:v>46044</c:v>
                      </c:pt>
                      <c:pt idx="217">
                        <c:v>46045</c:v>
                      </c:pt>
                      <c:pt idx="218">
                        <c:v>46046</c:v>
                      </c:pt>
                      <c:pt idx="219">
                        <c:v>46047</c:v>
                      </c:pt>
                      <c:pt idx="220">
                        <c:v>46048</c:v>
                      </c:pt>
                      <c:pt idx="221">
                        <c:v>46049</c:v>
                      </c:pt>
                      <c:pt idx="222">
                        <c:v>46050</c:v>
                      </c:pt>
                      <c:pt idx="223">
                        <c:v>46051</c:v>
                      </c:pt>
                      <c:pt idx="224">
                        <c:v>46052</c:v>
                      </c:pt>
                      <c:pt idx="225">
                        <c:v>46053</c:v>
                      </c:pt>
                      <c:pt idx="226">
                        <c:v>46054</c:v>
                      </c:pt>
                      <c:pt idx="227">
                        <c:v>46055</c:v>
                      </c:pt>
                      <c:pt idx="228">
                        <c:v>46056</c:v>
                      </c:pt>
                      <c:pt idx="229">
                        <c:v>46057</c:v>
                      </c:pt>
                      <c:pt idx="230">
                        <c:v>46058</c:v>
                      </c:pt>
                      <c:pt idx="231">
                        <c:v>46059</c:v>
                      </c:pt>
                      <c:pt idx="232">
                        <c:v>46060</c:v>
                      </c:pt>
                      <c:pt idx="233">
                        <c:v>46061</c:v>
                      </c:pt>
                      <c:pt idx="234">
                        <c:v>46062</c:v>
                      </c:pt>
                      <c:pt idx="235">
                        <c:v>46063</c:v>
                      </c:pt>
                      <c:pt idx="236">
                        <c:v>46064</c:v>
                      </c:pt>
                      <c:pt idx="237">
                        <c:v>46065</c:v>
                      </c:pt>
                      <c:pt idx="238">
                        <c:v>46066</c:v>
                      </c:pt>
                      <c:pt idx="239">
                        <c:v>46067</c:v>
                      </c:pt>
                      <c:pt idx="240">
                        <c:v>46068</c:v>
                      </c:pt>
                      <c:pt idx="241">
                        <c:v>46069</c:v>
                      </c:pt>
                      <c:pt idx="242">
                        <c:v>46070</c:v>
                      </c:pt>
                      <c:pt idx="243">
                        <c:v>46071</c:v>
                      </c:pt>
                      <c:pt idx="244">
                        <c:v>46072</c:v>
                      </c:pt>
                      <c:pt idx="245">
                        <c:v>46073</c:v>
                      </c:pt>
                      <c:pt idx="246">
                        <c:v>46074</c:v>
                      </c:pt>
                      <c:pt idx="247">
                        <c:v>46075</c:v>
                      </c:pt>
                      <c:pt idx="248">
                        <c:v>46076</c:v>
                      </c:pt>
                      <c:pt idx="249">
                        <c:v>46077</c:v>
                      </c:pt>
                      <c:pt idx="250">
                        <c:v>46078</c:v>
                      </c:pt>
                      <c:pt idx="251">
                        <c:v>46079</c:v>
                      </c:pt>
                      <c:pt idx="252">
                        <c:v>46080</c:v>
                      </c:pt>
                      <c:pt idx="253">
                        <c:v>46081</c:v>
                      </c:pt>
                      <c:pt idx="254">
                        <c:v>46082</c:v>
                      </c:pt>
                      <c:pt idx="255">
                        <c:v>46083</c:v>
                      </c:pt>
                      <c:pt idx="256">
                        <c:v>46084</c:v>
                      </c:pt>
                      <c:pt idx="257">
                        <c:v>46085</c:v>
                      </c:pt>
                      <c:pt idx="258">
                        <c:v>46086</c:v>
                      </c:pt>
                      <c:pt idx="259">
                        <c:v>46087</c:v>
                      </c:pt>
                      <c:pt idx="260">
                        <c:v>46088</c:v>
                      </c:pt>
                      <c:pt idx="261">
                        <c:v>46089</c:v>
                      </c:pt>
                      <c:pt idx="262">
                        <c:v>46090</c:v>
                      </c:pt>
                      <c:pt idx="263">
                        <c:v>46091</c:v>
                      </c:pt>
                      <c:pt idx="264">
                        <c:v>46092</c:v>
                      </c:pt>
                      <c:pt idx="265">
                        <c:v>46093</c:v>
                      </c:pt>
                      <c:pt idx="266">
                        <c:v>46094</c:v>
                      </c:pt>
                      <c:pt idx="267">
                        <c:v>46095</c:v>
                      </c:pt>
                      <c:pt idx="268">
                        <c:v>46096</c:v>
                      </c:pt>
                      <c:pt idx="269">
                        <c:v>46097</c:v>
                      </c:pt>
                      <c:pt idx="270">
                        <c:v>46098</c:v>
                      </c:pt>
                      <c:pt idx="271">
                        <c:v>46099</c:v>
                      </c:pt>
                      <c:pt idx="272">
                        <c:v>46100</c:v>
                      </c:pt>
                      <c:pt idx="273">
                        <c:v>46101</c:v>
                      </c:pt>
                      <c:pt idx="274">
                        <c:v>46102</c:v>
                      </c:pt>
                      <c:pt idx="275">
                        <c:v>46103</c:v>
                      </c:pt>
                      <c:pt idx="276">
                        <c:v>46104</c:v>
                      </c:pt>
                      <c:pt idx="277">
                        <c:v>46105</c:v>
                      </c:pt>
                      <c:pt idx="278">
                        <c:v>46106</c:v>
                      </c:pt>
                      <c:pt idx="279">
                        <c:v>46107</c:v>
                      </c:pt>
                      <c:pt idx="280">
                        <c:v>46108</c:v>
                      </c:pt>
                      <c:pt idx="281">
                        <c:v>46109</c:v>
                      </c:pt>
                      <c:pt idx="282">
                        <c:v>46110</c:v>
                      </c:pt>
                      <c:pt idx="283">
                        <c:v>46111</c:v>
                      </c:pt>
                      <c:pt idx="284">
                        <c:v>46112</c:v>
                      </c:pt>
                      <c:pt idx="285">
                        <c:v>46113</c:v>
                      </c:pt>
                      <c:pt idx="286">
                        <c:v>46114</c:v>
                      </c:pt>
                      <c:pt idx="287">
                        <c:v>46115</c:v>
                      </c:pt>
                      <c:pt idx="288">
                        <c:v>46116</c:v>
                      </c:pt>
                      <c:pt idx="289">
                        <c:v>46117</c:v>
                      </c:pt>
                      <c:pt idx="290">
                        <c:v>46118</c:v>
                      </c:pt>
                      <c:pt idx="291">
                        <c:v>46119</c:v>
                      </c:pt>
                      <c:pt idx="292">
                        <c:v>46120</c:v>
                      </c:pt>
                      <c:pt idx="293">
                        <c:v>46121</c:v>
                      </c:pt>
                      <c:pt idx="294">
                        <c:v>46122</c:v>
                      </c:pt>
                      <c:pt idx="295">
                        <c:v>46123</c:v>
                      </c:pt>
                      <c:pt idx="296">
                        <c:v>46124</c:v>
                      </c:pt>
                      <c:pt idx="297">
                        <c:v>46125</c:v>
                      </c:pt>
                      <c:pt idx="298">
                        <c:v>46126</c:v>
                      </c:pt>
                      <c:pt idx="299">
                        <c:v>46127</c:v>
                      </c:pt>
                      <c:pt idx="300">
                        <c:v>46128</c:v>
                      </c:pt>
                      <c:pt idx="301">
                        <c:v>46129</c:v>
                      </c:pt>
                      <c:pt idx="302">
                        <c:v>46130</c:v>
                      </c:pt>
                      <c:pt idx="303">
                        <c:v>46131</c:v>
                      </c:pt>
                      <c:pt idx="304">
                        <c:v>46132</c:v>
                      </c:pt>
                      <c:pt idx="305">
                        <c:v>46133</c:v>
                      </c:pt>
                      <c:pt idx="306">
                        <c:v>46134</c:v>
                      </c:pt>
                      <c:pt idx="307">
                        <c:v>46135</c:v>
                      </c:pt>
                      <c:pt idx="308">
                        <c:v>46136</c:v>
                      </c:pt>
                      <c:pt idx="309">
                        <c:v>46137</c:v>
                      </c:pt>
                      <c:pt idx="310">
                        <c:v>46138</c:v>
                      </c:pt>
                      <c:pt idx="311">
                        <c:v>46139</c:v>
                      </c:pt>
                      <c:pt idx="312">
                        <c:v>46140</c:v>
                      </c:pt>
                      <c:pt idx="313">
                        <c:v>46141</c:v>
                      </c:pt>
                      <c:pt idx="314">
                        <c:v>46142</c:v>
                      </c:pt>
                      <c:pt idx="315">
                        <c:v>46143</c:v>
                      </c:pt>
                      <c:pt idx="316">
                        <c:v>46144</c:v>
                      </c:pt>
                      <c:pt idx="317">
                        <c:v>46145</c:v>
                      </c:pt>
                      <c:pt idx="318">
                        <c:v>46146</c:v>
                      </c:pt>
                      <c:pt idx="319">
                        <c:v>46147</c:v>
                      </c:pt>
                      <c:pt idx="320">
                        <c:v>46148</c:v>
                      </c:pt>
                      <c:pt idx="321">
                        <c:v>46149</c:v>
                      </c:pt>
                      <c:pt idx="322">
                        <c:v>46150</c:v>
                      </c:pt>
                      <c:pt idx="323">
                        <c:v>46151</c:v>
                      </c:pt>
                      <c:pt idx="324">
                        <c:v>46152</c:v>
                      </c:pt>
                      <c:pt idx="325">
                        <c:v>46153</c:v>
                      </c:pt>
                      <c:pt idx="326">
                        <c:v>46154</c:v>
                      </c:pt>
                      <c:pt idx="327">
                        <c:v>46155</c:v>
                      </c:pt>
                      <c:pt idx="328">
                        <c:v>46156</c:v>
                      </c:pt>
                      <c:pt idx="329">
                        <c:v>46157</c:v>
                      </c:pt>
                      <c:pt idx="330">
                        <c:v>46158</c:v>
                      </c:pt>
                      <c:pt idx="331">
                        <c:v>46159</c:v>
                      </c:pt>
                      <c:pt idx="332">
                        <c:v>46160</c:v>
                      </c:pt>
                      <c:pt idx="333">
                        <c:v>46161</c:v>
                      </c:pt>
                      <c:pt idx="334">
                        <c:v>46162</c:v>
                      </c:pt>
                      <c:pt idx="335">
                        <c:v>46163</c:v>
                      </c:pt>
                      <c:pt idx="336">
                        <c:v>46164</c:v>
                      </c:pt>
                      <c:pt idx="337">
                        <c:v>46165</c:v>
                      </c:pt>
                      <c:pt idx="338">
                        <c:v>46166</c:v>
                      </c:pt>
                      <c:pt idx="339">
                        <c:v>46167</c:v>
                      </c:pt>
                      <c:pt idx="340">
                        <c:v>46168</c:v>
                      </c:pt>
                      <c:pt idx="341">
                        <c:v>46169</c:v>
                      </c:pt>
                      <c:pt idx="342">
                        <c:v>46170</c:v>
                      </c:pt>
                      <c:pt idx="343">
                        <c:v>46171</c:v>
                      </c:pt>
                      <c:pt idx="344">
                        <c:v>46172</c:v>
                      </c:pt>
                      <c:pt idx="345">
                        <c:v>46173</c:v>
                      </c:pt>
                      <c:pt idx="346">
                        <c:v>46174</c:v>
                      </c:pt>
                      <c:pt idx="347">
                        <c:v>46175</c:v>
                      </c:pt>
                      <c:pt idx="348">
                        <c:v>46176</c:v>
                      </c:pt>
                      <c:pt idx="349">
                        <c:v>46177</c:v>
                      </c:pt>
                      <c:pt idx="350">
                        <c:v>46178</c:v>
                      </c:pt>
                      <c:pt idx="351">
                        <c:v>46179</c:v>
                      </c:pt>
                      <c:pt idx="352">
                        <c:v>46180</c:v>
                      </c:pt>
                      <c:pt idx="353">
                        <c:v>46181</c:v>
                      </c:pt>
                      <c:pt idx="354">
                        <c:v>46182</c:v>
                      </c:pt>
                      <c:pt idx="355">
                        <c:v>46183</c:v>
                      </c:pt>
                      <c:pt idx="356">
                        <c:v>46184</c:v>
                      </c:pt>
                      <c:pt idx="357">
                        <c:v>46185</c:v>
                      </c:pt>
                      <c:pt idx="358">
                        <c:v>46186</c:v>
                      </c:pt>
                      <c:pt idx="359">
                        <c:v>46187</c:v>
                      </c:pt>
                      <c:pt idx="360">
                        <c:v>46188</c:v>
                      </c:pt>
                      <c:pt idx="361">
                        <c:v>46189</c:v>
                      </c:pt>
                      <c:pt idx="362">
                        <c:v>46190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Sheet1!$D$2:$D$364</c15:sqref>
                        </c15:formulaRef>
                      </c:ext>
                    </c:extLst>
                    <c:numCache>
                      <c:formatCode>General</c:formatCode>
                      <c:ptCount val="363"/>
                      <c:pt idx="0">
                        <c:v>36.469214950000001</c:v>
                      </c:pt>
                      <c:pt idx="1">
                        <c:v>38.80211602</c:v>
                      </c:pt>
                      <c:pt idx="2">
                        <c:v>39.121529619999997</c:v>
                      </c:pt>
                      <c:pt idx="3">
                        <c:v>36.144906310000003</c:v>
                      </c:pt>
                      <c:pt idx="4">
                        <c:v>36.598624350000001</c:v>
                      </c:pt>
                      <c:pt idx="5">
                        <c:v>36.408816479999999</c:v>
                      </c:pt>
                      <c:pt idx="6">
                        <c:v>36.406052979999998</c:v>
                      </c:pt>
                      <c:pt idx="7">
                        <c:v>37.421715349999999</c:v>
                      </c:pt>
                      <c:pt idx="8">
                        <c:v>39.733758000000002</c:v>
                      </c:pt>
                      <c:pt idx="9">
                        <c:v>40.205037679999997</c:v>
                      </c:pt>
                      <c:pt idx="10">
                        <c:v>36.13351428</c:v>
                      </c:pt>
                      <c:pt idx="11">
                        <c:v>36.719624660000001</c:v>
                      </c:pt>
                      <c:pt idx="12">
                        <c:v>36.342232799999998</c:v>
                      </c:pt>
                      <c:pt idx="13">
                        <c:v>36.152098930000001</c:v>
                      </c:pt>
                      <c:pt idx="14">
                        <c:v>36.531322699999997</c:v>
                      </c:pt>
                      <c:pt idx="15">
                        <c:v>39.736317419999999</c:v>
                      </c:pt>
                      <c:pt idx="16">
                        <c:v>38.981982879999997</c:v>
                      </c:pt>
                      <c:pt idx="17">
                        <c:v>35.952530750000001</c:v>
                      </c:pt>
                      <c:pt idx="18">
                        <c:v>36.837946150000001</c:v>
                      </c:pt>
                      <c:pt idx="19">
                        <c:v>36.064169669999998</c:v>
                      </c:pt>
                      <c:pt idx="20">
                        <c:v>40.621542599999998</c:v>
                      </c:pt>
                      <c:pt idx="21">
                        <c:v>37.177316619999999</c:v>
                      </c:pt>
                      <c:pt idx="22">
                        <c:v>39.297988189999998</c:v>
                      </c:pt>
                      <c:pt idx="23">
                        <c:v>39.561665759999997</c:v>
                      </c:pt>
                      <c:pt idx="24">
                        <c:v>35.664839350000001</c:v>
                      </c:pt>
                      <c:pt idx="25">
                        <c:v>35.897038019999997</c:v>
                      </c:pt>
                      <c:pt idx="26">
                        <c:v>36.767070089999997</c:v>
                      </c:pt>
                      <c:pt idx="27">
                        <c:v>36.255273119999998</c:v>
                      </c:pt>
                      <c:pt idx="28">
                        <c:v>37.045721499999999</c:v>
                      </c:pt>
                      <c:pt idx="29">
                        <c:v>38.460019000000003</c:v>
                      </c:pt>
                      <c:pt idx="30">
                        <c:v>39.251484429999998</c:v>
                      </c:pt>
                      <c:pt idx="31">
                        <c:v>36.791510670000001</c:v>
                      </c:pt>
                      <c:pt idx="32">
                        <c:v>36.516606889999998</c:v>
                      </c:pt>
                      <c:pt idx="33">
                        <c:v>36.443071770000003</c:v>
                      </c:pt>
                      <c:pt idx="34">
                        <c:v>36.16235227</c:v>
                      </c:pt>
                      <c:pt idx="35">
                        <c:v>37.168541040000001</c:v>
                      </c:pt>
                      <c:pt idx="36">
                        <c:v>39.333805310000002</c:v>
                      </c:pt>
                      <c:pt idx="37">
                        <c:v>39.592583699999999</c:v>
                      </c:pt>
                      <c:pt idx="38">
                        <c:v>36.887657089999998</c:v>
                      </c:pt>
                      <c:pt idx="39">
                        <c:v>36.881658889999997</c:v>
                      </c:pt>
                      <c:pt idx="40">
                        <c:v>37.781435899999998</c:v>
                      </c:pt>
                      <c:pt idx="41">
                        <c:v>37.892564030000003</c:v>
                      </c:pt>
                      <c:pt idx="42">
                        <c:v>37.12571732</c:v>
                      </c:pt>
                      <c:pt idx="43">
                        <c:v>40.322680589999997</c:v>
                      </c:pt>
                      <c:pt idx="44">
                        <c:v>41.824031230000003</c:v>
                      </c:pt>
                      <c:pt idx="45">
                        <c:v>37.129488639999998</c:v>
                      </c:pt>
                      <c:pt idx="46">
                        <c:v>36.737440200000002</c:v>
                      </c:pt>
                      <c:pt idx="47">
                        <c:v>35.87082659</c:v>
                      </c:pt>
                      <c:pt idx="48">
                        <c:v>38.126312900000002</c:v>
                      </c:pt>
                      <c:pt idx="49">
                        <c:v>42.363276710000001</c:v>
                      </c:pt>
                      <c:pt idx="50">
                        <c:v>41.045414790000002</c:v>
                      </c:pt>
                      <c:pt idx="51">
                        <c:v>41.397659179999998</c:v>
                      </c:pt>
                      <c:pt idx="52">
                        <c:v>40.156698480000003</c:v>
                      </c:pt>
                      <c:pt idx="53">
                        <c:v>38.200456760000002</c:v>
                      </c:pt>
                      <c:pt idx="54">
                        <c:v>38.90035718</c:v>
                      </c:pt>
                      <c:pt idx="55">
                        <c:v>39.000804930000001</c:v>
                      </c:pt>
                      <c:pt idx="56">
                        <c:v>39.049845519999998</c:v>
                      </c:pt>
                      <c:pt idx="57">
                        <c:v>40.696764399999999</c:v>
                      </c:pt>
                      <c:pt idx="58">
                        <c:v>40.633276039999998</c:v>
                      </c:pt>
                      <c:pt idx="59">
                        <c:v>37.970600339999997</c:v>
                      </c:pt>
                      <c:pt idx="60">
                        <c:v>37.14144932</c:v>
                      </c:pt>
                      <c:pt idx="61">
                        <c:v>37.452824139999997</c:v>
                      </c:pt>
                      <c:pt idx="62">
                        <c:v>37.833509999999997</c:v>
                      </c:pt>
                      <c:pt idx="63">
                        <c:v>38.042972200000001</c:v>
                      </c:pt>
                      <c:pt idx="64">
                        <c:v>41.03427748</c:v>
                      </c:pt>
                      <c:pt idx="65">
                        <c:v>40.596157030000001</c:v>
                      </c:pt>
                      <c:pt idx="66">
                        <c:v>37.325205889999999</c:v>
                      </c:pt>
                      <c:pt idx="67">
                        <c:v>37.936173310000001</c:v>
                      </c:pt>
                      <c:pt idx="68">
                        <c:v>37.324048490000003</c:v>
                      </c:pt>
                      <c:pt idx="69">
                        <c:v>37.806693500000002</c:v>
                      </c:pt>
                      <c:pt idx="70">
                        <c:v>38.579151009999997</c:v>
                      </c:pt>
                      <c:pt idx="71">
                        <c:v>40.928954220000001</c:v>
                      </c:pt>
                      <c:pt idx="72">
                        <c:v>42.02251442</c:v>
                      </c:pt>
                      <c:pt idx="73">
                        <c:v>37.747217589999998</c:v>
                      </c:pt>
                      <c:pt idx="74">
                        <c:v>37.21694591</c:v>
                      </c:pt>
                      <c:pt idx="75">
                        <c:v>38.029809180000001</c:v>
                      </c:pt>
                      <c:pt idx="76">
                        <c:v>38.400211179999999</c:v>
                      </c:pt>
                      <c:pt idx="77">
                        <c:v>41.818384360000003</c:v>
                      </c:pt>
                      <c:pt idx="78">
                        <c:v>41.581357429999997</c:v>
                      </c:pt>
                      <c:pt idx="79">
                        <c:v>42.988688719999999</c:v>
                      </c:pt>
                      <c:pt idx="80">
                        <c:v>36.156446770000002</c:v>
                      </c:pt>
                      <c:pt idx="81">
                        <c:v>37.991982980000003</c:v>
                      </c:pt>
                      <c:pt idx="82">
                        <c:v>38.529181780000002</c:v>
                      </c:pt>
                      <c:pt idx="83">
                        <c:v>38.262070649999998</c:v>
                      </c:pt>
                      <c:pt idx="84">
                        <c:v>39.562094020000004</c:v>
                      </c:pt>
                      <c:pt idx="85">
                        <c:v>41.319780129999998</c:v>
                      </c:pt>
                      <c:pt idx="86">
                        <c:v>41.913380170000003</c:v>
                      </c:pt>
                      <c:pt idx="87">
                        <c:v>39.328589090000001</c:v>
                      </c:pt>
                      <c:pt idx="88">
                        <c:v>39.013015889999998</c:v>
                      </c:pt>
                      <c:pt idx="89">
                        <c:v>38.725619989999998</c:v>
                      </c:pt>
                      <c:pt idx="90">
                        <c:v>40.460609949999998</c:v>
                      </c:pt>
                      <c:pt idx="91">
                        <c:v>40.70005724</c:v>
                      </c:pt>
                      <c:pt idx="92">
                        <c:v>42.345661880000002</c:v>
                      </c:pt>
                      <c:pt idx="93">
                        <c:v>43.15786439</c:v>
                      </c:pt>
                      <c:pt idx="94">
                        <c:v>38.049378060000002</c:v>
                      </c:pt>
                      <c:pt idx="95">
                        <c:v>38.889425420000002</c:v>
                      </c:pt>
                      <c:pt idx="96">
                        <c:v>39.981032210000002</c:v>
                      </c:pt>
                      <c:pt idx="97">
                        <c:v>37.84251416</c:v>
                      </c:pt>
                      <c:pt idx="98">
                        <c:v>39.484359089999998</c:v>
                      </c:pt>
                      <c:pt idx="99">
                        <c:v>41.112847680000002</c:v>
                      </c:pt>
                      <c:pt idx="100">
                        <c:v>42.539708990000001</c:v>
                      </c:pt>
                      <c:pt idx="101">
                        <c:v>38.669197220000001</c:v>
                      </c:pt>
                      <c:pt idx="102">
                        <c:v>38.943181899999999</c:v>
                      </c:pt>
                      <c:pt idx="103">
                        <c:v>38.545230519999997</c:v>
                      </c:pt>
                      <c:pt idx="104">
                        <c:v>39.247419149999999</c:v>
                      </c:pt>
                      <c:pt idx="105">
                        <c:v>39.76161381</c:v>
                      </c:pt>
                      <c:pt idx="106">
                        <c:v>41.967928999999998</c:v>
                      </c:pt>
                      <c:pt idx="107">
                        <c:v>43.42029557</c:v>
                      </c:pt>
                      <c:pt idx="108">
                        <c:v>44.026712570000001</c:v>
                      </c:pt>
                      <c:pt idx="109">
                        <c:v>39.402197579999999</c:v>
                      </c:pt>
                      <c:pt idx="110">
                        <c:v>39.482183880000001</c:v>
                      </c:pt>
                      <c:pt idx="111">
                        <c:v>38.64623881</c:v>
                      </c:pt>
                      <c:pt idx="112">
                        <c:v>40.091510589999999</c:v>
                      </c:pt>
                      <c:pt idx="113">
                        <c:v>42.773754459999999</c:v>
                      </c:pt>
                      <c:pt idx="114">
                        <c:v>42.255480130000002</c:v>
                      </c:pt>
                      <c:pt idx="115">
                        <c:v>37.471614000000002</c:v>
                      </c:pt>
                      <c:pt idx="116">
                        <c:v>38.473777169999998</c:v>
                      </c:pt>
                      <c:pt idx="117">
                        <c:v>39.095265439999999</c:v>
                      </c:pt>
                      <c:pt idx="118">
                        <c:v>38.305965049999998</c:v>
                      </c:pt>
                      <c:pt idx="119">
                        <c:v>39.625688429999997</c:v>
                      </c:pt>
                      <c:pt idx="120">
                        <c:v>42.656257029999999</c:v>
                      </c:pt>
                      <c:pt idx="121">
                        <c:v>43.138089139999998</c:v>
                      </c:pt>
                      <c:pt idx="122">
                        <c:v>42.928604890000003</c:v>
                      </c:pt>
                      <c:pt idx="123">
                        <c:v>40.521383329999999</c:v>
                      </c:pt>
                      <c:pt idx="124">
                        <c:v>40.289435769999997</c:v>
                      </c:pt>
                      <c:pt idx="125">
                        <c:v>38.80002193</c:v>
                      </c:pt>
                      <c:pt idx="126">
                        <c:v>40.220063490000001</c:v>
                      </c:pt>
                      <c:pt idx="127">
                        <c:v>44.114193200000003</c:v>
                      </c:pt>
                      <c:pt idx="128">
                        <c:v>43.650188829999998</c:v>
                      </c:pt>
                      <c:pt idx="129">
                        <c:v>39.47463509</c:v>
                      </c:pt>
                      <c:pt idx="130">
                        <c:v>40.54182565</c:v>
                      </c:pt>
                      <c:pt idx="131">
                        <c:v>41.257926220000002</c:v>
                      </c:pt>
                      <c:pt idx="132">
                        <c:v>40.88661535</c:v>
                      </c:pt>
                      <c:pt idx="133">
                        <c:v>41.783873200000002</c:v>
                      </c:pt>
                      <c:pt idx="134">
                        <c:v>43.768999700000002</c:v>
                      </c:pt>
                      <c:pt idx="135">
                        <c:v>44.35794971</c:v>
                      </c:pt>
                      <c:pt idx="136">
                        <c:v>40.483018899999998</c:v>
                      </c:pt>
                      <c:pt idx="137">
                        <c:v>40.820310710000001</c:v>
                      </c:pt>
                      <c:pt idx="138">
                        <c:v>45.56490702</c:v>
                      </c:pt>
                      <c:pt idx="139">
                        <c:v>41.499606280000002</c:v>
                      </c:pt>
                      <c:pt idx="140">
                        <c:v>42.220278450000002</c:v>
                      </c:pt>
                      <c:pt idx="141">
                        <c:v>42.708847380000002</c:v>
                      </c:pt>
                      <c:pt idx="142">
                        <c:v>43.04625996</c:v>
                      </c:pt>
                      <c:pt idx="143">
                        <c:v>41.395924530000002</c:v>
                      </c:pt>
                      <c:pt idx="144">
                        <c:v>41.859732229999999</c:v>
                      </c:pt>
                      <c:pt idx="145">
                        <c:v>41.714200179999999</c:v>
                      </c:pt>
                      <c:pt idx="146">
                        <c:v>41.908029669999998</c:v>
                      </c:pt>
                      <c:pt idx="147">
                        <c:v>42.861279879999998</c:v>
                      </c:pt>
                      <c:pt idx="148">
                        <c:v>41.955245320000003</c:v>
                      </c:pt>
                      <c:pt idx="149">
                        <c:v>44.039630080000002</c:v>
                      </c:pt>
                      <c:pt idx="150">
                        <c:v>41.838293669999999</c:v>
                      </c:pt>
                      <c:pt idx="151">
                        <c:v>42.321541809999999</c:v>
                      </c:pt>
                      <c:pt idx="152">
                        <c:v>41.874790490000002</c:v>
                      </c:pt>
                      <c:pt idx="153">
                        <c:v>43.949637170000003</c:v>
                      </c:pt>
                      <c:pt idx="154">
                        <c:v>43.467329280000001</c:v>
                      </c:pt>
                      <c:pt idx="155">
                        <c:v>44.506578269999999</c:v>
                      </c:pt>
                      <c:pt idx="156">
                        <c:v>45.929445549999997</c:v>
                      </c:pt>
                      <c:pt idx="157">
                        <c:v>42.183507609999999</c:v>
                      </c:pt>
                      <c:pt idx="158">
                        <c:v>43.884369810000003</c:v>
                      </c:pt>
                      <c:pt idx="159">
                        <c:v>42.762294310000001</c:v>
                      </c:pt>
                      <c:pt idx="160">
                        <c:v>39.05632095</c:v>
                      </c:pt>
                      <c:pt idx="161">
                        <c:v>20.424283679999998</c:v>
                      </c:pt>
                      <c:pt idx="162">
                        <c:v>20.0751363</c:v>
                      </c:pt>
                      <c:pt idx="163">
                        <c:v>36.481449939999997</c:v>
                      </c:pt>
                      <c:pt idx="164">
                        <c:v>39.890795369999999</c:v>
                      </c:pt>
                      <c:pt idx="165">
                        <c:v>42.755995380000002</c:v>
                      </c:pt>
                      <c:pt idx="166">
                        <c:v>43.693217179999998</c:v>
                      </c:pt>
                      <c:pt idx="167">
                        <c:v>47.26991855</c:v>
                      </c:pt>
                      <c:pt idx="168">
                        <c:v>46.725710589999998</c:v>
                      </c:pt>
                      <c:pt idx="169">
                        <c:v>46.46320154</c:v>
                      </c:pt>
                      <c:pt idx="170">
                        <c:v>46.609039590000002</c:v>
                      </c:pt>
                      <c:pt idx="171">
                        <c:v>44.564408890000003</c:v>
                      </c:pt>
                      <c:pt idx="172">
                        <c:v>44.744672199999997</c:v>
                      </c:pt>
                      <c:pt idx="173">
                        <c:v>45.555387600000003</c:v>
                      </c:pt>
                      <c:pt idx="174">
                        <c:v>45.749037700000002</c:v>
                      </c:pt>
                      <c:pt idx="175">
                        <c:v>45.85607478</c:v>
                      </c:pt>
                      <c:pt idx="176">
                        <c:v>46.704451669999997</c:v>
                      </c:pt>
                      <c:pt idx="177">
                        <c:v>46.766737970000001</c:v>
                      </c:pt>
                      <c:pt idx="178">
                        <c:v>43.817810590000001</c:v>
                      </c:pt>
                      <c:pt idx="179">
                        <c:v>43.532457950000001</c:v>
                      </c:pt>
                      <c:pt idx="180">
                        <c:v>44.701769069999997</c:v>
                      </c:pt>
                      <c:pt idx="181">
                        <c:v>45.755154320000003</c:v>
                      </c:pt>
                      <c:pt idx="182">
                        <c:v>45.92421796</c:v>
                      </c:pt>
                      <c:pt idx="183">
                        <c:v>46.56167121</c:v>
                      </c:pt>
                      <c:pt idx="184">
                        <c:v>47.445820959999999</c:v>
                      </c:pt>
                      <c:pt idx="185">
                        <c:v>44.870578340000002</c:v>
                      </c:pt>
                      <c:pt idx="186">
                        <c:v>45.478256199999997</c:v>
                      </c:pt>
                      <c:pt idx="187">
                        <c:v>46.29273611</c:v>
                      </c:pt>
                      <c:pt idx="188">
                        <c:v>47.780799209999998</c:v>
                      </c:pt>
                      <c:pt idx="189">
                        <c:v>46.991451050000002</c:v>
                      </c:pt>
                      <c:pt idx="190">
                        <c:v>46.497942379999998</c:v>
                      </c:pt>
                      <c:pt idx="191">
                        <c:v>46.603918610000001</c:v>
                      </c:pt>
                      <c:pt idx="192">
                        <c:v>44.68839131</c:v>
                      </c:pt>
                      <c:pt idx="193">
                        <c:v>44.47893268</c:v>
                      </c:pt>
                      <c:pt idx="194">
                        <c:v>44.584191079999997</c:v>
                      </c:pt>
                      <c:pt idx="195">
                        <c:v>46.543035680000003</c:v>
                      </c:pt>
                      <c:pt idx="196">
                        <c:v>44.487031979999998</c:v>
                      </c:pt>
                      <c:pt idx="197">
                        <c:v>46.59602134</c:v>
                      </c:pt>
                      <c:pt idx="198">
                        <c:v>44.214307339999998</c:v>
                      </c:pt>
                      <c:pt idx="199">
                        <c:v>41.844909190000003</c:v>
                      </c:pt>
                      <c:pt idx="200">
                        <c:v>42.454675690000002</c:v>
                      </c:pt>
                      <c:pt idx="201">
                        <c:v>42.371447719999999</c:v>
                      </c:pt>
                      <c:pt idx="202">
                        <c:v>42.753199719999998</c:v>
                      </c:pt>
                      <c:pt idx="203">
                        <c:v>43.421945450000003</c:v>
                      </c:pt>
                      <c:pt idx="204">
                        <c:v>45.283605010000002</c:v>
                      </c:pt>
                      <c:pt idx="205">
                        <c:v>45.315013909999998</c:v>
                      </c:pt>
                      <c:pt idx="206">
                        <c:v>44.29318318</c:v>
                      </c:pt>
                      <c:pt idx="207">
                        <c:v>43.589869929999999</c:v>
                      </c:pt>
                      <c:pt idx="208">
                        <c:v>45.060212829999998</c:v>
                      </c:pt>
                      <c:pt idx="209">
                        <c:v>46.169288109999997</c:v>
                      </c:pt>
                      <c:pt idx="210">
                        <c:v>45.132586250000003</c:v>
                      </c:pt>
                      <c:pt idx="211">
                        <c:v>45.494780830000003</c:v>
                      </c:pt>
                      <c:pt idx="212">
                        <c:v>46.847485839999997</c:v>
                      </c:pt>
                      <c:pt idx="213">
                        <c:v>44.142782339999997</c:v>
                      </c:pt>
                      <c:pt idx="214">
                        <c:v>43.744373109999998</c:v>
                      </c:pt>
                      <c:pt idx="215">
                        <c:v>42.542031340000001</c:v>
                      </c:pt>
                      <c:pt idx="216">
                        <c:v>42.521926720000003</c:v>
                      </c:pt>
                      <c:pt idx="217">
                        <c:v>43.045566180000002</c:v>
                      </c:pt>
                      <c:pt idx="218">
                        <c:v>46.110531010000003</c:v>
                      </c:pt>
                      <c:pt idx="219">
                        <c:v>45.808814269999999</c:v>
                      </c:pt>
                      <c:pt idx="220">
                        <c:v>43.300692079999997</c:v>
                      </c:pt>
                      <c:pt idx="221">
                        <c:v>44.350077689999999</c:v>
                      </c:pt>
                      <c:pt idx="222">
                        <c:v>42.855026070000001</c:v>
                      </c:pt>
                      <c:pt idx="223">
                        <c:v>44.019209410000002</c:v>
                      </c:pt>
                      <c:pt idx="224">
                        <c:v>45.00140038</c:v>
                      </c:pt>
                      <c:pt idx="225">
                        <c:v>46.63729541</c:v>
                      </c:pt>
                      <c:pt idx="226">
                        <c:v>48.736493080000002</c:v>
                      </c:pt>
                      <c:pt idx="227">
                        <c:v>43.327423469999999</c:v>
                      </c:pt>
                      <c:pt idx="228">
                        <c:v>43.662731540000003</c:v>
                      </c:pt>
                      <c:pt idx="229">
                        <c:v>47.558107479999997</c:v>
                      </c:pt>
                      <c:pt idx="230">
                        <c:v>43.918072090000003</c:v>
                      </c:pt>
                      <c:pt idx="231">
                        <c:v>44.801414149999999</c:v>
                      </c:pt>
                      <c:pt idx="232">
                        <c:v>47.164854589999997</c:v>
                      </c:pt>
                      <c:pt idx="233">
                        <c:v>47.921235350000003</c:v>
                      </c:pt>
                      <c:pt idx="234">
                        <c:v>43.800087220000002</c:v>
                      </c:pt>
                      <c:pt idx="235">
                        <c:v>43.062601219999998</c:v>
                      </c:pt>
                      <c:pt idx="236">
                        <c:v>43.838550660000003</c:v>
                      </c:pt>
                      <c:pt idx="237">
                        <c:v>44.25374892</c:v>
                      </c:pt>
                      <c:pt idx="238">
                        <c:v>45.179240309999997</c:v>
                      </c:pt>
                      <c:pt idx="239">
                        <c:v>48.054462690000001</c:v>
                      </c:pt>
                      <c:pt idx="240">
                        <c:v>49.358758549999997</c:v>
                      </c:pt>
                      <c:pt idx="241">
                        <c:v>46.869363300000003</c:v>
                      </c:pt>
                      <c:pt idx="242">
                        <c:v>44.681215100000003</c:v>
                      </c:pt>
                      <c:pt idx="243">
                        <c:v>45.364829190000002</c:v>
                      </c:pt>
                      <c:pt idx="244">
                        <c:v>46.607187949999997</c:v>
                      </c:pt>
                      <c:pt idx="245">
                        <c:v>45.06440431</c:v>
                      </c:pt>
                      <c:pt idx="246">
                        <c:v>45.577197769999998</c:v>
                      </c:pt>
                      <c:pt idx="247">
                        <c:v>47.992223979999999</c:v>
                      </c:pt>
                      <c:pt idx="248">
                        <c:v>44.856771369999997</c:v>
                      </c:pt>
                      <c:pt idx="249">
                        <c:v>45.348776000000001</c:v>
                      </c:pt>
                      <c:pt idx="250">
                        <c:v>45.791678449999999</c:v>
                      </c:pt>
                      <c:pt idx="251">
                        <c:v>45.670510960000001</c:v>
                      </c:pt>
                      <c:pt idx="252">
                        <c:v>46.406522789999997</c:v>
                      </c:pt>
                      <c:pt idx="253">
                        <c:v>48.074631060000002</c:v>
                      </c:pt>
                      <c:pt idx="254">
                        <c:v>48.239683460000002</c:v>
                      </c:pt>
                      <c:pt idx="255">
                        <c:v>49.187026719999999</c:v>
                      </c:pt>
                      <c:pt idx="256">
                        <c:v>45.26554299</c:v>
                      </c:pt>
                      <c:pt idx="257">
                        <c:v>44.14732205</c:v>
                      </c:pt>
                      <c:pt idx="258">
                        <c:v>45.288516450000003</c:v>
                      </c:pt>
                      <c:pt idx="259">
                        <c:v>45.776438919999997</c:v>
                      </c:pt>
                      <c:pt idx="260">
                        <c:v>47.611756540000002</c:v>
                      </c:pt>
                      <c:pt idx="261">
                        <c:v>48.861882209999997</c:v>
                      </c:pt>
                      <c:pt idx="262">
                        <c:v>44.256205799999996</c:v>
                      </c:pt>
                      <c:pt idx="263">
                        <c:v>43.386228600000003</c:v>
                      </c:pt>
                      <c:pt idx="264">
                        <c:v>40.82315251</c:v>
                      </c:pt>
                      <c:pt idx="265">
                        <c:v>43.224141879999998</c:v>
                      </c:pt>
                      <c:pt idx="266">
                        <c:v>44.050476699999997</c:v>
                      </c:pt>
                      <c:pt idx="267">
                        <c:v>46.571512169999998</c:v>
                      </c:pt>
                      <c:pt idx="268">
                        <c:v>47.66704094</c:v>
                      </c:pt>
                      <c:pt idx="269">
                        <c:v>45.07879441</c:v>
                      </c:pt>
                      <c:pt idx="270">
                        <c:v>44.676843759999997</c:v>
                      </c:pt>
                      <c:pt idx="271">
                        <c:v>47.224007720000003</c:v>
                      </c:pt>
                      <c:pt idx="272">
                        <c:v>45.879894229999998</c:v>
                      </c:pt>
                      <c:pt idx="273">
                        <c:v>46.469834050000003</c:v>
                      </c:pt>
                      <c:pt idx="274">
                        <c:v>48.213065569999998</c:v>
                      </c:pt>
                      <c:pt idx="275">
                        <c:v>47.94512022</c:v>
                      </c:pt>
                      <c:pt idx="276">
                        <c:v>45.804542400000003</c:v>
                      </c:pt>
                      <c:pt idx="277">
                        <c:v>46.246663099999999</c:v>
                      </c:pt>
                      <c:pt idx="278">
                        <c:v>48.37699344</c:v>
                      </c:pt>
                      <c:pt idx="279">
                        <c:v>45.47003986</c:v>
                      </c:pt>
                      <c:pt idx="280">
                        <c:v>46.138388319999997</c:v>
                      </c:pt>
                      <c:pt idx="281">
                        <c:v>48.104933709999997</c:v>
                      </c:pt>
                      <c:pt idx="282">
                        <c:v>48.682518809999998</c:v>
                      </c:pt>
                      <c:pt idx="283">
                        <c:v>45.194434790000003</c:v>
                      </c:pt>
                      <c:pt idx="284">
                        <c:v>45.252912860000002</c:v>
                      </c:pt>
                      <c:pt idx="285">
                        <c:v>48.919097620000002</c:v>
                      </c:pt>
                      <c:pt idx="286">
                        <c:v>44.794984030000002</c:v>
                      </c:pt>
                      <c:pt idx="287">
                        <c:v>46.47781423</c:v>
                      </c:pt>
                      <c:pt idx="288">
                        <c:v>48.54649465</c:v>
                      </c:pt>
                      <c:pt idx="289">
                        <c:v>48.749199040000001</c:v>
                      </c:pt>
                      <c:pt idx="290">
                        <c:v>44.424597810000002</c:v>
                      </c:pt>
                      <c:pt idx="291">
                        <c:v>45.028723409999998</c:v>
                      </c:pt>
                      <c:pt idx="292">
                        <c:v>44.956211969999998</c:v>
                      </c:pt>
                      <c:pt idx="293">
                        <c:v>45.033234030000003</c:v>
                      </c:pt>
                      <c:pt idx="294">
                        <c:v>45.466221509999997</c:v>
                      </c:pt>
                      <c:pt idx="295">
                        <c:v>48.47657426</c:v>
                      </c:pt>
                      <c:pt idx="296">
                        <c:v>49.559791650000001</c:v>
                      </c:pt>
                      <c:pt idx="297">
                        <c:v>51.011590859999998</c:v>
                      </c:pt>
                      <c:pt idx="298">
                        <c:v>52.610337530000002</c:v>
                      </c:pt>
                      <c:pt idx="299">
                        <c:v>49.282539999999997</c:v>
                      </c:pt>
                      <c:pt idx="300">
                        <c:v>49.818765059999997</c:v>
                      </c:pt>
                      <c:pt idx="301">
                        <c:v>50.802663199999998</c:v>
                      </c:pt>
                      <c:pt idx="302">
                        <c:v>50.17613901</c:v>
                      </c:pt>
                      <c:pt idx="303">
                        <c:v>48.286188899999999</c:v>
                      </c:pt>
                      <c:pt idx="304">
                        <c:v>44.067210920000001</c:v>
                      </c:pt>
                      <c:pt idx="305">
                        <c:v>44.305610199999997</c:v>
                      </c:pt>
                      <c:pt idx="306">
                        <c:v>45.376135580000003</c:v>
                      </c:pt>
                      <c:pt idx="307">
                        <c:v>45.642550810000003</c:v>
                      </c:pt>
                      <c:pt idx="308">
                        <c:v>47.060905550000001</c:v>
                      </c:pt>
                      <c:pt idx="309">
                        <c:v>48.806541869999997</c:v>
                      </c:pt>
                      <c:pt idx="310">
                        <c:v>47.912953850000001</c:v>
                      </c:pt>
                      <c:pt idx="311">
                        <c:v>45.558257560000001</c:v>
                      </c:pt>
                      <c:pt idx="312">
                        <c:v>46.29882242</c:v>
                      </c:pt>
                      <c:pt idx="313">
                        <c:v>46.702431740000002</c:v>
                      </c:pt>
                      <c:pt idx="314">
                        <c:v>46.611475669999997</c:v>
                      </c:pt>
                      <c:pt idx="315">
                        <c:v>52.208338560000001</c:v>
                      </c:pt>
                      <c:pt idx="316">
                        <c:v>50.714935799999999</c:v>
                      </c:pt>
                      <c:pt idx="317">
                        <c:v>49.851939590000001</c:v>
                      </c:pt>
                      <c:pt idx="318">
                        <c:v>45.635598829999999</c:v>
                      </c:pt>
                      <c:pt idx="319">
                        <c:v>45.860468910000002</c:v>
                      </c:pt>
                      <c:pt idx="320">
                        <c:v>44.896904919999997</c:v>
                      </c:pt>
                      <c:pt idx="321">
                        <c:v>44.6053918</c:v>
                      </c:pt>
                      <c:pt idx="322">
                        <c:v>46.18279699</c:v>
                      </c:pt>
                      <c:pt idx="323">
                        <c:v>47.246728589999996</c:v>
                      </c:pt>
                      <c:pt idx="324">
                        <c:v>47.768382250000002</c:v>
                      </c:pt>
                      <c:pt idx="325">
                        <c:v>45.85444056</c:v>
                      </c:pt>
                      <c:pt idx="326">
                        <c:v>45.062841429999999</c:v>
                      </c:pt>
                      <c:pt idx="327">
                        <c:v>48.284946419999997</c:v>
                      </c:pt>
                      <c:pt idx="328">
                        <c:v>46.350000889999997</c:v>
                      </c:pt>
                      <c:pt idx="329">
                        <c:v>47.444932899999998</c:v>
                      </c:pt>
                      <c:pt idx="330">
                        <c:v>49.776390630000002</c:v>
                      </c:pt>
                      <c:pt idx="331">
                        <c:v>49.887491740000002</c:v>
                      </c:pt>
                      <c:pt idx="332">
                        <c:v>46.062659340000003</c:v>
                      </c:pt>
                      <c:pt idx="333">
                        <c:v>46.212176929999998</c:v>
                      </c:pt>
                      <c:pt idx="334">
                        <c:v>45.63317421</c:v>
                      </c:pt>
                      <c:pt idx="335">
                        <c:v>44.639706099999998</c:v>
                      </c:pt>
                      <c:pt idx="336">
                        <c:v>48.164682790000001</c:v>
                      </c:pt>
                      <c:pt idx="337">
                        <c:v>49.161619960000003</c:v>
                      </c:pt>
                      <c:pt idx="338">
                        <c:v>49.342681740000003</c:v>
                      </c:pt>
                      <c:pt idx="339">
                        <c:v>45.492703560000002</c:v>
                      </c:pt>
                      <c:pt idx="340">
                        <c:v>44.728095340000003</c:v>
                      </c:pt>
                      <c:pt idx="341">
                        <c:v>46.875165780000003</c:v>
                      </c:pt>
                      <c:pt idx="342">
                        <c:v>49.48151945</c:v>
                      </c:pt>
                      <c:pt idx="343">
                        <c:v>47.573202790000003</c:v>
                      </c:pt>
                      <c:pt idx="344">
                        <c:v>46.907053609999998</c:v>
                      </c:pt>
                      <c:pt idx="345">
                        <c:v>50.531840840000001</c:v>
                      </c:pt>
                      <c:pt idx="346">
                        <c:v>48.390951950000002</c:v>
                      </c:pt>
                      <c:pt idx="347">
                        <c:v>46.982733570000001</c:v>
                      </c:pt>
                      <c:pt idx="348">
                        <c:v>47.288210560000003</c:v>
                      </c:pt>
                      <c:pt idx="349">
                        <c:v>47.011834980000003</c:v>
                      </c:pt>
                      <c:pt idx="350">
                        <c:v>46.603418519999998</c:v>
                      </c:pt>
                      <c:pt idx="351">
                        <c:v>49.662336850000003</c:v>
                      </c:pt>
                      <c:pt idx="352">
                        <c:v>50.210861719999997</c:v>
                      </c:pt>
                      <c:pt idx="353">
                        <c:v>46.808430530000003</c:v>
                      </c:pt>
                      <c:pt idx="354">
                        <c:v>46.505874290000001</c:v>
                      </c:pt>
                      <c:pt idx="355">
                        <c:v>46.234917350000003</c:v>
                      </c:pt>
                      <c:pt idx="356">
                        <c:v>45.223773000000001</c:v>
                      </c:pt>
                      <c:pt idx="357">
                        <c:v>46.040506309999998</c:v>
                      </c:pt>
                      <c:pt idx="358">
                        <c:v>48.242693469999999</c:v>
                      </c:pt>
                      <c:pt idx="359">
                        <c:v>50.692757989999997</c:v>
                      </c:pt>
                      <c:pt idx="360">
                        <c:v>47.320512790000002</c:v>
                      </c:pt>
                      <c:pt idx="361">
                        <c:v>46.578580899999999</c:v>
                      </c:pt>
                      <c:pt idx="362">
                        <c:v>46.636750249999999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2-C951-49D2-A817-4722DE2E5467}"/>
                  </c:ext>
                </c:extLst>
              </c15:ser>
            </c15:filteredLineSeries>
            <c15:filteredLine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Sheet1!$E$1</c15:sqref>
                        </c15:formulaRef>
                      </c:ext>
                    </c:extLst>
                    <c:strCache>
                      <c:ptCount val="1"/>
                      <c:pt idx="0">
                        <c:v>PUT</c:v>
                      </c:pt>
                    </c:strCache>
                  </c:strRef>
                </c:tx>
                <c:spPr>
                  <a:ln w="28575" cap="rnd">
                    <a:solidFill>
                      <a:schemeClr val="accent4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Sheet1!$A$2:$A$364</c15:sqref>
                        </c15:formulaRef>
                      </c:ext>
                    </c:extLst>
                    <c:numCache>
                      <c:formatCode>m/d/yyyy</c:formatCode>
                      <c:ptCount val="363"/>
                      <c:pt idx="0">
                        <c:v>45828</c:v>
                      </c:pt>
                      <c:pt idx="1">
                        <c:v>45829</c:v>
                      </c:pt>
                      <c:pt idx="2">
                        <c:v>45830</c:v>
                      </c:pt>
                      <c:pt idx="3">
                        <c:v>45831</c:v>
                      </c:pt>
                      <c:pt idx="4">
                        <c:v>45832</c:v>
                      </c:pt>
                      <c:pt idx="5">
                        <c:v>45833</c:v>
                      </c:pt>
                      <c:pt idx="6">
                        <c:v>45834</c:v>
                      </c:pt>
                      <c:pt idx="7">
                        <c:v>45835</c:v>
                      </c:pt>
                      <c:pt idx="8">
                        <c:v>45836</c:v>
                      </c:pt>
                      <c:pt idx="9">
                        <c:v>45837</c:v>
                      </c:pt>
                      <c:pt idx="10">
                        <c:v>45838</c:v>
                      </c:pt>
                      <c:pt idx="11">
                        <c:v>45839</c:v>
                      </c:pt>
                      <c:pt idx="12">
                        <c:v>45840</c:v>
                      </c:pt>
                      <c:pt idx="13">
                        <c:v>45841</c:v>
                      </c:pt>
                      <c:pt idx="14">
                        <c:v>45842</c:v>
                      </c:pt>
                      <c:pt idx="15">
                        <c:v>45843</c:v>
                      </c:pt>
                      <c:pt idx="16">
                        <c:v>45844</c:v>
                      </c:pt>
                      <c:pt idx="17">
                        <c:v>45845</c:v>
                      </c:pt>
                      <c:pt idx="18">
                        <c:v>45846</c:v>
                      </c:pt>
                      <c:pt idx="19">
                        <c:v>45847</c:v>
                      </c:pt>
                      <c:pt idx="20">
                        <c:v>45848</c:v>
                      </c:pt>
                      <c:pt idx="21">
                        <c:v>45849</c:v>
                      </c:pt>
                      <c:pt idx="22">
                        <c:v>45850</c:v>
                      </c:pt>
                      <c:pt idx="23">
                        <c:v>45851</c:v>
                      </c:pt>
                      <c:pt idx="24">
                        <c:v>45852</c:v>
                      </c:pt>
                      <c:pt idx="25">
                        <c:v>45853</c:v>
                      </c:pt>
                      <c:pt idx="26">
                        <c:v>45854</c:v>
                      </c:pt>
                      <c:pt idx="27">
                        <c:v>45855</c:v>
                      </c:pt>
                      <c:pt idx="28">
                        <c:v>45856</c:v>
                      </c:pt>
                      <c:pt idx="29">
                        <c:v>45857</c:v>
                      </c:pt>
                      <c:pt idx="30">
                        <c:v>45858</c:v>
                      </c:pt>
                      <c:pt idx="31">
                        <c:v>45859</c:v>
                      </c:pt>
                      <c:pt idx="32">
                        <c:v>45860</c:v>
                      </c:pt>
                      <c:pt idx="33">
                        <c:v>45861</c:v>
                      </c:pt>
                      <c:pt idx="34">
                        <c:v>45862</c:v>
                      </c:pt>
                      <c:pt idx="35">
                        <c:v>45863</c:v>
                      </c:pt>
                      <c:pt idx="36">
                        <c:v>45864</c:v>
                      </c:pt>
                      <c:pt idx="37">
                        <c:v>45865</c:v>
                      </c:pt>
                      <c:pt idx="38">
                        <c:v>45866</c:v>
                      </c:pt>
                      <c:pt idx="39">
                        <c:v>45867</c:v>
                      </c:pt>
                      <c:pt idx="40">
                        <c:v>45868</c:v>
                      </c:pt>
                      <c:pt idx="41">
                        <c:v>45869</c:v>
                      </c:pt>
                      <c:pt idx="42">
                        <c:v>45870</c:v>
                      </c:pt>
                      <c:pt idx="43">
                        <c:v>45871</c:v>
                      </c:pt>
                      <c:pt idx="44">
                        <c:v>45872</c:v>
                      </c:pt>
                      <c:pt idx="45">
                        <c:v>45873</c:v>
                      </c:pt>
                      <c:pt idx="46">
                        <c:v>45874</c:v>
                      </c:pt>
                      <c:pt idx="47">
                        <c:v>45875</c:v>
                      </c:pt>
                      <c:pt idx="48">
                        <c:v>45876</c:v>
                      </c:pt>
                      <c:pt idx="49">
                        <c:v>45877</c:v>
                      </c:pt>
                      <c:pt idx="50">
                        <c:v>45878</c:v>
                      </c:pt>
                      <c:pt idx="51">
                        <c:v>45879</c:v>
                      </c:pt>
                      <c:pt idx="52">
                        <c:v>45880</c:v>
                      </c:pt>
                      <c:pt idx="53">
                        <c:v>45881</c:v>
                      </c:pt>
                      <c:pt idx="54">
                        <c:v>45882</c:v>
                      </c:pt>
                      <c:pt idx="55">
                        <c:v>45883</c:v>
                      </c:pt>
                      <c:pt idx="56">
                        <c:v>45884</c:v>
                      </c:pt>
                      <c:pt idx="57">
                        <c:v>45885</c:v>
                      </c:pt>
                      <c:pt idx="58">
                        <c:v>45886</c:v>
                      </c:pt>
                      <c:pt idx="59">
                        <c:v>45887</c:v>
                      </c:pt>
                      <c:pt idx="60">
                        <c:v>45888</c:v>
                      </c:pt>
                      <c:pt idx="61">
                        <c:v>45889</c:v>
                      </c:pt>
                      <c:pt idx="62">
                        <c:v>45890</c:v>
                      </c:pt>
                      <c:pt idx="63">
                        <c:v>45891</c:v>
                      </c:pt>
                      <c:pt idx="64">
                        <c:v>45892</c:v>
                      </c:pt>
                      <c:pt idx="65">
                        <c:v>45893</c:v>
                      </c:pt>
                      <c:pt idx="66">
                        <c:v>45894</c:v>
                      </c:pt>
                      <c:pt idx="67">
                        <c:v>45895</c:v>
                      </c:pt>
                      <c:pt idx="68">
                        <c:v>45896</c:v>
                      </c:pt>
                      <c:pt idx="69">
                        <c:v>45897</c:v>
                      </c:pt>
                      <c:pt idx="70">
                        <c:v>45898</c:v>
                      </c:pt>
                      <c:pt idx="71">
                        <c:v>45899</c:v>
                      </c:pt>
                      <c:pt idx="72">
                        <c:v>45900</c:v>
                      </c:pt>
                      <c:pt idx="73">
                        <c:v>45901</c:v>
                      </c:pt>
                      <c:pt idx="74">
                        <c:v>45902</c:v>
                      </c:pt>
                      <c:pt idx="75">
                        <c:v>45903</c:v>
                      </c:pt>
                      <c:pt idx="76">
                        <c:v>45904</c:v>
                      </c:pt>
                      <c:pt idx="77">
                        <c:v>45905</c:v>
                      </c:pt>
                      <c:pt idx="78">
                        <c:v>45906</c:v>
                      </c:pt>
                      <c:pt idx="79">
                        <c:v>45907</c:v>
                      </c:pt>
                      <c:pt idx="80">
                        <c:v>45908</c:v>
                      </c:pt>
                      <c:pt idx="81">
                        <c:v>45909</c:v>
                      </c:pt>
                      <c:pt idx="82">
                        <c:v>45910</c:v>
                      </c:pt>
                      <c:pt idx="83">
                        <c:v>45911</c:v>
                      </c:pt>
                      <c:pt idx="84">
                        <c:v>45912</c:v>
                      </c:pt>
                      <c:pt idx="85">
                        <c:v>45913</c:v>
                      </c:pt>
                      <c:pt idx="86">
                        <c:v>45914</c:v>
                      </c:pt>
                      <c:pt idx="87">
                        <c:v>45915</c:v>
                      </c:pt>
                      <c:pt idx="88">
                        <c:v>45916</c:v>
                      </c:pt>
                      <c:pt idx="89">
                        <c:v>45917</c:v>
                      </c:pt>
                      <c:pt idx="90">
                        <c:v>45918</c:v>
                      </c:pt>
                      <c:pt idx="91">
                        <c:v>45919</c:v>
                      </c:pt>
                      <c:pt idx="92">
                        <c:v>45920</c:v>
                      </c:pt>
                      <c:pt idx="93">
                        <c:v>45921</c:v>
                      </c:pt>
                      <c:pt idx="94">
                        <c:v>45922</c:v>
                      </c:pt>
                      <c:pt idx="95">
                        <c:v>45923</c:v>
                      </c:pt>
                      <c:pt idx="96">
                        <c:v>45924</c:v>
                      </c:pt>
                      <c:pt idx="97">
                        <c:v>45925</c:v>
                      </c:pt>
                      <c:pt idx="98">
                        <c:v>45926</c:v>
                      </c:pt>
                      <c:pt idx="99">
                        <c:v>45927</c:v>
                      </c:pt>
                      <c:pt idx="100">
                        <c:v>45928</c:v>
                      </c:pt>
                      <c:pt idx="101">
                        <c:v>45929</c:v>
                      </c:pt>
                      <c:pt idx="102">
                        <c:v>45930</c:v>
                      </c:pt>
                      <c:pt idx="103">
                        <c:v>45931</c:v>
                      </c:pt>
                      <c:pt idx="104">
                        <c:v>45932</c:v>
                      </c:pt>
                      <c:pt idx="105">
                        <c:v>45933</c:v>
                      </c:pt>
                      <c:pt idx="106">
                        <c:v>45934</c:v>
                      </c:pt>
                      <c:pt idx="107">
                        <c:v>45935</c:v>
                      </c:pt>
                      <c:pt idx="108">
                        <c:v>45936</c:v>
                      </c:pt>
                      <c:pt idx="109">
                        <c:v>45937</c:v>
                      </c:pt>
                      <c:pt idx="110">
                        <c:v>45938</c:v>
                      </c:pt>
                      <c:pt idx="111">
                        <c:v>45939</c:v>
                      </c:pt>
                      <c:pt idx="112">
                        <c:v>45940</c:v>
                      </c:pt>
                      <c:pt idx="113">
                        <c:v>45941</c:v>
                      </c:pt>
                      <c:pt idx="114">
                        <c:v>45942</c:v>
                      </c:pt>
                      <c:pt idx="115">
                        <c:v>45943</c:v>
                      </c:pt>
                      <c:pt idx="116">
                        <c:v>45944</c:v>
                      </c:pt>
                      <c:pt idx="117">
                        <c:v>45945</c:v>
                      </c:pt>
                      <c:pt idx="118">
                        <c:v>45946</c:v>
                      </c:pt>
                      <c:pt idx="119">
                        <c:v>45947</c:v>
                      </c:pt>
                      <c:pt idx="120">
                        <c:v>45948</c:v>
                      </c:pt>
                      <c:pt idx="121">
                        <c:v>45949</c:v>
                      </c:pt>
                      <c:pt idx="122">
                        <c:v>45950</c:v>
                      </c:pt>
                      <c:pt idx="123">
                        <c:v>45951</c:v>
                      </c:pt>
                      <c:pt idx="124">
                        <c:v>45952</c:v>
                      </c:pt>
                      <c:pt idx="125">
                        <c:v>45953</c:v>
                      </c:pt>
                      <c:pt idx="126">
                        <c:v>45954</c:v>
                      </c:pt>
                      <c:pt idx="127">
                        <c:v>45955</c:v>
                      </c:pt>
                      <c:pt idx="128">
                        <c:v>45956</c:v>
                      </c:pt>
                      <c:pt idx="129">
                        <c:v>45957</c:v>
                      </c:pt>
                      <c:pt idx="130">
                        <c:v>45958</c:v>
                      </c:pt>
                      <c:pt idx="131">
                        <c:v>45959</c:v>
                      </c:pt>
                      <c:pt idx="132">
                        <c:v>45960</c:v>
                      </c:pt>
                      <c:pt idx="133">
                        <c:v>45961</c:v>
                      </c:pt>
                      <c:pt idx="134">
                        <c:v>45962</c:v>
                      </c:pt>
                      <c:pt idx="135">
                        <c:v>45963</c:v>
                      </c:pt>
                      <c:pt idx="136">
                        <c:v>45964</c:v>
                      </c:pt>
                      <c:pt idx="137">
                        <c:v>45965</c:v>
                      </c:pt>
                      <c:pt idx="138">
                        <c:v>45966</c:v>
                      </c:pt>
                      <c:pt idx="139">
                        <c:v>45967</c:v>
                      </c:pt>
                      <c:pt idx="140">
                        <c:v>45968</c:v>
                      </c:pt>
                      <c:pt idx="141">
                        <c:v>45969</c:v>
                      </c:pt>
                      <c:pt idx="142">
                        <c:v>45970</c:v>
                      </c:pt>
                      <c:pt idx="143">
                        <c:v>45971</c:v>
                      </c:pt>
                      <c:pt idx="144">
                        <c:v>45972</c:v>
                      </c:pt>
                      <c:pt idx="145">
                        <c:v>45973</c:v>
                      </c:pt>
                      <c:pt idx="146">
                        <c:v>45974</c:v>
                      </c:pt>
                      <c:pt idx="147">
                        <c:v>45975</c:v>
                      </c:pt>
                      <c:pt idx="148">
                        <c:v>45976</c:v>
                      </c:pt>
                      <c:pt idx="149">
                        <c:v>45977</c:v>
                      </c:pt>
                      <c:pt idx="150">
                        <c:v>45978</c:v>
                      </c:pt>
                      <c:pt idx="151">
                        <c:v>45979</c:v>
                      </c:pt>
                      <c:pt idx="152">
                        <c:v>45980</c:v>
                      </c:pt>
                      <c:pt idx="153">
                        <c:v>45981</c:v>
                      </c:pt>
                      <c:pt idx="154">
                        <c:v>45982</c:v>
                      </c:pt>
                      <c:pt idx="155">
                        <c:v>45983</c:v>
                      </c:pt>
                      <c:pt idx="156">
                        <c:v>45984</c:v>
                      </c:pt>
                      <c:pt idx="157">
                        <c:v>45985</c:v>
                      </c:pt>
                      <c:pt idx="158">
                        <c:v>45986</c:v>
                      </c:pt>
                      <c:pt idx="159">
                        <c:v>45987</c:v>
                      </c:pt>
                      <c:pt idx="160">
                        <c:v>45988</c:v>
                      </c:pt>
                      <c:pt idx="161">
                        <c:v>45989</c:v>
                      </c:pt>
                      <c:pt idx="162">
                        <c:v>45990</c:v>
                      </c:pt>
                      <c:pt idx="163">
                        <c:v>45991</c:v>
                      </c:pt>
                      <c:pt idx="164">
                        <c:v>45992</c:v>
                      </c:pt>
                      <c:pt idx="165">
                        <c:v>45993</c:v>
                      </c:pt>
                      <c:pt idx="166">
                        <c:v>45994</c:v>
                      </c:pt>
                      <c:pt idx="167">
                        <c:v>45995</c:v>
                      </c:pt>
                      <c:pt idx="168">
                        <c:v>45996</c:v>
                      </c:pt>
                      <c:pt idx="169">
                        <c:v>45997</c:v>
                      </c:pt>
                      <c:pt idx="170">
                        <c:v>45998</c:v>
                      </c:pt>
                      <c:pt idx="171">
                        <c:v>45999</c:v>
                      </c:pt>
                      <c:pt idx="172">
                        <c:v>46000</c:v>
                      </c:pt>
                      <c:pt idx="173">
                        <c:v>46001</c:v>
                      </c:pt>
                      <c:pt idx="174">
                        <c:v>46002</c:v>
                      </c:pt>
                      <c:pt idx="175">
                        <c:v>46003</c:v>
                      </c:pt>
                      <c:pt idx="176">
                        <c:v>46004</c:v>
                      </c:pt>
                      <c:pt idx="177">
                        <c:v>46005</c:v>
                      </c:pt>
                      <c:pt idx="178">
                        <c:v>46006</c:v>
                      </c:pt>
                      <c:pt idx="179">
                        <c:v>46007</c:v>
                      </c:pt>
                      <c:pt idx="180">
                        <c:v>46008</c:v>
                      </c:pt>
                      <c:pt idx="181">
                        <c:v>46009</c:v>
                      </c:pt>
                      <c:pt idx="182">
                        <c:v>46010</c:v>
                      </c:pt>
                      <c:pt idx="183">
                        <c:v>46011</c:v>
                      </c:pt>
                      <c:pt idx="184">
                        <c:v>46012</c:v>
                      </c:pt>
                      <c:pt idx="185">
                        <c:v>46013</c:v>
                      </c:pt>
                      <c:pt idx="186">
                        <c:v>46014</c:v>
                      </c:pt>
                      <c:pt idx="187">
                        <c:v>46015</c:v>
                      </c:pt>
                      <c:pt idx="188">
                        <c:v>46016</c:v>
                      </c:pt>
                      <c:pt idx="189">
                        <c:v>46017</c:v>
                      </c:pt>
                      <c:pt idx="190">
                        <c:v>46018</c:v>
                      </c:pt>
                      <c:pt idx="191">
                        <c:v>46019</c:v>
                      </c:pt>
                      <c:pt idx="192">
                        <c:v>46020</c:v>
                      </c:pt>
                      <c:pt idx="193">
                        <c:v>46021</c:v>
                      </c:pt>
                      <c:pt idx="194">
                        <c:v>46022</c:v>
                      </c:pt>
                      <c:pt idx="195">
                        <c:v>46023</c:v>
                      </c:pt>
                      <c:pt idx="196">
                        <c:v>46024</c:v>
                      </c:pt>
                      <c:pt idx="197">
                        <c:v>46025</c:v>
                      </c:pt>
                      <c:pt idx="198">
                        <c:v>46026</c:v>
                      </c:pt>
                      <c:pt idx="199">
                        <c:v>46027</c:v>
                      </c:pt>
                      <c:pt idx="200">
                        <c:v>46028</c:v>
                      </c:pt>
                      <c:pt idx="201">
                        <c:v>46029</c:v>
                      </c:pt>
                      <c:pt idx="202">
                        <c:v>46030</c:v>
                      </c:pt>
                      <c:pt idx="203">
                        <c:v>46031</c:v>
                      </c:pt>
                      <c:pt idx="204">
                        <c:v>46032</c:v>
                      </c:pt>
                      <c:pt idx="205">
                        <c:v>46033</c:v>
                      </c:pt>
                      <c:pt idx="206">
                        <c:v>46034</c:v>
                      </c:pt>
                      <c:pt idx="207">
                        <c:v>46035</c:v>
                      </c:pt>
                      <c:pt idx="208">
                        <c:v>46036</c:v>
                      </c:pt>
                      <c:pt idx="209">
                        <c:v>46037</c:v>
                      </c:pt>
                      <c:pt idx="210">
                        <c:v>46038</c:v>
                      </c:pt>
                      <c:pt idx="211">
                        <c:v>46039</c:v>
                      </c:pt>
                      <c:pt idx="212">
                        <c:v>46040</c:v>
                      </c:pt>
                      <c:pt idx="213">
                        <c:v>46041</c:v>
                      </c:pt>
                      <c:pt idx="214">
                        <c:v>46042</c:v>
                      </c:pt>
                      <c:pt idx="215">
                        <c:v>46043</c:v>
                      </c:pt>
                      <c:pt idx="216">
                        <c:v>46044</c:v>
                      </c:pt>
                      <c:pt idx="217">
                        <c:v>46045</c:v>
                      </c:pt>
                      <c:pt idx="218">
                        <c:v>46046</c:v>
                      </c:pt>
                      <c:pt idx="219">
                        <c:v>46047</c:v>
                      </c:pt>
                      <c:pt idx="220">
                        <c:v>46048</c:v>
                      </c:pt>
                      <c:pt idx="221">
                        <c:v>46049</c:v>
                      </c:pt>
                      <c:pt idx="222">
                        <c:v>46050</c:v>
                      </c:pt>
                      <c:pt idx="223">
                        <c:v>46051</c:v>
                      </c:pt>
                      <c:pt idx="224">
                        <c:v>46052</c:v>
                      </c:pt>
                      <c:pt idx="225">
                        <c:v>46053</c:v>
                      </c:pt>
                      <c:pt idx="226">
                        <c:v>46054</c:v>
                      </c:pt>
                      <c:pt idx="227">
                        <c:v>46055</c:v>
                      </c:pt>
                      <c:pt idx="228">
                        <c:v>46056</c:v>
                      </c:pt>
                      <c:pt idx="229">
                        <c:v>46057</c:v>
                      </c:pt>
                      <c:pt idx="230">
                        <c:v>46058</c:v>
                      </c:pt>
                      <c:pt idx="231">
                        <c:v>46059</c:v>
                      </c:pt>
                      <c:pt idx="232">
                        <c:v>46060</c:v>
                      </c:pt>
                      <c:pt idx="233">
                        <c:v>46061</c:v>
                      </c:pt>
                      <c:pt idx="234">
                        <c:v>46062</c:v>
                      </c:pt>
                      <c:pt idx="235">
                        <c:v>46063</c:v>
                      </c:pt>
                      <c:pt idx="236">
                        <c:v>46064</c:v>
                      </c:pt>
                      <c:pt idx="237">
                        <c:v>46065</c:v>
                      </c:pt>
                      <c:pt idx="238">
                        <c:v>46066</c:v>
                      </c:pt>
                      <c:pt idx="239">
                        <c:v>46067</c:v>
                      </c:pt>
                      <c:pt idx="240">
                        <c:v>46068</c:v>
                      </c:pt>
                      <c:pt idx="241">
                        <c:v>46069</c:v>
                      </c:pt>
                      <c:pt idx="242">
                        <c:v>46070</c:v>
                      </c:pt>
                      <c:pt idx="243">
                        <c:v>46071</c:v>
                      </c:pt>
                      <c:pt idx="244">
                        <c:v>46072</c:v>
                      </c:pt>
                      <c:pt idx="245">
                        <c:v>46073</c:v>
                      </c:pt>
                      <c:pt idx="246">
                        <c:v>46074</c:v>
                      </c:pt>
                      <c:pt idx="247">
                        <c:v>46075</c:v>
                      </c:pt>
                      <c:pt idx="248">
                        <c:v>46076</c:v>
                      </c:pt>
                      <c:pt idx="249">
                        <c:v>46077</c:v>
                      </c:pt>
                      <c:pt idx="250">
                        <c:v>46078</c:v>
                      </c:pt>
                      <c:pt idx="251">
                        <c:v>46079</c:v>
                      </c:pt>
                      <c:pt idx="252">
                        <c:v>46080</c:v>
                      </c:pt>
                      <c:pt idx="253">
                        <c:v>46081</c:v>
                      </c:pt>
                      <c:pt idx="254">
                        <c:v>46082</c:v>
                      </c:pt>
                      <c:pt idx="255">
                        <c:v>46083</c:v>
                      </c:pt>
                      <c:pt idx="256">
                        <c:v>46084</c:v>
                      </c:pt>
                      <c:pt idx="257">
                        <c:v>46085</c:v>
                      </c:pt>
                      <c:pt idx="258">
                        <c:v>46086</c:v>
                      </c:pt>
                      <c:pt idx="259">
                        <c:v>46087</c:v>
                      </c:pt>
                      <c:pt idx="260">
                        <c:v>46088</c:v>
                      </c:pt>
                      <c:pt idx="261">
                        <c:v>46089</c:v>
                      </c:pt>
                      <c:pt idx="262">
                        <c:v>46090</c:v>
                      </c:pt>
                      <c:pt idx="263">
                        <c:v>46091</c:v>
                      </c:pt>
                      <c:pt idx="264">
                        <c:v>46092</c:v>
                      </c:pt>
                      <c:pt idx="265">
                        <c:v>46093</c:v>
                      </c:pt>
                      <c:pt idx="266">
                        <c:v>46094</c:v>
                      </c:pt>
                      <c:pt idx="267">
                        <c:v>46095</c:v>
                      </c:pt>
                      <c:pt idx="268">
                        <c:v>46096</c:v>
                      </c:pt>
                      <c:pt idx="269">
                        <c:v>46097</c:v>
                      </c:pt>
                      <c:pt idx="270">
                        <c:v>46098</c:v>
                      </c:pt>
                      <c:pt idx="271">
                        <c:v>46099</c:v>
                      </c:pt>
                      <c:pt idx="272">
                        <c:v>46100</c:v>
                      </c:pt>
                      <c:pt idx="273">
                        <c:v>46101</c:v>
                      </c:pt>
                      <c:pt idx="274">
                        <c:v>46102</c:v>
                      </c:pt>
                      <c:pt idx="275">
                        <c:v>46103</c:v>
                      </c:pt>
                      <c:pt idx="276">
                        <c:v>46104</c:v>
                      </c:pt>
                      <c:pt idx="277">
                        <c:v>46105</c:v>
                      </c:pt>
                      <c:pt idx="278">
                        <c:v>46106</c:v>
                      </c:pt>
                      <c:pt idx="279">
                        <c:v>46107</c:v>
                      </c:pt>
                      <c:pt idx="280">
                        <c:v>46108</c:v>
                      </c:pt>
                      <c:pt idx="281">
                        <c:v>46109</c:v>
                      </c:pt>
                      <c:pt idx="282">
                        <c:v>46110</c:v>
                      </c:pt>
                      <c:pt idx="283">
                        <c:v>46111</c:v>
                      </c:pt>
                      <c:pt idx="284">
                        <c:v>46112</c:v>
                      </c:pt>
                      <c:pt idx="285">
                        <c:v>46113</c:v>
                      </c:pt>
                      <c:pt idx="286">
                        <c:v>46114</c:v>
                      </c:pt>
                      <c:pt idx="287">
                        <c:v>46115</c:v>
                      </c:pt>
                      <c:pt idx="288">
                        <c:v>46116</c:v>
                      </c:pt>
                      <c:pt idx="289">
                        <c:v>46117</c:v>
                      </c:pt>
                      <c:pt idx="290">
                        <c:v>46118</c:v>
                      </c:pt>
                      <c:pt idx="291">
                        <c:v>46119</c:v>
                      </c:pt>
                      <c:pt idx="292">
                        <c:v>46120</c:v>
                      </c:pt>
                      <c:pt idx="293">
                        <c:v>46121</c:v>
                      </c:pt>
                      <c:pt idx="294">
                        <c:v>46122</c:v>
                      </c:pt>
                      <c:pt idx="295">
                        <c:v>46123</c:v>
                      </c:pt>
                      <c:pt idx="296">
                        <c:v>46124</c:v>
                      </c:pt>
                      <c:pt idx="297">
                        <c:v>46125</c:v>
                      </c:pt>
                      <c:pt idx="298">
                        <c:v>46126</c:v>
                      </c:pt>
                      <c:pt idx="299">
                        <c:v>46127</c:v>
                      </c:pt>
                      <c:pt idx="300">
                        <c:v>46128</c:v>
                      </c:pt>
                      <c:pt idx="301">
                        <c:v>46129</c:v>
                      </c:pt>
                      <c:pt idx="302">
                        <c:v>46130</c:v>
                      </c:pt>
                      <c:pt idx="303">
                        <c:v>46131</c:v>
                      </c:pt>
                      <c:pt idx="304">
                        <c:v>46132</c:v>
                      </c:pt>
                      <c:pt idx="305">
                        <c:v>46133</c:v>
                      </c:pt>
                      <c:pt idx="306">
                        <c:v>46134</c:v>
                      </c:pt>
                      <c:pt idx="307">
                        <c:v>46135</c:v>
                      </c:pt>
                      <c:pt idx="308">
                        <c:v>46136</c:v>
                      </c:pt>
                      <c:pt idx="309">
                        <c:v>46137</c:v>
                      </c:pt>
                      <c:pt idx="310">
                        <c:v>46138</c:v>
                      </c:pt>
                      <c:pt idx="311">
                        <c:v>46139</c:v>
                      </c:pt>
                      <c:pt idx="312">
                        <c:v>46140</c:v>
                      </c:pt>
                      <c:pt idx="313">
                        <c:v>46141</c:v>
                      </c:pt>
                      <c:pt idx="314">
                        <c:v>46142</c:v>
                      </c:pt>
                      <c:pt idx="315">
                        <c:v>46143</c:v>
                      </c:pt>
                      <c:pt idx="316">
                        <c:v>46144</c:v>
                      </c:pt>
                      <c:pt idx="317">
                        <c:v>46145</c:v>
                      </c:pt>
                      <c:pt idx="318">
                        <c:v>46146</c:v>
                      </c:pt>
                      <c:pt idx="319">
                        <c:v>46147</c:v>
                      </c:pt>
                      <c:pt idx="320">
                        <c:v>46148</c:v>
                      </c:pt>
                      <c:pt idx="321">
                        <c:v>46149</c:v>
                      </c:pt>
                      <c:pt idx="322">
                        <c:v>46150</c:v>
                      </c:pt>
                      <c:pt idx="323">
                        <c:v>46151</c:v>
                      </c:pt>
                      <c:pt idx="324">
                        <c:v>46152</c:v>
                      </c:pt>
                      <c:pt idx="325">
                        <c:v>46153</c:v>
                      </c:pt>
                      <c:pt idx="326">
                        <c:v>46154</c:v>
                      </c:pt>
                      <c:pt idx="327">
                        <c:v>46155</c:v>
                      </c:pt>
                      <c:pt idx="328">
                        <c:v>46156</c:v>
                      </c:pt>
                      <c:pt idx="329">
                        <c:v>46157</c:v>
                      </c:pt>
                      <c:pt idx="330">
                        <c:v>46158</c:v>
                      </c:pt>
                      <c:pt idx="331">
                        <c:v>46159</c:v>
                      </c:pt>
                      <c:pt idx="332">
                        <c:v>46160</c:v>
                      </c:pt>
                      <c:pt idx="333">
                        <c:v>46161</c:v>
                      </c:pt>
                      <c:pt idx="334">
                        <c:v>46162</c:v>
                      </c:pt>
                      <c:pt idx="335">
                        <c:v>46163</c:v>
                      </c:pt>
                      <c:pt idx="336">
                        <c:v>46164</c:v>
                      </c:pt>
                      <c:pt idx="337">
                        <c:v>46165</c:v>
                      </c:pt>
                      <c:pt idx="338">
                        <c:v>46166</c:v>
                      </c:pt>
                      <c:pt idx="339">
                        <c:v>46167</c:v>
                      </c:pt>
                      <c:pt idx="340">
                        <c:v>46168</c:v>
                      </c:pt>
                      <c:pt idx="341">
                        <c:v>46169</c:v>
                      </c:pt>
                      <c:pt idx="342">
                        <c:v>46170</c:v>
                      </c:pt>
                      <c:pt idx="343">
                        <c:v>46171</c:v>
                      </c:pt>
                      <c:pt idx="344">
                        <c:v>46172</c:v>
                      </c:pt>
                      <c:pt idx="345">
                        <c:v>46173</c:v>
                      </c:pt>
                      <c:pt idx="346">
                        <c:v>46174</c:v>
                      </c:pt>
                      <c:pt idx="347">
                        <c:v>46175</c:v>
                      </c:pt>
                      <c:pt idx="348">
                        <c:v>46176</c:v>
                      </c:pt>
                      <c:pt idx="349">
                        <c:v>46177</c:v>
                      </c:pt>
                      <c:pt idx="350">
                        <c:v>46178</c:v>
                      </c:pt>
                      <c:pt idx="351">
                        <c:v>46179</c:v>
                      </c:pt>
                      <c:pt idx="352">
                        <c:v>46180</c:v>
                      </c:pt>
                      <c:pt idx="353">
                        <c:v>46181</c:v>
                      </c:pt>
                      <c:pt idx="354">
                        <c:v>46182</c:v>
                      </c:pt>
                      <c:pt idx="355">
                        <c:v>46183</c:v>
                      </c:pt>
                      <c:pt idx="356">
                        <c:v>46184</c:v>
                      </c:pt>
                      <c:pt idx="357">
                        <c:v>46185</c:v>
                      </c:pt>
                      <c:pt idx="358">
                        <c:v>46186</c:v>
                      </c:pt>
                      <c:pt idx="359">
                        <c:v>46187</c:v>
                      </c:pt>
                      <c:pt idx="360">
                        <c:v>46188</c:v>
                      </c:pt>
                      <c:pt idx="361">
                        <c:v>46189</c:v>
                      </c:pt>
                      <c:pt idx="362">
                        <c:v>46190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Sheet1!$E$2:$E$364</c15:sqref>
                        </c15:formulaRef>
                      </c:ext>
                    </c:extLst>
                    <c:numCache>
                      <c:formatCode>General</c:formatCode>
                      <c:ptCount val="363"/>
                      <c:pt idx="0">
                        <c:v>43.502877529999999</c:v>
                      </c:pt>
                      <c:pt idx="1">
                        <c:v>44.328409950000001</c:v>
                      </c:pt>
                      <c:pt idx="2">
                        <c:v>45.102711679999999</c:v>
                      </c:pt>
                      <c:pt idx="3">
                        <c:v>42.797549519999997</c:v>
                      </c:pt>
                      <c:pt idx="4">
                        <c:v>42.81047512</c:v>
                      </c:pt>
                      <c:pt idx="5">
                        <c:v>42.72493326</c:v>
                      </c:pt>
                      <c:pt idx="6">
                        <c:v>43.781968020000001</c:v>
                      </c:pt>
                      <c:pt idx="7">
                        <c:v>43.640235480000001</c:v>
                      </c:pt>
                      <c:pt idx="8">
                        <c:v>43.444632849999998</c:v>
                      </c:pt>
                      <c:pt idx="9">
                        <c:v>44.528039939999999</c:v>
                      </c:pt>
                      <c:pt idx="10">
                        <c:v>42.837712400000001</c:v>
                      </c:pt>
                      <c:pt idx="11">
                        <c:v>42.704780110000002</c:v>
                      </c:pt>
                      <c:pt idx="12">
                        <c:v>42.566725339999998</c:v>
                      </c:pt>
                      <c:pt idx="13">
                        <c:v>41.643737199999997</c:v>
                      </c:pt>
                      <c:pt idx="14">
                        <c:v>43.44493782</c:v>
                      </c:pt>
                      <c:pt idx="15">
                        <c:v>44.872398959999998</c:v>
                      </c:pt>
                      <c:pt idx="16">
                        <c:v>44.314342809999999</c:v>
                      </c:pt>
                      <c:pt idx="17">
                        <c:v>42.178226309999999</c:v>
                      </c:pt>
                      <c:pt idx="18">
                        <c:v>43.443943789999999</c:v>
                      </c:pt>
                      <c:pt idx="19">
                        <c:v>42.829373339999997</c:v>
                      </c:pt>
                      <c:pt idx="20">
                        <c:v>45.827790329999999</c:v>
                      </c:pt>
                      <c:pt idx="21">
                        <c:v>43.682397119999997</c:v>
                      </c:pt>
                      <c:pt idx="22">
                        <c:v>44.296107720000002</c:v>
                      </c:pt>
                      <c:pt idx="23">
                        <c:v>45.541047720000002</c:v>
                      </c:pt>
                      <c:pt idx="24">
                        <c:v>42.553644159999997</c:v>
                      </c:pt>
                      <c:pt idx="25">
                        <c:v>42.985449699999997</c:v>
                      </c:pt>
                      <c:pt idx="26">
                        <c:v>43.38396874</c:v>
                      </c:pt>
                      <c:pt idx="27">
                        <c:v>42.304325650000003</c:v>
                      </c:pt>
                      <c:pt idx="28">
                        <c:v>43.45394727</c:v>
                      </c:pt>
                      <c:pt idx="29">
                        <c:v>44.151120579999997</c:v>
                      </c:pt>
                      <c:pt idx="30">
                        <c:v>45.021527380000002</c:v>
                      </c:pt>
                      <c:pt idx="31">
                        <c:v>42.383199400000002</c:v>
                      </c:pt>
                      <c:pt idx="32">
                        <c:v>43.044257000000002</c:v>
                      </c:pt>
                      <c:pt idx="33">
                        <c:v>41.974139030000003</c:v>
                      </c:pt>
                      <c:pt idx="34">
                        <c:v>43.334149119999999</c:v>
                      </c:pt>
                      <c:pt idx="35">
                        <c:v>43.636769600000001</c:v>
                      </c:pt>
                      <c:pt idx="36">
                        <c:v>45.45569115</c:v>
                      </c:pt>
                      <c:pt idx="37">
                        <c:v>45.861246350000002</c:v>
                      </c:pt>
                      <c:pt idx="38">
                        <c:v>44.061442749999998</c:v>
                      </c:pt>
                      <c:pt idx="39">
                        <c:v>43.589927009999997</c:v>
                      </c:pt>
                      <c:pt idx="40">
                        <c:v>44.81390974</c:v>
                      </c:pt>
                      <c:pt idx="41">
                        <c:v>44.793509360000002</c:v>
                      </c:pt>
                      <c:pt idx="42">
                        <c:v>44.34994734</c:v>
                      </c:pt>
                      <c:pt idx="43">
                        <c:v>42.741332819999997</c:v>
                      </c:pt>
                      <c:pt idx="44">
                        <c:v>43.484481709999997</c:v>
                      </c:pt>
                      <c:pt idx="45">
                        <c:v>43.963242010000002</c:v>
                      </c:pt>
                      <c:pt idx="46">
                        <c:v>43.142200279999997</c:v>
                      </c:pt>
                      <c:pt idx="47">
                        <c:v>42.269994089999997</c:v>
                      </c:pt>
                      <c:pt idx="48">
                        <c:v>44.334830510000003</c:v>
                      </c:pt>
                      <c:pt idx="49">
                        <c:v>47.183471150000003</c:v>
                      </c:pt>
                      <c:pt idx="50">
                        <c:v>46.283753730000001</c:v>
                      </c:pt>
                      <c:pt idx="51">
                        <c:v>45.965638400000003</c:v>
                      </c:pt>
                      <c:pt idx="52">
                        <c:v>44.951191299999998</c:v>
                      </c:pt>
                      <c:pt idx="53">
                        <c:v>43.539218499999997</c:v>
                      </c:pt>
                      <c:pt idx="54">
                        <c:v>45.125829269999997</c:v>
                      </c:pt>
                      <c:pt idx="55">
                        <c:v>45.574904269999998</c:v>
                      </c:pt>
                      <c:pt idx="56">
                        <c:v>45.604336779999997</c:v>
                      </c:pt>
                      <c:pt idx="57">
                        <c:v>45.669656590000002</c:v>
                      </c:pt>
                      <c:pt idx="58">
                        <c:v>45.998671950000002</c:v>
                      </c:pt>
                      <c:pt idx="59">
                        <c:v>44.463474990000002</c:v>
                      </c:pt>
                      <c:pt idx="60">
                        <c:v>44.279049860000001</c:v>
                      </c:pt>
                      <c:pt idx="61">
                        <c:v>44.635364690000003</c:v>
                      </c:pt>
                      <c:pt idx="62">
                        <c:v>45.002440409999998</c:v>
                      </c:pt>
                      <c:pt idx="63">
                        <c:v>45.27385657</c:v>
                      </c:pt>
                      <c:pt idx="64">
                        <c:v>45.949188509999999</c:v>
                      </c:pt>
                      <c:pt idx="65">
                        <c:v>46.624637139999997</c:v>
                      </c:pt>
                      <c:pt idx="66">
                        <c:v>44.455193100000002</c:v>
                      </c:pt>
                      <c:pt idx="67">
                        <c:v>45.169835200000001</c:v>
                      </c:pt>
                      <c:pt idx="68">
                        <c:v>42.417256180000003</c:v>
                      </c:pt>
                      <c:pt idx="69">
                        <c:v>45.52579849</c:v>
                      </c:pt>
                      <c:pt idx="70">
                        <c:v>45.903442400000003</c:v>
                      </c:pt>
                      <c:pt idx="71">
                        <c:v>46.479452850000001</c:v>
                      </c:pt>
                      <c:pt idx="72">
                        <c:v>47.128016950000003</c:v>
                      </c:pt>
                      <c:pt idx="73">
                        <c:v>44.321890019999998</c:v>
                      </c:pt>
                      <c:pt idx="74">
                        <c:v>44.043401549999999</c:v>
                      </c:pt>
                      <c:pt idx="75">
                        <c:v>45.034650210000002</c:v>
                      </c:pt>
                      <c:pt idx="76">
                        <c:v>45.629473429999997</c:v>
                      </c:pt>
                      <c:pt idx="77">
                        <c:v>47.88648105</c:v>
                      </c:pt>
                      <c:pt idx="78">
                        <c:v>47.272841870000001</c:v>
                      </c:pt>
                      <c:pt idx="79">
                        <c:v>48.426156839999997</c:v>
                      </c:pt>
                      <c:pt idx="80">
                        <c:v>44.924399289999997</c:v>
                      </c:pt>
                      <c:pt idx="81">
                        <c:v>44.568686739999997</c:v>
                      </c:pt>
                      <c:pt idx="82">
                        <c:v>45.119929140000004</c:v>
                      </c:pt>
                      <c:pt idx="83">
                        <c:v>45.917767040000001</c:v>
                      </c:pt>
                      <c:pt idx="84">
                        <c:v>46.915118239999998</c:v>
                      </c:pt>
                      <c:pt idx="85">
                        <c:v>48.144560800000001</c:v>
                      </c:pt>
                      <c:pt idx="86">
                        <c:v>48.066750589999998</c:v>
                      </c:pt>
                      <c:pt idx="87">
                        <c:v>46.594378329999998</c:v>
                      </c:pt>
                      <c:pt idx="88">
                        <c:v>46.534678919999998</c:v>
                      </c:pt>
                      <c:pt idx="89">
                        <c:v>46.468029489999999</c:v>
                      </c:pt>
                      <c:pt idx="90">
                        <c:v>47.352866929999998</c:v>
                      </c:pt>
                      <c:pt idx="91">
                        <c:v>47.47409622</c:v>
                      </c:pt>
                      <c:pt idx="92">
                        <c:v>48.537459990000002</c:v>
                      </c:pt>
                      <c:pt idx="93">
                        <c:v>48.798855539999998</c:v>
                      </c:pt>
                      <c:pt idx="94">
                        <c:v>45.50812706</c:v>
                      </c:pt>
                      <c:pt idx="95">
                        <c:v>46.734660390000002</c:v>
                      </c:pt>
                      <c:pt idx="96">
                        <c:v>46.836430739999997</c:v>
                      </c:pt>
                      <c:pt idx="97">
                        <c:v>44.142266999999997</c:v>
                      </c:pt>
                      <c:pt idx="98">
                        <c:v>47.377011369999998</c:v>
                      </c:pt>
                      <c:pt idx="99">
                        <c:v>48.196380570000002</c:v>
                      </c:pt>
                      <c:pt idx="100">
                        <c:v>49.3011707</c:v>
                      </c:pt>
                      <c:pt idx="101">
                        <c:v>45.976483690000002</c:v>
                      </c:pt>
                      <c:pt idx="102">
                        <c:v>45.790149759999998</c:v>
                      </c:pt>
                      <c:pt idx="103">
                        <c:v>46.34453809</c:v>
                      </c:pt>
                      <c:pt idx="104">
                        <c:v>46.596979380000001</c:v>
                      </c:pt>
                      <c:pt idx="105">
                        <c:v>47.441995339999998</c:v>
                      </c:pt>
                      <c:pt idx="106">
                        <c:v>46.229438790000003</c:v>
                      </c:pt>
                      <c:pt idx="107">
                        <c:v>48.903546540000001</c:v>
                      </c:pt>
                      <c:pt idx="108">
                        <c:v>49.610444059999999</c:v>
                      </c:pt>
                      <c:pt idx="109">
                        <c:v>46.615167210000003</c:v>
                      </c:pt>
                      <c:pt idx="110">
                        <c:v>46.55466844</c:v>
                      </c:pt>
                      <c:pt idx="111">
                        <c:v>44.899823660000003</c:v>
                      </c:pt>
                      <c:pt idx="112">
                        <c:v>46.967600599999997</c:v>
                      </c:pt>
                      <c:pt idx="113">
                        <c:v>49.165701300000002</c:v>
                      </c:pt>
                      <c:pt idx="114">
                        <c:v>49.264285059999999</c:v>
                      </c:pt>
                      <c:pt idx="115">
                        <c:v>45.264935039999997</c:v>
                      </c:pt>
                      <c:pt idx="116">
                        <c:v>46.126858220000003</c:v>
                      </c:pt>
                      <c:pt idx="117">
                        <c:v>46.098388989999997</c:v>
                      </c:pt>
                      <c:pt idx="118">
                        <c:v>46.194271129999997</c:v>
                      </c:pt>
                      <c:pt idx="119">
                        <c:v>46.42277275</c:v>
                      </c:pt>
                      <c:pt idx="120">
                        <c:v>48.062776669999998</c:v>
                      </c:pt>
                      <c:pt idx="121">
                        <c:v>49.632284380000002</c:v>
                      </c:pt>
                      <c:pt idx="122">
                        <c:v>50.114835599999999</c:v>
                      </c:pt>
                      <c:pt idx="123">
                        <c:v>48.212556210000002</c:v>
                      </c:pt>
                      <c:pt idx="124">
                        <c:v>46.677175030000001</c:v>
                      </c:pt>
                      <c:pt idx="125">
                        <c:v>47.200859119999997</c:v>
                      </c:pt>
                      <c:pt idx="126">
                        <c:v>48.87813148</c:v>
                      </c:pt>
                      <c:pt idx="127">
                        <c:v>49.562167109999997</c:v>
                      </c:pt>
                      <c:pt idx="128">
                        <c:v>50.346491829999998</c:v>
                      </c:pt>
                      <c:pt idx="129">
                        <c:v>46.839327789999999</c:v>
                      </c:pt>
                      <c:pt idx="130">
                        <c:v>47.274125480000002</c:v>
                      </c:pt>
                      <c:pt idx="131">
                        <c:v>48.705636460000001</c:v>
                      </c:pt>
                      <c:pt idx="132">
                        <c:v>48.202507769999997</c:v>
                      </c:pt>
                      <c:pt idx="133">
                        <c:v>49.106766550000003</c:v>
                      </c:pt>
                      <c:pt idx="134">
                        <c:v>49.905552759999999</c:v>
                      </c:pt>
                      <c:pt idx="135">
                        <c:v>50.634391000000001</c:v>
                      </c:pt>
                      <c:pt idx="136">
                        <c:v>47.849608940000003</c:v>
                      </c:pt>
                      <c:pt idx="137">
                        <c:v>47.337862149999999</c:v>
                      </c:pt>
                      <c:pt idx="138">
                        <c:v>51.448444780000003</c:v>
                      </c:pt>
                      <c:pt idx="139">
                        <c:v>24.589502240000002</c:v>
                      </c:pt>
                      <c:pt idx="140">
                        <c:v>49.290916350000003</c:v>
                      </c:pt>
                      <c:pt idx="141">
                        <c:v>49.723965530000001</c:v>
                      </c:pt>
                      <c:pt idx="142">
                        <c:v>50.654890809999998</c:v>
                      </c:pt>
                      <c:pt idx="143">
                        <c:v>48.378373680000003</c:v>
                      </c:pt>
                      <c:pt idx="144">
                        <c:v>49.70669058</c:v>
                      </c:pt>
                      <c:pt idx="145">
                        <c:v>49.533411559999998</c:v>
                      </c:pt>
                      <c:pt idx="146">
                        <c:v>49.281182340000001</c:v>
                      </c:pt>
                      <c:pt idx="147">
                        <c:v>50.421670919999997</c:v>
                      </c:pt>
                      <c:pt idx="148">
                        <c:v>49.378224680000002</c:v>
                      </c:pt>
                      <c:pt idx="149">
                        <c:v>51.582063609999999</c:v>
                      </c:pt>
                      <c:pt idx="150">
                        <c:v>49.64689302</c:v>
                      </c:pt>
                      <c:pt idx="151">
                        <c:v>49.96944937</c:v>
                      </c:pt>
                      <c:pt idx="152">
                        <c:v>49.63637671</c:v>
                      </c:pt>
                      <c:pt idx="153">
                        <c:v>50.404681859999997</c:v>
                      </c:pt>
                      <c:pt idx="154">
                        <c:v>51.284061260000001</c:v>
                      </c:pt>
                      <c:pt idx="155">
                        <c:v>51.359730999999996</c:v>
                      </c:pt>
                      <c:pt idx="156">
                        <c:v>52.476486700000002</c:v>
                      </c:pt>
                      <c:pt idx="157">
                        <c:v>50.24039578</c:v>
                      </c:pt>
                      <c:pt idx="158">
                        <c:v>50.785417270000003</c:v>
                      </c:pt>
                      <c:pt idx="159">
                        <c:v>51.236929240000002</c:v>
                      </c:pt>
                      <c:pt idx="160">
                        <c:v>51.378759870000003</c:v>
                      </c:pt>
                      <c:pt idx="161">
                        <c:v>14.543152340000001</c:v>
                      </c:pt>
                      <c:pt idx="162">
                        <c:v>4.295881563</c:v>
                      </c:pt>
                      <c:pt idx="163">
                        <c:v>9.3502184689999996</c:v>
                      </c:pt>
                      <c:pt idx="164">
                        <c:v>24.87872321</c:v>
                      </c:pt>
                      <c:pt idx="165">
                        <c:v>30.771403589999998</c:v>
                      </c:pt>
                      <c:pt idx="166">
                        <c:v>34.85447216</c:v>
                      </c:pt>
                      <c:pt idx="167">
                        <c:v>44.97377401</c:v>
                      </c:pt>
                      <c:pt idx="168">
                        <c:v>46.882098310000003</c:v>
                      </c:pt>
                      <c:pt idx="169">
                        <c:v>49.032228000000003</c:v>
                      </c:pt>
                      <c:pt idx="170">
                        <c:v>49.870248670000002</c:v>
                      </c:pt>
                      <c:pt idx="171">
                        <c:v>49.686178300000002</c:v>
                      </c:pt>
                      <c:pt idx="172">
                        <c:v>51.127135750000001</c:v>
                      </c:pt>
                      <c:pt idx="173">
                        <c:v>51.484802569999999</c:v>
                      </c:pt>
                      <c:pt idx="174">
                        <c:v>51.573561150000003</c:v>
                      </c:pt>
                      <c:pt idx="175">
                        <c:v>52.351094609999997</c:v>
                      </c:pt>
                      <c:pt idx="176">
                        <c:v>51.14525793</c:v>
                      </c:pt>
                      <c:pt idx="177">
                        <c:v>53.279301289999999</c:v>
                      </c:pt>
                      <c:pt idx="178">
                        <c:v>50.171831150000003</c:v>
                      </c:pt>
                      <c:pt idx="179">
                        <c:v>51.008185339999997</c:v>
                      </c:pt>
                      <c:pt idx="180">
                        <c:v>51.490830729999999</c:v>
                      </c:pt>
                      <c:pt idx="181">
                        <c:v>51.239762470000002</c:v>
                      </c:pt>
                      <c:pt idx="182">
                        <c:v>51.48384506</c:v>
                      </c:pt>
                      <c:pt idx="183">
                        <c:v>52.193730039999998</c:v>
                      </c:pt>
                      <c:pt idx="184">
                        <c:v>52.834452480000003</c:v>
                      </c:pt>
                      <c:pt idx="185">
                        <c:v>50.720120639999998</c:v>
                      </c:pt>
                      <c:pt idx="186">
                        <c:v>50.834776290000001</c:v>
                      </c:pt>
                      <c:pt idx="187">
                        <c:v>50.945359740000001</c:v>
                      </c:pt>
                      <c:pt idx="188">
                        <c:v>55.364599249999998</c:v>
                      </c:pt>
                      <c:pt idx="189">
                        <c:v>53.721280759999999</c:v>
                      </c:pt>
                      <c:pt idx="190">
                        <c:v>53.621171650000001</c:v>
                      </c:pt>
                      <c:pt idx="191">
                        <c:v>53.765399809999998</c:v>
                      </c:pt>
                      <c:pt idx="192">
                        <c:v>51.991944269999998</c:v>
                      </c:pt>
                      <c:pt idx="193">
                        <c:v>52.2419498</c:v>
                      </c:pt>
                      <c:pt idx="194">
                        <c:v>50.961144249999997</c:v>
                      </c:pt>
                      <c:pt idx="195">
                        <c:v>54.040784019999997</c:v>
                      </c:pt>
                      <c:pt idx="196">
                        <c:v>50.965952440000002</c:v>
                      </c:pt>
                      <c:pt idx="197">
                        <c:v>49.228000139999999</c:v>
                      </c:pt>
                      <c:pt idx="198">
                        <c:v>51.616479140000003</c:v>
                      </c:pt>
                      <c:pt idx="199">
                        <c:v>49.085681649999998</c:v>
                      </c:pt>
                      <c:pt idx="200">
                        <c:v>48.728429720000001</c:v>
                      </c:pt>
                      <c:pt idx="201">
                        <c:v>49.546589330000003</c:v>
                      </c:pt>
                      <c:pt idx="202">
                        <c:v>48.784737329999999</c:v>
                      </c:pt>
                      <c:pt idx="203">
                        <c:v>51.146400450000002</c:v>
                      </c:pt>
                      <c:pt idx="204">
                        <c:v>53.403023900000001</c:v>
                      </c:pt>
                      <c:pt idx="205">
                        <c:v>53.806801499999999</c:v>
                      </c:pt>
                      <c:pt idx="206">
                        <c:v>51.754218829999999</c:v>
                      </c:pt>
                      <c:pt idx="207">
                        <c:v>50.792749139999998</c:v>
                      </c:pt>
                      <c:pt idx="208">
                        <c:v>52.711936999999999</c:v>
                      </c:pt>
                      <c:pt idx="209">
                        <c:v>53.834989280000002</c:v>
                      </c:pt>
                      <c:pt idx="210">
                        <c:v>52.663815169999999</c:v>
                      </c:pt>
                      <c:pt idx="211">
                        <c:v>52.438896669999998</c:v>
                      </c:pt>
                      <c:pt idx="212">
                        <c:v>53.042432249999997</c:v>
                      </c:pt>
                      <c:pt idx="213">
                        <c:v>51.956791889999998</c:v>
                      </c:pt>
                      <c:pt idx="214">
                        <c:v>50.51502404</c:v>
                      </c:pt>
                      <c:pt idx="215">
                        <c:v>50.011845719999997</c:v>
                      </c:pt>
                      <c:pt idx="216">
                        <c:v>50.571013989999997</c:v>
                      </c:pt>
                      <c:pt idx="217">
                        <c:v>51.819139440000001</c:v>
                      </c:pt>
                      <c:pt idx="218">
                        <c:v>54.056023500000002</c:v>
                      </c:pt>
                      <c:pt idx="219">
                        <c:v>53.668271189999999</c:v>
                      </c:pt>
                      <c:pt idx="220">
                        <c:v>51.516431279999999</c:v>
                      </c:pt>
                      <c:pt idx="221">
                        <c:v>51.137052679999996</c:v>
                      </c:pt>
                      <c:pt idx="222">
                        <c:v>51.58138786</c:v>
                      </c:pt>
                      <c:pt idx="223">
                        <c:v>51.751430020000001</c:v>
                      </c:pt>
                      <c:pt idx="224">
                        <c:v>52.806164500000001</c:v>
                      </c:pt>
                      <c:pt idx="225">
                        <c:v>54.522411959999999</c:v>
                      </c:pt>
                      <c:pt idx="226">
                        <c:v>56.222188119999998</c:v>
                      </c:pt>
                      <c:pt idx="227">
                        <c:v>51.00104288</c:v>
                      </c:pt>
                      <c:pt idx="228">
                        <c:v>49.415744789999998</c:v>
                      </c:pt>
                      <c:pt idx="229">
                        <c:v>55.378999829999998</c:v>
                      </c:pt>
                      <c:pt idx="230">
                        <c:v>51.85083873</c:v>
                      </c:pt>
                      <c:pt idx="231">
                        <c:v>52.415259740000003</c:v>
                      </c:pt>
                      <c:pt idx="232">
                        <c:v>54.535793529999999</c:v>
                      </c:pt>
                      <c:pt idx="233">
                        <c:v>55.630877429999998</c:v>
                      </c:pt>
                      <c:pt idx="234">
                        <c:v>51.61971724</c:v>
                      </c:pt>
                      <c:pt idx="235">
                        <c:v>51.346516430000001</c:v>
                      </c:pt>
                      <c:pt idx="236">
                        <c:v>50.667802930000001</c:v>
                      </c:pt>
                      <c:pt idx="237">
                        <c:v>53.743018599999999</c:v>
                      </c:pt>
                      <c:pt idx="238">
                        <c:v>53.385722860000001</c:v>
                      </c:pt>
                      <c:pt idx="239">
                        <c:v>53.90164043</c:v>
                      </c:pt>
                      <c:pt idx="240">
                        <c:v>56.130484170000003</c:v>
                      </c:pt>
                      <c:pt idx="241">
                        <c:v>54.564444559999998</c:v>
                      </c:pt>
                      <c:pt idx="242">
                        <c:v>53.631130550000002</c:v>
                      </c:pt>
                      <c:pt idx="243">
                        <c:v>53.309644710000001</c:v>
                      </c:pt>
                      <c:pt idx="244">
                        <c:v>55.026953769999999</c:v>
                      </c:pt>
                      <c:pt idx="245">
                        <c:v>53.375516789999999</c:v>
                      </c:pt>
                      <c:pt idx="246">
                        <c:v>54.116818189999996</c:v>
                      </c:pt>
                      <c:pt idx="247">
                        <c:v>56.570043490000003</c:v>
                      </c:pt>
                      <c:pt idx="248">
                        <c:v>53.357518020000001</c:v>
                      </c:pt>
                      <c:pt idx="249">
                        <c:v>54.177025110000002</c:v>
                      </c:pt>
                      <c:pt idx="250">
                        <c:v>54.141018250000002</c:v>
                      </c:pt>
                      <c:pt idx="251">
                        <c:v>55.324698069999997</c:v>
                      </c:pt>
                      <c:pt idx="252">
                        <c:v>55.556955979999998</c:v>
                      </c:pt>
                      <c:pt idx="253">
                        <c:v>56.058456300000003</c:v>
                      </c:pt>
                      <c:pt idx="254">
                        <c:v>55.741413049999998</c:v>
                      </c:pt>
                      <c:pt idx="255">
                        <c:v>57.169454420000001</c:v>
                      </c:pt>
                      <c:pt idx="256">
                        <c:v>54.957689160000001</c:v>
                      </c:pt>
                      <c:pt idx="257">
                        <c:v>55.197239680000003</c:v>
                      </c:pt>
                      <c:pt idx="258">
                        <c:v>54.970309810000003</c:v>
                      </c:pt>
                      <c:pt idx="259">
                        <c:v>55.696315920000004</c:v>
                      </c:pt>
                      <c:pt idx="260">
                        <c:v>56.40539407</c:v>
                      </c:pt>
                      <c:pt idx="261">
                        <c:v>54.205598139999999</c:v>
                      </c:pt>
                      <c:pt idx="262">
                        <c:v>54.22516529</c:v>
                      </c:pt>
                      <c:pt idx="263">
                        <c:v>53.770546009999997</c:v>
                      </c:pt>
                      <c:pt idx="264">
                        <c:v>52.632755330000002</c:v>
                      </c:pt>
                      <c:pt idx="265">
                        <c:v>55.017172729999999</c:v>
                      </c:pt>
                      <c:pt idx="266">
                        <c:v>55.571315439999999</c:v>
                      </c:pt>
                      <c:pt idx="267">
                        <c:v>54.883225779999997</c:v>
                      </c:pt>
                      <c:pt idx="268">
                        <c:v>54.93895998</c:v>
                      </c:pt>
                      <c:pt idx="269">
                        <c:v>54.471118109999999</c:v>
                      </c:pt>
                      <c:pt idx="270">
                        <c:v>54.163070089999998</c:v>
                      </c:pt>
                      <c:pt idx="271">
                        <c:v>56.363025309999998</c:v>
                      </c:pt>
                      <c:pt idx="272">
                        <c:v>54.0926063</c:v>
                      </c:pt>
                      <c:pt idx="273">
                        <c:v>56.126044819999997</c:v>
                      </c:pt>
                      <c:pt idx="274">
                        <c:v>57.646028180000002</c:v>
                      </c:pt>
                      <c:pt idx="275">
                        <c:v>56.380947890000002</c:v>
                      </c:pt>
                      <c:pt idx="276">
                        <c:v>54.746283769999998</c:v>
                      </c:pt>
                      <c:pt idx="277">
                        <c:v>55.329583390000003</c:v>
                      </c:pt>
                      <c:pt idx="278">
                        <c:v>56.620970900000003</c:v>
                      </c:pt>
                      <c:pt idx="279">
                        <c:v>54.978681819999998</c:v>
                      </c:pt>
                      <c:pt idx="280">
                        <c:v>56.092090200000001</c:v>
                      </c:pt>
                      <c:pt idx="281">
                        <c:v>56.470206959999999</c:v>
                      </c:pt>
                      <c:pt idx="282">
                        <c:v>57.900362819999998</c:v>
                      </c:pt>
                      <c:pt idx="283">
                        <c:v>55.42866729</c:v>
                      </c:pt>
                      <c:pt idx="284">
                        <c:v>55.412309950000001</c:v>
                      </c:pt>
                      <c:pt idx="285">
                        <c:v>58.308101219999998</c:v>
                      </c:pt>
                      <c:pt idx="286">
                        <c:v>56.027626580000003</c:v>
                      </c:pt>
                      <c:pt idx="287">
                        <c:v>57.5771145</c:v>
                      </c:pt>
                      <c:pt idx="288">
                        <c:v>57.100993510000002</c:v>
                      </c:pt>
                      <c:pt idx="289">
                        <c:v>58.344180540000004</c:v>
                      </c:pt>
                      <c:pt idx="290">
                        <c:v>55.964102699999998</c:v>
                      </c:pt>
                      <c:pt idx="291">
                        <c:v>53.677792080000003</c:v>
                      </c:pt>
                      <c:pt idx="292">
                        <c:v>56.559565849999998</c:v>
                      </c:pt>
                      <c:pt idx="293">
                        <c:v>55.25798494</c:v>
                      </c:pt>
                      <c:pt idx="294">
                        <c:v>55.942406249999998</c:v>
                      </c:pt>
                      <c:pt idx="295">
                        <c:v>57.45888351</c:v>
                      </c:pt>
                      <c:pt idx="296">
                        <c:v>56.124626679999999</c:v>
                      </c:pt>
                      <c:pt idx="297">
                        <c:v>56.30964926</c:v>
                      </c:pt>
                      <c:pt idx="298">
                        <c:v>58.160879540000003</c:v>
                      </c:pt>
                      <c:pt idx="299">
                        <c:v>57.522962900000003</c:v>
                      </c:pt>
                      <c:pt idx="300">
                        <c:v>57.942274339999997</c:v>
                      </c:pt>
                      <c:pt idx="301">
                        <c:v>58.598592930000002</c:v>
                      </c:pt>
                      <c:pt idx="302">
                        <c:v>58.203143789999999</c:v>
                      </c:pt>
                      <c:pt idx="303">
                        <c:v>56.804903619999997</c:v>
                      </c:pt>
                      <c:pt idx="304">
                        <c:v>55.38594878</c:v>
                      </c:pt>
                      <c:pt idx="305">
                        <c:v>55.577003050000002</c:v>
                      </c:pt>
                      <c:pt idx="306">
                        <c:v>55.594597810000003</c:v>
                      </c:pt>
                      <c:pt idx="307">
                        <c:v>56.238082470000002</c:v>
                      </c:pt>
                      <c:pt idx="308">
                        <c:v>56.382628920000002</c:v>
                      </c:pt>
                      <c:pt idx="309">
                        <c:v>57.152123920000001</c:v>
                      </c:pt>
                      <c:pt idx="310">
                        <c:v>56.414749659999998</c:v>
                      </c:pt>
                      <c:pt idx="311">
                        <c:v>55.734527579999998</c:v>
                      </c:pt>
                      <c:pt idx="312">
                        <c:v>54.73763142</c:v>
                      </c:pt>
                      <c:pt idx="313">
                        <c:v>56.309829620000002</c:v>
                      </c:pt>
                      <c:pt idx="314">
                        <c:v>54.671756479999999</c:v>
                      </c:pt>
                      <c:pt idx="315">
                        <c:v>60.115619879999997</c:v>
                      </c:pt>
                      <c:pt idx="316">
                        <c:v>58.734267799999998</c:v>
                      </c:pt>
                      <c:pt idx="317">
                        <c:v>58.23750115</c:v>
                      </c:pt>
                      <c:pt idx="318">
                        <c:v>56.187504349999998</c:v>
                      </c:pt>
                      <c:pt idx="319">
                        <c:v>53.800145499999999</c:v>
                      </c:pt>
                      <c:pt idx="320">
                        <c:v>53.71586679</c:v>
                      </c:pt>
                      <c:pt idx="321">
                        <c:v>54.830416360000001</c:v>
                      </c:pt>
                      <c:pt idx="322">
                        <c:v>55.202520589999999</c:v>
                      </c:pt>
                      <c:pt idx="323">
                        <c:v>56.181641419999998</c:v>
                      </c:pt>
                      <c:pt idx="324">
                        <c:v>57.754973229999997</c:v>
                      </c:pt>
                      <c:pt idx="325">
                        <c:v>56.631259280000002</c:v>
                      </c:pt>
                      <c:pt idx="326">
                        <c:v>57.092173019999997</c:v>
                      </c:pt>
                      <c:pt idx="327">
                        <c:v>56.87202078</c:v>
                      </c:pt>
                      <c:pt idx="328">
                        <c:v>56.511725380000001</c:v>
                      </c:pt>
                      <c:pt idx="329">
                        <c:v>57.352403330000001</c:v>
                      </c:pt>
                      <c:pt idx="330">
                        <c:v>59.442611100000001</c:v>
                      </c:pt>
                      <c:pt idx="331">
                        <c:v>57.00065961</c:v>
                      </c:pt>
                      <c:pt idx="332">
                        <c:v>55.855216210000002</c:v>
                      </c:pt>
                      <c:pt idx="333">
                        <c:v>56.325834360000002</c:v>
                      </c:pt>
                      <c:pt idx="334">
                        <c:v>55.948759520000003</c:v>
                      </c:pt>
                      <c:pt idx="335">
                        <c:v>55.322107940000002</c:v>
                      </c:pt>
                      <c:pt idx="336">
                        <c:v>51.82301837</c:v>
                      </c:pt>
                      <c:pt idx="337">
                        <c:v>57.405435789999999</c:v>
                      </c:pt>
                      <c:pt idx="338">
                        <c:v>58.761314249999998</c:v>
                      </c:pt>
                      <c:pt idx="339">
                        <c:v>55.203684500000001</c:v>
                      </c:pt>
                      <c:pt idx="340">
                        <c:v>53.7348669</c:v>
                      </c:pt>
                      <c:pt idx="341">
                        <c:v>55.625550150000002</c:v>
                      </c:pt>
                      <c:pt idx="342">
                        <c:v>58.531700239999999</c:v>
                      </c:pt>
                      <c:pt idx="343">
                        <c:v>56.811748629999997</c:v>
                      </c:pt>
                      <c:pt idx="344">
                        <c:v>56.118247230000001</c:v>
                      </c:pt>
                      <c:pt idx="345">
                        <c:v>57.998022810000002</c:v>
                      </c:pt>
                      <c:pt idx="346">
                        <c:v>56.596213249999998</c:v>
                      </c:pt>
                      <c:pt idx="347">
                        <c:v>55.809653019999999</c:v>
                      </c:pt>
                      <c:pt idx="348">
                        <c:v>56.67729825</c:v>
                      </c:pt>
                      <c:pt idx="349">
                        <c:v>56.112456450000003</c:v>
                      </c:pt>
                      <c:pt idx="350">
                        <c:v>56.0655857</c:v>
                      </c:pt>
                      <c:pt idx="351">
                        <c:v>57.410090850000003</c:v>
                      </c:pt>
                      <c:pt idx="352">
                        <c:v>57.947411950000003</c:v>
                      </c:pt>
                      <c:pt idx="353">
                        <c:v>55.017160019999999</c:v>
                      </c:pt>
                      <c:pt idx="354">
                        <c:v>53.928235409999999</c:v>
                      </c:pt>
                      <c:pt idx="355">
                        <c:v>55.95139348</c:v>
                      </c:pt>
                      <c:pt idx="356">
                        <c:v>55.91251235</c:v>
                      </c:pt>
                      <c:pt idx="357">
                        <c:v>57.928329810000001</c:v>
                      </c:pt>
                      <c:pt idx="358">
                        <c:v>57.410200250000003</c:v>
                      </c:pt>
                      <c:pt idx="359">
                        <c:v>59.062213180000001</c:v>
                      </c:pt>
                      <c:pt idx="360">
                        <c:v>56.351022870000001</c:v>
                      </c:pt>
                      <c:pt idx="361">
                        <c:v>54.754476969999999</c:v>
                      </c:pt>
                      <c:pt idx="362">
                        <c:v>55.136265629999997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C951-49D2-A817-4722DE2E5467}"/>
                  </c:ext>
                </c:extLst>
              </c15:ser>
            </c15:filteredLineSeries>
            <c15:filteredLine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Sheet1!$F$1</c15:sqref>
                        </c15:formulaRef>
                      </c:ext>
                    </c:extLst>
                    <c:strCache>
                      <c:ptCount val="1"/>
                      <c:pt idx="0">
                        <c:v>GAM Region</c:v>
                      </c:pt>
                    </c:strCache>
                  </c:strRef>
                </c:tx>
                <c:spPr>
                  <a:ln w="28575" cap="rnd">
                    <a:solidFill>
                      <a:schemeClr val="accent5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Sheet1!$A$2:$A$364</c15:sqref>
                        </c15:formulaRef>
                      </c:ext>
                    </c:extLst>
                    <c:numCache>
                      <c:formatCode>m/d/yyyy</c:formatCode>
                      <c:ptCount val="363"/>
                      <c:pt idx="0">
                        <c:v>45828</c:v>
                      </c:pt>
                      <c:pt idx="1">
                        <c:v>45829</c:v>
                      </c:pt>
                      <c:pt idx="2">
                        <c:v>45830</c:v>
                      </c:pt>
                      <c:pt idx="3">
                        <c:v>45831</c:v>
                      </c:pt>
                      <c:pt idx="4">
                        <c:v>45832</c:v>
                      </c:pt>
                      <c:pt idx="5">
                        <c:v>45833</c:v>
                      </c:pt>
                      <c:pt idx="6">
                        <c:v>45834</c:v>
                      </c:pt>
                      <c:pt idx="7">
                        <c:v>45835</c:v>
                      </c:pt>
                      <c:pt idx="8">
                        <c:v>45836</c:v>
                      </c:pt>
                      <c:pt idx="9">
                        <c:v>45837</c:v>
                      </c:pt>
                      <c:pt idx="10">
                        <c:v>45838</c:v>
                      </c:pt>
                      <c:pt idx="11">
                        <c:v>45839</c:v>
                      </c:pt>
                      <c:pt idx="12">
                        <c:v>45840</c:v>
                      </c:pt>
                      <c:pt idx="13">
                        <c:v>45841</c:v>
                      </c:pt>
                      <c:pt idx="14">
                        <c:v>45842</c:v>
                      </c:pt>
                      <c:pt idx="15">
                        <c:v>45843</c:v>
                      </c:pt>
                      <c:pt idx="16">
                        <c:v>45844</c:v>
                      </c:pt>
                      <c:pt idx="17">
                        <c:v>45845</c:v>
                      </c:pt>
                      <c:pt idx="18">
                        <c:v>45846</c:v>
                      </c:pt>
                      <c:pt idx="19">
                        <c:v>45847</c:v>
                      </c:pt>
                      <c:pt idx="20">
                        <c:v>45848</c:v>
                      </c:pt>
                      <c:pt idx="21">
                        <c:v>45849</c:v>
                      </c:pt>
                      <c:pt idx="22">
                        <c:v>45850</c:v>
                      </c:pt>
                      <c:pt idx="23">
                        <c:v>45851</c:v>
                      </c:pt>
                      <c:pt idx="24">
                        <c:v>45852</c:v>
                      </c:pt>
                      <c:pt idx="25">
                        <c:v>45853</c:v>
                      </c:pt>
                      <c:pt idx="26">
                        <c:v>45854</c:v>
                      </c:pt>
                      <c:pt idx="27">
                        <c:v>45855</c:v>
                      </c:pt>
                      <c:pt idx="28">
                        <c:v>45856</c:v>
                      </c:pt>
                      <c:pt idx="29">
                        <c:v>45857</c:v>
                      </c:pt>
                      <c:pt idx="30">
                        <c:v>45858</c:v>
                      </c:pt>
                      <c:pt idx="31">
                        <c:v>45859</c:v>
                      </c:pt>
                      <c:pt idx="32">
                        <c:v>45860</c:v>
                      </c:pt>
                      <c:pt idx="33">
                        <c:v>45861</c:v>
                      </c:pt>
                      <c:pt idx="34">
                        <c:v>45862</c:v>
                      </c:pt>
                      <c:pt idx="35">
                        <c:v>45863</c:v>
                      </c:pt>
                      <c:pt idx="36">
                        <c:v>45864</c:v>
                      </c:pt>
                      <c:pt idx="37">
                        <c:v>45865</c:v>
                      </c:pt>
                      <c:pt idx="38">
                        <c:v>45866</c:v>
                      </c:pt>
                      <c:pt idx="39">
                        <c:v>45867</c:v>
                      </c:pt>
                      <c:pt idx="40">
                        <c:v>45868</c:v>
                      </c:pt>
                      <c:pt idx="41">
                        <c:v>45869</c:v>
                      </c:pt>
                      <c:pt idx="42">
                        <c:v>45870</c:v>
                      </c:pt>
                      <c:pt idx="43">
                        <c:v>45871</c:v>
                      </c:pt>
                      <c:pt idx="44">
                        <c:v>45872</c:v>
                      </c:pt>
                      <c:pt idx="45">
                        <c:v>45873</c:v>
                      </c:pt>
                      <c:pt idx="46">
                        <c:v>45874</c:v>
                      </c:pt>
                      <c:pt idx="47">
                        <c:v>45875</c:v>
                      </c:pt>
                      <c:pt idx="48">
                        <c:v>45876</c:v>
                      </c:pt>
                      <c:pt idx="49">
                        <c:v>45877</c:v>
                      </c:pt>
                      <c:pt idx="50">
                        <c:v>45878</c:v>
                      </c:pt>
                      <c:pt idx="51">
                        <c:v>45879</c:v>
                      </c:pt>
                      <c:pt idx="52">
                        <c:v>45880</c:v>
                      </c:pt>
                      <c:pt idx="53">
                        <c:v>45881</c:v>
                      </c:pt>
                      <c:pt idx="54">
                        <c:v>45882</c:v>
                      </c:pt>
                      <c:pt idx="55">
                        <c:v>45883</c:v>
                      </c:pt>
                      <c:pt idx="56">
                        <c:v>45884</c:v>
                      </c:pt>
                      <c:pt idx="57">
                        <c:v>45885</c:v>
                      </c:pt>
                      <c:pt idx="58">
                        <c:v>45886</c:v>
                      </c:pt>
                      <c:pt idx="59">
                        <c:v>45887</c:v>
                      </c:pt>
                      <c:pt idx="60">
                        <c:v>45888</c:v>
                      </c:pt>
                      <c:pt idx="61">
                        <c:v>45889</c:v>
                      </c:pt>
                      <c:pt idx="62">
                        <c:v>45890</c:v>
                      </c:pt>
                      <c:pt idx="63">
                        <c:v>45891</c:v>
                      </c:pt>
                      <c:pt idx="64">
                        <c:v>45892</c:v>
                      </c:pt>
                      <c:pt idx="65">
                        <c:v>45893</c:v>
                      </c:pt>
                      <c:pt idx="66">
                        <c:v>45894</c:v>
                      </c:pt>
                      <c:pt idx="67">
                        <c:v>45895</c:v>
                      </c:pt>
                      <c:pt idx="68">
                        <c:v>45896</c:v>
                      </c:pt>
                      <c:pt idx="69">
                        <c:v>45897</c:v>
                      </c:pt>
                      <c:pt idx="70">
                        <c:v>45898</c:v>
                      </c:pt>
                      <c:pt idx="71">
                        <c:v>45899</c:v>
                      </c:pt>
                      <c:pt idx="72">
                        <c:v>45900</c:v>
                      </c:pt>
                      <c:pt idx="73">
                        <c:v>45901</c:v>
                      </c:pt>
                      <c:pt idx="74">
                        <c:v>45902</c:v>
                      </c:pt>
                      <c:pt idx="75">
                        <c:v>45903</c:v>
                      </c:pt>
                      <c:pt idx="76">
                        <c:v>45904</c:v>
                      </c:pt>
                      <c:pt idx="77">
                        <c:v>45905</c:v>
                      </c:pt>
                      <c:pt idx="78">
                        <c:v>45906</c:v>
                      </c:pt>
                      <c:pt idx="79">
                        <c:v>45907</c:v>
                      </c:pt>
                      <c:pt idx="80">
                        <c:v>45908</c:v>
                      </c:pt>
                      <c:pt idx="81">
                        <c:v>45909</c:v>
                      </c:pt>
                      <c:pt idx="82">
                        <c:v>45910</c:v>
                      </c:pt>
                      <c:pt idx="83">
                        <c:v>45911</c:v>
                      </c:pt>
                      <c:pt idx="84">
                        <c:v>45912</c:v>
                      </c:pt>
                      <c:pt idx="85">
                        <c:v>45913</c:v>
                      </c:pt>
                      <c:pt idx="86">
                        <c:v>45914</c:v>
                      </c:pt>
                      <c:pt idx="87">
                        <c:v>45915</c:v>
                      </c:pt>
                      <c:pt idx="88">
                        <c:v>45916</c:v>
                      </c:pt>
                      <c:pt idx="89">
                        <c:v>45917</c:v>
                      </c:pt>
                      <c:pt idx="90">
                        <c:v>45918</c:v>
                      </c:pt>
                      <c:pt idx="91">
                        <c:v>45919</c:v>
                      </c:pt>
                      <c:pt idx="92">
                        <c:v>45920</c:v>
                      </c:pt>
                      <c:pt idx="93">
                        <c:v>45921</c:v>
                      </c:pt>
                      <c:pt idx="94">
                        <c:v>45922</c:v>
                      </c:pt>
                      <c:pt idx="95">
                        <c:v>45923</c:v>
                      </c:pt>
                      <c:pt idx="96">
                        <c:v>45924</c:v>
                      </c:pt>
                      <c:pt idx="97">
                        <c:v>45925</c:v>
                      </c:pt>
                      <c:pt idx="98">
                        <c:v>45926</c:v>
                      </c:pt>
                      <c:pt idx="99">
                        <c:v>45927</c:v>
                      </c:pt>
                      <c:pt idx="100">
                        <c:v>45928</c:v>
                      </c:pt>
                      <c:pt idx="101">
                        <c:v>45929</c:v>
                      </c:pt>
                      <c:pt idx="102">
                        <c:v>45930</c:v>
                      </c:pt>
                      <c:pt idx="103">
                        <c:v>45931</c:v>
                      </c:pt>
                      <c:pt idx="104">
                        <c:v>45932</c:v>
                      </c:pt>
                      <c:pt idx="105">
                        <c:v>45933</c:v>
                      </c:pt>
                      <c:pt idx="106">
                        <c:v>45934</c:v>
                      </c:pt>
                      <c:pt idx="107">
                        <c:v>45935</c:v>
                      </c:pt>
                      <c:pt idx="108">
                        <c:v>45936</c:v>
                      </c:pt>
                      <c:pt idx="109">
                        <c:v>45937</c:v>
                      </c:pt>
                      <c:pt idx="110">
                        <c:v>45938</c:v>
                      </c:pt>
                      <c:pt idx="111">
                        <c:v>45939</c:v>
                      </c:pt>
                      <c:pt idx="112">
                        <c:v>45940</c:v>
                      </c:pt>
                      <c:pt idx="113">
                        <c:v>45941</c:v>
                      </c:pt>
                      <c:pt idx="114">
                        <c:v>45942</c:v>
                      </c:pt>
                      <c:pt idx="115">
                        <c:v>45943</c:v>
                      </c:pt>
                      <c:pt idx="116">
                        <c:v>45944</c:v>
                      </c:pt>
                      <c:pt idx="117">
                        <c:v>45945</c:v>
                      </c:pt>
                      <c:pt idx="118">
                        <c:v>45946</c:v>
                      </c:pt>
                      <c:pt idx="119">
                        <c:v>45947</c:v>
                      </c:pt>
                      <c:pt idx="120">
                        <c:v>45948</c:v>
                      </c:pt>
                      <c:pt idx="121">
                        <c:v>45949</c:v>
                      </c:pt>
                      <c:pt idx="122">
                        <c:v>45950</c:v>
                      </c:pt>
                      <c:pt idx="123">
                        <c:v>45951</c:v>
                      </c:pt>
                      <c:pt idx="124">
                        <c:v>45952</c:v>
                      </c:pt>
                      <c:pt idx="125">
                        <c:v>45953</c:v>
                      </c:pt>
                      <c:pt idx="126">
                        <c:v>45954</c:v>
                      </c:pt>
                      <c:pt idx="127">
                        <c:v>45955</c:v>
                      </c:pt>
                      <c:pt idx="128">
                        <c:v>45956</c:v>
                      </c:pt>
                      <c:pt idx="129">
                        <c:v>45957</c:v>
                      </c:pt>
                      <c:pt idx="130">
                        <c:v>45958</c:v>
                      </c:pt>
                      <c:pt idx="131">
                        <c:v>45959</c:v>
                      </c:pt>
                      <c:pt idx="132">
                        <c:v>45960</c:v>
                      </c:pt>
                      <c:pt idx="133">
                        <c:v>45961</c:v>
                      </c:pt>
                      <c:pt idx="134">
                        <c:v>45962</c:v>
                      </c:pt>
                      <c:pt idx="135">
                        <c:v>45963</c:v>
                      </c:pt>
                      <c:pt idx="136">
                        <c:v>45964</c:v>
                      </c:pt>
                      <c:pt idx="137">
                        <c:v>45965</c:v>
                      </c:pt>
                      <c:pt idx="138">
                        <c:v>45966</c:v>
                      </c:pt>
                      <c:pt idx="139">
                        <c:v>45967</c:v>
                      </c:pt>
                      <c:pt idx="140">
                        <c:v>45968</c:v>
                      </c:pt>
                      <c:pt idx="141">
                        <c:v>45969</c:v>
                      </c:pt>
                      <c:pt idx="142">
                        <c:v>45970</c:v>
                      </c:pt>
                      <c:pt idx="143">
                        <c:v>45971</c:v>
                      </c:pt>
                      <c:pt idx="144">
                        <c:v>45972</c:v>
                      </c:pt>
                      <c:pt idx="145">
                        <c:v>45973</c:v>
                      </c:pt>
                      <c:pt idx="146">
                        <c:v>45974</c:v>
                      </c:pt>
                      <c:pt idx="147">
                        <c:v>45975</c:v>
                      </c:pt>
                      <c:pt idx="148">
                        <c:v>45976</c:v>
                      </c:pt>
                      <c:pt idx="149">
                        <c:v>45977</c:v>
                      </c:pt>
                      <c:pt idx="150">
                        <c:v>45978</c:v>
                      </c:pt>
                      <c:pt idx="151">
                        <c:v>45979</c:v>
                      </c:pt>
                      <c:pt idx="152">
                        <c:v>45980</c:v>
                      </c:pt>
                      <c:pt idx="153">
                        <c:v>45981</c:v>
                      </c:pt>
                      <c:pt idx="154">
                        <c:v>45982</c:v>
                      </c:pt>
                      <c:pt idx="155">
                        <c:v>45983</c:v>
                      </c:pt>
                      <c:pt idx="156">
                        <c:v>45984</c:v>
                      </c:pt>
                      <c:pt idx="157">
                        <c:v>45985</c:v>
                      </c:pt>
                      <c:pt idx="158">
                        <c:v>45986</c:v>
                      </c:pt>
                      <c:pt idx="159">
                        <c:v>45987</c:v>
                      </c:pt>
                      <c:pt idx="160">
                        <c:v>45988</c:v>
                      </c:pt>
                      <c:pt idx="161">
                        <c:v>45989</c:v>
                      </c:pt>
                      <c:pt idx="162">
                        <c:v>45990</c:v>
                      </c:pt>
                      <c:pt idx="163">
                        <c:v>45991</c:v>
                      </c:pt>
                      <c:pt idx="164">
                        <c:v>45992</c:v>
                      </c:pt>
                      <c:pt idx="165">
                        <c:v>45993</c:v>
                      </c:pt>
                      <c:pt idx="166">
                        <c:v>45994</c:v>
                      </c:pt>
                      <c:pt idx="167">
                        <c:v>45995</c:v>
                      </c:pt>
                      <c:pt idx="168">
                        <c:v>45996</c:v>
                      </c:pt>
                      <c:pt idx="169">
                        <c:v>45997</c:v>
                      </c:pt>
                      <c:pt idx="170">
                        <c:v>45998</c:v>
                      </c:pt>
                      <c:pt idx="171">
                        <c:v>45999</c:v>
                      </c:pt>
                      <c:pt idx="172">
                        <c:v>46000</c:v>
                      </c:pt>
                      <c:pt idx="173">
                        <c:v>46001</c:v>
                      </c:pt>
                      <c:pt idx="174">
                        <c:v>46002</c:v>
                      </c:pt>
                      <c:pt idx="175">
                        <c:v>46003</c:v>
                      </c:pt>
                      <c:pt idx="176">
                        <c:v>46004</c:v>
                      </c:pt>
                      <c:pt idx="177">
                        <c:v>46005</c:v>
                      </c:pt>
                      <c:pt idx="178">
                        <c:v>46006</c:v>
                      </c:pt>
                      <c:pt idx="179">
                        <c:v>46007</c:v>
                      </c:pt>
                      <c:pt idx="180">
                        <c:v>46008</c:v>
                      </c:pt>
                      <c:pt idx="181">
                        <c:v>46009</c:v>
                      </c:pt>
                      <c:pt idx="182">
                        <c:v>46010</c:v>
                      </c:pt>
                      <c:pt idx="183">
                        <c:v>46011</c:v>
                      </c:pt>
                      <c:pt idx="184">
                        <c:v>46012</c:v>
                      </c:pt>
                      <c:pt idx="185">
                        <c:v>46013</c:v>
                      </c:pt>
                      <c:pt idx="186">
                        <c:v>46014</c:v>
                      </c:pt>
                      <c:pt idx="187">
                        <c:v>46015</c:v>
                      </c:pt>
                      <c:pt idx="188">
                        <c:v>46016</c:v>
                      </c:pt>
                      <c:pt idx="189">
                        <c:v>46017</c:v>
                      </c:pt>
                      <c:pt idx="190">
                        <c:v>46018</c:v>
                      </c:pt>
                      <c:pt idx="191">
                        <c:v>46019</c:v>
                      </c:pt>
                      <c:pt idx="192">
                        <c:v>46020</c:v>
                      </c:pt>
                      <c:pt idx="193">
                        <c:v>46021</c:v>
                      </c:pt>
                      <c:pt idx="194">
                        <c:v>46022</c:v>
                      </c:pt>
                      <c:pt idx="195">
                        <c:v>46023</c:v>
                      </c:pt>
                      <c:pt idx="196">
                        <c:v>46024</c:v>
                      </c:pt>
                      <c:pt idx="197">
                        <c:v>46025</c:v>
                      </c:pt>
                      <c:pt idx="198">
                        <c:v>46026</c:v>
                      </c:pt>
                      <c:pt idx="199">
                        <c:v>46027</c:v>
                      </c:pt>
                      <c:pt idx="200">
                        <c:v>46028</c:v>
                      </c:pt>
                      <c:pt idx="201">
                        <c:v>46029</c:v>
                      </c:pt>
                      <c:pt idx="202">
                        <c:v>46030</c:v>
                      </c:pt>
                      <c:pt idx="203">
                        <c:v>46031</c:v>
                      </c:pt>
                      <c:pt idx="204">
                        <c:v>46032</c:v>
                      </c:pt>
                      <c:pt idx="205">
                        <c:v>46033</c:v>
                      </c:pt>
                      <c:pt idx="206">
                        <c:v>46034</c:v>
                      </c:pt>
                      <c:pt idx="207">
                        <c:v>46035</c:v>
                      </c:pt>
                      <c:pt idx="208">
                        <c:v>46036</c:v>
                      </c:pt>
                      <c:pt idx="209">
                        <c:v>46037</c:v>
                      </c:pt>
                      <c:pt idx="210">
                        <c:v>46038</c:v>
                      </c:pt>
                      <c:pt idx="211">
                        <c:v>46039</c:v>
                      </c:pt>
                      <c:pt idx="212">
                        <c:v>46040</c:v>
                      </c:pt>
                      <c:pt idx="213">
                        <c:v>46041</c:v>
                      </c:pt>
                      <c:pt idx="214">
                        <c:v>46042</c:v>
                      </c:pt>
                      <c:pt idx="215">
                        <c:v>46043</c:v>
                      </c:pt>
                      <c:pt idx="216">
                        <c:v>46044</c:v>
                      </c:pt>
                      <c:pt idx="217">
                        <c:v>46045</c:v>
                      </c:pt>
                      <c:pt idx="218">
                        <c:v>46046</c:v>
                      </c:pt>
                      <c:pt idx="219">
                        <c:v>46047</c:v>
                      </c:pt>
                      <c:pt idx="220">
                        <c:v>46048</c:v>
                      </c:pt>
                      <c:pt idx="221">
                        <c:v>46049</c:v>
                      </c:pt>
                      <c:pt idx="222">
                        <c:v>46050</c:v>
                      </c:pt>
                      <c:pt idx="223">
                        <c:v>46051</c:v>
                      </c:pt>
                      <c:pt idx="224">
                        <c:v>46052</c:v>
                      </c:pt>
                      <c:pt idx="225">
                        <c:v>46053</c:v>
                      </c:pt>
                      <c:pt idx="226">
                        <c:v>46054</c:v>
                      </c:pt>
                      <c:pt idx="227">
                        <c:v>46055</c:v>
                      </c:pt>
                      <c:pt idx="228">
                        <c:v>46056</c:v>
                      </c:pt>
                      <c:pt idx="229">
                        <c:v>46057</c:v>
                      </c:pt>
                      <c:pt idx="230">
                        <c:v>46058</c:v>
                      </c:pt>
                      <c:pt idx="231">
                        <c:v>46059</c:v>
                      </c:pt>
                      <c:pt idx="232">
                        <c:v>46060</c:v>
                      </c:pt>
                      <c:pt idx="233">
                        <c:v>46061</c:v>
                      </c:pt>
                      <c:pt idx="234">
                        <c:v>46062</c:v>
                      </c:pt>
                      <c:pt idx="235">
                        <c:v>46063</c:v>
                      </c:pt>
                      <c:pt idx="236">
                        <c:v>46064</c:v>
                      </c:pt>
                      <c:pt idx="237">
                        <c:v>46065</c:v>
                      </c:pt>
                      <c:pt idx="238">
                        <c:v>46066</c:v>
                      </c:pt>
                      <c:pt idx="239">
                        <c:v>46067</c:v>
                      </c:pt>
                      <c:pt idx="240">
                        <c:v>46068</c:v>
                      </c:pt>
                      <c:pt idx="241">
                        <c:v>46069</c:v>
                      </c:pt>
                      <c:pt idx="242">
                        <c:v>46070</c:v>
                      </c:pt>
                      <c:pt idx="243">
                        <c:v>46071</c:v>
                      </c:pt>
                      <c:pt idx="244">
                        <c:v>46072</c:v>
                      </c:pt>
                      <c:pt idx="245">
                        <c:v>46073</c:v>
                      </c:pt>
                      <c:pt idx="246">
                        <c:v>46074</c:v>
                      </c:pt>
                      <c:pt idx="247">
                        <c:v>46075</c:v>
                      </c:pt>
                      <c:pt idx="248">
                        <c:v>46076</c:v>
                      </c:pt>
                      <c:pt idx="249">
                        <c:v>46077</c:v>
                      </c:pt>
                      <c:pt idx="250">
                        <c:v>46078</c:v>
                      </c:pt>
                      <c:pt idx="251">
                        <c:v>46079</c:v>
                      </c:pt>
                      <c:pt idx="252">
                        <c:v>46080</c:v>
                      </c:pt>
                      <c:pt idx="253">
                        <c:v>46081</c:v>
                      </c:pt>
                      <c:pt idx="254">
                        <c:v>46082</c:v>
                      </c:pt>
                      <c:pt idx="255">
                        <c:v>46083</c:v>
                      </c:pt>
                      <c:pt idx="256">
                        <c:v>46084</c:v>
                      </c:pt>
                      <c:pt idx="257">
                        <c:v>46085</c:v>
                      </c:pt>
                      <c:pt idx="258">
                        <c:v>46086</c:v>
                      </c:pt>
                      <c:pt idx="259">
                        <c:v>46087</c:v>
                      </c:pt>
                      <c:pt idx="260">
                        <c:v>46088</c:v>
                      </c:pt>
                      <c:pt idx="261">
                        <c:v>46089</c:v>
                      </c:pt>
                      <c:pt idx="262">
                        <c:v>46090</c:v>
                      </c:pt>
                      <c:pt idx="263">
                        <c:v>46091</c:v>
                      </c:pt>
                      <c:pt idx="264">
                        <c:v>46092</c:v>
                      </c:pt>
                      <c:pt idx="265">
                        <c:v>46093</c:v>
                      </c:pt>
                      <c:pt idx="266">
                        <c:v>46094</c:v>
                      </c:pt>
                      <c:pt idx="267">
                        <c:v>46095</c:v>
                      </c:pt>
                      <c:pt idx="268">
                        <c:v>46096</c:v>
                      </c:pt>
                      <c:pt idx="269">
                        <c:v>46097</c:v>
                      </c:pt>
                      <c:pt idx="270">
                        <c:v>46098</c:v>
                      </c:pt>
                      <c:pt idx="271">
                        <c:v>46099</c:v>
                      </c:pt>
                      <c:pt idx="272">
                        <c:v>46100</c:v>
                      </c:pt>
                      <c:pt idx="273">
                        <c:v>46101</c:v>
                      </c:pt>
                      <c:pt idx="274">
                        <c:v>46102</c:v>
                      </c:pt>
                      <c:pt idx="275">
                        <c:v>46103</c:v>
                      </c:pt>
                      <c:pt idx="276">
                        <c:v>46104</c:v>
                      </c:pt>
                      <c:pt idx="277">
                        <c:v>46105</c:v>
                      </c:pt>
                      <c:pt idx="278">
                        <c:v>46106</c:v>
                      </c:pt>
                      <c:pt idx="279">
                        <c:v>46107</c:v>
                      </c:pt>
                      <c:pt idx="280">
                        <c:v>46108</c:v>
                      </c:pt>
                      <c:pt idx="281">
                        <c:v>46109</c:v>
                      </c:pt>
                      <c:pt idx="282">
                        <c:v>46110</c:v>
                      </c:pt>
                      <c:pt idx="283">
                        <c:v>46111</c:v>
                      </c:pt>
                      <c:pt idx="284">
                        <c:v>46112</c:v>
                      </c:pt>
                      <c:pt idx="285">
                        <c:v>46113</c:v>
                      </c:pt>
                      <c:pt idx="286">
                        <c:v>46114</c:v>
                      </c:pt>
                      <c:pt idx="287">
                        <c:v>46115</c:v>
                      </c:pt>
                      <c:pt idx="288">
                        <c:v>46116</c:v>
                      </c:pt>
                      <c:pt idx="289">
                        <c:v>46117</c:v>
                      </c:pt>
                      <c:pt idx="290">
                        <c:v>46118</c:v>
                      </c:pt>
                      <c:pt idx="291">
                        <c:v>46119</c:v>
                      </c:pt>
                      <c:pt idx="292">
                        <c:v>46120</c:v>
                      </c:pt>
                      <c:pt idx="293">
                        <c:v>46121</c:v>
                      </c:pt>
                      <c:pt idx="294">
                        <c:v>46122</c:v>
                      </c:pt>
                      <c:pt idx="295">
                        <c:v>46123</c:v>
                      </c:pt>
                      <c:pt idx="296">
                        <c:v>46124</c:v>
                      </c:pt>
                      <c:pt idx="297">
                        <c:v>46125</c:v>
                      </c:pt>
                      <c:pt idx="298">
                        <c:v>46126</c:v>
                      </c:pt>
                      <c:pt idx="299">
                        <c:v>46127</c:v>
                      </c:pt>
                      <c:pt idx="300">
                        <c:v>46128</c:v>
                      </c:pt>
                      <c:pt idx="301">
                        <c:v>46129</c:v>
                      </c:pt>
                      <c:pt idx="302">
                        <c:v>46130</c:v>
                      </c:pt>
                      <c:pt idx="303">
                        <c:v>46131</c:v>
                      </c:pt>
                      <c:pt idx="304">
                        <c:v>46132</c:v>
                      </c:pt>
                      <c:pt idx="305">
                        <c:v>46133</c:v>
                      </c:pt>
                      <c:pt idx="306">
                        <c:v>46134</c:v>
                      </c:pt>
                      <c:pt idx="307">
                        <c:v>46135</c:v>
                      </c:pt>
                      <c:pt idx="308">
                        <c:v>46136</c:v>
                      </c:pt>
                      <c:pt idx="309">
                        <c:v>46137</c:v>
                      </c:pt>
                      <c:pt idx="310">
                        <c:v>46138</c:v>
                      </c:pt>
                      <c:pt idx="311">
                        <c:v>46139</c:v>
                      </c:pt>
                      <c:pt idx="312">
                        <c:v>46140</c:v>
                      </c:pt>
                      <c:pt idx="313">
                        <c:v>46141</c:v>
                      </c:pt>
                      <c:pt idx="314">
                        <c:v>46142</c:v>
                      </c:pt>
                      <c:pt idx="315">
                        <c:v>46143</c:v>
                      </c:pt>
                      <c:pt idx="316">
                        <c:v>46144</c:v>
                      </c:pt>
                      <c:pt idx="317">
                        <c:v>46145</c:v>
                      </c:pt>
                      <c:pt idx="318">
                        <c:v>46146</c:v>
                      </c:pt>
                      <c:pt idx="319">
                        <c:v>46147</c:v>
                      </c:pt>
                      <c:pt idx="320">
                        <c:v>46148</c:v>
                      </c:pt>
                      <c:pt idx="321">
                        <c:v>46149</c:v>
                      </c:pt>
                      <c:pt idx="322">
                        <c:v>46150</c:v>
                      </c:pt>
                      <c:pt idx="323">
                        <c:v>46151</c:v>
                      </c:pt>
                      <c:pt idx="324">
                        <c:v>46152</c:v>
                      </c:pt>
                      <c:pt idx="325">
                        <c:v>46153</c:v>
                      </c:pt>
                      <c:pt idx="326">
                        <c:v>46154</c:v>
                      </c:pt>
                      <c:pt idx="327">
                        <c:v>46155</c:v>
                      </c:pt>
                      <c:pt idx="328">
                        <c:v>46156</c:v>
                      </c:pt>
                      <c:pt idx="329">
                        <c:v>46157</c:v>
                      </c:pt>
                      <c:pt idx="330">
                        <c:v>46158</c:v>
                      </c:pt>
                      <c:pt idx="331">
                        <c:v>46159</c:v>
                      </c:pt>
                      <c:pt idx="332">
                        <c:v>46160</c:v>
                      </c:pt>
                      <c:pt idx="333">
                        <c:v>46161</c:v>
                      </c:pt>
                      <c:pt idx="334">
                        <c:v>46162</c:v>
                      </c:pt>
                      <c:pt idx="335">
                        <c:v>46163</c:v>
                      </c:pt>
                      <c:pt idx="336">
                        <c:v>46164</c:v>
                      </c:pt>
                      <c:pt idx="337">
                        <c:v>46165</c:v>
                      </c:pt>
                      <c:pt idx="338">
                        <c:v>46166</c:v>
                      </c:pt>
                      <c:pt idx="339">
                        <c:v>46167</c:v>
                      </c:pt>
                      <c:pt idx="340">
                        <c:v>46168</c:v>
                      </c:pt>
                      <c:pt idx="341">
                        <c:v>46169</c:v>
                      </c:pt>
                      <c:pt idx="342">
                        <c:v>46170</c:v>
                      </c:pt>
                      <c:pt idx="343">
                        <c:v>46171</c:v>
                      </c:pt>
                      <c:pt idx="344">
                        <c:v>46172</c:v>
                      </c:pt>
                      <c:pt idx="345">
                        <c:v>46173</c:v>
                      </c:pt>
                      <c:pt idx="346">
                        <c:v>46174</c:v>
                      </c:pt>
                      <c:pt idx="347">
                        <c:v>46175</c:v>
                      </c:pt>
                      <c:pt idx="348">
                        <c:v>46176</c:v>
                      </c:pt>
                      <c:pt idx="349">
                        <c:v>46177</c:v>
                      </c:pt>
                      <c:pt idx="350">
                        <c:v>46178</c:v>
                      </c:pt>
                      <c:pt idx="351">
                        <c:v>46179</c:v>
                      </c:pt>
                      <c:pt idx="352">
                        <c:v>46180</c:v>
                      </c:pt>
                      <c:pt idx="353">
                        <c:v>46181</c:v>
                      </c:pt>
                      <c:pt idx="354">
                        <c:v>46182</c:v>
                      </c:pt>
                      <c:pt idx="355">
                        <c:v>46183</c:v>
                      </c:pt>
                      <c:pt idx="356">
                        <c:v>46184</c:v>
                      </c:pt>
                      <c:pt idx="357">
                        <c:v>46185</c:v>
                      </c:pt>
                      <c:pt idx="358">
                        <c:v>46186</c:v>
                      </c:pt>
                      <c:pt idx="359">
                        <c:v>46187</c:v>
                      </c:pt>
                      <c:pt idx="360">
                        <c:v>46188</c:v>
                      </c:pt>
                      <c:pt idx="361">
                        <c:v>46189</c:v>
                      </c:pt>
                      <c:pt idx="362">
                        <c:v>46190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Sheet1!$F$2:$F$364</c15:sqref>
                        </c15:formulaRef>
                      </c:ext>
                    </c:extLst>
                    <c:numCache>
                      <c:formatCode>General</c:formatCode>
                      <c:ptCount val="363"/>
                      <c:pt idx="0">
                        <c:v>285.71636577999999</c:v>
                      </c:pt>
                      <c:pt idx="1">
                        <c:v>296.47920706999997</c:v>
                      </c:pt>
                      <c:pt idx="2">
                        <c:v>301.17931940000005</c:v>
                      </c:pt>
                      <c:pt idx="3">
                        <c:v>279.17977903000002</c:v>
                      </c:pt>
                      <c:pt idx="4">
                        <c:v>281.07530356999996</c:v>
                      </c:pt>
                      <c:pt idx="5">
                        <c:v>282.44130344000001</c:v>
                      </c:pt>
                      <c:pt idx="6">
                        <c:v>285.13560260000003</c:v>
                      </c:pt>
                      <c:pt idx="7">
                        <c:v>287.93307522999999</c:v>
                      </c:pt>
                      <c:pt idx="8">
                        <c:v>298.27442144999998</c:v>
                      </c:pt>
                      <c:pt idx="9">
                        <c:v>303.98951531999995</c:v>
                      </c:pt>
                      <c:pt idx="10">
                        <c:v>280.06111107999999</c:v>
                      </c:pt>
                      <c:pt idx="11">
                        <c:v>284.36570756999998</c:v>
                      </c:pt>
                      <c:pt idx="12">
                        <c:v>283.33676434</c:v>
                      </c:pt>
                      <c:pt idx="13">
                        <c:v>281.45410053000001</c:v>
                      </c:pt>
                      <c:pt idx="14">
                        <c:v>285.45419401999999</c:v>
                      </c:pt>
                      <c:pt idx="15">
                        <c:v>300.42661478000002</c:v>
                      </c:pt>
                      <c:pt idx="16">
                        <c:v>299.66291059000002</c:v>
                      </c:pt>
                      <c:pt idx="17">
                        <c:v>278.28492166000001</c:v>
                      </c:pt>
                      <c:pt idx="18">
                        <c:v>285.61221374000002</c:v>
                      </c:pt>
                      <c:pt idx="19">
                        <c:v>280.44269591</c:v>
                      </c:pt>
                      <c:pt idx="20">
                        <c:v>311.88153092999994</c:v>
                      </c:pt>
                      <c:pt idx="21">
                        <c:v>284.98463704</c:v>
                      </c:pt>
                      <c:pt idx="22">
                        <c:v>297.09374811000004</c:v>
                      </c:pt>
                      <c:pt idx="23">
                        <c:v>304.38975737999999</c:v>
                      </c:pt>
                      <c:pt idx="24">
                        <c:v>279.95221780999998</c:v>
                      </c:pt>
                      <c:pt idx="25">
                        <c:v>282.53159632000001</c:v>
                      </c:pt>
                      <c:pt idx="26">
                        <c:v>283.55134063000003</c:v>
                      </c:pt>
                      <c:pt idx="27">
                        <c:v>283.32451877</c:v>
                      </c:pt>
                      <c:pt idx="28">
                        <c:v>286.23601346999999</c:v>
                      </c:pt>
                      <c:pt idx="29">
                        <c:v>296.56918647999998</c:v>
                      </c:pt>
                      <c:pt idx="30">
                        <c:v>306.58247561000002</c:v>
                      </c:pt>
                      <c:pt idx="31">
                        <c:v>285.06553457000001</c:v>
                      </c:pt>
                      <c:pt idx="32">
                        <c:v>287.76923089000002</c:v>
                      </c:pt>
                      <c:pt idx="33">
                        <c:v>283.04218889999999</c:v>
                      </c:pt>
                      <c:pt idx="34">
                        <c:v>287.39494019</c:v>
                      </c:pt>
                      <c:pt idx="35">
                        <c:v>291.85722104000001</c:v>
                      </c:pt>
                      <c:pt idx="36">
                        <c:v>303.26575816000002</c:v>
                      </c:pt>
                      <c:pt idx="37">
                        <c:v>309.05051054999996</c:v>
                      </c:pt>
                      <c:pt idx="38">
                        <c:v>289.37507133999998</c:v>
                      </c:pt>
                      <c:pt idx="39">
                        <c:v>289.74653719999998</c:v>
                      </c:pt>
                      <c:pt idx="40">
                        <c:v>296.52074793999998</c:v>
                      </c:pt>
                      <c:pt idx="41">
                        <c:v>293.65031928999997</c:v>
                      </c:pt>
                      <c:pt idx="42">
                        <c:v>290.22057875999997</c:v>
                      </c:pt>
                      <c:pt idx="43">
                        <c:v>301.86718770999994</c:v>
                      </c:pt>
                      <c:pt idx="44">
                        <c:v>311.89820834000005</c:v>
                      </c:pt>
                      <c:pt idx="45">
                        <c:v>287.31006374999998</c:v>
                      </c:pt>
                      <c:pt idx="46">
                        <c:v>283.47086188000003</c:v>
                      </c:pt>
                      <c:pt idx="47">
                        <c:v>276.25999288000003</c:v>
                      </c:pt>
                      <c:pt idx="48">
                        <c:v>291.56721081000001</c:v>
                      </c:pt>
                      <c:pt idx="49">
                        <c:v>320.23727386000002</c:v>
                      </c:pt>
                      <c:pt idx="50">
                        <c:v>306.04487452000001</c:v>
                      </c:pt>
                      <c:pt idx="51">
                        <c:v>310.96445467999996</c:v>
                      </c:pt>
                      <c:pt idx="52">
                        <c:v>298.58594418000001</c:v>
                      </c:pt>
                      <c:pt idx="53">
                        <c:v>295.39119946</c:v>
                      </c:pt>
                      <c:pt idx="54">
                        <c:v>299.85114055000003</c:v>
                      </c:pt>
                      <c:pt idx="55">
                        <c:v>300.59633529999996</c:v>
                      </c:pt>
                      <c:pt idx="56">
                        <c:v>301.56182059999998</c:v>
                      </c:pt>
                      <c:pt idx="57">
                        <c:v>309.46061799</c:v>
                      </c:pt>
                      <c:pt idx="58">
                        <c:v>316.63078049000001</c:v>
                      </c:pt>
                      <c:pt idx="59">
                        <c:v>296.27687702999998</c:v>
                      </c:pt>
                      <c:pt idx="60">
                        <c:v>293.32001357999997</c:v>
                      </c:pt>
                      <c:pt idx="61">
                        <c:v>294.60063943</c:v>
                      </c:pt>
                      <c:pt idx="62">
                        <c:v>295.92001350999999</c:v>
                      </c:pt>
                      <c:pt idx="63">
                        <c:v>296.78772197000001</c:v>
                      </c:pt>
                      <c:pt idx="64">
                        <c:v>312.11269619000001</c:v>
                      </c:pt>
                      <c:pt idx="65">
                        <c:v>314.98880957</c:v>
                      </c:pt>
                      <c:pt idx="66">
                        <c:v>291.56469289</c:v>
                      </c:pt>
                      <c:pt idx="67">
                        <c:v>298.47554611000004</c:v>
                      </c:pt>
                      <c:pt idx="68">
                        <c:v>291.72351377000001</c:v>
                      </c:pt>
                      <c:pt idx="69">
                        <c:v>296.20847248999996</c:v>
                      </c:pt>
                      <c:pt idx="70">
                        <c:v>302.15472671000003</c:v>
                      </c:pt>
                      <c:pt idx="71">
                        <c:v>313.73724966999998</c:v>
                      </c:pt>
                      <c:pt idx="72">
                        <c:v>321.16571997</c:v>
                      </c:pt>
                      <c:pt idx="73">
                        <c:v>291.75576421</c:v>
                      </c:pt>
                      <c:pt idx="74">
                        <c:v>290.36352355999998</c:v>
                      </c:pt>
                      <c:pt idx="75">
                        <c:v>295.37314629000002</c:v>
                      </c:pt>
                      <c:pt idx="76">
                        <c:v>296.42086051000001</c:v>
                      </c:pt>
                      <c:pt idx="77">
                        <c:v>318.92624000999996</c:v>
                      </c:pt>
                      <c:pt idx="78">
                        <c:v>310.65217299999995</c:v>
                      </c:pt>
                      <c:pt idx="79">
                        <c:v>324.18032735999998</c:v>
                      </c:pt>
                      <c:pt idx="80">
                        <c:v>293.04820735999999</c:v>
                      </c:pt>
                      <c:pt idx="81">
                        <c:v>293.43815721999999</c:v>
                      </c:pt>
                      <c:pt idx="82">
                        <c:v>297.42586632000001</c:v>
                      </c:pt>
                      <c:pt idx="83">
                        <c:v>300.44138679000002</c:v>
                      </c:pt>
                      <c:pt idx="84">
                        <c:v>305.43853416000002</c:v>
                      </c:pt>
                      <c:pt idx="85">
                        <c:v>322.99283853000003</c:v>
                      </c:pt>
                      <c:pt idx="86">
                        <c:v>325.16179135999994</c:v>
                      </c:pt>
                      <c:pt idx="87">
                        <c:v>306.12219901999998</c:v>
                      </c:pt>
                      <c:pt idx="88">
                        <c:v>304.11861450999999</c:v>
                      </c:pt>
                      <c:pt idx="89">
                        <c:v>307.33952277999998</c:v>
                      </c:pt>
                      <c:pt idx="90">
                        <c:v>312.79053687999999</c:v>
                      </c:pt>
                      <c:pt idx="91">
                        <c:v>312.22720525999995</c:v>
                      </c:pt>
                      <c:pt idx="92">
                        <c:v>328.30599037000002</c:v>
                      </c:pt>
                      <c:pt idx="93">
                        <c:v>332.28317762999995</c:v>
                      </c:pt>
                      <c:pt idx="94">
                        <c:v>299.28770352000004</c:v>
                      </c:pt>
                      <c:pt idx="95">
                        <c:v>304.09385850999996</c:v>
                      </c:pt>
                      <c:pt idx="96">
                        <c:v>307.87255445000005</c:v>
                      </c:pt>
                      <c:pt idx="97">
                        <c:v>293.72218476</c:v>
                      </c:pt>
                      <c:pt idx="98">
                        <c:v>312.60314835999998</c:v>
                      </c:pt>
                      <c:pt idx="99">
                        <c:v>321.32156095000005</c:v>
                      </c:pt>
                      <c:pt idx="100">
                        <c:v>328.86542199000002</c:v>
                      </c:pt>
                      <c:pt idx="101">
                        <c:v>301.52058140999998</c:v>
                      </c:pt>
                      <c:pt idx="102">
                        <c:v>302.19470156</c:v>
                      </c:pt>
                      <c:pt idx="103">
                        <c:v>302.96545811000004</c:v>
                      </c:pt>
                      <c:pt idx="104">
                        <c:v>303.64610483000001</c:v>
                      </c:pt>
                      <c:pt idx="105">
                        <c:v>308.80956275</c:v>
                      </c:pt>
                      <c:pt idx="106">
                        <c:v>317.62899219000002</c:v>
                      </c:pt>
                      <c:pt idx="107">
                        <c:v>325.90686460999996</c:v>
                      </c:pt>
                      <c:pt idx="108">
                        <c:v>327.47554563</c:v>
                      </c:pt>
                      <c:pt idx="109">
                        <c:v>303.04419218999999</c:v>
                      </c:pt>
                      <c:pt idx="110">
                        <c:v>303.98473531999997</c:v>
                      </c:pt>
                      <c:pt idx="111">
                        <c:v>297.31083476999999</c:v>
                      </c:pt>
                      <c:pt idx="112">
                        <c:v>307.09794698999997</c:v>
                      </c:pt>
                      <c:pt idx="113">
                        <c:v>325.85399786000005</c:v>
                      </c:pt>
                      <c:pt idx="114">
                        <c:v>327.37335719000004</c:v>
                      </c:pt>
                      <c:pt idx="115">
                        <c:v>299.18961564</c:v>
                      </c:pt>
                      <c:pt idx="116">
                        <c:v>301.75669028999999</c:v>
                      </c:pt>
                      <c:pt idx="117">
                        <c:v>302.78402922999999</c:v>
                      </c:pt>
                      <c:pt idx="118">
                        <c:v>301.78729687999999</c:v>
                      </c:pt>
                      <c:pt idx="119">
                        <c:v>308.85158367999998</c:v>
                      </c:pt>
                      <c:pt idx="120">
                        <c:v>318.64040189999997</c:v>
                      </c:pt>
                      <c:pt idx="121">
                        <c:v>328.28846751999998</c:v>
                      </c:pt>
                      <c:pt idx="122">
                        <c:v>324.19966148999998</c:v>
                      </c:pt>
                      <c:pt idx="123">
                        <c:v>314.90834394000001</c:v>
                      </c:pt>
                      <c:pt idx="124">
                        <c:v>308.18011369999999</c:v>
                      </c:pt>
                      <c:pt idx="125">
                        <c:v>305.87057665000003</c:v>
                      </c:pt>
                      <c:pt idx="126">
                        <c:v>315.13948906999997</c:v>
                      </c:pt>
                      <c:pt idx="127">
                        <c:v>334.37000761000002</c:v>
                      </c:pt>
                      <c:pt idx="128">
                        <c:v>333.16629885999998</c:v>
                      </c:pt>
                      <c:pt idx="129">
                        <c:v>305.33303857999999</c:v>
                      </c:pt>
                      <c:pt idx="130">
                        <c:v>310.09352673000001</c:v>
                      </c:pt>
                      <c:pt idx="131">
                        <c:v>314.50311598000002</c:v>
                      </c:pt>
                      <c:pt idx="132">
                        <c:v>315.33863201999998</c:v>
                      </c:pt>
                      <c:pt idx="133">
                        <c:v>318.80369374999998</c:v>
                      </c:pt>
                      <c:pt idx="134">
                        <c:v>328.98162955999999</c:v>
                      </c:pt>
                      <c:pt idx="135">
                        <c:v>337.73795180999997</c:v>
                      </c:pt>
                      <c:pt idx="136">
                        <c:v>310.07642773999999</c:v>
                      </c:pt>
                      <c:pt idx="137">
                        <c:v>313.74337305999995</c:v>
                      </c:pt>
                      <c:pt idx="138">
                        <c:v>345.56319139999999</c:v>
                      </c:pt>
                      <c:pt idx="139">
                        <c:v>287.85926362000004</c:v>
                      </c:pt>
                      <c:pt idx="140">
                        <c:v>322.08113490000005</c:v>
                      </c:pt>
                      <c:pt idx="141">
                        <c:v>327.38545640999996</c:v>
                      </c:pt>
                      <c:pt idx="142">
                        <c:v>334.63533796999997</c:v>
                      </c:pt>
                      <c:pt idx="143">
                        <c:v>314.84324250999998</c:v>
                      </c:pt>
                      <c:pt idx="144">
                        <c:v>320.31149961</c:v>
                      </c:pt>
                      <c:pt idx="145">
                        <c:v>320.28599134000001</c:v>
                      </c:pt>
                      <c:pt idx="146">
                        <c:v>321.68053350999998</c:v>
                      </c:pt>
                      <c:pt idx="147">
                        <c:v>328.36703879999999</c:v>
                      </c:pt>
                      <c:pt idx="148">
                        <c:v>326.73492980000003</c:v>
                      </c:pt>
                      <c:pt idx="149">
                        <c:v>342.58051008999996</c:v>
                      </c:pt>
                      <c:pt idx="150">
                        <c:v>323.20266979000002</c:v>
                      </c:pt>
                      <c:pt idx="151">
                        <c:v>324.53287818000001</c:v>
                      </c:pt>
                      <c:pt idx="152">
                        <c:v>325.02914919999995</c:v>
                      </c:pt>
                      <c:pt idx="153">
                        <c:v>334.74819832999998</c:v>
                      </c:pt>
                      <c:pt idx="154">
                        <c:v>333.83652044000002</c:v>
                      </c:pt>
                      <c:pt idx="155">
                        <c:v>339.63077927</c:v>
                      </c:pt>
                      <c:pt idx="156">
                        <c:v>346.66481785000002</c:v>
                      </c:pt>
                      <c:pt idx="157">
                        <c:v>324.63502599000003</c:v>
                      </c:pt>
                      <c:pt idx="158">
                        <c:v>329.03482907999995</c:v>
                      </c:pt>
                      <c:pt idx="159">
                        <c:v>328.93125005000002</c:v>
                      </c:pt>
                      <c:pt idx="160">
                        <c:v>327.22645562000002</c:v>
                      </c:pt>
                      <c:pt idx="161">
                        <c:v>226.22411822000001</c:v>
                      </c:pt>
                      <c:pt idx="162">
                        <c:v>225.060938163</c:v>
                      </c:pt>
                      <c:pt idx="163">
                        <c:v>243.135282109</c:v>
                      </c:pt>
                      <c:pt idx="164">
                        <c:v>287.01215427999995</c:v>
                      </c:pt>
                      <c:pt idx="165">
                        <c:v>310.90086096999994</c:v>
                      </c:pt>
                      <c:pt idx="166">
                        <c:v>318.30446363999999</c:v>
                      </c:pt>
                      <c:pt idx="167">
                        <c:v>346.90929965999999</c:v>
                      </c:pt>
                      <c:pt idx="168">
                        <c:v>332.72653350000002</c:v>
                      </c:pt>
                      <c:pt idx="169">
                        <c:v>341.92143283999997</c:v>
                      </c:pt>
                      <c:pt idx="170">
                        <c:v>346.93497506</c:v>
                      </c:pt>
                      <c:pt idx="171">
                        <c:v>328.75913718999999</c:v>
                      </c:pt>
                      <c:pt idx="172">
                        <c:v>332.61020305</c:v>
                      </c:pt>
                      <c:pt idx="173">
                        <c:v>335.25231097</c:v>
                      </c:pt>
                      <c:pt idx="174">
                        <c:v>337.69096895000001</c:v>
                      </c:pt>
                      <c:pt idx="175">
                        <c:v>339.83152149</c:v>
                      </c:pt>
                      <c:pt idx="176">
                        <c:v>345.59045940000004</c:v>
                      </c:pt>
                      <c:pt idx="177">
                        <c:v>352.35897675999996</c:v>
                      </c:pt>
                      <c:pt idx="178">
                        <c:v>329.47647974</c:v>
                      </c:pt>
                      <c:pt idx="179">
                        <c:v>330.81879819</c:v>
                      </c:pt>
                      <c:pt idx="180">
                        <c:v>336.61330480000004</c:v>
                      </c:pt>
                      <c:pt idx="181">
                        <c:v>343.09778849000003</c:v>
                      </c:pt>
                      <c:pt idx="182">
                        <c:v>339.52370452000002</c:v>
                      </c:pt>
                      <c:pt idx="183">
                        <c:v>347.12635084999999</c:v>
                      </c:pt>
                      <c:pt idx="184">
                        <c:v>355.56310603999998</c:v>
                      </c:pt>
                      <c:pt idx="185">
                        <c:v>334.42010937999999</c:v>
                      </c:pt>
                      <c:pt idx="186">
                        <c:v>336.78029068999996</c:v>
                      </c:pt>
                      <c:pt idx="187">
                        <c:v>339.01850415000001</c:v>
                      </c:pt>
                      <c:pt idx="188">
                        <c:v>360.19317225999998</c:v>
                      </c:pt>
                      <c:pt idx="189">
                        <c:v>349.23253531</c:v>
                      </c:pt>
                      <c:pt idx="190">
                        <c:v>349.48874273000001</c:v>
                      </c:pt>
                      <c:pt idx="191">
                        <c:v>352.14854092000002</c:v>
                      </c:pt>
                      <c:pt idx="192">
                        <c:v>337.56733277999996</c:v>
                      </c:pt>
                      <c:pt idx="193">
                        <c:v>339.43182387999997</c:v>
                      </c:pt>
                      <c:pt idx="194">
                        <c:v>332.53779323000003</c:v>
                      </c:pt>
                      <c:pt idx="195">
                        <c:v>353.69715939999998</c:v>
                      </c:pt>
                      <c:pt idx="196">
                        <c:v>330.64396962000001</c:v>
                      </c:pt>
                      <c:pt idx="197">
                        <c:v>347.18630918000002</c:v>
                      </c:pt>
                      <c:pt idx="198">
                        <c:v>341.22343318000003</c:v>
                      </c:pt>
                      <c:pt idx="199">
                        <c:v>319.01684364000005</c:v>
                      </c:pt>
                      <c:pt idx="200">
                        <c:v>321.10617010999999</c:v>
                      </c:pt>
                      <c:pt idx="201">
                        <c:v>320.40553895000005</c:v>
                      </c:pt>
                      <c:pt idx="202">
                        <c:v>325.01401644999999</c:v>
                      </c:pt>
                      <c:pt idx="203">
                        <c:v>331.7935683</c:v>
                      </c:pt>
                      <c:pt idx="204">
                        <c:v>345.02435910999998</c:v>
                      </c:pt>
                      <c:pt idx="205">
                        <c:v>353.20913130999998</c:v>
                      </c:pt>
                      <c:pt idx="206">
                        <c:v>337.99018770999999</c:v>
                      </c:pt>
                      <c:pt idx="207">
                        <c:v>331.80842367000002</c:v>
                      </c:pt>
                      <c:pt idx="208">
                        <c:v>341.25727082999998</c:v>
                      </c:pt>
                      <c:pt idx="209">
                        <c:v>358.82226828999995</c:v>
                      </c:pt>
                      <c:pt idx="210">
                        <c:v>339.88401812000006</c:v>
                      </c:pt>
                      <c:pt idx="211">
                        <c:v>346.39409500000005</c:v>
                      </c:pt>
                      <c:pt idx="212">
                        <c:v>357.32721669</c:v>
                      </c:pt>
                      <c:pt idx="213">
                        <c:v>335.76285912999998</c:v>
                      </c:pt>
                      <c:pt idx="214">
                        <c:v>331.93960084999998</c:v>
                      </c:pt>
                      <c:pt idx="215">
                        <c:v>326.67820746000001</c:v>
                      </c:pt>
                      <c:pt idx="216">
                        <c:v>331.69659571</c:v>
                      </c:pt>
                      <c:pt idx="217">
                        <c:v>333.80539421999998</c:v>
                      </c:pt>
                      <c:pt idx="218">
                        <c:v>350.37256400999996</c:v>
                      </c:pt>
                      <c:pt idx="219">
                        <c:v>356.49810055999995</c:v>
                      </c:pt>
                      <c:pt idx="220">
                        <c:v>333.94650646000002</c:v>
                      </c:pt>
                      <c:pt idx="221">
                        <c:v>338.47716787000002</c:v>
                      </c:pt>
                      <c:pt idx="222">
                        <c:v>333.68322162999999</c:v>
                      </c:pt>
                      <c:pt idx="223">
                        <c:v>336.18428603000001</c:v>
                      </c:pt>
                      <c:pt idx="224">
                        <c:v>341.27212808000002</c:v>
                      </c:pt>
                      <c:pt idx="225">
                        <c:v>354.89144647000001</c:v>
                      </c:pt>
                      <c:pt idx="226">
                        <c:v>373.2744045</c:v>
                      </c:pt>
                      <c:pt idx="227">
                        <c:v>329.51990675000002</c:v>
                      </c:pt>
                      <c:pt idx="228">
                        <c:v>334.13237273000004</c:v>
                      </c:pt>
                      <c:pt idx="229">
                        <c:v>369.98918070999997</c:v>
                      </c:pt>
                      <c:pt idx="230">
                        <c:v>335.53513242000002</c:v>
                      </c:pt>
                      <c:pt idx="231">
                        <c:v>337.72908109000002</c:v>
                      </c:pt>
                      <c:pt idx="232">
                        <c:v>354.78236401999999</c:v>
                      </c:pt>
                      <c:pt idx="233">
                        <c:v>367.90095878</c:v>
                      </c:pt>
                      <c:pt idx="234">
                        <c:v>333.78923015999999</c:v>
                      </c:pt>
                      <c:pt idx="235">
                        <c:v>329.82224115000002</c:v>
                      </c:pt>
                      <c:pt idx="236">
                        <c:v>336.17995979</c:v>
                      </c:pt>
                      <c:pt idx="237">
                        <c:v>345.63028701999997</c:v>
                      </c:pt>
                      <c:pt idx="238">
                        <c:v>343.65837237</c:v>
                      </c:pt>
                      <c:pt idx="239">
                        <c:v>361.96715551999995</c:v>
                      </c:pt>
                      <c:pt idx="240">
                        <c:v>372.86076151999998</c:v>
                      </c:pt>
                      <c:pt idx="241">
                        <c:v>354.93935325999996</c:v>
                      </c:pt>
                      <c:pt idx="242">
                        <c:v>347.03316154999999</c:v>
                      </c:pt>
                      <c:pt idx="243">
                        <c:v>345.81139009999998</c:v>
                      </c:pt>
                      <c:pt idx="244">
                        <c:v>356.63087422000001</c:v>
                      </c:pt>
                      <c:pt idx="245">
                        <c:v>350.55671790000002</c:v>
                      </c:pt>
                      <c:pt idx="246">
                        <c:v>358.57900146000003</c:v>
                      </c:pt>
                      <c:pt idx="247">
                        <c:v>376.72930666999997</c:v>
                      </c:pt>
                      <c:pt idx="248">
                        <c:v>348.62216989000001</c:v>
                      </c:pt>
                      <c:pt idx="249">
                        <c:v>351.05090801</c:v>
                      </c:pt>
                      <c:pt idx="250">
                        <c:v>351.32148410000002</c:v>
                      </c:pt>
                      <c:pt idx="251">
                        <c:v>354.53318662999999</c:v>
                      </c:pt>
                      <c:pt idx="252">
                        <c:v>356.51165596999999</c:v>
                      </c:pt>
                      <c:pt idx="253">
                        <c:v>364.31551425999999</c:v>
                      </c:pt>
                      <c:pt idx="254">
                        <c:v>367.61648491</c:v>
                      </c:pt>
                      <c:pt idx="255">
                        <c:v>373.07924154000006</c:v>
                      </c:pt>
                      <c:pt idx="256">
                        <c:v>345.89668414999994</c:v>
                      </c:pt>
                      <c:pt idx="257">
                        <c:v>346.96892643000001</c:v>
                      </c:pt>
                      <c:pt idx="258">
                        <c:v>349.34169506000001</c:v>
                      </c:pt>
                      <c:pt idx="259">
                        <c:v>350.05265544000002</c:v>
                      </c:pt>
                      <c:pt idx="260">
                        <c:v>364.48053641000001</c:v>
                      </c:pt>
                      <c:pt idx="261">
                        <c:v>371.25275184999998</c:v>
                      </c:pt>
                      <c:pt idx="262">
                        <c:v>343.99336949000002</c:v>
                      </c:pt>
                      <c:pt idx="263">
                        <c:v>340.45995380999994</c:v>
                      </c:pt>
                      <c:pt idx="264">
                        <c:v>338.65392524000004</c:v>
                      </c:pt>
                      <c:pt idx="265">
                        <c:v>347.12443260999999</c:v>
                      </c:pt>
                      <c:pt idx="266">
                        <c:v>349.43235523999999</c:v>
                      </c:pt>
                      <c:pt idx="267">
                        <c:v>363.04285725</c:v>
                      </c:pt>
                      <c:pt idx="268">
                        <c:v>368.24613211999997</c:v>
                      </c:pt>
                      <c:pt idx="269">
                        <c:v>346.73340582000003</c:v>
                      </c:pt>
                      <c:pt idx="270">
                        <c:v>347.83772475000001</c:v>
                      </c:pt>
                      <c:pt idx="271">
                        <c:v>368.57495632999996</c:v>
                      </c:pt>
                      <c:pt idx="272">
                        <c:v>352.81963732999998</c:v>
                      </c:pt>
                      <c:pt idx="273">
                        <c:v>359.30293556999999</c:v>
                      </c:pt>
                      <c:pt idx="274">
                        <c:v>376.97119705</c:v>
                      </c:pt>
                      <c:pt idx="275">
                        <c:v>375.67296450999999</c:v>
                      </c:pt>
                      <c:pt idx="276">
                        <c:v>353.36432726999999</c:v>
                      </c:pt>
                      <c:pt idx="277">
                        <c:v>358.20140398999996</c:v>
                      </c:pt>
                      <c:pt idx="278">
                        <c:v>370.02324513999997</c:v>
                      </c:pt>
                      <c:pt idx="279">
                        <c:v>356.10503507999999</c:v>
                      </c:pt>
                      <c:pt idx="280">
                        <c:v>358.77648432000001</c:v>
                      </c:pt>
                      <c:pt idx="281">
                        <c:v>373.42808527</c:v>
                      </c:pt>
                      <c:pt idx="282">
                        <c:v>381.72902412999997</c:v>
                      </c:pt>
                      <c:pt idx="283">
                        <c:v>353.05003298000003</c:v>
                      </c:pt>
                      <c:pt idx="284">
                        <c:v>354.77149100999998</c:v>
                      </c:pt>
                      <c:pt idx="285">
                        <c:v>384.93344913999999</c:v>
                      </c:pt>
                      <c:pt idx="286">
                        <c:v>355.42243210999999</c:v>
                      </c:pt>
                      <c:pt idx="287">
                        <c:v>373.36289312999997</c:v>
                      </c:pt>
                      <c:pt idx="288">
                        <c:v>372.35740276000001</c:v>
                      </c:pt>
                      <c:pt idx="289">
                        <c:v>381.99478258000005</c:v>
                      </c:pt>
                      <c:pt idx="290">
                        <c:v>351.81112641000004</c:v>
                      </c:pt>
                      <c:pt idx="291">
                        <c:v>350.15424059000003</c:v>
                      </c:pt>
                      <c:pt idx="292">
                        <c:v>360.34249062000004</c:v>
                      </c:pt>
                      <c:pt idx="293">
                        <c:v>351.60546717</c:v>
                      </c:pt>
                      <c:pt idx="294">
                        <c:v>353.82625505999999</c:v>
                      </c:pt>
                      <c:pt idx="295">
                        <c:v>362.37616957</c:v>
                      </c:pt>
                      <c:pt idx="296">
                        <c:v>357.01557593000001</c:v>
                      </c:pt>
                      <c:pt idx="297">
                        <c:v>360.07953292000002</c:v>
                      </c:pt>
                      <c:pt idx="298">
                        <c:v>366.85016256999995</c:v>
                      </c:pt>
                      <c:pt idx="299">
                        <c:v>351.82423169999998</c:v>
                      </c:pt>
                      <c:pt idx="300">
                        <c:v>356.96982839999998</c:v>
                      </c:pt>
                      <c:pt idx="301">
                        <c:v>365.40703332999999</c:v>
                      </c:pt>
                      <c:pt idx="302">
                        <c:v>368.27934620000002</c:v>
                      </c:pt>
                      <c:pt idx="303">
                        <c:v>366.34807792000004</c:v>
                      </c:pt>
                      <c:pt idx="304">
                        <c:v>349.49813859999995</c:v>
                      </c:pt>
                      <c:pt idx="305">
                        <c:v>350.26936865000005</c:v>
                      </c:pt>
                      <c:pt idx="306">
                        <c:v>355.79628868999998</c:v>
                      </c:pt>
                      <c:pt idx="307">
                        <c:v>357.74159958000001</c:v>
                      </c:pt>
                      <c:pt idx="308">
                        <c:v>363.57186657</c:v>
                      </c:pt>
                      <c:pt idx="309">
                        <c:v>375.26829769</c:v>
                      </c:pt>
                      <c:pt idx="310">
                        <c:v>376.63573250999997</c:v>
                      </c:pt>
                      <c:pt idx="311">
                        <c:v>357.83054974000004</c:v>
                      </c:pt>
                      <c:pt idx="312">
                        <c:v>358.94432054000004</c:v>
                      </c:pt>
                      <c:pt idx="313">
                        <c:v>357.49849996</c:v>
                      </c:pt>
                      <c:pt idx="314">
                        <c:v>355.51808354999997</c:v>
                      </c:pt>
                      <c:pt idx="315">
                        <c:v>396.65201863999999</c:v>
                      </c:pt>
                      <c:pt idx="316">
                        <c:v>383.6869279</c:v>
                      </c:pt>
                      <c:pt idx="317">
                        <c:v>380.03148063999998</c:v>
                      </c:pt>
                      <c:pt idx="318">
                        <c:v>353.03608598</c:v>
                      </c:pt>
                      <c:pt idx="319">
                        <c:v>352.53960940999997</c:v>
                      </c:pt>
                      <c:pt idx="320">
                        <c:v>348.31209570999999</c:v>
                      </c:pt>
                      <c:pt idx="321">
                        <c:v>352.20770076000002</c:v>
                      </c:pt>
                      <c:pt idx="322">
                        <c:v>356.57015378</c:v>
                      </c:pt>
                      <c:pt idx="323">
                        <c:v>371.71719271000001</c:v>
                      </c:pt>
                      <c:pt idx="324">
                        <c:v>384.14305268000004</c:v>
                      </c:pt>
                      <c:pt idx="325">
                        <c:v>359.71793093999997</c:v>
                      </c:pt>
                      <c:pt idx="326">
                        <c:v>359.08644175000001</c:v>
                      </c:pt>
                      <c:pt idx="327">
                        <c:v>379.29323879999998</c:v>
                      </c:pt>
                      <c:pt idx="328">
                        <c:v>361.28008387</c:v>
                      </c:pt>
                      <c:pt idx="329">
                        <c:v>370.56327753000005</c:v>
                      </c:pt>
                      <c:pt idx="330">
                        <c:v>386.61767893000001</c:v>
                      </c:pt>
                      <c:pt idx="331">
                        <c:v>386.37110185</c:v>
                      </c:pt>
                      <c:pt idx="332">
                        <c:v>359.55317294999998</c:v>
                      </c:pt>
                      <c:pt idx="333">
                        <c:v>359.93114768999999</c:v>
                      </c:pt>
                      <c:pt idx="334">
                        <c:v>359.12843982999999</c:v>
                      </c:pt>
                      <c:pt idx="335">
                        <c:v>354.88214704000001</c:v>
                      </c:pt>
                      <c:pt idx="336">
                        <c:v>365.90658426000005</c:v>
                      </c:pt>
                      <c:pt idx="337">
                        <c:v>382.62445235000001</c:v>
                      </c:pt>
                      <c:pt idx="338">
                        <c:v>386.51958538999997</c:v>
                      </c:pt>
                      <c:pt idx="339">
                        <c:v>355.61577826000001</c:v>
                      </c:pt>
                      <c:pt idx="340">
                        <c:v>351.93924254000001</c:v>
                      </c:pt>
                      <c:pt idx="341">
                        <c:v>362.25573502999998</c:v>
                      </c:pt>
                      <c:pt idx="342">
                        <c:v>377.08113639000004</c:v>
                      </c:pt>
                      <c:pt idx="343">
                        <c:v>364.69203401999999</c:v>
                      </c:pt>
                      <c:pt idx="344">
                        <c:v>356.94106214000004</c:v>
                      </c:pt>
                      <c:pt idx="345">
                        <c:v>377.19690614999996</c:v>
                      </c:pt>
                      <c:pt idx="346">
                        <c:v>368.88316149999997</c:v>
                      </c:pt>
                      <c:pt idx="347">
                        <c:v>362.33059219</c:v>
                      </c:pt>
                      <c:pt idx="348">
                        <c:v>363.00761140999998</c:v>
                      </c:pt>
                      <c:pt idx="349">
                        <c:v>360.61345873000005</c:v>
                      </c:pt>
                      <c:pt idx="350">
                        <c:v>363.06474521999996</c:v>
                      </c:pt>
                      <c:pt idx="351">
                        <c:v>377.88605960000001</c:v>
                      </c:pt>
                      <c:pt idx="352">
                        <c:v>385.70422547000004</c:v>
                      </c:pt>
                      <c:pt idx="353">
                        <c:v>358.81967524999999</c:v>
                      </c:pt>
                      <c:pt idx="354">
                        <c:v>359.70129990000004</c:v>
                      </c:pt>
                      <c:pt idx="355">
                        <c:v>358.04130992999995</c:v>
                      </c:pt>
                      <c:pt idx="356">
                        <c:v>360.05240054999996</c:v>
                      </c:pt>
                      <c:pt idx="357">
                        <c:v>366.38469792000001</c:v>
                      </c:pt>
                      <c:pt idx="358">
                        <c:v>381.23757462000003</c:v>
                      </c:pt>
                      <c:pt idx="359">
                        <c:v>392.62742197000006</c:v>
                      </c:pt>
                      <c:pt idx="360">
                        <c:v>366.15158236000002</c:v>
                      </c:pt>
                      <c:pt idx="361">
                        <c:v>359.90095066999999</c:v>
                      </c:pt>
                      <c:pt idx="362">
                        <c:v>360.29797797999993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C951-49D2-A817-4722DE2E5467}"/>
                  </c:ext>
                </c:extLst>
              </c15:ser>
            </c15:filteredLineSeries>
          </c:ext>
        </c:extLst>
      </c:line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Total(TB)</c:v>
                </c:pt>
              </c:strCache>
            </c:strRef>
          </c:tx>
          <c:spPr>
            <a:ln w="28575" cap="rnd">
              <a:solidFill>
                <a:schemeClr val="tx2">
                  <a:lumMod val="90000"/>
                  <a:lumOff val="1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Sheet1!$A$2:$A$364</c:f>
              <c:numCache>
                <c:formatCode>m/d/yyyy</c:formatCode>
                <c:ptCount val="363"/>
                <c:pt idx="0">
                  <c:v>45828</c:v>
                </c:pt>
                <c:pt idx="1">
                  <c:v>45829</c:v>
                </c:pt>
                <c:pt idx="2">
                  <c:v>45830</c:v>
                </c:pt>
                <c:pt idx="3">
                  <c:v>45831</c:v>
                </c:pt>
                <c:pt idx="4">
                  <c:v>45832</c:v>
                </c:pt>
                <c:pt idx="5">
                  <c:v>45833</c:v>
                </c:pt>
                <c:pt idx="6">
                  <c:v>45834</c:v>
                </c:pt>
                <c:pt idx="7">
                  <c:v>45835</c:v>
                </c:pt>
                <c:pt idx="8">
                  <c:v>45836</c:v>
                </c:pt>
                <c:pt idx="9">
                  <c:v>45837</c:v>
                </c:pt>
                <c:pt idx="10">
                  <c:v>45838</c:v>
                </c:pt>
                <c:pt idx="11">
                  <c:v>45839</c:v>
                </c:pt>
                <c:pt idx="12">
                  <c:v>45840</c:v>
                </c:pt>
                <c:pt idx="13">
                  <c:v>45841</c:v>
                </c:pt>
                <c:pt idx="14">
                  <c:v>45842</c:v>
                </c:pt>
                <c:pt idx="15">
                  <c:v>45843</c:v>
                </c:pt>
                <c:pt idx="16">
                  <c:v>45844</c:v>
                </c:pt>
                <c:pt idx="17">
                  <c:v>45845</c:v>
                </c:pt>
                <c:pt idx="18">
                  <c:v>45846</c:v>
                </c:pt>
                <c:pt idx="19">
                  <c:v>45847</c:v>
                </c:pt>
                <c:pt idx="20">
                  <c:v>45848</c:v>
                </c:pt>
                <c:pt idx="21">
                  <c:v>45849</c:v>
                </c:pt>
                <c:pt idx="22">
                  <c:v>45850</c:v>
                </c:pt>
                <c:pt idx="23">
                  <c:v>45851</c:v>
                </c:pt>
                <c:pt idx="24">
                  <c:v>45852</c:v>
                </c:pt>
                <c:pt idx="25">
                  <c:v>45853</c:v>
                </c:pt>
                <c:pt idx="26">
                  <c:v>45854</c:v>
                </c:pt>
                <c:pt idx="27">
                  <c:v>45855</c:v>
                </c:pt>
                <c:pt idx="28">
                  <c:v>45856</c:v>
                </c:pt>
                <c:pt idx="29">
                  <c:v>45857</c:v>
                </c:pt>
                <c:pt idx="30">
                  <c:v>45858</c:v>
                </c:pt>
                <c:pt idx="31">
                  <c:v>45859</c:v>
                </c:pt>
                <c:pt idx="32">
                  <c:v>45860</c:v>
                </c:pt>
                <c:pt idx="33">
                  <c:v>45861</c:v>
                </c:pt>
                <c:pt idx="34">
                  <c:v>45862</c:v>
                </c:pt>
                <c:pt idx="35">
                  <c:v>45863</c:v>
                </c:pt>
                <c:pt idx="36">
                  <c:v>45864</c:v>
                </c:pt>
                <c:pt idx="37">
                  <c:v>45865</c:v>
                </c:pt>
                <c:pt idx="38">
                  <c:v>45866</c:v>
                </c:pt>
                <c:pt idx="39">
                  <c:v>45867</c:v>
                </c:pt>
                <c:pt idx="40">
                  <c:v>45868</c:v>
                </c:pt>
                <c:pt idx="41">
                  <c:v>45869</c:v>
                </c:pt>
                <c:pt idx="42">
                  <c:v>45870</c:v>
                </c:pt>
                <c:pt idx="43">
                  <c:v>45871</c:v>
                </c:pt>
                <c:pt idx="44">
                  <c:v>45872</c:v>
                </c:pt>
                <c:pt idx="45">
                  <c:v>45873</c:v>
                </c:pt>
                <c:pt idx="46">
                  <c:v>45874</c:v>
                </c:pt>
                <c:pt idx="47">
                  <c:v>45875</c:v>
                </c:pt>
                <c:pt idx="48">
                  <c:v>45876</c:v>
                </c:pt>
                <c:pt idx="49">
                  <c:v>45877</c:v>
                </c:pt>
                <c:pt idx="50">
                  <c:v>45878</c:v>
                </c:pt>
                <c:pt idx="51">
                  <c:v>45879</c:v>
                </c:pt>
                <c:pt idx="52">
                  <c:v>45880</c:v>
                </c:pt>
                <c:pt idx="53">
                  <c:v>45881</c:v>
                </c:pt>
                <c:pt idx="54">
                  <c:v>45882</c:v>
                </c:pt>
                <c:pt idx="55">
                  <c:v>45883</c:v>
                </c:pt>
                <c:pt idx="56">
                  <c:v>45884</c:v>
                </c:pt>
                <c:pt idx="57">
                  <c:v>45885</c:v>
                </c:pt>
                <c:pt idx="58">
                  <c:v>45886</c:v>
                </c:pt>
                <c:pt idx="59">
                  <c:v>45887</c:v>
                </c:pt>
                <c:pt idx="60">
                  <c:v>45888</c:v>
                </c:pt>
                <c:pt idx="61">
                  <c:v>45889</c:v>
                </c:pt>
                <c:pt idx="62">
                  <c:v>45890</c:v>
                </c:pt>
                <c:pt idx="63">
                  <c:v>45891</c:v>
                </c:pt>
                <c:pt idx="64">
                  <c:v>45892</c:v>
                </c:pt>
                <c:pt idx="65">
                  <c:v>45893</c:v>
                </c:pt>
                <c:pt idx="66">
                  <c:v>45894</c:v>
                </c:pt>
                <c:pt idx="67">
                  <c:v>45895</c:v>
                </c:pt>
                <c:pt idx="68">
                  <c:v>45896</c:v>
                </c:pt>
                <c:pt idx="69">
                  <c:v>45897</c:v>
                </c:pt>
                <c:pt idx="70">
                  <c:v>45898</c:v>
                </c:pt>
                <c:pt idx="71">
                  <c:v>45899</c:v>
                </c:pt>
                <c:pt idx="72">
                  <c:v>45900</c:v>
                </c:pt>
                <c:pt idx="73">
                  <c:v>45901</c:v>
                </c:pt>
                <c:pt idx="74">
                  <c:v>45902</c:v>
                </c:pt>
                <c:pt idx="75">
                  <c:v>45903</c:v>
                </c:pt>
                <c:pt idx="76">
                  <c:v>45904</c:v>
                </c:pt>
                <c:pt idx="77">
                  <c:v>45905</c:v>
                </c:pt>
                <c:pt idx="78">
                  <c:v>45906</c:v>
                </c:pt>
                <c:pt idx="79">
                  <c:v>45907</c:v>
                </c:pt>
                <c:pt idx="80">
                  <c:v>45908</c:v>
                </c:pt>
                <c:pt idx="81">
                  <c:v>45909</c:v>
                </c:pt>
                <c:pt idx="82">
                  <c:v>45910</c:v>
                </c:pt>
                <c:pt idx="83">
                  <c:v>45911</c:v>
                </c:pt>
                <c:pt idx="84">
                  <c:v>45912</c:v>
                </c:pt>
                <c:pt idx="85">
                  <c:v>45913</c:v>
                </c:pt>
                <c:pt idx="86">
                  <c:v>45914</c:v>
                </c:pt>
                <c:pt idx="87">
                  <c:v>45915</c:v>
                </c:pt>
                <c:pt idx="88">
                  <c:v>45916</c:v>
                </c:pt>
                <c:pt idx="89">
                  <c:v>45917</c:v>
                </c:pt>
                <c:pt idx="90">
                  <c:v>45918</c:v>
                </c:pt>
                <c:pt idx="91">
                  <c:v>45919</c:v>
                </c:pt>
                <c:pt idx="92">
                  <c:v>45920</c:v>
                </c:pt>
                <c:pt idx="93">
                  <c:v>45921</c:v>
                </c:pt>
                <c:pt idx="94">
                  <c:v>45922</c:v>
                </c:pt>
                <c:pt idx="95">
                  <c:v>45923</c:v>
                </c:pt>
                <c:pt idx="96">
                  <c:v>45924</c:v>
                </c:pt>
                <c:pt idx="97">
                  <c:v>45925</c:v>
                </c:pt>
                <c:pt idx="98">
                  <c:v>45926</c:v>
                </c:pt>
                <c:pt idx="99">
                  <c:v>45927</c:v>
                </c:pt>
                <c:pt idx="100">
                  <c:v>45928</c:v>
                </c:pt>
                <c:pt idx="101">
                  <c:v>45929</c:v>
                </c:pt>
                <c:pt idx="102">
                  <c:v>45930</c:v>
                </c:pt>
                <c:pt idx="103">
                  <c:v>45931</c:v>
                </c:pt>
                <c:pt idx="104">
                  <c:v>45932</c:v>
                </c:pt>
                <c:pt idx="105">
                  <c:v>45933</c:v>
                </c:pt>
                <c:pt idx="106">
                  <c:v>45934</c:v>
                </c:pt>
                <c:pt idx="107">
                  <c:v>45935</c:v>
                </c:pt>
                <c:pt idx="108">
                  <c:v>45936</c:v>
                </c:pt>
                <c:pt idx="109">
                  <c:v>45937</c:v>
                </c:pt>
                <c:pt idx="110">
                  <c:v>45938</c:v>
                </c:pt>
                <c:pt idx="111">
                  <c:v>45939</c:v>
                </c:pt>
                <c:pt idx="112">
                  <c:v>45940</c:v>
                </c:pt>
                <c:pt idx="113">
                  <c:v>45941</c:v>
                </c:pt>
                <c:pt idx="114">
                  <c:v>45942</c:v>
                </c:pt>
                <c:pt idx="115">
                  <c:v>45943</c:v>
                </c:pt>
                <c:pt idx="116">
                  <c:v>45944</c:v>
                </c:pt>
                <c:pt idx="117">
                  <c:v>45945</c:v>
                </c:pt>
                <c:pt idx="118">
                  <c:v>45946</c:v>
                </c:pt>
                <c:pt idx="119">
                  <c:v>45947</c:v>
                </c:pt>
                <c:pt idx="120">
                  <c:v>45948</c:v>
                </c:pt>
                <c:pt idx="121">
                  <c:v>45949</c:v>
                </c:pt>
                <c:pt idx="122">
                  <c:v>45950</c:v>
                </c:pt>
                <c:pt idx="123">
                  <c:v>45951</c:v>
                </c:pt>
                <c:pt idx="124">
                  <c:v>45952</c:v>
                </c:pt>
                <c:pt idx="125">
                  <c:v>45953</c:v>
                </c:pt>
                <c:pt idx="126">
                  <c:v>45954</c:v>
                </c:pt>
                <c:pt idx="127">
                  <c:v>45955</c:v>
                </c:pt>
                <c:pt idx="128">
                  <c:v>45956</c:v>
                </c:pt>
                <c:pt idx="129">
                  <c:v>45957</c:v>
                </c:pt>
                <c:pt idx="130">
                  <c:v>45958</c:v>
                </c:pt>
                <c:pt idx="131">
                  <c:v>45959</c:v>
                </c:pt>
                <c:pt idx="132">
                  <c:v>45960</c:v>
                </c:pt>
                <c:pt idx="133">
                  <c:v>45961</c:v>
                </c:pt>
                <c:pt idx="134">
                  <c:v>45962</c:v>
                </c:pt>
                <c:pt idx="135">
                  <c:v>45963</c:v>
                </c:pt>
                <c:pt idx="136">
                  <c:v>45964</c:v>
                </c:pt>
                <c:pt idx="137">
                  <c:v>45965</c:v>
                </c:pt>
                <c:pt idx="138">
                  <c:v>45966</c:v>
                </c:pt>
                <c:pt idx="139">
                  <c:v>45967</c:v>
                </c:pt>
                <c:pt idx="140">
                  <c:v>45968</c:v>
                </c:pt>
                <c:pt idx="141">
                  <c:v>45969</c:v>
                </c:pt>
                <c:pt idx="142">
                  <c:v>45970</c:v>
                </c:pt>
                <c:pt idx="143">
                  <c:v>45971</c:v>
                </c:pt>
                <c:pt idx="144">
                  <c:v>45972</c:v>
                </c:pt>
                <c:pt idx="145">
                  <c:v>45973</c:v>
                </c:pt>
                <c:pt idx="146">
                  <c:v>45974</c:v>
                </c:pt>
                <c:pt idx="147">
                  <c:v>45975</c:v>
                </c:pt>
                <c:pt idx="148">
                  <c:v>45976</c:v>
                </c:pt>
                <c:pt idx="149">
                  <c:v>45977</c:v>
                </c:pt>
                <c:pt idx="150">
                  <c:v>45978</c:v>
                </c:pt>
                <c:pt idx="151">
                  <c:v>45979</c:v>
                </c:pt>
                <c:pt idx="152">
                  <c:v>45980</c:v>
                </c:pt>
                <c:pt idx="153">
                  <c:v>45981</c:v>
                </c:pt>
                <c:pt idx="154">
                  <c:v>45982</c:v>
                </c:pt>
                <c:pt idx="155">
                  <c:v>45983</c:v>
                </c:pt>
                <c:pt idx="156">
                  <c:v>45984</c:v>
                </c:pt>
                <c:pt idx="157">
                  <c:v>45985</c:v>
                </c:pt>
                <c:pt idx="158">
                  <c:v>45986</c:v>
                </c:pt>
                <c:pt idx="159">
                  <c:v>45987</c:v>
                </c:pt>
                <c:pt idx="160">
                  <c:v>45988</c:v>
                </c:pt>
                <c:pt idx="161">
                  <c:v>45989</c:v>
                </c:pt>
                <c:pt idx="162">
                  <c:v>45990</c:v>
                </c:pt>
                <c:pt idx="163">
                  <c:v>45991</c:v>
                </c:pt>
                <c:pt idx="164">
                  <c:v>45992</c:v>
                </c:pt>
                <c:pt idx="165">
                  <c:v>45993</c:v>
                </c:pt>
                <c:pt idx="166">
                  <c:v>45994</c:v>
                </c:pt>
                <c:pt idx="167">
                  <c:v>45995</c:v>
                </c:pt>
                <c:pt idx="168">
                  <c:v>45996</c:v>
                </c:pt>
                <c:pt idx="169">
                  <c:v>45997</c:v>
                </c:pt>
                <c:pt idx="170">
                  <c:v>45998</c:v>
                </c:pt>
                <c:pt idx="171">
                  <c:v>45999</c:v>
                </c:pt>
                <c:pt idx="172">
                  <c:v>46000</c:v>
                </c:pt>
                <c:pt idx="173">
                  <c:v>46001</c:v>
                </c:pt>
                <c:pt idx="174">
                  <c:v>46002</c:v>
                </c:pt>
                <c:pt idx="175">
                  <c:v>46003</c:v>
                </c:pt>
                <c:pt idx="176">
                  <c:v>46004</c:v>
                </c:pt>
                <c:pt idx="177">
                  <c:v>46005</c:v>
                </c:pt>
                <c:pt idx="178">
                  <c:v>46006</c:v>
                </c:pt>
                <c:pt idx="179">
                  <c:v>46007</c:v>
                </c:pt>
                <c:pt idx="180">
                  <c:v>46008</c:v>
                </c:pt>
                <c:pt idx="181">
                  <c:v>46009</c:v>
                </c:pt>
                <c:pt idx="182">
                  <c:v>46010</c:v>
                </c:pt>
                <c:pt idx="183">
                  <c:v>46011</c:v>
                </c:pt>
                <c:pt idx="184">
                  <c:v>46012</c:v>
                </c:pt>
                <c:pt idx="185">
                  <c:v>46013</c:v>
                </c:pt>
                <c:pt idx="186">
                  <c:v>46014</c:v>
                </c:pt>
                <c:pt idx="187">
                  <c:v>46015</c:v>
                </c:pt>
                <c:pt idx="188">
                  <c:v>46016</c:v>
                </c:pt>
                <c:pt idx="189">
                  <c:v>46017</c:v>
                </c:pt>
                <c:pt idx="190">
                  <c:v>46018</c:v>
                </c:pt>
                <c:pt idx="191">
                  <c:v>46019</c:v>
                </c:pt>
                <c:pt idx="192">
                  <c:v>46020</c:v>
                </c:pt>
                <c:pt idx="193">
                  <c:v>46021</c:v>
                </c:pt>
                <c:pt idx="194">
                  <c:v>46022</c:v>
                </c:pt>
                <c:pt idx="195">
                  <c:v>46023</c:v>
                </c:pt>
                <c:pt idx="196">
                  <c:v>46024</c:v>
                </c:pt>
                <c:pt idx="197">
                  <c:v>46025</c:v>
                </c:pt>
                <c:pt idx="198">
                  <c:v>46026</c:v>
                </c:pt>
                <c:pt idx="199">
                  <c:v>46027</c:v>
                </c:pt>
                <c:pt idx="200">
                  <c:v>46028</c:v>
                </c:pt>
                <c:pt idx="201">
                  <c:v>46029</c:v>
                </c:pt>
                <c:pt idx="202">
                  <c:v>46030</c:v>
                </c:pt>
                <c:pt idx="203">
                  <c:v>46031</c:v>
                </c:pt>
                <c:pt idx="204">
                  <c:v>46032</c:v>
                </c:pt>
                <c:pt idx="205">
                  <c:v>46033</c:v>
                </c:pt>
                <c:pt idx="206">
                  <c:v>46034</c:v>
                </c:pt>
                <c:pt idx="207">
                  <c:v>46035</c:v>
                </c:pt>
                <c:pt idx="208">
                  <c:v>46036</c:v>
                </c:pt>
                <c:pt idx="209">
                  <c:v>46037</c:v>
                </c:pt>
                <c:pt idx="210">
                  <c:v>46038</c:v>
                </c:pt>
                <c:pt idx="211">
                  <c:v>46039</c:v>
                </c:pt>
                <c:pt idx="212">
                  <c:v>46040</c:v>
                </c:pt>
                <c:pt idx="213">
                  <c:v>46041</c:v>
                </c:pt>
                <c:pt idx="214">
                  <c:v>46042</c:v>
                </c:pt>
                <c:pt idx="215">
                  <c:v>46043</c:v>
                </c:pt>
                <c:pt idx="216">
                  <c:v>46044</c:v>
                </c:pt>
                <c:pt idx="217">
                  <c:v>46045</c:v>
                </c:pt>
                <c:pt idx="218">
                  <c:v>46046</c:v>
                </c:pt>
                <c:pt idx="219">
                  <c:v>46047</c:v>
                </c:pt>
                <c:pt idx="220">
                  <c:v>46048</c:v>
                </c:pt>
                <c:pt idx="221">
                  <c:v>46049</c:v>
                </c:pt>
                <c:pt idx="222">
                  <c:v>46050</c:v>
                </c:pt>
                <c:pt idx="223">
                  <c:v>46051</c:v>
                </c:pt>
                <c:pt idx="224">
                  <c:v>46052</c:v>
                </c:pt>
                <c:pt idx="225">
                  <c:v>46053</c:v>
                </c:pt>
                <c:pt idx="226">
                  <c:v>46054</c:v>
                </c:pt>
                <c:pt idx="227">
                  <c:v>46055</c:v>
                </c:pt>
                <c:pt idx="228">
                  <c:v>46056</c:v>
                </c:pt>
                <c:pt idx="229">
                  <c:v>46057</c:v>
                </c:pt>
                <c:pt idx="230">
                  <c:v>46058</c:v>
                </c:pt>
                <c:pt idx="231">
                  <c:v>46059</c:v>
                </c:pt>
                <c:pt idx="232">
                  <c:v>46060</c:v>
                </c:pt>
                <c:pt idx="233">
                  <c:v>46061</c:v>
                </c:pt>
                <c:pt idx="234">
                  <c:v>46062</c:v>
                </c:pt>
                <c:pt idx="235">
                  <c:v>46063</c:v>
                </c:pt>
                <c:pt idx="236">
                  <c:v>46064</c:v>
                </c:pt>
                <c:pt idx="237">
                  <c:v>46065</c:v>
                </c:pt>
                <c:pt idx="238">
                  <c:v>46066</c:v>
                </c:pt>
                <c:pt idx="239">
                  <c:v>46067</c:v>
                </c:pt>
                <c:pt idx="240">
                  <c:v>46068</c:v>
                </c:pt>
                <c:pt idx="241">
                  <c:v>46069</c:v>
                </c:pt>
                <c:pt idx="242">
                  <c:v>46070</c:v>
                </c:pt>
                <c:pt idx="243">
                  <c:v>46071</c:v>
                </c:pt>
                <c:pt idx="244">
                  <c:v>46072</c:v>
                </c:pt>
                <c:pt idx="245">
                  <c:v>46073</c:v>
                </c:pt>
                <c:pt idx="246">
                  <c:v>46074</c:v>
                </c:pt>
                <c:pt idx="247">
                  <c:v>46075</c:v>
                </c:pt>
                <c:pt idx="248">
                  <c:v>46076</c:v>
                </c:pt>
                <c:pt idx="249">
                  <c:v>46077</c:v>
                </c:pt>
                <c:pt idx="250">
                  <c:v>46078</c:v>
                </c:pt>
                <c:pt idx="251">
                  <c:v>46079</c:v>
                </c:pt>
                <c:pt idx="252">
                  <c:v>46080</c:v>
                </c:pt>
                <c:pt idx="253">
                  <c:v>46081</c:v>
                </c:pt>
                <c:pt idx="254">
                  <c:v>46082</c:v>
                </c:pt>
                <c:pt idx="255">
                  <c:v>46083</c:v>
                </c:pt>
                <c:pt idx="256">
                  <c:v>46084</c:v>
                </c:pt>
                <c:pt idx="257">
                  <c:v>46085</c:v>
                </c:pt>
                <c:pt idx="258">
                  <c:v>46086</c:v>
                </c:pt>
                <c:pt idx="259">
                  <c:v>46087</c:v>
                </c:pt>
                <c:pt idx="260">
                  <c:v>46088</c:v>
                </c:pt>
                <c:pt idx="261">
                  <c:v>46089</c:v>
                </c:pt>
                <c:pt idx="262">
                  <c:v>46090</c:v>
                </c:pt>
                <c:pt idx="263">
                  <c:v>46091</c:v>
                </c:pt>
                <c:pt idx="264">
                  <c:v>46092</c:v>
                </c:pt>
                <c:pt idx="265">
                  <c:v>46093</c:v>
                </c:pt>
                <c:pt idx="266">
                  <c:v>46094</c:v>
                </c:pt>
                <c:pt idx="267">
                  <c:v>46095</c:v>
                </c:pt>
                <c:pt idx="268">
                  <c:v>46096</c:v>
                </c:pt>
                <c:pt idx="269">
                  <c:v>46097</c:v>
                </c:pt>
                <c:pt idx="270">
                  <c:v>46098</c:v>
                </c:pt>
                <c:pt idx="271">
                  <c:v>46099</c:v>
                </c:pt>
                <c:pt idx="272">
                  <c:v>46100</c:v>
                </c:pt>
                <c:pt idx="273">
                  <c:v>46101</c:v>
                </c:pt>
                <c:pt idx="274">
                  <c:v>46102</c:v>
                </c:pt>
                <c:pt idx="275">
                  <c:v>46103</c:v>
                </c:pt>
                <c:pt idx="276">
                  <c:v>46104</c:v>
                </c:pt>
                <c:pt idx="277">
                  <c:v>46105</c:v>
                </c:pt>
                <c:pt idx="278">
                  <c:v>46106</c:v>
                </c:pt>
                <c:pt idx="279">
                  <c:v>46107</c:v>
                </c:pt>
                <c:pt idx="280">
                  <c:v>46108</c:v>
                </c:pt>
                <c:pt idx="281">
                  <c:v>46109</c:v>
                </c:pt>
                <c:pt idx="282">
                  <c:v>46110</c:v>
                </c:pt>
                <c:pt idx="283">
                  <c:v>46111</c:v>
                </c:pt>
                <c:pt idx="284">
                  <c:v>46112</c:v>
                </c:pt>
                <c:pt idx="285">
                  <c:v>46113</c:v>
                </c:pt>
                <c:pt idx="286">
                  <c:v>46114</c:v>
                </c:pt>
                <c:pt idx="287">
                  <c:v>46115</c:v>
                </c:pt>
                <c:pt idx="288">
                  <c:v>46116</c:v>
                </c:pt>
                <c:pt idx="289">
                  <c:v>46117</c:v>
                </c:pt>
                <c:pt idx="290">
                  <c:v>46118</c:v>
                </c:pt>
                <c:pt idx="291">
                  <c:v>46119</c:v>
                </c:pt>
                <c:pt idx="292">
                  <c:v>46120</c:v>
                </c:pt>
                <c:pt idx="293">
                  <c:v>46121</c:v>
                </c:pt>
                <c:pt idx="294">
                  <c:v>46122</c:v>
                </c:pt>
                <c:pt idx="295">
                  <c:v>46123</c:v>
                </c:pt>
                <c:pt idx="296">
                  <c:v>46124</c:v>
                </c:pt>
                <c:pt idx="297">
                  <c:v>46125</c:v>
                </c:pt>
                <c:pt idx="298">
                  <c:v>46126</c:v>
                </c:pt>
                <c:pt idx="299">
                  <c:v>46127</c:v>
                </c:pt>
                <c:pt idx="300">
                  <c:v>46128</c:v>
                </c:pt>
                <c:pt idx="301">
                  <c:v>46129</c:v>
                </c:pt>
                <c:pt idx="302">
                  <c:v>46130</c:v>
                </c:pt>
                <c:pt idx="303">
                  <c:v>46131</c:v>
                </c:pt>
                <c:pt idx="304">
                  <c:v>46132</c:v>
                </c:pt>
                <c:pt idx="305">
                  <c:v>46133</c:v>
                </c:pt>
                <c:pt idx="306">
                  <c:v>46134</c:v>
                </c:pt>
                <c:pt idx="307">
                  <c:v>46135</c:v>
                </c:pt>
                <c:pt idx="308">
                  <c:v>46136</c:v>
                </c:pt>
                <c:pt idx="309">
                  <c:v>46137</c:v>
                </c:pt>
                <c:pt idx="310">
                  <c:v>46138</c:v>
                </c:pt>
                <c:pt idx="311">
                  <c:v>46139</c:v>
                </c:pt>
                <c:pt idx="312">
                  <c:v>46140</c:v>
                </c:pt>
                <c:pt idx="313">
                  <c:v>46141</c:v>
                </c:pt>
                <c:pt idx="314">
                  <c:v>46142</c:v>
                </c:pt>
                <c:pt idx="315">
                  <c:v>46143</c:v>
                </c:pt>
                <c:pt idx="316">
                  <c:v>46144</c:v>
                </c:pt>
                <c:pt idx="317">
                  <c:v>46145</c:v>
                </c:pt>
                <c:pt idx="318">
                  <c:v>46146</c:v>
                </c:pt>
                <c:pt idx="319">
                  <c:v>46147</c:v>
                </c:pt>
                <c:pt idx="320">
                  <c:v>46148</c:v>
                </c:pt>
                <c:pt idx="321">
                  <c:v>46149</c:v>
                </c:pt>
                <c:pt idx="322">
                  <c:v>46150</c:v>
                </c:pt>
                <c:pt idx="323">
                  <c:v>46151</c:v>
                </c:pt>
                <c:pt idx="324">
                  <c:v>46152</c:v>
                </c:pt>
                <c:pt idx="325">
                  <c:v>46153</c:v>
                </c:pt>
                <c:pt idx="326">
                  <c:v>46154</c:v>
                </c:pt>
                <c:pt idx="327">
                  <c:v>46155</c:v>
                </c:pt>
                <c:pt idx="328">
                  <c:v>46156</c:v>
                </c:pt>
                <c:pt idx="329">
                  <c:v>46157</c:v>
                </c:pt>
                <c:pt idx="330">
                  <c:v>46158</c:v>
                </c:pt>
                <c:pt idx="331">
                  <c:v>46159</c:v>
                </c:pt>
                <c:pt idx="332">
                  <c:v>46160</c:v>
                </c:pt>
                <c:pt idx="333">
                  <c:v>46161</c:v>
                </c:pt>
                <c:pt idx="334">
                  <c:v>46162</c:v>
                </c:pt>
                <c:pt idx="335">
                  <c:v>46163</c:v>
                </c:pt>
                <c:pt idx="336">
                  <c:v>46164</c:v>
                </c:pt>
                <c:pt idx="337">
                  <c:v>46165</c:v>
                </c:pt>
                <c:pt idx="338">
                  <c:v>46166</c:v>
                </c:pt>
                <c:pt idx="339">
                  <c:v>46167</c:v>
                </c:pt>
                <c:pt idx="340">
                  <c:v>46168</c:v>
                </c:pt>
                <c:pt idx="341">
                  <c:v>46169</c:v>
                </c:pt>
                <c:pt idx="342">
                  <c:v>46170</c:v>
                </c:pt>
                <c:pt idx="343">
                  <c:v>46171</c:v>
                </c:pt>
                <c:pt idx="344">
                  <c:v>46172</c:v>
                </c:pt>
                <c:pt idx="345">
                  <c:v>46173</c:v>
                </c:pt>
                <c:pt idx="346">
                  <c:v>46174</c:v>
                </c:pt>
                <c:pt idx="347">
                  <c:v>46175</c:v>
                </c:pt>
                <c:pt idx="348">
                  <c:v>46176</c:v>
                </c:pt>
                <c:pt idx="349">
                  <c:v>46177</c:v>
                </c:pt>
                <c:pt idx="350">
                  <c:v>46178</c:v>
                </c:pt>
                <c:pt idx="351">
                  <c:v>46179</c:v>
                </c:pt>
                <c:pt idx="352">
                  <c:v>46180</c:v>
                </c:pt>
                <c:pt idx="353">
                  <c:v>46181</c:v>
                </c:pt>
                <c:pt idx="354">
                  <c:v>46182</c:v>
                </c:pt>
                <c:pt idx="355">
                  <c:v>46183</c:v>
                </c:pt>
                <c:pt idx="356">
                  <c:v>46184</c:v>
                </c:pt>
                <c:pt idx="357">
                  <c:v>46185</c:v>
                </c:pt>
                <c:pt idx="358">
                  <c:v>46186</c:v>
                </c:pt>
                <c:pt idx="359">
                  <c:v>46187</c:v>
                </c:pt>
                <c:pt idx="360">
                  <c:v>46188</c:v>
                </c:pt>
                <c:pt idx="361">
                  <c:v>46189</c:v>
                </c:pt>
                <c:pt idx="362">
                  <c:v>46190</c:v>
                </c:pt>
              </c:numCache>
            </c:numRef>
          </c:cat>
          <c:val>
            <c:numRef>
              <c:f>Sheet1!$B$2:$B$364</c:f>
              <c:numCache>
                <c:formatCode>General</c:formatCode>
                <c:ptCount val="363"/>
                <c:pt idx="0">
                  <c:v>1335.0676196386719</c:v>
                </c:pt>
                <c:pt idx="1">
                  <c:v>1360.7231728671875</c:v>
                </c:pt>
                <c:pt idx="2">
                  <c:v>1375.8630752109375</c:v>
                </c:pt>
                <c:pt idx="3">
                  <c:v>1295.5593080058593</c:v>
                </c:pt>
                <c:pt idx="4">
                  <c:v>1313.7846745146485</c:v>
                </c:pt>
                <c:pt idx="5">
                  <c:v>1316.7947451992188</c:v>
                </c:pt>
                <c:pt idx="6">
                  <c:v>1328.7453522783203</c:v>
                </c:pt>
                <c:pt idx="7">
                  <c:v>1343.2752052646483</c:v>
                </c:pt>
                <c:pt idx="8">
                  <c:v>1378.7361161054689</c:v>
                </c:pt>
                <c:pt idx="9">
                  <c:v>1386.7760520292968</c:v>
                </c:pt>
                <c:pt idx="10">
                  <c:v>1302.5700169511717</c:v>
                </c:pt>
                <c:pt idx="11">
                  <c:v>1320.6241868115235</c:v>
                </c:pt>
                <c:pt idx="12">
                  <c:v>1329.3088627021484</c:v>
                </c:pt>
                <c:pt idx="13">
                  <c:v>1319.788220533203</c:v>
                </c:pt>
                <c:pt idx="14">
                  <c:v>1325.9285478339843</c:v>
                </c:pt>
                <c:pt idx="15">
                  <c:v>1378.7935446015626</c:v>
                </c:pt>
                <c:pt idx="16">
                  <c:v>1364.191987459961</c:v>
                </c:pt>
                <c:pt idx="17">
                  <c:v>1293.8143112753905</c:v>
                </c:pt>
                <c:pt idx="18">
                  <c:v>1327.7307972304686</c:v>
                </c:pt>
                <c:pt idx="19">
                  <c:v>1309.0375937294921</c:v>
                </c:pt>
                <c:pt idx="20">
                  <c:v>1423.4117313740235</c:v>
                </c:pt>
                <c:pt idx="21">
                  <c:v>1329.703076435547</c:v>
                </c:pt>
                <c:pt idx="22">
                  <c:v>1370.0243774150392</c:v>
                </c:pt>
                <c:pt idx="23">
                  <c:v>1392.6142239628905</c:v>
                </c:pt>
                <c:pt idx="24">
                  <c:v>1304.930357725586</c:v>
                </c:pt>
                <c:pt idx="25">
                  <c:v>1316.2912497666016</c:v>
                </c:pt>
                <c:pt idx="26">
                  <c:v>1325.078177685547</c:v>
                </c:pt>
                <c:pt idx="27">
                  <c:v>1321.5288887802733</c:v>
                </c:pt>
                <c:pt idx="28">
                  <c:v>1333.4741844882813</c:v>
                </c:pt>
                <c:pt idx="29">
                  <c:v>1372.2839314003907</c:v>
                </c:pt>
                <c:pt idx="30">
                  <c:v>1398.260608220703</c:v>
                </c:pt>
                <c:pt idx="31">
                  <c:v>1323.9009821718748</c:v>
                </c:pt>
                <c:pt idx="32">
                  <c:v>1336.3128859511719</c:v>
                </c:pt>
                <c:pt idx="33">
                  <c:v>1310.2964717880859</c:v>
                </c:pt>
                <c:pt idx="34">
                  <c:v>1331.4928677070311</c:v>
                </c:pt>
                <c:pt idx="35">
                  <c:v>1350.8170674736327</c:v>
                </c:pt>
                <c:pt idx="36">
                  <c:v>1389.3581403564453</c:v>
                </c:pt>
                <c:pt idx="37">
                  <c:v>1405.8915832753908</c:v>
                </c:pt>
                <c:pt idx="38">
                  <c:v>1336.6105151445313</c:v>
                </c:pt>
                <c:pt idx="39">
                  <c:v>1345.0604214843752</c:v>
                </c:pt>
                <c:pt idx="40">
                  <c:v>1370.7035887314453</c:v>
                </c:pt>
                <c:pt idx="41">
                  <c:v>1358.0210514716796</c:v>
                </c:pt>
                <c:pt idx="42">
                  <c:v>1340.8020262841796</c:v>
                </c:pt>
                <c:pt idx="43">
                  <c:v>1390.9515018798829</c:v>
                </c:pt>
                <c:pt idx="44">
                  <c:v>1437.1369321708983</c:v>
                </c:pt>
                <c:pt idx="45">
                  <c:v>1336.4596095898437</c:v>
                </c:pt>
                <c:pt idx="46">
                  <c:v>1317.633953680664</c:v>
                </c:pt>
                <c:pt idx="47">
                  <c:v>1283.3860795625001</c:v>
                </c:pt>
                <c:pt idx="48">
                  <c:v>1352.2918940039062</c:v>
                </c:pt>
                <c:pt idx="49">
                  <c:v>1463.9748011767576</c:v>
                </c:pt>
                <c:pt idx="50">
                  <c:v>1414.9198955244142</c:v>
                </c:pt>
                <c:pt idx="51">
                  <c:v>1420.8820896142579</c:v>
                </c:pt>
                <c:pt idx="52">
                  <c:v>1383.28314678125</c:v>
                </c:pt>
                <c:pt idx="53">
                  <c:v>1377.2805354619143</c:v>
                </c:pt>
                <c:pt idx="54">
                  <c:v>1392.8816187011719</c:v>
                </c:pt>
                <c:pt idx="55">
                  <c:v>1393.1983887138672</c:v>
                </c:pt>
                <c:pt idx="56">
                  <c:v>1402.3682401884766</c:v>
                </c:pt>
                <c:pt idx="57">
                  <c:v>1419.3599851503905</c:v>
                </c:pt>
                <c:pt idx="58">
                  <c:v>1440.0859224687499</c:v>
                </c:pt>
                <c:pt idx="59">
                  <c:v>1368.0591423544922</c:v>
                </c:pt>
                <c:pt idx="60">
                  <c:v>1364.3501799453124</c:v>
                </c:pt>
                <c:pt idx="61">
                  <c:v>1366.4897623691406</c:v>
                </c:pt>
                <c:pt idx="62">
                  <c:v>1370.6108818300781</c:v>
                </c:pt>
                <c:pt idx="63">
                  <c:v>1370.6145745742188</c:v>
                </c:pt>
                <c:pt idx="64">
                  <c:v>1421.4132350732423</c:v>
                </c:pt>
                <c:pt idx="65">
                  <c:v>1432.446393756836</c:v>
                </c:pt>
                <c:pt idx="66">
                  <c:v>1347.7441532255859</c:v>
                </c:pt>
                <c:pt idx="67">
                  <c:v>1371.0044134091797</c:v>
                </c:pt>
                <c:pt idx="68">
                  <c:v>1356.3113645312501</c:v>
                </c:pt>
                <c:pt idx="69">
                  <c:v>1367.6154619785157</c:v>
                </c:pt>
                <c:pt idx="70">
                  <c:v>1390.8543171416018</c:v>
                </c:pt>
                <c:pt idx="71">
                  <c:v>1428.6466381191406</c:v>
                </c:pt>
                <c:pt idx="72">
                  <c:v>1453.6892494414062</c:v>
                </c:pt>
                <c:pt idx="73">
                  <c:v>1350.5478887753907</c:v>
                </c:pt>
                <c:pt idx="74">
                  <c:v>1342.1069318662107</c:v>
                </c:pt>
                <c:pt idx="75">
                  <c:v>1364.514692066406</c:v>
                </c:pt>
                <c:pt idx="76">
                  <c:v>1363.3022104121094</c:v>
                </c:pt>
                <c:pt idx="77">
                  <c:v>1449.2850488994141</c:v>
                </c:pt>
                <c:pt idx="78">
                  <c:v>1420.6360049873047</c:v>
                </c:pt>
                <c:pt idx="79">
                  <c:v>1470.074814758789</c:v>
                </c:pt>
                <c:pt idx="80">
                  <c:v>1357.3341294326174</c:v>
                </c:pt>
                <c:pt idx="81">
                  <c:v>1365.1451532236329</c:v>
                </c:pt>
                <c:pt idx="82">
                  <c:v>1376.5263823398436</c:v>
                </c:pt>
                <c:pt idx="83">
                  <c:v>1388.4415566064451</c:v>
                </c:pt>
                <c:pt idx="84">
                  <c:v>1405.6272042421874</c:v>
                </c:pt>
                <c:pt idx="85">
                  <c:v>1475.9864401992188</c:v>
                </c:pt>
                <c:pt idx="86">
                  <c:v>1474.1849691210937</c:v>
                </c:pt>
                <c:pt idx="87">
                  <c:v>1401.5056896416015</c:v>
                </c:pt>
                <c:pt idx="88">
                  <c:v>1407.4905039921875</c:v>
                </c:pt>
                <c:pt idx="89">
                  <c:v>1422.683056347656</c:v>
                </c:pt>
                <c:pt idx="90">
                  <c:v>1447.9174792509766</c:v>
                </c:pt>
                <c:pt idx="91">
                  <c:v>1434.4937569541016</c:v>
                </c:pt>
                <c:pt idx="92">
                  <c:v>1495.8369417539061</c:v>
                </c:pt>
                <c:pt idx="93">
                  <c:v>1489.8113563251952</c:v>
                </c:pt>
                <c:pt idx="94">
                  <c:v>1376.5502890478515</c:v>
                </c:pt>
                <c:pt idx="95">
                  <c:v>1405.2002350859375</c:v>
                </c:pt>
                <c:pt idx="96">
                  <c:v>1413.0111084492187</c:v>
                </c:pt>
                <c:pt idx="97">
                  <c:v>1371.4947534267576</c:v>
                </c:pt>
                <c:pt idx="98">
                  <c:v>1447.7859825390626</c:v>
                </c:pt>
                <c:pt idx="99">
                  <c:v>1469.4329515527343</c:v>
                </c:pt>
                <c:pt idx="100">
                  <c:v>1488.300309006836</c:v>
                </c:pt>
                <c:pt idx="101">
                  <c:v>1390.9704855781249</c:v>
                </c:pt>
                <c:pt idx="102">
                  <c:v>1395.0423008730468</c:v>
                </c:pt>
                <c:pt idx="103">
                  <c:v>1397.929337265625</c:v>
                </c:pt>
                <c:pt idx="104">
                  <c:v>1404.3801611132812</c:v>
                </c:pt>
                <c:pt idx="105">
                  <c:v>1421.033311626953</c:v>
                </c:pt>
                <c:pt idx="106">
                  <c:v>1459.2166656562501</c:v>
                </c:pt>
                <c:pt idx="107">
                  <c:v>1465.0633973085937</c:v>
                </c:pt>
                <c:pt idx="108">
                  <c:v>1479.6528298496094</c:v>
                </c:pt>
                <c:pt idx="109">
                  <c:v>1397.1674981103515</c:v>
                </c:pt>
                <c:pt idx="110">
                  <c:v>1401.8006044052734</c:v>
                </c:pt>
                <c:pt idx="111">
                  <c:v>1371.1692215585938</c:v>
                </c:pt>
                <c:pt idx="112">
                  <c:v>1408.38821190625</c:v>
                </c:pt>
                <c:pt idx="113">
                  <c:v>1486.3533616845702</c:v>
                </c:pt>
                <c:pt idx="114">
                  <c:v>1485.2327558867187</c:v>
                </c:pt>
                <c:pt idx="115">
                  <c:v>1387.538694852539</c:v>
                </c:pt>
                <c:pt idx="116">
                  <c:v>1401.0759805107421</c:v>
                </c:pt>
                <c:pt idx="117">
                  <c:v>1408.9947194736328</c:v>
                </c:pt>
                <c:pt idx="118">
                  <c:v>1399.1292448232423</c:v>
                </c:pt>
                <c:pt idx="119">
                  <c:v>1418.8181223134766</c:v>
                </c:pt>
                <c:pt idx="120">
                  <c:v>1461.0153851123048</c:v>
                </c:pt>
                <c:pt idx="121">
                  <c:v>1492.4997207158203</c:v>
                </c:pt>
                <c:pt idx="122">
                  <c:v>1484.1610526386719</c:v>
                </c:pt>
                <c:pt idx="123">
                  <c:v>1438.8059284492188</c:v>
                </c:pt>
                <c:pt idx="124">
                  <c:v>1426.6028817656249</c:v>
                </c:pt>
                <c:pt idx="125">
                  <c:v>1423.9913983593751</c:v>
                </c:pt>
                <c:pt idx="126">
                  <c:v>1444.1121056259765</c:v>
                </c:pt>
                <c:pt idx="127">
                  <c:v>1508.2565518388674</c:v>
                </c:pt>
                <c:pt idx="128">
                  <c:v>1489.5533646123047</c:v>
                </c:pt>
                <c:pt idx="129">
                  <c:v>1397.5471521357422</c:v>
                </c:pt>
                <c:pt idx="130">
                  <c:v>1430.5585754472656</c:v>
                </c:pt>
                <c:pt idx="131">
                  <c:v>1446.0458927500001</c:v>
                </c:pt>
                <c:pt idx="132">
                  <c:v>1452.4704768623046</c:v>
                </c:pt>
                <c:pt idx="133">
                  <c:v>1463.5666486982423</c:v>
                </c:pt>
                <c:pt idx="134">
                  <c:v>1498.6594195107421</c:v>
                </c:pt>
                <c:pt idx="135">
                  <c:v>1521.7710590927734</c:v>
                </c:pt>
                <c:pt idx="136">
                  <c:v>1431.8515313027344</c:v>
                </c:pt>
                <c:pt idx="137">
                  <c:v>1449.6577015800783</c:v>
                </c:pt>
                <c:pt idx="138">
                  <c:v>1563.9043947753908</c:v>
                </c:pt>
                <c:pt idx="139">
                  <c:v>1372.4259758691405</c:v>
                </c:pt>
                <c:pt idx="140">
                  <c:v>1482.8519605126953</c:v>
                </c:pt>
                <c:pt idx="141">
                  <c:v>1498.9232855273438</c:v>
                </c:pt>
                <c:pt idx="142">
                  <c:v>1510.9391824912111</c:v>
                </c:pt>
                <c:pt idx="143">
                  <c:v>1446.251990881836</c:v>
                </c:pt>
                <c:pt idx="144">
                  <c:v>1472.179242515625</c:v>
                </c:pt>
                <c:pt idx="145">
                  <c:v>1475.595215915039</c:v>
                </c:pt>
                <c:pt idx="146">
                  <c:v>1477.4027479023437</c:v>
                </c:pt>
                <c:pt idx="147">
                  <c:v>1514.671013350586</c:v>
                </c:pt>
                <c:pt idx="148">
                  <c:v>1496.3519501992187</c:v>
                </c:pt>
                <c:pt idx="149">
                  <c:v>1555.6701890527343</c:v>
                </c:pt>
                <c:pt idx="150">
                  <c:v>1486.1485883642579</c:v>
                </c:pt>
                <c:pt idx="151">
                  <c:v>1500.925525620117</c:v>
                </c:pt>
                <c:pt idx="152">
                  <c:v>1494.8847728085937</c:v>
                </c:pt>
                <c:pt idx="153">
                  <c:v>1531.8084414384766</c:v>
                </c:pt>
                <c:pt idx="154">
                  <c:v>1520.5435130878905</c:v>
                </c:pt>
                <c:pt idx="155">
                  <c:v>1546.5131888906249</c:v>
                </c:pt>
                <c:pt idx="156">
                  <c:v>1569.7213526816406</c:v>
                </c:pt>
                <c:pt idx="157">
                  <c:v>1492.7259680810546</c:v>
                </c:pt>
                <c:pt idx="158">
                  <c:v>1522.2111426308595</c:v>
                </c:pt>
                <c:pt idx="159">
                  <c:v>1504.7756616455076</c:v>
                </c:pt>
                <c:pt idx="160">
                  <c:v>1411.1494466279296</c:v>
                </c:pt>
                <c:pt idx="161">
                  <c:v>1084.6171523886719</c:v>
                </c:pt>
                <c:pt idx="162">
                  <c:v>1146.5205101357421</c:v>
                </c:pt>
                <c:pt idx="163">
                  <c:v>1268.4597522646484</c:v>
                </c:pt>
                <c:pt idx="164">
                  <c:v>1350.0008595253905</c:v>
                </c:pt>
                <c:pt idx="165">
                  <c:v>1378.9325673330079</c:v>
                </c:pt>
                <c:pt idx="166">
                  <c:v>1444.4922564140625</c:v>
                </c:pt>
                <c:pt idx="167">
                  <c:v>1535.9127580068359</c:v>
                </c:pt>
                <c:pt idx="168">
                  <c:v>1474.6057402851563</c:v>
                </c:pt>
                <c:pt idx="169">
                  <c:v>1523.5004491640625</c:v>
                </c:pt>
                <c:pt idx="170">
                  <c:v>1560.879328680664</c:v>
                </c:pt>
                <c:pt idx="171">
                  <c:v>1516.416701772461</c:v>
                </c:pt>
                <c:pt idx="172">
                  <c:v>1547.5170569716795</c:v>
                </c:pt>
                <c:pt idx="173">
                  <c:v>1554.8094649560546</c:v>
                </c:pt>
                <c:pt idx="174">
                  <c:v>1569.5414972724609</c:v>
                </c:pt>
                <c:pt idx="175">
                  <c:v>1563.4562755664062</c:v>
                </c:pt>
                <c:pt idx="176">
                  <c:v>1587.4661126728515</c:v>
                </c:pt>
                <c:pt idx="177">
                  <c:v>1605.8671531152345</c:v>
                </c:pt>
                <c:pt idx="178">
                  <c:v>1529.6728076171876</c:v>
                </c:pt>
                <c:pt idx="179">
                  <c:v>1540.6570072490235</c:v>
                </c:pt>
                <c:pt idx="180">
                  <c:v>1561.0101790117187</c:v>
                </c:pt>
                <c:pt idx="181">
                  <c:v>1580.4912577773437</c:v>
                </c:pt>
                <c:pt idx="182">
                  <c:v>1584.3021975498048</c:v>
                </c:pt>
                <c:pt idx="183">
                  <c:v>1598.2402989550781</c:v>
                </c:pt>
                <c:pt idx="184">
                  <c:v>1610.611732272461</c:v>
                </c:pt>
                <c:pt idx="185">
                  <c:v>1536.2478813847656</c:v>
                </c:pt>
                <c:pt idx="186">
                  <c:v>1549.3986985859376</c:v>
                </c:pt>
                <c:pt idx="187">
                  <c:v>1552.7943377695312</c:v>
                </c:pt>
                <c:pt idx="188">
                  <c:v>1620.5451936103516</c:v>
                </c:pt>
                <c:pt idx="189">
                  <c:v>1583.9614552958985</c:v>
                </c:pt>
                <c:pt idx="190">
                  <c:v>1584.9929258720704</c:v>
                </c:pt>
                <c:pt idx="191">
                  <c:v>1583.4734904355469</c:v>
                </c:pt>
                <c:pt idx="192">
                  <c:v>1549.372233084961</c:v>
                </c:pt>
                <c:pt idx="193">
                  <c:v>1550.2202819042968</c:v>
                </c:pt>
                <c:pt idx="194">
                  <c:v>1519.9343723300781</c:v>
                </c:pt>
                <c:pt idx="195">
                  <c:v>1600.9437922294921</c:v>
                </c:pt>
                <c:pt idx="196">
                  <c:v>1522.4846741777344</c:v>
                </c:pt>
                <c:pt idx="197">
                  <c:v>1580.3025077470704</c:v>
                </c:pt>
                <c:pt idx="198">
                  <c:v>1538.5119580693358</c:v>
                </c:pt>
                <c:pt idx="199">
                  <c:v>1471.1475514179688</c:v>
                </c:pt>
                <c:pt idx="200">
                  <c:v>1495.7512579082031</c:v>
                </c:pt>
                <c:pt idx="201">
                  <c:v>1486.4303860332031</c:v>
                </c:pt>
                <c:pt idx="202">
                  <c:v>1505.4154063798828</c:v>
                </c:pt>
                <c:pt idx="203">
                  <c:v>1530.9770121767579</c:v>
                </c:pt>
                <c:pt idx="204">
                  <c:v>1562.0033882548828</c:v>
                </c:pt>
                <c:pt idx="205">
                  <c:v>1608.480680475586</c:v>
                </c:pt>
                <c:pt idx="206">
                  <c:v>1548.4212935332032</c:v>
                </c:pt>
                <c:pt idx="207">
                  <c:v>1531.3773410742187</c:v>
                </c:pt>
                <c:pt idx="208">
                  <c:v>1566.7687924169923</c:v>
                </c:pt>
                <c:pt idx="209">
                  <c:v>1612.9321390683592</c:v>
                </c:pt>
                <c:pt idx="210">
                  <c:v>1569.7424065986329</c:v>
                </c:pt>
                <c:pt idx="211">
                  <c:v>1585.8078166748046</c:v>
                </c:pt>
                <c:pt idx="212">
                  <c:v>1616.3276027246093</c:v>
                </c:pt>
                <c:pt idx="213">
                  <c:v>1547.8113190693359</c:v>
                </c:pt>
                <c:pt idx="214">
                  <c:v>1534.5353899824217</c:v>
                </c:pt>
                <c:pt idx="215">
                  <c:v>1511.2752647050781</c:v>
                </c:pt>
                <c:pt idx="216">
                  <c:v>1528.5008882802736</c:v>
                </c:pt>
                <c:pt idx="217">
                  <c:v>1540.2708004169922</c:v>
                </c:pt>
                <c:pt idx="218">
                  <c:v>1606.7105591054687</c:v>
                </c:pt>
                <c:pt idx="219">
                  <c:v>1612.6721008662109</c:v>
                </c:pt>
                <c:pt idx="220">
                  <c:v>1536.4750431953123</c:v>
                </c:pt>
                <c:pt idx="221">
                  <c:v>1569.8345196855469</c:v>
                </c:pt>
                <c:pt idx="222">
                  <c:v>1536.9605152753907</c:v>
                </c:pt>
                <c:pt idx="223">
                  <c:v>1549.0557338974611</c:v>
                </c:pt>
                <c:pt idx="224">
                  <c:v>1584.3011002060548</c:v>
                </c:pt>
                <c:pt idx="225">
                  <c:v>1628.7684526337889</c:v>
                </c:pt>
                <c:pt idx="226">
                  <c:v>1684.6710644804687</c:v>
                </c:pt>
                <c:pt idx="227">
                  <c:v>1518.3410900625001</c:v>
                </c:pt>
                <c:pt idx="228">
                  <c:v>1547.0191812890623</c:v>
                </c:pt>
                <c:pt idx="229">
                  <c:v>1676.5082135429686</c:v>
                </c:pt>
                <c:pt idx="230">
                  <c:v>1547.8840679736327</c:v>
                </c:pt>
                <c:pt idx="231">
                  <c:v>1575.2706760947267</c:v>
                </c:pt>
                <c:pt idx="232">
                  <c:v>1628.7985085205078</c:v>
                </c:pt>
                <c:pt idx="233">
                  <c:v>1657.6609648398437</c:v>
                </c:pt>
                <c:pt idx="234">
                  <c:v>1527.621787328125</c:v>
                </c:pt>
                <c:pt idx="235">
                  <c:v>1522.2629793320314</c:v>
                </c:pt>
                <c:pt idx="236">
                  <c:v>1548.058782506836</c:v>
                </c:pt>
                <c:pt idx="237">
                  <c:v>1593.813529279297</c:v>
                </c:pt>
                <c:pt idx="238">
                  <c:v>1597.6131409140626</c:v>
                </c:pt>
                <c:pt idx="239">
                  <c:v>1667.3213176699219</c:v>
                </c:pt>
                <c:pt idx="240">
                  <c:v>1686.9699644833984</c:v>
                </c:pt>
                <c:pt idx="241">
                  <c:v>1623.8937392666016</c:v>
                </c:pt>
                <c:pt idx="242">
                  <c:v>1605.9994645566408</c:v>
                </c:pt>
                <c:pt idx="243">
                  <c:v>1608.013232234375</c:v>
                </c:pt>
                <c:pt idx="244">
                  <c:v>1640.5150814912108</c:v>
                </c:pt>
                <c:pt idx="245">
                  <c:v>1607.2677323984376</c:v>
                </c:pt>
                <c:pt idx="246">
                  <c:v>1628.7919734521483</c:v>
                </c:pt>
                <c:pt idx="247">
                  <c:v>1705.5223358281251</c:v>
                </c:pt>
                <c:pt idx="248">
                  <c:v>1592.9035428710938</c:v>
                </c:pt>
                <c:pt idx="249">
                  <c:v>1605.6766750185545</c:v>
                </c:pt>
                <c:pt idx="250">
                  <c:v>1610.0413369296875</c:v>
                </c:pt>
                <c:pt idx="251">
                  <c:v>1620.2510079296874</c:v>
                </c:pt>
                <c:pt idx="252">
                  <c:v>1627.707160491211</c:v>
                </c:pt>
                <c:pt idx="253">
                  <c:v>1653.0810446298826</c:v>
                </c:pt>
                <c:pt idx="254">
                  <c:v>1657.9276050937499</c:v>
                </c:pt>
                <c:pt idx="255">
                  <c:v>1667.372937727539</c:v>
                </c:pt>
                <c:pt idx="256">
                  <c:v>1586.1167056640627</c:v>
                </c:pt>
                <c:pt idx="257">
                  <c:v>1599.4073408164061</c:v>
                </c:pt>
                <c:pt idx="258">
                  <c:v>1603.129434591797</c:v>
                </c:pt>
                <c:pt idx="259">
                  <c:v>1613.336785760742</c:v>
                </c:pt>
                <c:pt idx="260">
                  <c:v>1658.0536698916014</c:v>
                </c:pt>
                <c:pt idx="261">
                  <c:v>1681.4586913027345</c:v>
                </c:pt>
                <c:pt idx="262">
                  <c:v>1579.2867921318359</c:v>
                </c:pt>
                <c:pt idx="263">
                  <c:v>1560.147088685547</c:v>
                </c:pt>
                <c:pt idx="264">
                  <c:v>1567.8433360908205</c:v>
                </c:pt>
                <c:pt idx="265">
                  <c:v>1602.7565085175781</c:v>
                </c:pt>
                <c:pt idx="266">
                  <c:v>1613.3518857597655</c:v>
                </c:pt>
                <c:pt idx="267">
                  <c:v>1659.315382390625</c:v>
                </c:pt>
                <c:pt idx="268">
                  <c:v>1670.7150033769531</c:v>
                </c:pt>
                <c:pt idx="269">
                  <c:v>1588.2042566113282</c:v>
                </c:pt>
                <c:pt idx="270">
                  <c:v>1593.6498115957031</c:v>
                </c:pt>
                <c:pt idx="271">
                  <c:v>1673.6138024511718</c:v>
                </c:pt>
                <c:pt idx="272">
                  <c:v>1618.5062868701173</c:v>
                </c:pt>
                <c:pt idx="273">
                  <c:v>1640.9164093955078</c:v>
                </c:pt>
                <c:pt idx="274">
                  <c:v>1699.969131178711</c:v>
                </c:pt>
                <c:pt idx="275">
                  <c:v>1696.8237548300781</c:v>
                </c:pt>
                <c:pt idx="276">
                  <c:v>1617.6622696542968</c:v>
                </c:pt>
                <c:pt idx="277">
                  <c:v>1645.112398694336</c:v>
                </c:pt>
                <c:pt idx="278">
                  <c:v>1671.6567239355468</c:v>
                </c:pt>
                <c:pt idx="279">
                  <c:v>1630.2832737968749</c:v>
                </c:pt>
                <c:pt idx="280">
                  <c:v>1639.8255690429687</c:v>
                </c:pt>
                <c:pt idx="281">
                  <c:v>1691.9732363251953</c:v>
                </c:pt>
                <c:pt idx="282">
                  <c:v>1710.1663550751953</c:v>
                </c:pt>
                <c:pt idx="283">
                  <c:v>1609.8061520693359</c:v>
                </c:pt>
                <c:pt idx="284">
                  <c:v>1625.065129133789</c:v>
                </c:pt>
                <c:pt idx="285">
                  <c:v>1733.749307373047</c:v>
                </c:pt>
                <c:pt idx="286">
                  <c:v>1628.3507139306641</c:v>
                </c:pt>
                <c:pt idx="287">
                  <c:v>1692.9439158847656</c:v>
                </c:pt>
                <c:pt idx="288">
                  <c:v>1691.8295130976562</c:v>
                </c:pt>
                <c:pt idx="289">
                  <c:v>1704.1745763652343</c:v>
                </c:pt>
                <c:pt idx="290">
                  <c:v>1602.092121899414</c:v>
                </c:pt>
                <c:pt idx="291">
                  <c:v>1609.8869085947265</c:v>
                </c:pt>
                <c:pt idx="292">
                  <c:v>1645.9047800703127</c:v>
                </c:pt>
                <c:pt idx="293">
                  <c:v>1611.1659101923826</c:v>
                </c:pt>
                <c:pt idx="294">
                  <c:v>1624.777845517578</c:v>
                </c:pt>
                <c:pt idx="295">
                  <c:v>1646.6798507763672</c:v>
                </c:pt>
                <c:pt idx="296">
                  <c:v>1637.4377024042967</c:v>
                </c:pt>
                <c:pt idx="297">
                  <c:v>1662.135764267578</c:v>
                </c:pt>
                <c:pt idx="298">
                  <c:v>1695.9691327910157</c:v>
                </c:pt>
                <c:pt idx="299">
                  <c:v>1643.4885975429688</c:v>
                </c:pt>
                <c:pt idx="300">
                  <c:v>1659.0088161386718</c:v>
                </c:pt>
                <c:pt idx="301">
                  <c:v>1686.7375736396484</c:v>
                </c:pt>
                <c:pt idx="302">
                  <c:v>1688.3810409785158</c:v>
                </c:pt>
                <c:pt idx="303">
                  <c:v>1666.257577298828</c:v>
                </c:pt>
                <c:pt idx="304">
                  <c:v>1618.7025872294921</c:v>
                </c:pt>
                <c:pt idx="305">
                  <c:v>1635.8387038378905</c:v>
                </c:pt>
                <c:pt idx="306">
                  <c:v>1647.6041106728517</c:v>
                </c:pt>
                <c:pt idx="307">
                  <c:v>1660.838940848633</c:v>
                </c:pt>
                <c:pt idx="308">
                  <c:v>1692.5675352246094</c:v>
                </c:pt>
                <c:pt idx="309">
                  <c:v>1719.8127879023436</c:v>
                </c:pt>
                <c:pt idx="310">
                  <c:v>1719.9835128125001</c:v>
                </c:pt>
                <c:pt idx="311">
                  <c:v>1649.8558315126954</c:v>
                </c:pt>
                <c:pt idx="312">
                  <c:v>1659.4493253173828</c:v>
                </c:pt>
                <c:pt idx="313">
                  <c:v>1655.4574551640624</c:v>
                </c:pt>
                <c:pt idx="314">
                  <c:v>1640.8981000878907</c:v>
                </c:pt>
                <c:pt idx="315">
                  <c:v>1796.9359474052735</c:v>
                </c:pt>
                <c:pt idx="316">
                  <c:v>1737.2591246923828</c:v>
                </c:pt>
                <c:pt idx="317">
                  <c:v>1718.6395559873047</c:v>
                </c:pt>
                <c:pt idx="318">
                  <c:v>1633.9419915322264</c:v>
                </c:pt>
                <c:pt idx="319">
                  <c:v>1633.0675862177734</c:v>
                </c:pt>
                <c:pt idx="320">
                  <c:v>1635.8251396347657</c:v>
                </c:pt>
                <c:pt idx="321">
                  <c:v>1630.6652192509766</c:v>
                </c:pt>
                <c:pt idx="322">
                  <c:v>1654.9432152929687</c:v>
                </c:pt>
                <c:pt idx="323">
                  <c:v>1716.2419324013672</c:v>
                </c:pt>
                <c:pt idx="324">
                  <c:v>1752.3716067617188</c:v>
                </c:pt>
                <c:pt idx="325">
                  <c:v>1654.4043224433594</c:v>
                </c:pt>
                <c:pt idx="326">
                  <c:v>1665.3445471396483</c:v>
                </c:pt>
                <c:pt idx="327">
                  <c:v>1730.3134105703125</c:v>
                </c:pt>
                <c:pt idx="328">
                  <c:v>1683.5396590800781</c:v>
                </c:pt>
                <c:pt idx="329">
                  <c:v>1707.2151872792967</c:v>
                </c:pt>
                <c:pt idx="330">
                  <c:v>1762.5323715976563</c:v>
                </c:pt>
                <c:pt idx="331">
                  <c:v>1753.2156721376955</c:v>
                </c:pt>
                <c:pt idx="332">
                  <c:v>1650.2128325839844</c:v>
                </c:pt>
                <c:pt idx="333">
                  <c:v>1655.6239517382812</c:v>
                </c:pt>
                <c:pt idx="334">
                  <c:v>1650.6947599746095</c:v>
                </c:pt>
                <c:pt idx="335">
                  <c:v>1643.0740201542967</c:v>
                </c:pt>
                <c:pt idx="336">
                  <c:v>1698.2591600742187</c:v>
                </c:pt>
                <c:pt idx="337">
                  <c:v>1734.8507978173827</c:v>
                </c:pt>
                <c:pt idx="338">
                  <c:v>1745.3635691777342</c:v>
                </c:pt>
                <c:pt idx="339">
                  <c:v>1631.2024576230467</c:v>
                </c:pt>
                <c:pt idx="340">
                  <c:v>1631.9135990224609</c:v>
                </c:pt>
                <c:pt idx="341">
                  <c:v>1666.2835646582032</c:v>
                </c:pt>
                <c:pt idx="342">
                  <c:v>1727.369720453125</c:v>
                </c:pt>
                <c:pt idx="343">
                  <c:v>1671.9720338583986</c:v>
                </c:pt>
                <c:pt idx="344">
                  <c:v>1636.1632563359374</c:v>
                </c:pt>
                <c:pt idx="345">
                  <c:v>1738.8073585664063</c:v>
                </c:pt>
                <c:pt idx="346">
                  <c:v>1689.2829485498046</c:v>
                </c:pt>
                <c:pt idx="347">
                  <c:v>1674.387325515625</c:v>
                </c:pt>
                <c:pt idx="348">
                  <c:v>1681.1083002519531</c:v>
                </c:pt>
                <c:pt idx="349">
                  <c:v>1667.3638611943361</c:v>
                </c:pt>
                <c:pt idx="350">
                  <c:v>1678.6687850898436</c:v>
                </c:pt>
                <c:pt idx="351">
                  <c:v>1731.8838194814455</c:v>
                </c:pt>
                <c:pt idx="352">
                  <c:v>1750.0929426650391</c:v>
                </c:pt>
                <c:pt idx="353">
                  <c:v>1652.1350486953124</c:v>
                </c:pt>
                <c:pt idx="354">
                  <c:v>1659.0644614736327</c:v>
                </c:pt>
                <c:pt idx="355">
                  <c:v>1667.1813539833984</c:v>
                </c:pt>
                <c:pt idx="356">
                  <c:v>1660.2830330458985</c:v>
                </c:pt>
                <c:pt idx="357">
                  <c:v>1693.0098577998046</c:v>
                </c:pt>
                <c:pt idx="358">
                  <c:v>1747.6446192529297</c:v>
                </c:pt>
                <c:pt idx="359">
                  <c:v>1784.8866055214844</c:v>
                </c:pt>
                <c:pt idx="360">
                  <c:v>1686.4926189062498</c:v>
                </c:pt>
                <c:pt idx="361">
                  <c:v>1668.775056439453</c:v>
                </c:pt>
                <c:pt idx="362">
                  <c:v>1675.0857438925782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951-49D2-A817-4722DE2E54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38859759"/>
        <c:axId val="1038849679"/>
      </c:lineChart>
      <c:dateAx>
        <c:axId val="1038846319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8853039"/>
        <c:crosses val="autoZero"/>
        <c:auto val="1"/>
        <c:lblOffset val="100"/>
        <c:baseTimeUnit val="days"/>
      </c:dateAx>
      <c:valAx>
        <c:axId val="1038853039"/>
        <c:scaling>
          <c:orientation val="minMax"/>
          <c:min val="15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District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8846319"/>
        <c:crosses val="autoZero"/>
        <c:crossBetween val="between"/>
      </c:valAx>
      <c:valAx>
        <c:axId val="1038849679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Total Network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8859759"/>
        <c:crosses val="max"/>
        <c:crossBetween val="between"/>
      </c:valAx>
      <c:dateAx>
        <c:axId val="1038859759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038849679"/>
        <c:crosses val="autoZero"/>
        <c:auto val="1"/>
        <c:lblOffset val="100"/>
        <c:baseTimeUnit val="days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VoLTE TRAFFIC(Erl)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1"/>
          <c:order val="1"/>
          <c:tx>
            <c:strRef>
              <c:f>G!$C$1</c:f>
              <c:strCache>
                <c:ptCount val="1"/>
                <c:pt idx="0">
                  <c:v>GAM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numRef>
              <c:f>G!$A$2:$A$364</c:f>
              <c:numCache>
                <c:formatCode>m/d/yyyy</c:formatCode>
                <c:ptCount val="363"/>
                <c:pt idx="0">
                  <c:v>45828</c:v>
                </c:pt>
                <c:pt idx="1">
                  <c:v>45829</c:v>
                </c:pt>
                <c:pt idx="2">
                  <c:v>45830</c:v>
                </c:pt>
                <c:pt idx="3">
                  <c:v>45831</c:v>
                </c:pt>
                <c:pt idx="4">
                  <c:v>45832</c:v>
                </c:pt>
                <c:pt idx="5">
                  <c:v>45833</c:v>
                </c:pt>
                <c:pt idx="6">
                  <c:v>45834</c:v>
                </c:pt>
                <c:pt idx="7">
                  <c:v>45835</c:v>
                </c:pt>
                <c:pt idx="8">
                  <c:v>45836</c:v>
                </c:pt>
                <c:pt idx="9">
                  <c:v>45837</c:v>
                </c:pt>
                <c:pt idx="10">
                  <c:v>45838</c:v>
                </c:pt>
                <c:pt idx="11">
                  <c:v>45839</c:v>
                </c:pt>
                <c:pt idx="12">
                  <c:v>45840</c:v>
                </c:pt>
                <c:pt idx="13">
                  <c:v>45841</c:v>
                </c:pt>
                <c:pt idx="14">
                  <c:v>45842</c:v>
                </c:pt>
                <c:pt idx="15">
                  <c:v>45843</c:v>
                </c:pt>
                <c:pt idx="16">
                  <c:v>45844</c:v>
                </c:pt>
                <c:pt idx="17">
                  <c:v>45845</c:v>
                </c:pt>
                <c:pt idx="18">
                  <c:v>45846</c:v>
                </c:pt>
                <c:pt idx="19">
                  <c:v>45847</c:v>
                </c:pt>
                <c:pt idx="20">
                  <c:v>45848</c:v>
                </c:pt>
                <c:pt idx="21">
                  <c:v>45849</c:v>
                </c:pt>
                <c:pt idx="22">
                  <c:v>45850</c:v>
                </c:pt>
                <c:pt idx="23">
                  <c:v>45851</c:v>
                </c:pt>
                <c:pt idx="24">
                  <c:v>45852</c:v>
                </c:pt>
                <c:pt idx="25">
                  <c:v>45853</c:v>
                </c:pt>
                <c:pt idx="26">
                  <c:v>45854</c:v>
                </c:pt>
                <c:pt idx="27">
                  <c:v>45855</c:v>
                </c:pt>
                <c:pt idx="28">
                  <c:v>45856</c:v>
                </c:pt>
                <c:pt idx="29">
                  <c:v>45857</c:v>
                </c:pt>
                <c:pt idx="30">
                  <c:v>45858</c:v>
                </c:pt>
                <c:pt idx="31">
                  <c:v>45859</c:v>
                </c:pt>
                <c:pt idx="32">
                  <c:v>45860</c:v>
                </c:pt>
                <c:pt idx="33">
                  <c:v>45861</c:v>
                </c:pt>
                <c:pt idx="34">
                  <c:v>45862</c:v>
                </c:pt>
                <c:pt idx="35">
                  <c:v>45863</c:v>
                </c:pt>
                <c:pt idx="36">
                  <c:v>45864</c:v>
                </c:pt>
                <c:pt idx="37">
                  <c:v>45865</c:v>
                </c:pt>
                <c:pt idx="38">
                  <c:v>45866</c:v>
                </c:pt>
                <c:pt idx="39">
                  <c:v>45867</c:v>
                </c:pt>
                <c:pt idx="40">
                  <c:v>45868</c:v>
                </c:pt>
                <c:pt idx="41">
                  <c:v>45869</c:v>
                </c:pt>
                <c:pt idx="42">
                  <c:v>45870</c:v>
                </c:pt>
                <c:pt idx="43">
                  <c:v>45871</c:v>
                </c:pt>
                <c:pt idx="44">
                  <c:v>45872</c:v>
                </c:pt>
                <c:pt idx="45">
                  <c:v>45873</c:v>
                </c:pt>
                <c:pt idx="46">
                  <c:v>45874</c:v>
                </c:pt>
                <c:pt idx="47">
                  <c:v>45875</c:v>
                </c:pt>
                <c:pt idx="48">
                  <c:v>45876</c:v>
                </c:pt>
                <c:pt idx="49">
                  <c:v>45877</c:v>
                </c:pt>
                <c:pt idx="50">
                  <c:v>45878</c:v>
                </c:pt>
                <c:pt idx="51">
                  <c:v>45879</c:v>
                </c:pt>
                <c:pt idx="52">
                  <c:v>45880</c:v>
                </c:pt>
                <c:pt idx="53">
                  <c:v>45881</c:v>
                </c:pt>
                <c:pt idx="54">
                  <c:v>45882</c:v>
                </c:pt>
                <c:pt idx="55">
                  <c:v>45883</c:v>
                </c:pt>
                <c:pt idx="56">
                  <c:v>45884</c:v>
                </c:pt>
                <c:pt idx="57">
                  <c:v>45885</c:v>
                </c:pt>
                <c:pt idx="58">
                  <c:v>45886</c:v>
                </c:pt>
                <c:pt idx="59">
                  <c:v>45887</c:v>
                </c:pt>
                <c:pt idx="60">
                  <c:v>45888</c:v>
                </c:pt>
                <c:pt idx="61">
                  <c:v>45889</c:v>
                </c:pt>
                <c:pt idx="62">
                  <c:v>45890</c:v>
                </c:pt>
                <c:pt idx="63">
                  <c:v>45891</c:v>
                </c:pt>
                <c:pt idx="64">
                  <c:v>45892</c:v>
                </c:pt>
                <c:pt idx="65">
                  <c:v>45893</c:v>
                </c:pt>
                <c:pt idx="66">
                  <c:v>45894</c:v>
                </c:pt>
                <c:pt idx="67">
                  <c:v>45895</c:v>
                </c:pt>
                <c:pt idx="68">
                  <c:v>45896</c:v>
                </c:pt>
                <c:pt idx="69">
                  <c:v>45897</c:v>
                </c:pt>
                <c:pt idx="70">
                  <c:v>45898</c:v>
                </c:pt>
                <c:pt idx="71">
                  <c:v>45899</c:v>
                </c:pt>
                <c:pt idx="72">
                  <c:v>45900</c:v>
                </c:pt>
                <c:pt idx="73">
                  <c:v>45901</c:v>
                </c:pt>
                <c:pt idx="74">
                  <c:v>45902</c:v>
                </c:pt>
                <c:pt idx="75">
                  <c:v>45903</c:v>
                </c:pt>
                <c:pt idx="76">
                  <c:v>45904</c:v>
                </c:pt>
                <c:pt idx="77">
                  <c:v>45905</c:v>
                </c:pt>
                <c:pt idx="78">
                  <c:v>45906</c:v>
                </c:pt>
                <c:pt idx="79">
                  <c:v>45907</c:v>
                </c:pt>
                <c:pt idx="80">
                  <c:v>45908</c:v>
                </c:pt>
                <c:pt idx="81">
                  <c:v>45909</c:v>
                </c:pt>
                <c:pt idx="82">
                  <c:v>45910</c:v>
                </c:pt>
                <c:pt idx="83">
                  <c:v>45911</c:v>
                </c:pt>
                <c:pt idx="84">
                  <c:v>45912</c:v>
                </c:pt>
                <c:pt idx="85">
                  <c:v>45913</c:v>
                </c:pt>
                <c:pt idx="86">
                  <c:v>45914</c:v>
                </c:pt>
                <c:pt idx="87">
                  <c:v>45915</c:v>
                </c:pt>
                <c:pt idx="88">
                  <c:v>45916</c:v>
                </c:pt>
                <c:pt idx="89">
                  <c:v>45917</c:v>
                </c:pt>
                <c:pt idx="90">
                  <c:v>45918</c:v>
                </c:pt>
                <c:pt idx="91">
                  <c:v>45919</c:v>
                </c:pt>
                <c:pt idx="92">
                  <c:v>45920</c:v>
                </c:pt>
                <c:pt idx="93">
                  <c:v>45921</c:v>
                </c:pt>
                <c:pt idx="94">
                  <c:v>45922</c:v>
                </c:pt>
                <c:pt idx="95">
                  <c:v>45923</c:v>
                </c:pt>
                <c:pt idx="96">
                  <c:v>45924</c:v>
                </c:pt>
                <c:pt idx="97">
                  <c:v>45925</c:v>
                </c:pt>
                <c:pt idx="98">
                  <c:v>45926</c:v>
                </c:pt>
                <c:pt idx="99">
                  <c:v>45927</c:v>
                </c:pt>
                <c:pt idx="100">
                  <c:v>45928</c:v>
                </c:pt>
                <c:pt idx="101">
                  <c:v>45929</c:v>
                </c:pt>
                <c:pt idx="102">
                  <c:v>45930</c:v>
                </c:pt>
                <c:pt idx="103">
                  <c:v>45931</c:v>
                </c:pt>
                <c:pt idx="104">
                  <c:v>45932</c:v>
                </c:pt>
                <c:pt idx="105">
                  <c:v>45933</c:v>
                </c:pt>
                <c:pt idx="106">
                  <c:v>45934</c:v>
                </c:pt>
                <c:pt idx="107">
                  <c:v>45935</c:v>
                </c:pt>
                <c:pt idx="108">
                  <c:v>45936</c:v>
                </c:pt>
                <c:pt idx="109">
                  <c:v>45937</c:v>
                </c:pt>
                <c:pt idx="110">
                  <c:v>45938</c:v>
                </c:pt>
                <c:pt idx="111">
                  <c:v>45939</c:v>
                </c:pt>
                <c:pt idx="112">
                  <c:v>45940</c:v>
                </c:pt>
                <c:pt idx="113">
                  <c:v>45941</c:v>
                </c:pt>
                <c:pt idx="114">
                  <c:v>45942</c:v>
                </c:pt>
                <c:pt idx="115">
                  <c:v>45943</c:v>
                </c:pt>
                <c:pt idx="116">
                  <c:v>45944</c:v>
                </c:pt>
                <c:pt idx="117">
                  <c:v>45945</c:v>
                </c:pt>
                <c:pt idx="118">
                  <c:v>45946</c:v>
                </c:pt>
                <c:pt idx="119">
                  <c:v>45947</c:v>
                </c:pt>
                <c:pt idx="120">
                  <c:v>45948</c:v>
                </c:pt>
                <c:pt idx="121">
                  <c:v>45949</c:v>
                </c:pt>
                <c:pt idx="122">
                  <c:v>45950</c:v>
                </c:pt>
                <c:pt idx="123">
                  <c:v>45951</c:v>
                </c:pt>
                <c:pt idx="124">
                  <c:v>45952</c:v>
                </c:pt>
                <c:pt idx="125">
                  <c:v>45953</c:v>
                </c:pt>
                <c:pt idx="126">
                  <c:v>45954</c:v>
                </c:pt>
                <c:pt idx="127">
                  <c:v>45955</c:v>
                </c:pt>
                <c:pt idx="128">
                  <c:v>45956</c:v>
                </c:pt>
                <c:pt idx="129">
                  <c:v>45957</c:v>
                </c:pt>
                <c:pt idx="130">
                  <c:v>45958</c:v>
                </c:pt>
                <c:pt idx="131">
                  <c:v>45959</c:v>
                </c:pt>
                <c:pt idx="132">
                  <c:v>45960</c:v>
                </c:pt>
                <c:pt idx="133">
                  <c:v>45961</c:v>
                </c:pt>
                <c:pt idx="134">
                  <c:v>45962</c:v>
                </c:pt>
                <c:pt idx="135">
                  <c:v>45963</c:v>
                </c:pt>
                <c:pt idx="136">
                  <c:v>45964</c:v>
                </c:pt>
                <c:pt idx="137">
                  <c:v>45965</c:v>
                </c:pt>
                <c:pt idx="138">
                  <c:v>45966</c:v>
                </c:pt>
                <c:pt idx="139">
                  <c:v>45967</c:v>
                </c:pt>
                <c:pt idx="140">
                  <c:v>45968</c:v>
                </c:pt>
                <c:pt idx="141">
                  <c:v>45969</c:v>
                </c:pt>
                <c:pt idx="142">
                  <c:v>45970</c:v>
                </c:pt>
                <c:pt idx="143">
                  <c:v>45971</c:v>
                </c:pt>
                <c:pt idx="144">
                  <c:v>45972</c:v>
                </c:pt>
                <c:pt idx="145">
                  <c:v>45973</c:v>
                </c:pt>
                <c:pt idx="146">
                  <c:v>45974</c:v>
                </c:pt>
                <c:pt idx="147">
                  <c:v>45975</c:v>
                </c:pt>
                <c:pt idx="148">
                  <c:v>45976</c:v>
                </c:pt>
                <c:pt idx="149">
                  <c:v>45977</c:v>
                </c:pt>
                <c:pt idx="150">
                  <c:v>45978</c:v>
                </c:pt>
                <c:pt idx="151">
                  <c:v>45979</c:v>
                </c:pt>
                <c:pt idx="152">
                  <c:v>45980</c:v>
                </c:pt>
                <c:pt idx="153">
                  <c:v>45981</c:v>
                </c:pt>
                <c:pt idx="154">
                  <c:v>45982</c:v>
                </c:pt>
                <c:pt idx="155">
                  <c:v>45983</c:v>
                </c:pt>
                <c:pt idx="156">
                  <c:v>45984</c:v>
                </c:pt>
                <c:pt idx="157">
                  <c:v>45985</c:v>
                </c:pt>
                <c:pt idx="158">
                  <c:v>45986</c:v>
                </c:pt>
                <c:pt idx="159">
                  <c:v>45987</c:v>
                </c:pt>
                <c:pt idx="160">
                  <c:v>45988</c:v>
                </c:pt>
                <c:pt idx="161">
                  <c:v>45989</c:v>
                </c:pt>
                <c:pt idx="162">
                  <c:v>45990</c:v>
                </c:pt>
                <c:pt idx="163">
                  <c:v>45991</c:v>
                </c:pt>
                <c:pt idx="164">
                  <c:v>45992</c:v>
                </c:pt>
                <c:pt idx="165">
                  <c:v>45993</c:v>
                </c:pt>
                <c:pt idx="166">
                  <c:v>45994</c:v>
                </c:pt>
                <c:pt idx="167">
                  <c:v>45995</c:v>
                </c:pt>
                <c:pt idx="168">
                  <c:v>45996</c:v>
                </c:pt>
                <c:pt idx="169">
                  <c:v>45997</c:v>
                </c:pt>
                <c:pt idx="170">
                  <c:v>45998</c:v>
                </c:pt>
                <c:pt idx="171">
                  <c:v>45999</c:v>
                </c:pt>
                <c:pt idx="172">
                  <c:v>46000</c:v>
                </c:pt>
                <c:pt idx="173">
                  <c:v>46001</c:v>
                </c:pt>
                <c:pt idx="174">
                  <c:v>46002</c:v>
                </c:pt>
                <c:pt idx="175">
                  <c:v>46003</c:v>
                </c:pt>
                <c:pt idx="176">
                  <c:v>46004</c:v>
                </c:pt>
                <c:pt idx="177">
                  <c:v>46005</c:v>
                </c:pt>
                <c:pt idx="178">
                  <c:v>46006</c:v>
                </c:pt>
                <c:pt idx="179">
                  <c:v>46007</c:v>
                </c:pt>
                <c:pt idx="180">
                  <c:v>46008</c:v>
                </c:pt>
                <c:pt idx="181">
                  <c:v>46009</c:v>
                </c:pt>
                <c:pt idx="182">
                  <c:v>46010</c:v>
                </c:pt>
                <c:pt idx="183">
                  <c:v>46011</c:v>
                </c:pt>
                <c:pt idx="184">
                  <c:v>46012</c:v>
                </c:pt>
                <c:pt idx="185">
                  <c:v>46013</c:v>
                </c:pt>
                <c:pt idx="186">
                  <c:v>46014</c:v>
                </c:pt>
                <c:pt idx="187">
                  <c:v>46015</c:v>
                </c:pt>
                <c:pt idx="188">
                  <c:v>46016</c:v>
                </c:pt>
                <c:pt idx="189">
                  <c:v>46017</c:v>
                </c:pt>
                <c:pt idx="190">
                  <c:v>46018</c:v>
                </c:pt>
                <c:pt idx="191">
                  <c:v>46019</c:v>
                </c:pt>
                <c:pt idx="192">
                  <c:v>46020</c:v>
                </c:pt>
                <c:pt idx="193">
                  <c:v>46021</c:v>
                </c:pt>
                <c:pt idx="194">
                  <c:v>46022</c:v>
                </c:pt>
                <c:pt idx="195">
                  <c:v>46023</c:v>
                </c:pt>
                <c:pt idx="196">
                  <c:v>46024</c:v>
                </c:pt>
                <c:pt idx="197">
                  <c:v>46025</c:v>
                </c:pt>
                <c:pt idx="198">
                  <c:v>46026</c:v>
                </c:pt>
                <c:pt idx="199">
                  <c:v>46027</c:v>
                </c:pt>
                <c:pt idx="200">
                  <c:v>46028</c:v>
                </c:pt>
                <c:pt idx="201">
                  <c:v>46029</c:v>
                </c:pt>
                <c:pt idx="202">
                  <c:v>46030</c:v>
                </c:pt>
                <c:pt idx="203">
                  <c:v>46031</c:v>
                </c:pt>
                <c:pt idx="204">
                  <c:v>46032</c:v>
                </c:pt>
                <c:pt idx="205">
                  <c:v>46033</c:v>
                </c:pt>
                <c:pt idx="206">
                  <c:v>46034</c:v>
                </c:pt>
                <c:pt idx="207">
                  <c:v>46035</c:v>
                </c:pt>
                <c:pt idx="208">
                  <c:v>46036</c:v>
                </c:pt>
                <c:pt idx="209">
                  <c:v>46037</c:v>
                </c:pt>
                <c:pt idx="210">
                  <c:v>46038</c:v>
                </c:pt>
                <c:pt idx="211">
                  <c:v>46039</c:v>
                </c:pt>
                <c:pt idx="212">
                  <c:v>46040</c:v>
                </c:pt>
                <c:pt idx="213">
                  <c:v>46041</c:v>
                </c:pt>
                <c:pt idx="214">
                  <c:v>46042</c:v>
                </c:pt>
                <c:pt idx="215">
                  <c:v>46043</c:v>
                </c:pt>
                <c:pt idx="216">
                  <c:v>46044</c:v>
                </c:pt>
                <c:pt idx="217">
                  <c:v>46045</c:v>
                </c:pt>
                <c:pt idx="218">
                  <c:v>46046</c:v>
                </c:pt>
                <c:pt idx="219">
                  <c:v>46047</c:v>
                </c:pt>
                <c:pt idx="220">
                  <c:v>46048</c:v>
                </c:pt>
                <c:pt idx="221">
                  <c:v>46049</c:v>
                </c:pt>
                <c:pt idx="222">
                  <c:v>46050</c:v>
                </c:pt>
                <c:pt idx="223">
                  <c:v>46051</c:v>
                </c:pt>
                <c:pt idx="224">
                  <c:v>46052</c:v>
                </c:pt>
                <c:pt idx="225">
                  <c:v>46053</c:v>
                </c:pt>
                <c:pt idx="226">
                  <c:v>46054</c:v>
                </c:pt>
                <c:pt idx="227">
                  <c:v>46055</c:v>
                </c:pt>
                <c:pt idx="228">
                  <c:v>46056</c:v>
                </c:pt>
                <c:pt idx="229">
                  <c:v>46057</c:v>
                </c:pt>
                <c:pt idx="230">
                  <c:v>46058</c:v>
                </c:pt>
                <c:pt idx="231">
                  <c:v>46059</c:v>
                </c:pt>
                <c:pt idx="232">
                  <c:v>46060</c:v>
                </c:pt>
                <c:pt idx="233">
                  <c:v>46061</c:v>
                </c:pt>
                <c:pt idx="234">
                  <c:v>46062</c:v>
                </c:pt>
                <c:pt idx="235">
                  <c:v>46063</c:v>
                </c:pt>
                <c:pt idx="236">
                  <c:v>46064</c:v>
                </c:pt>
                <c:pt idx="237">
                  <c:v>46065</c:v>
                </c:pt>
                <c:pt idx="238">
                  <c:v>46066</c:v>
                </c:pt>
                <c:pt idx="239">
                  <c:v>46067</c:v>
                </c:pt>
                <c:pt idx="240">
                  <c:v>46068</c:v>
                </c:pt>
                <c:pt idx="241">
                  <c:v>46069</c:v>
                </c:pt>
                <c:pt idx="242">
                  <c:v>46070</c:v>
                </c:pt>
                <c:pt idx="243">
                  <c:v>46071</c:v>
                </c:pt>
                <c:pt idx="244">
                  <c:v>46072</c:v>
                </c:pt>
                <c:pt idx="245">
                  <c:v>46073</c:v>
                </c:pt>
                <c:pt idx="246">
                  <c:v>46074</c:v>
                </c:pt>
                <c:pt idx="247">
                  <c:v>46075</c:v>
                </c:pt>
                <c:pt idx="248">
                  <c:v>46076</c:v>
                </c:pt>
                <c:pt idx="249">
                  <c:v>46077</c:v>
                </c:pt>
                <c:pt idx="250">
                  <c:v>46078</c:v>
                </c:pt>
                <c:pt idx="251">
                  <c:v>46079</c:v>
                </c:pt>
                <c:pt idx="252">
                  <c:v>46080</c:v>
                </c:pt>
                <c:pt idx="253">
                  <c:v>46081</c:v>
                </c:pt>
                <c:pt idx="254">
                  <c:v>46082</c:v>
                </c:pt>
                <c:pt idx="255">
                  <c:v>46083</c:v>
                </c:pt>
                <c:pt idx="256">
                  <c:v>46084</c:v>
                </c:pt>
                <c:pt idx="257">
                  <c:v>46085</c:v>
                </c:pt>
                <c:pt idx="258">
                  <c:v>46086</c:v>
                </c:pt>
                <c:pt idx="259">
                  <c:v>46087</c:v>
                </c:pt>
                <c:pt idx="260">
                  <c:v>46088</c:v>
                </c:pt>
                <c:pt idx="261">
                  <c:v>46089</c:v>
                </c:pt>
                <c:pt idx="262">
                  <c:v>46090</c:v>
                </c:pt>
                <c:pt idx="263">
                  <c:v>46091</c:v>
                </c:pt>
                <c:pt idx="264">
                  <c:v>46092</c:v>
                </c:pt>
                <c:pt idx="265">
                  <c:v>46093</c:v>
                </c:pt>
                <c:pt idx="266">
                  <c:v>46094</c:v>
                </c:pt>
                <c:pt idx="267">
                  <c:v>46095</c:v>
                </c:pt>
                <c:pt idx="268">
                  <c:v>46096</c:v>
                </c:pt>
                <c:pt idx="269">
                  <c:v>46097</c:v>
                </c:pt>
                <c:pt idx="270">
                  <c:v>46098</c:v>
                </c:pt>
                <c:pt idx="271">
                  <c:v>46099</c:v>
                </c:pt>
                <c:pt idx="272">
                  <c:v>46100</c:v>
                </c:pt>
                <c:pt idx="273">
                  <c:v>46101</c:v>
                </c:pt>
                <c:pt idx="274">
                  <c:v>46102</c:v>
                </c:pt>
                <c:pt idx="275">
                  <c:v>46103</c:v>
                </c:pt>
                <c:pt idx="276">
                  <c:v>46104</c:v>
                </c:pt>
                <c:pt idx="277">
                  <c:v>46105</c:v>
                </c:pt>
                <c:pt idx="278">
                  <c:v>46106</c:v>
                </c:pt>
                <c:pt idx="279">
                  <c:v>46107</c:v>
                </c:pt>
                <c:pt idx="280">
                  <c:v>46108</c:v>
                </c:pt>
                <c:pt idx="281">
                  <c:v>46109</c:v>
                </c:pt>
                <c:pt idx="282">
                  <c:v>46110</c:v>
                </c:pt>
                <c:pt idx="283">
                  <c:v>46111</c:v>
                </c:pt>
                <c:pt idx="284">
                  <c:v>46112</c:v>
                </c:pt>
                <c:pt idx="285">
                  <c:v>46113</c:v>
                </c:pt>
                <c:pt idx="286">
                  <c:v>46114</c:v>
                </c:pt>
                <c:pt idx="287">
                  <c:v>46115</c:v>
                </c:pt>
                <c:pt idx="288">
                  <c:v>46116</c:v>
                </c:pt>
                <c:pt idx="289">
                  <c:v>46117</c:v>
                </c:pt>
                <c:pt idx="290">
                  <c:v>46118</c:v>
                </c:pt>
                <c:pt idx="291">
                  <c:v>46119</c:v>
                </c:pt>
                <c:pt idx="292">
                  <c:v>46120</c:v>
                </c:pt>
                <c:pt idx="293">
                  <c:v>46121</c:v>
                </c:pt>
                <c:pt idx="294">
                  <c:v>46122</c:v>
                </c:pt>
                <c:pt idx="295">
                  <c:v>46123</c:v>
                </c:pt>
                <c:pt idx="296">
                  <c:v>46124</c:v>
                </c:pt>
                <c:pt idx="297">
                  <c:v>46125</c:v>
                </c:pt>
                <c:pt idx="298">
                  <c:v>46126</c:v>
                </c:pt>
                <c:pt idx="299">
                  <c:v>46127</c:v>
                </c:pt>
                <c:pt idx="300">
                  <c:v>46128</c:v>
                </c:pt>
                <c:pt idx="301">
                  <c:v>46129</c:v>
                </c:pt>
                <c:pt idx="302">
                  <c:v>46130</c:v>
                </c:pt>
                <c:pt idx="303">
                  <c:v>46131</c:v>
                </c:pt>
                <c:pt idx="304">
                  <c:v>46132</c:v>
                </c:pt>
                <c:pt idx="305">
                  <c:v>46133</c:v>
                </c:pt>
                <c:pt idx="306">
                  <c:v>46134</c:v>
                </c:pt>
                <c:pt idx="307">
                  <c:v>46135</c:v>
                </c:pt>
                <c:pt idx="308">
                  <c:v>46136</c:v>
                </c:pt>
                <c:pt idx="309">
                  <c:v>46137</c:v>
                </c:pt>
                <c:pt idx="310">
                  <c:v>46138</c:v>
                </c:pt>
                <c:pt idx="311">
                  <c:v>46139</c:v>
                </c:pt>
                <c:pt idx="312">
                  <c:v>46140</c:v>
                </c:pt>
                <c:pt idx="313">
                  <c:v>46141</c:v>
                </c:pt>
                <c:pt idx="314">
                  <c:v>46142</c:v>
                </c:pt>
                <c:pt idx="315">
                  <c:v>46143</c:v>
                </c:pt>
                <c:pt idx="316">
                  <c:v>46144</c:v>
                </c:pt>
                <c:pt idx="317">
                  <c:v>46145</c:v>
                </c:pt>
                <c:pt idx="318">
                  <c:v>46146</c:v>
                </c:pt>
                <c:pt idx="319">
                  <c:v>46147</c:v>
                </c:pt>
                <c:pt idx="320">
                  <c:v>46148</c:v>
                </c:pt>
                <c:pt idx="321">
                  <c:v>46149</c:v>
                </c:pt>
                <c:pt idx="322">
                  <c:v>46150</c:v>
                </c:pt>
                <c:pt idx="323">
                  <c:v>46151</c:v>
                </c:pt>
                <c:pt idx="324">
                  <c:v>46152</c:v>
                </c:pt>
                <c:pt idx="325">
                  <c:v>46153</c:v>
                </c:pt>
                <c:pt idx="326">
                  <c:v>46154</c:v>
                </c:pt>
                <c:pt idx="327">
                  <c:v>46155</c:v>
                </c:pt>
                <c:pt idx="328">
                  <c:v>46156</c:v>
                </c:pt>
                <c:pt idx="329">
                  <c:v>46157</c:v>
                </c:pt>
                <c:pt idx="330">
                  <c:v>46158</c:v>
                </c:pt>
                <c:pt idx="331">
                  <c:v>46159</c:v>
                </c:pt>
                <c:pt idx="332">
                  <c:v>46160</c:v>
                </c:pt>
                <c:pt idx="333">
                  <c:v>46161</c:v>
                </c:pt>
                <c:pt idx="334">
                  <c:v>46162</c:v>
                </c:pt>
                <c:pt idx="335">
                  <c:v>46163</c:v>
                </c:pt>
                <c:pt idx="336">
                  <c:v>46164</c:v>
                </c:pt>
                <c:pt idx="337">
                  <c:v>46165</c:v>
                </c:pt>
                <c:pt idx="338">
                  <c:v>46166</c:v>
                </c:pt>
                <c:pt idx="339">
                  <c:v>46167</c:v>
                </c:pt>
                <c:pt idx="340">
                  <c:v>46168</c:v>
                </c:pt>
                <c:pt idx="341">
                  <c:v>46169</c:v>
                </c:pt>
                <c:pt idx="342">
                  <c:v>46170</c:v>
                </c:pt>
                <c:pt idx="343">
                  <c:v>46171</c:v>
                </c:pt>
                <c:pt idx="344">
                  <c:v>46172</c:v>
                </c:pt>
                <c:pt idx="345">
                  <c:v>46173</c:v>
                </c:pt>
                <c:pt idx="346">
                  <c:v>46174</c:v>
                </c:pt>
                <c:pt idx="347">
                  <c:v>46175</c:v>
                </c:pt>
                <c:pt idx="348">
                  <c:v>46176</c:v>
                </c:pt>
                <c:pt idx="349">
                  <c:v>46177</c:v>
                </c:pt>
                <c:pt idx="350">
                  <c:v>46178</c:v>
                </c:pt>
                <c:pt idx="351">
                  <c:v>46179</c:v>
                </c:pt>
                <c:pt idx="352">
                  <c:v>46180</c:v>
                </c:pt>
                <c:pt idx="353">
                  <c:v>46181</c:v>
                </c:pt>
                <c:pt idx="354">
                  <c:v>46182</c:v>
                </c:pt>
                <c:pt idx="355">
                  <c:v>46183</c:v>
                </c:pt>
                <c:pt idx="356">
                  <c:v>46184</c:v>
                </c:pt>
                <c:pt idx="357">
                  <c:v>46185</c:v>
                </c:pt>
                <c:pt idx="358">
                  <c:v>46186</c:v>
                </c:pt>
                <c:pt idx="359">
                  <c:v>46187</c:v>
                </c:pt>
                <c:pt idx="360">
                  <c:v>46188</c:v>
                </c:pt>
                <c:pt idx="361">
                  <c:v>46189</c:v>
                </c:pt>
                <c:pt idx="362">
                  <c:v>46190</c:v>
                </c:pt>
              </c:numCache>
            </c:numRef>
          </c:cat>
          <c:val>
            <c:numRef>
              <c:f>G!$C$2:$C$364</c:f>
              <c:numCache>
                <c:formatCode>General</c:formatCode>
                <c:ptCount val="363"/>
                <c:pt idx="0">
                  <c:v>9490.9560999999994</c:v>
                </c:pt>
                <c:pt idx="1">
                  <c:v>8947.5311000000002</c:v>
                </c:pt>
                <c:pt idx="2">
                  <c:v>8266.0398999999998</c:v>
                </c:pt>
                <c:pt idx="3">
                  <c:v>9776.8749000000007</c:v>
                </c:pt>
                <c:pt idx="4">
                  <c:v>11363.561900000001</c:v>
                </c:pt>
                <c:pt idx="5">
                  <c:v>11360.8277</c:v>
                </c:pt>
                <c:pt idx="6">
                  <c:v>11308.446</c:v>
                </c:pt>
                <c:pt idx="7">
                  <c:v>11428.2835</c:v>
                </c:pt>
                <c:pt idx="8">
                  <c:v>10764.2222</c:v>
                </c:pt>
                <c:pt idx="9">
                  <c:v>9989.5234999999993</c:v>
                </c:pt>
                <c:pt idx="10">
                  <c:v>11681.237999999999</c:v>
                </c:pt>
                <c:pt idx="11">
                  <c:v>11486.858399999999</c:v>
                </c:pt>
                <c:pt idx="12">
                  <c:v>11137.1471</c:v>
                </c:pt>
                <c:pt idx="13">
                  <c:v>11318.7063</c:v>
                </c:pt>
                <c:pt idx="14">
                  <c:v>11271.450699999999</c:v>
                </c:pt>
                <c:pt idx="15">
                  <c:v>11038.542299999999</c:v>
                </c:pt>
                <c:pt idx="16">
                  <c:v>11252.760200000001</c:v>
                </c:pt>
                <c:pt idx="17">
                  <c:v>12961.9197</c:v>
                </c:pt>
                <c:pt idx="18">
                  <c:v>12891.240100000001</c:v>
                </c:pt>
                <c:pt idx="19">
                  <c:v>13226.874299999999</c:v>
                </c:pt>
                <c:pt idx="20">
                  <c:v>10953.237999999999</c:v>
                </c:pt>
                <c:pt idx="21">
                  <c:v>13855.5193</c:v>
                </c:pt>
                <c:pt idx="22">
                  <c:v>12283.6564</c:v>
                </c:pt>
                <c:pt idx="23">
                  <c:v>11440.1499</c:v>
                </c:pt>
                <c:pt idx="24">
                  <c:v>13477.8541</c:v>
                </c:pt>
                <c:pt idx="25">
                  <c:v>13394.1201</c:v>
                </c:pt>
                <c:pt idx="26">
                  <c:v>13296.83</c:v>
                </c:pt>
                <c:pt idx="27">
                  <c:v>13288.008599999999</c:v>
                </c:pt>
                <c:pt idx="28">
                  <c:v>13078.471799999999</c:v>
                </c:pt>
                <c:pt idx="29">
                  <c:v>12154.239</c:v>
                </c:pt>
                <c:pt idx="30">
                  <c:v>11375.661</c:v>
                </c:pt>
                <c:pt idx="31">
                  <c:v>13230.5753</c:v>
                </c:pt>
                <c:pt idx="32">
                  <c:v>13795.8817</c:v>
                </c:pt>
                <c:pt idx="33">
                  <c:v>13589.7166</c:v>
                </c:pt>
                <c:pt idx="34">
                  <c:v>13569.1446</c:v>
                </c:pt>
                <c:pt idx="35">
                  <c:v>14063.209800000001</c:v>
                </c:pt>
                <c:pt idx="36">
                  <c:v>13067.602199999999</c:v>
                </c:pt>
                <c:pt idx="37">
                  <c:v>12311.841899999999</c:v>
                </c:pt>
                <c:pt idx="38">
                  <c:v>14178.117200000001</c:v>
                </c:pt>
                <c:pt idx="39">
                  <c:v>14691.159299999999</c:v>
                </c:pt>
                <c:pt idx="40">
                  <c:v>14681.7729</c:v>
                </c:pt>
                <c:pt idx="41">
                  <c:v>15030.0263</c:v>
                </c:pt>
                <c:pt idx="42">
                  <c:v>14906.194</c:v>
                </c:pt>
                <c:pt idx="43">
                  <c:v>13697.929</c:v>
                </c:pt>
                <c:pt idx="44">
                  <c:v>12970.449199999999</c:v>
                </c:pt>
                <c:pt idx="45">
                  <c:v>14861.4645</c:v>
                </c:pt>
                <c:pt idx="46">
                  <c:v>14874.9483</c:v>
                </c:pt>
                <c:pt idx="47">
                  <c:v>14904.186100000001</c:v>
                </c:pt>
                <c:pt idx="48">
                  <c:v>15174.5679</c:v>
                </c:pt>
                <c:pt idx="49">
                  <c:v>11797.3403</c:v>
                </c:pt>
                <c:pt idx="50">
                  <c:v>13105.8627</c:v>
                </c:pt>
                <c:pt idx="51">
                  <c:v>12686.844300000001</c:v>
                </c:pt>
                <c:pt idx="52">
                  <c:v>14635.8151</c:v>
                </c:pt>
                <c:pt idx="53">
                  <c:v>14810.633400000001</c:v>
                </c:pt>
                <c:pt idx="54">
                  <c:v>14728.8179</c:v>
                </c:pt>
                <c:pt idx="55">
                  <c:v>14652.7523</c:v>
                </c:pt>
                <c:pt idx="56">
                  <c:v>14489.0206</c:v>
                </c:pt>
                <c:pt idx="57">
                  <c:v>13796.6541</c:v>
                </c:pt>
                <c:pt idx="58">
                  <c:v>13132.0749</c:v>
                </c:pt>
                <c:pt idx="59">
                  <c:v>15140.0988</c:v>
                </c:pt>
                <c:pt idx="60">
                  <c:v>15002.444</c:v>
                </c:pt>
                <c:pt idx="61">
                  <c:v>15516.0414</c:v>
                </c:pt>
                <c:pt idx="62">
                  <c:v>16045.2552</c:v>
                </c:pt>
                <c:pt idx="63">
                  <c:v>15805.3416</c:v>
                </c:pt>
                <c:pt idx="64">
                  <c:v>14719.4869</c:v>
                </c:pt>
                <c:pt idx="65">
                  <c:v>13913.758</c:v>
                </c:pt>
                <c:pt idx="66">
                  <c:v>16005.402099999999</c:v>
                </c:pt>
                <c:pt idx="67">
                  <c:v>16059.699500000001</c:v>
                </c:pt>
                <c:pt idx="68">
                  <c:v>15896.958000000001</c:v>
                </c:pt>
                <c:pt idx="69">
                  <c:v>15643.0319</c:v>
                </c:pt>
                <c:pt idx="70">
                  <c:v>15609.779699999999</c:v>
                </c:pt>
                <c:pt idx="71">
                  <c:v>15046.625099999999</c:v>
                </c:pt>
                <c:pt idx="72">
                  <c:v>14023.9861</c:v>
                </c:pt>
                <c:pt idx="73">
                  <c:v>15974.110699999999</c:v>
                </c:pt>
                <c:pt idx="74">
                  <c:v>15981.982900000001</c:v>
                </c:pt>
                <c:pt idx="75">
                  <c:v>15951.994000000001</c:v>
                </c:pt>
                <c:pt idx="76">
                  <c:v>16761.186799999999</c:v>
                </c:pt>
                <c:pt idx="77">
                  <c:v>13899.9655</c:v>
                </c:pt>
                <c:pt idx="78">
                  <c:v>13880.0787</c:v>
                </c:pt>
                <c:pt idx="79">
                  <c:v>12387.9175</c:v>
                </c:pt>
                <c:pt idx="80">
                  <c:v>16114.0707</c:v>
                </c:pt>
                <c:pt idx="81">
                  <c:v>15953.751200000001</c:v>
                </c:pt>
                <c:pt idx="82">
                  <c:v>16405.632399999999</c:v>
                </c:pt>
                <c:pt idx="83">
                  <c:v>16436.170300000002</c:v>
                </c:pt>
                <c:pt idx="84">
                  <c:v>16095.922</c:v>
                </c:pt>
                <c:pt idx="85">
                  <c:v>14903.2238</c:v>
                </c:pt>
                <c:pt idx="86">
                  <c:v>14073.185799999999</c:v>
                </c:pt>
                <c:pt idx="87">
                  <c:v>16381.2482</c:v>
                </c:pt>
                <c:pt idx="88">
                  <c:v>16146.0414</c:v>
                </c:pt>
                <c:pt idx="89">
                  <c:v>15824.942499999999</c:v>
                </c:pt>
                <c:pt idx="90">
                  <c:v>15526.9157</c:v>
                </c:pt>
                <c:pt idx="91">
                  <c:v>15459.652899999999</c:v>
                </c:pt>
                <c:pt idx="92">
                  <c:v>14705.556200000001</c:v>
                </c:pt>
                <c:pt idx="93">
                  <c:v>13759.0321</c:v>
                </c:pt>
                <c:pt idx="94">
                  <c:v>15802.991900000001</c:v>
                </c:pt>
                <c:pt idx="95">
                  <c:v>15837.831899999999</c:v>
                </c:pt>
                <c:pt idx="96">
                  <c:v>16063.802</c:v>
                </c:pt>
                <c:pt idx="97">
                  <c:v>16009.0548</c:v>
                </c:pt>
                <c:pt idx="98">
                  <c:v>15885.044599999999</c:v>
                </c:pt>
                <c:pt idx="99">
                  <c:v>15031.609</c:v>
                </c:pt>
                <c:pt idx="100">
                  <c:v>13960.8405</c:v>
                </c:pt>
                <c:pt idx="101">
                  <c:v>16390.1443</c:v>
                </c:pt>
                <c:pt idx="102">
                  <c:v>16768.264599999999</c:v>
                </c:pt>
                <c:pt idx="103">
                  <c:v>16489.098099999999</c:v>
                </c:pt>
                <c:pt idx="104">
                  <c:v>16429.876899999999</c:v>
                </c:pt>
                <c:pt idx="105">
                  <c:v>16206.793799999999</c:v>
                </c:pt>
                <c:pt idx="106">
                  <c:v>14511.374599999999</c:v>
                </c:pt>
                <c:pt idx="107">
                  <c:v>13579.3891</c:v>
                </c:pt>
                <c:pt idx="108">
                  <c:v>12802.652700000001</c:v>
                </c:pt>
                <c:pt idx="109">
                  <c:v>16185.725200000001</c:v>
                </c:pt>
                <c:pt idx="110">
                  <c:v>16657.687399999999</c:v>
                </c:pt>
                <c:pt idx="111">
                  <c:v>17010.758999999998</c:v>
                </c:pt>
                <c:pt idx="112">
                  <c:v>17067.611799999999</c:v>
                </c:pt>
                <c:pt idx="113">
                  <c:v>16083.045099999999</c:v>
                </c:pt>
                <c:pt idx="114">
                  <c:v>14622.1108</c:v>
                </c:pt>
                <c:pt idx="115">
                  <c:v>16470.2271</c:v>
                </c:pt>
                <c:pt idx="116">
                  <c:v>16392.364099999999</c:v>
                </c:pt>
                <c:pt idx="117">
                  <c:v>16123.2523</c:v>
                </c:pt>
                <c:pt idx="118">
                  <c:v>16173.5561</c:v>
                </c:pt>
                <c:pt idx="119">
                  <c:v>15952.868399999999</c:v>
                </c:pt>
                <c:pt idx="120">
                  <c:v>14920.8297</c:v>
                </c:pt>
                <c:pt idx="121">
                  <c:v>13669.316800000001</c:v>
                </c:pt>
                <c:pt idx="122">
                  <c:v>14949.193300000001</c:v>
                </c:pt>
                <c:pt idx="123">
                  <c:v>15850.3112</c:v>
                </c:pt>
                <c:pt idx="124">
                  <c:v>15724.906999999999</c:v>
                </c:pt>
                <c:pt idx="125">
                  <c:v>15525.5707</c:v>
                </c:pt>
                <c:pt idx="126">
                  <c:v>15556.517099999999</c:v>
                </c:pt>
                <c:pt idx="127">
                  <c:v>15068.207399999999</c:v>
                </c:pt>
                <c:pt idx="128">
                  <c:v>13932.8421</c:v>
                </c:pt>
                <c:pt idx="129">
                  <c:v>16166.652899999999</c:v>
                </c:pt>
                <c:pt idx="130">
                  <c:v>16274.418900000001</c:v>
                </c:pt>
                <c:pt idx="131">
                  <c:v>16401.190399999999</c:v>
                </c:pt>
                <c:pt idx="132">
                  <c:v>16716.001700000001</c:v>
                </c:pt>
                <c:pt idx="133">
                  <c:v>16934.841700000001</c:v>
                </c:pt>
                <c:pt idx="134">
                  <c:v>15759.788500000001</c:v>
                </c:pt>
                <c:pt idx="135">
                  <c:v>14418.064200000001</c:v>
                </c:pt>
                <c:pt idx="136">
                  <c:v>16576.849900000001</c:v>
                </c:pt>
                <c:pt idx="137">
                  <c:v>16798.709599999998</c:v>
                </c:pt>
                <c:pt idx="138">
                  <c:v>13883.329</c:v>
                </c:pt>
                <c:pt idx="139">
                  <c:v>15883.8953</c:v>
                </c:pt>
                <c:pt idx="140">
                  <c:v>16048.0831</c:v>
                </c:pt>
                <c:pt idx="141">
                  <c:v>15059.0067</c:v>
                </c:pt>
                <c:pt idx="142">
                  <c:v>14358.610500000001</c:v>
                </c:pt>
                <c:pt idx="143">
                  <c:v>16592.480100000001</c:v>
                </c:pt>
                <c:pt idx="144">
                  <c:v>16411.019899999999</c:v>
                </c:pt>
                <c:pt idx="145">
                  <c:v>16183.3287</c:v>
                </c:pt>
                <c:pt idx="146">
                  <c:v>16102.0635</c:v>
                </c:pt>
                <c:pt idx="147">
                  <c:v>15981.404</c:v>
                </c:pt>
                <c:pt idx="148">
                  <c:v>15188.9329</c:v>
                </c:pt>
                <c:pt idx="149">
                  <c:v>13850.976500000001</c:v>
                </c:pt>
                <c:pt idx="150">
                  <c:v>15743.071900000001</c:v>
                </c:pt>
                <c:pt idx="151">
                  <c:v>15852.849700000001</c:v>
                </c:pt>
                <c:pt idx="152">
                  <c:v>16035.579599999999</c:v>
                </c:pt>
                <c:pt idx="153">
                  <c:v>15905.911700000001</c:v>
                </c:pt>
                <c:pt idx="154">
                  <c:v>15677.3791</c:v>
                </c:pt>
                <c:pt idx="155">
                  <c:v>14962.868200000001</c:v>
                </c:pt>
                <c:pt idx="156">
                  <c:v>13943.212299999999</c:v>
                </c:pt>
                <c:pt idx="157">
                  <c:v>15951.846799999999</c:v>
                </c:pt>
                <c:pt idx="158">
                  <c:v>16112.222900000001</c:v>
                </c:pt>
                <c:pt idx="159">
                  <c:v>15656.7853</c:v>
                </c:pt>
                <c:pt idx="160">
                  <c:v>15993.015799999999</c:v>
                </c:pt>
                <c:pt idx="161">
                  <c:v>17167.132099999999</c:v>
                </c:pt>
                <c:pt idx="162">
                  <c:v>16127.4668</c:v>
                </c:pt>
                <c:pt idx="163">
                  <c:v>15009.6481</c:v>
                </c:pt>
                <c:pt idx="164">
                  <c:v>16832.980899999999</c:v>
                </c:pt>
                <c:pt idx="165">
                  <c:v>17251.245599999998</c:v>
                </c:pt>
                <c:pt idx="166">
                  <c:v>17453.675200000001</c:v>
                </c:pt>
                <c:pt idx="167">
                  <c:v>14760.240400000001</c:v>
                </c:pt>
                <c:pt idx="168">
                  <c:v>16512.358499999998</c:v>
                </c:pt>
                <c:pt idx="169">
                  <c:v>15876.363499999999</c:v>
                </c:pt>
                <c:pt idx="170">
                  <c:v>14758.5131</c:v>
                </c:pt>
                <c:pt idx="171">
                  <c:v>16872.016199999998</c:v>
                </c:pt>
                <c:pt idx="172">
                  <c:v>16669.522499999999</c:v>
                </c:pt>
                <c:pt idx="173">
                  <c:v>17020.050299999999</c:v>
                </c:pt>
                <c:pt idx="174">
                  <c:v>16875.9787</c:v>
                </c:pt>
                <c:pt idx="175">
                  <c:v>16871.452399999998</c:v>
                </c:pt>
                <c:pt idx="176">
                  <c:v>16583.944899999999</c:v>
                </c:pt>
                <c:pt idx="177">
                  <c:v>15441.982</c:v>
                </c:pt>
                <c:pt idx="178">
                  <c:v>17511.004499999999</c:v>
                </c:pt>
                <c:pt idx="179">
                  <c:v>17498.397199999999</c:v>
                </c:pt>
                <c:pt idx="180">
                  <c:v>17321.5016</c:v>
                </c:pt>
                <c:pt idx="181">
                  <c:v>17409.631600000001</c:v>
                </c:pt>
                <c:pt idx="182">
                  <c:v>17558.324400000001</c:v>
                </c:pt>
                <c:pt idx="183">
                  <c:v>16671.6515</c:v>
                </c:pt>
                <c:pt idx="184">
                  <c:v>15502.0674</c:v>
                </c:pt>
                <c:pt idx="185">
                  <c:v>17659.1149</c:v>
                </c:pt>
                <c:pt idx="186">
                  <c:v>17733.457900000001</c:v>
                </c:pt>
                <c:pt idx="187">
                  <c:v>17479.379000000001</c:v>
                </c:pt>
                <c:pt idx="188">
                  <c:v>14553.912</c:v>
                </c:pt>
                <c:pt idx="189">
                  <c:v>15892.3081</c:v>
                </c:pt>
                <c:pt idx="190">
                  <c:v>15496.268899999999</c:v>
                </c:pt>
                <c:pt idx="191">
                  <c:v>14658.449000000001</c:v>
                </c:pt>
                <c:pt idx="192">
                  <c:v>17082.9493</c:v>
                </c:pt>
                <c:pt idx="193">
                  <c:v>17551.711500000001</c:v>
                </c:pt>
                <c:pt idx="194">
                  <c:v>17964.580600000001</c:v>
                </c:pt>
                <c:pt idx="195">
                  <c:v>18493.565399999999</c:v>
                </c:pt>
                <c:pt idx="196">
                  <c:v>17148.067599999998</c:v>
                </c:pt>
                <c:pt idx="197">
                  <c:v>14080.2433</c:v>
                </c:pt>
                <c:pt idx="198">
                  <c:v>14869.1538</c:v>
                </c:pt>
                <c:pt idx="199">
                  <c:v>17264.6888</c:v>
                </c:pt>
                <c:pt idx="200">
                  <c:v>16975.416300000001</c:v>
                </c:pt>
                <c:pt idx="201">
                  <c:v>16817.899600000001</c:v>
                </c:pt>
                <c:pt idx="202">
                  <c:v>16919.365699999998</c:v>
                </c:pt>
                <c:pt idx="203">
                  <c:v>17064.812399999999</c:v>
                </c:pt>
                <c:pt idx="204">
                  <c:v>16393.3128</c:v>
                </c:pt>
                <c:pt idx="205">
                  <c:v>14901.9766</c:v>
                </c:pt>
                <c:pt idx="206">
                  <c:v>17295.404900000001</c:v>
                </c:pt>
                <c:pt idx="207">
                  <c:v>16682.365399999999</c:v>
                </c:pt>
                <c:pt idx="208">
                  <c:v>16985.6515</c:v>
                </c:pt>
                <c:pt idx="209">
                  <c:v>15405.681500000001</c:v>
                </c:pt>
                <c:pt idx="210">
                  <c:v>16583.845099999999</c:v>
                </c:pt>
                <c:pt idx="211">
                  <c:v>15611.5677</c:v>
                </c:pt>
                <c:pt idx="212">
                  <c:v>14871.775100000001</c:v>
                </c:pt>
                <c:pt idx="213">
                  <c:v>17092.819500000001</c:v>
                </c:pt>
                <c:pt idx="214">
                  <c:v>16985.411700000001</c:v>
                </c:pt>
                <c:pt idx="215">
                  <c:v>17101.7438</c:v>
                </c:pt>
                <c:pt idx="216">
                  <c:v>16990.702000000001</c:v>
                </c:pt>
                <c:pt idx="217">
                  <c:v>17427.656200000001</c:v>
                </c:pt>
                <c:pt idx="218">
                  <c:v>15955.8042</c:v>
                </c:pt>
                <c:pt idx="219">
                  <c:v>15331.179</c:v>
                </c:pt>
                <c:pt idx="220">
                  <c:v>17179.401900000001</c:v>
                </c:pt>
                <c:pt idx="221">
                  <c:v>17188.152900000001</c:v>
                </c:pt>
                <c:pt idx="222">
                  <c:v>17484.964499999998</c:v>
                </c:pt>
                <c:pt idx="223">
                  <c:v>17242.221399999999</c:v>
                </c:pt>
                <c:pt idx="224">
                  <c:v>17309.770799999998</c:v>
                </c:pt>
                <c:pt idx="225">
                  <c:v>16297.328299999999</c:v>
                </c:pt>
                <c:pt idx="226">
                  <c:v>13847.481900000001</c:v>
                </c:pt>
                <c:pt idx="227">
                  <c:v>17239.020100000002</c:v>
                </c:pt>
                <c:pt idx="228">
                  <c:v>17440.332600000002</c:v>
                </c:pt>
                <c:pt idx="229">
                  <c:v>14795.7788</c:v>
                </c:pt>
                <c:pt idx="230">
                  <c:v>17292.14</c:v>
                </c:pt>
                <c:pt idx="231">
                  <c:v>17208.0507</c:v>
                </c:pt>
                <c:pt idx="232">
                  <c:v>15982.901099999999</c:v>
                </c:pt>
                <c:pt idx="233">
                  <c:v>14918.9918</c:v>
                </c:pt>
                <c:pt idx="234">
                  <c:v>17410.976600000002</c:v>
                </c:pt>
                <c:pt idx="235">
                  <c:v>17698.142599999999</c:v>
                </c:pt>
                <c:pt idx="236">
                  <c:v>17755.9722</c:v>
                </c:pt>
                <c:pt idx="237">
                  <c:v>17133.396799999999</c:v>
                </c:pt>
                <c:pt idx="238">
                  <c:v>16985.594400000002</c:v>
                </c:pt>
                <c:pt idx="239">
                  <c:v>16142.210800000001</c:v>
                </c:pt>
                <c:pt idx="240">
                  <c:v>14661.4722</c:v>
                </c:pt>
                <c:pt idx="241">
                  <c:v>16749.6227</c:v>
                </c:pt>
                <c:pt idx="242">
                  <c:v>16762.171999999999</c:v>
                </c:pt>
                <c:pt idx="243">
                  <c:v>16781.129000000001</c:v>
                </c:pt>
                <c:pt idx="244">
                  <c:v>16365.0895</c:v>
                </c:pt>
                <c:pt idx="245">
                  <c:v>16593.1345</c:v>
                </c:pt>
                <c:pt idx="246">
                  <c:v>15448.118700000001</c:v>
                </c:pt>
                <c:pt idx="247">
                  <c:v>14393.630499999999</c:v>
                </c:pt>
                <c:pt idx="248">
                  <c:v>16710.397499999999</c:v>
                </c:pt>
                <c:pt idx="249">
                  <c:v>16585.9725</c:v>
                </c:pt>
                <c:pt idx="250">
                  <c:v>16785.682499999999</c:v>
                </c:pt>
                <c:pt idx="251">
                  <c:v>17017.474399999999</c:v>
                </c:pt>
                <c:pt idx="252">
                  <c:v>17304.855299999999</c:v>
                </c:pt>
                <c:pt idx="253">
                  <c:v>16184.1013</c:v>
                </c:pt>
                <c:pt idx="254">
                  <c:v>15260.5314</c:v>
                </c:pt>
                <c:pt idx="255">
                  <c:v>14226.3068</c:v>
                </c:pt>
                <c:pt idx="256">
                  <c:v>17745.0023</c:v>
                </c:pt>
                <c:pt idx="257">
                  <c:v>17400.560600000001</c:v>
                </c:pt>
                <c:pt idx="258">
                  <c:v>17305.118999999999</c:v>
                </c:pt>
                <c:pt idx="259">
                  <c:v>17238.351999999999</c:v>
                </c:pt>
                <c:pt idx="260">
                  <c:v>16118.025100000001</c:v>
                </c:pt>
                <c:pt idx="261">
                  <c:v>14869.4841</c:v>
                </c:pt>
                <c:pt idx="262">
                  <c:v>17539.633000000002</c:v>
                </c:pt>
                <c:pt idx="263">
                  <c:v>18045.319</c:v>
                </c:pt>
                <c:pt idx="264">
                  <c:v>17926.754400000002</c:v>
                </c:pt>
                <c:pt idx="265">
                  <c:v>17762.559099999999</c:v>
                </c:pt>
                <c:pt idx="266">
                  <c:v>17611.412499999999</c:v>
                </c:pt>
                <c:pt idx="267">
                  <c:v>16468.745200000001</c:v>
                </c:pt>
                <c:pt idx="268">
                  <c:v>16247.8208</c:v>
                </c:pt>
                <c:pt idx="269">
                  <c:v>18666.1836</c:v>
                </c:pt>
                <c:pt idx="270">
                  <c:v>18579.8066</c:v>
                </c:pt>
                <c:pt idx="271">
                  <c:v>17742.620900000002</c:v>
                </c:pt>
                <c:pt idx="272">
                  <c:v>17779.813600000001</c:v>
                </c:pt>
                <c:pt idx="273">
                  <c:v>17625.314999999999</c:v>
                </c:pt>
                <c:pt idx="274">
                  <c:v>16042.9861</c:v>
                </c:pt>
                <c:pt idx="275">
                  <c:v>15080.494699999999</c:v>
                </c:pt>
                <c:pt idx="276">
                  <c:v>17632.1083</c:v>
                </c:pt>
                <c:pt idx="277">
                  <c:v>17472.471099999999</c:v>
                </c:pt>
                <c:pt idx="278">
                  <c:v>17063.7484</c:v>
                </c:pt>
                <c:pt idx="279">
                  <c:v>17729.729800000001</c:v>
                </c:pt>
                <c:pt idx="280">
                  <c:v>17605.1338</c:v>
                </c:pt>
                <c:pt idx="281">
                  <c:v>16519.2575</c:v>
                </c:pt>
                <c:pt idx="282">
                  <c:v>15317.5954</c:v>
                </c:pt>
                <c:pt idx="283">
                  <c:v>17795.229299999999</c:v>
                </c:pt>
                <c:pt idx="284">
                  <c:v>17891.951300000001</c:v>
                </c:pt>
                <c:pt idx="285">
                  <c:v>15973.043299999999</c:v>
                </c:pt>
                <c:pt idx="286">
                  <c:v>17240.1178</c:v>
                </c:pt>
                <c:pt idx="287">
                  <c:v>16135.932500000001</c:v>
                </c:pt>
                <c:pt idx="288">
                  <c:v>16037.213400000001</c:v>
                </c:pt>
                <c:pt idx="289">
                  <c:v>15351.3986</c:v>
                </c:pt>
                <c:pt idx="290">
                  <c:v>17628.296600000001</c:v>
                </c:pt>
                <c:pt idx="291">
                  <c:v>17493.312900000001</c:v>
                </c:pt>
                <c:pt idx="292">
                  <c:v>17579.8262</c:v>
                </c:pt>
                <c:pt idx="293">
                  <c:v>17839.570199999998</c:v>
                </c:pt>
                <c:pt idx="294">
                  <c:v>18398.9143</c:v>
                </c:pt>
                <c:pt idx="295">
                  <c:v>16291.668</c:v>
                </c:pt>
                <c:pt idx="296">
                  <c:v>13597.2192</c:v>
                </c:pt>
                <c:pt idx="297">
                  <c:v>11262.8501</c:v>
                </c:pt>
                <c:pt idx="298">
                  <c:v>10835.901</c:v>
                </c:pt>
                <c:pt idx="299">
                  <c:v>11080.252399999999</c:v>
                </c:pt>
                <c:pt idx="300">
                  <c:v>12129.9131</c:v>
                </c:pt>
                <c:pt idx="301">
                  <c:v>13055.4274</c:v>
                </c:pt>
                <c:pt idx="302">
                  <c:v>13363.2017</c:v>
                </c:pt>
                <c:pt idx="303">
                  <c:v>13392.9594</c:v>
                </c:pt>
                <c:pt idx="304">
                  <c:v>15883.0825</c:v>
                </c:pt>
                <c:pt idx="305">
                  <c:v>16491.546900000001</c:v>
                </c:pt>
                <c:pt idx="306">
                  <c:v>16781.168000000001</c:v>
                </c:pt>
                <c:pt idx="307">
                  <c:v>16447.0893</c:v>
                </c:pt>
                <c:pt idx="308">
                  <c:v>16771.343799999999</c:v>
                </c:pt>
                <c:pt idx="309">
                  <c:v>16630.386200000001</c:v>
                </c:pt>
                <c:pt idx="310">
                  <c:v>15366.365</c:v>
                </c:pt>
                <c:pt idx="311">
                  <c:v>17507.0769</c:v>
                </c:pt>
                <c:pt idx="312">
                  <c:v>17425.167600000001</c:v>
                </c:pt>
                <c:pt idx="313">
                  <c:v>17193.908899999999</c:v>
                </c:pt>
                <c:pt idx="314">
                  <c:v>17904.534599999999</c:v>
                </c:pt>
                <c:pt idx="315">
                  <c:v>14151.7564</c:v>
                </c:pt>
                <c:pt idx="316">
                  <c:v>15573.266799999999</c:v>
                </c:pt>
                <c:pt idx="317">
                  <c:v>14904.476500000001</c:v>
                </c:pt>
                <c:pt idx="318">
                  <c:v>17376.273099999999</c:v>
                </c:pt>
                <c:pt idx="319">
                  <c:v>17649.854200000002</c:v>
                </c:pt>
                <c:pt idx="320">
                  <c:v>17258.583500000001</c:v>
                </c:pt>
                <c:pt idx="321">
                  <c:v>17358.821899999999</c:v>
                </c:pt>
                <c:pt idx="322">
                  <c:v>17106.998200000002</c:v>
                </c:pt>
                <c:pt idx="323">
                  <c:v>16398.396700000001</c:v>
                </c:pt>
                <c:pt idx="324">
                  <c:v>15531.525900000001</c:v>
                </c:pt>
                <c:pt idx="325">
                  <c:v>17502.002799999998</c:v>
                </c:pt>
                <c:pt idx="326">
                  <c:v>17220.595099999999</c:v>
                </c:pt>
                <c:pt idx="327">
                  <c:v>17271.337500000001</c:v>
                </c:pt>
                <c:pt idx="328">
                  <c:v>16244.0645</c:v>
                </c:pt>
                <c:pt idx="329">
                  <c:v>16749.8436</c:v>
                </c:pt>
                <c:pt idx="330">
                  <c:v>15726.628199999999</c:v>
                </c:pt>
                <c:pt idx="331">
                  <c:v>14660.9843</c:v>
                </c:pt>
                <c:pt idx="332">
                  <c:v>17286.469499999999</c:v>
                </c:pt>
                <c:pt idx="333">
                  <c:v>17090.3887</c:v>
                </c:pt>
                <c:pt idx="334">
                  <c:v>17177.513500000001</c:v>
                </c:pt>
                <c:pt idx="335">
                  <c:v>17008.140599999999</c:v>
                </c:pt>
                <c:pt idx="336">
                  <c:v>18070.440999999999</c:v>
                </c:pt>
                <c:pt idx="337">
                  <c:v>16190.7135</c:v>
                </c:pt>
                <c:pt idx="338">
                  <c:v>15132.115100000001</c:v>
                </c:pt>
                <c:pt idx="339">
                  <c:v>17764.644899999999</c:v>
                </c:pt>
                <c:pt idx="340">
                  <c:v>17757.8446</c:v>
                </c:pt>
                <c:pt idx="341">
                  <c:v>17634.254199999999</c:v>
                </c:pt>
                <c:pt idx="342">
                  <c:v>16704.7762</c:v>
                </c:pt>
                <c:pt idx="343">
                  <c:v>17971.454300000001</c:v>
                </c:pt>
                <c:pt idx="344">
                  <c:v>14546.186</c:v>
                </c:pt>
                <c:pt idx="345">
                  <c:v>15262.1661</c:v>
                </c:pt>
                <c:pt idx="346">
                  <c:v>18232.055</c:v>
                </c:pt>
                <c:pt idx="347">
                  <c:v>18306.7726</c:v>
                </c:pt>
                <c:pt idx="348">
                  <c:v>18008.945299999999</c:v>
                </c:pt>
                <c:pt idx="349">
                  <c:v>17683.122500000001</c:v>
                </c:pt>
                <c:pt idx="350">
                  <c:v>17494.328699999998</c:v>
                </c:pt>
                <c:pt idx="351">
                  <c:v>16492.165000000001</c:v>
                </c:pt>
                <c:pt idx="352">
                  <c:v>15344.447700000001</c:v>
                </c:pt>
                <c:pt idx="353">
                  <c:v>17699.322499999998</c:v>
                </c:pt>
                <c:pt idx="354">
                  <c:v>17750.767400000001</c:v>
                </c:pt>
                <c:pt idx="355">
                  <c:v>18025.3115</c:v>
                </c:pt>
                <c:pt idx="356">
                  <c:v>18170.654200000001</c:v>
                </c:pt>
                <c:pt idx="357">
                  <c:v>17615.102999999999</c:v>
                </c:pt>
                <c:pt idx="358">
                  <c:v>16521.736700000001</c:v>
                </c:pt>
                <c:pt idx="359">
                  <c:v>15357.1697</c:v>
                </c:pt>
                <c:pt idx="360">
                  <c:v>18182.6702</c:v>
                </c:pt>
                <c:pt idx="361">
                  <c:v>16539.8285</c:v>
                </c:pt>
                <c:pt idx="362">
                  <c:v>16440.836200000002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BBE-4D9B-8656-D44F726B71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84872175"/>
        <c:axId val="1384871215"/>
        <c:extLst>
          <c:ext xmlns:c15="http://schemas.microsoft.com/office/drawing/2012/chart" uri="{02D57815-91ED-43cb-92C2-25804820EDAC}">
            <c15:filteredLine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G!$D$1</c15:sqref>
                        </c15:formulaRef>
                      </c:ext>
                    </c:extLst>
                    <c:strCache>
                      <c:ptCount val="1"/>
                      <c:pt idx="0">
                        <c:v>KEG</c:v>
                      </c:pt>
                    </c:strCache>
                  </c:strRef>
                </c:tx>
                <c:spPr>
                  <a:ln w="28575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G!$A$2:$A$364</c15:sqref>
                        </c15:formulaRef>
                      </c:ext>
                    </c:extLst>
                    <c:numCache>
                      <c:formatCode>m/d/yyyy</c:formatCode>
                      <c:ptCount val="363"/>
                      <c:pt idx="0">
                        <c:v>45828</c:v>
                      </c:pt>
                      <c:pt idx="1">
                        <c:v>45829</c:v>
                      </c:pt>
                      <c:pt idx="2">
                        <c:v>45830</c:v>
                      </c:pt>
                      <c:pt idx="3">
                        <c:v>45831</c:v>
                      </c:pt>
                      <c:pt idx="4">
                        <c:v>45832</c:v>
                      </c:pt>
                      <c:pt idx="5">
                        <c:v>45833</c:v>
                      </c:pt>
                      <c:pt idx="6">
                        <c:v>45834</c:v>
                      </c:pt>
                      <c:pt idx="7">
                        <c:v>45835</c:v>
                      </c:pt>
                      <c:pt idx="8">
                        <c:v>45836</c:v>
                      </c:pt>
                      <c:pt idx="9">
                        <c:v>45837</c:v>
                      </c:pt>
                      <c:pt idx="10">
                        <c:v>45838</c:v>
                      </c:pt>
                      <c:pt idx="11">
                        <c:v>45839</c:v>
                      </c:pt>
                      <c:pt idx="12">
                        <c:v>45840</c:v>
                      </c:pt>
                      <c:pt idx="13">
                        <c:v>45841</c:v>
                      </c:pt>
                      <c:pt idx="14">
                        <c:v>45842</c:v>
                      </c:pt>
                      <c:pt idx="15">
                        <c:v>45843</c:v>
                      </c:pt>
                      <c:pt idx="16">
                        <c:v>45844</c:v>
                      </c:pt>
                      <c:pt idx="17">
                        <c:v>45845</c:v>
                      </c:pt>
                      <c:pt idx="18">
                        <c:v>45846</c:v>
                      </c:pt>
                      <c:pt idx="19">
                        <c:v>45847</c:v>
                      </c:pt>
                      <c:pt idx="20">
                        <c:v>45848</c:v>
                      </c:pt>
                      <c:pt idx="21">
                        <c:v>45849</c:v>
                      </c:pt>
                      <c:pt idx="22">
                        <c:v>45850</c:v>
                      </c:pt>
                      <c:pt idx="23">
                        <c:v>45851</c:v>
                      </c:pt>
                      <c:pt idx="24">
                        <c:v>45852</c:v>
                      </c:pt>
                      <c:pt idx="25">
                        <c:v>45853</c:v>
                      </c:pt>
                      <c:pt idx="26">
                        <c:v>45854</c:v>
                      </c:pt>
                      <c:pt idx="27">
                        <c:v>45855</c:v>
                      </c:pt>
                      <c:pt idx="28">
                        <c:v>45856</c:v>
                      </c:pt>
                      <c:pt idx="29">
                        <c:v>45857</c:v>
                      </c:pt>
                      <c:pt idx="30">
                        <c:v>45858</c:v>
                      </c:pt>
                      <c:pt idx="31">
                        <c:v>45859</c:v>
                      </c:pt>
                      <c:pt idx="32">
                        <c:v>45860</c:v>
                      </c:pt>
                      <c:pt idx="33">
                        <c:v>45861</c:v>
                      </c:pt>
                      <c:pt idx="34">
                        <c:v>45862</c:v>
                      </c:pt>
                      <c:pt idx="35">
                        <c:v>45863</c:v>
                      </c:pt>
                      <c:pt idx="36">
                        <c:v>45864</c:v>
                      </c:pt>
                      <c:pt idx="37">
                        <c:v>45865</c:v>
                      </c:pt>
                      <c:pt idx="38">
                        <c:v>45866</c:v>
                      </c:pt>
                      <c:pt idx="39">
                        <c:v>45867</c:v>
                      </c:pt>
                      <c:pt idx="40">
                        <c:v>45868</c:v>
                      </c:pt>
                      <c:pt idx="41">
                        <c:v>45869</c:v>
                      </c:pt>
                      <c:pt idx="42">
                        <c:v>45870</c:v>
                      </c:pt>
                      <c:pt idx="43">
                        <c:v>45871</c:v>
                      </c:pt>
                      <c:pt idx="44">
                        <c:v>45872</c:v>
                      </c:pt>
                      <c:pt idx="45">
                        <c:v>45873</c:v>
                      </c:pt>
                      <c:pt idx="46">
                        <c:v>45874</c:v>
                      </c:pt>
                      <c:pt idx="47">
                        <c:v>45875</c:v>
                      </c:pt>
                      <c:pt idx="48">
                        <c:v>45876</c:v>
                      </c:pt>
                      <c:pt idx="49">
                        <c:v>45877</c:v>
                      </c:pt>
                      <c:pt idx="50">
                        <c:v>45878</c:v>
                      </c:pt>
                      <c:pt idx="51">
                        <c:v>45879</c:v>
                      </c:pt>
                      <c:pt idx="52">
                        <c:v>45880</c:v>
                      </c:pt>
                      <c:pt idx="53">
                        <c:v>45881</c:v>
                      </c:pt>
                      <c:pt idx="54">
                        <c:v>45882</c:v>
                      </c:pt>
                      <c:pt idx="55">
                        <c:v>45883</c:v>
                      </c:pt>
                      <c:pt idx="56">
                        <c:v>45884</c:v>
                      </c:pt>
                      <c:pt idx="57">
                        <c:v>45885</c:v>
                      </c:pt>
                      <c:pt idx="58">
                        <c:v>45886</c:v>
                      </c:pt>
                      <c:pt idx="59">
                        <c:v>45887</c:v>
                      </c:pt>
                      <c:pt idx="60">
                        <c:v>45888</c:v>
                      </c:pt>
                      <c:pt idx="61">
                        <c:v>45889</c:v>
                      </c:pt>
                      <c:pt idx="62">
                        <c:v>45890</c:v>
                      </c:pt>
                      <c:pt idx="63">
                        <c:v>45891</c:v>
                      </c:pt>
                      <c:pt idx="64">
                        <c:v>45892</c:v>
                      </c:pt>
                      <c:pt idx="65">
                        <c:v>45893</c:v>
                      </c:pt>
                      <c:pt idx="66">
                        <c:v>45894</c:v>
                      </c:pt>
                      <c:pt idx="67">
                        <c:v>45895</c:v>
                      </c:pt>
                      <c:pt idx="68">
                        <c:v>45896</c:v>
                      </c:pt>
                      <c:pt idx="69">
                        <c:v>45897</c:v>
                      </c:pt>
                      <c:pt idx="70">
                        <c:v>45898</c:v>
                      </c:pt>
                      <c:pt idx="71">
                        <c:v>45899</c:v>
                      </c:pt>
                      <c:pt idx="72">
                        <c:v>45900</c:v>
                      </c:pt>
                      <c:pt idx="73">
                        <c:v>45901</c:v>
                      </c:pt>
                      <c:pt idx="74">
                        <c:v>45902</c:v>
                      </c:pt>
                      <c:pt idx="75">
                        <c:v>45903</c:v>
                      </c:pt>
                      <c:pt idx="76">
                        <c:v>45904</c:v>
                      </c:pt>
                      <c:pt idx="77">
                        <c:v>45905</c:v>
                      </c:pt>
                      <c:pt idx="78">
                        <c:v>45906</c:v>
                      </c:pt>
                      <c:pt idx="79">
                        <c:v>45907</c:v>
                      </c:pt>
                      <c:pt idx="80">
                        <c:v>45908</c:v>
                      </c:pt>
                      <c:pt idx="81">
                        <c:v>45909</c:v>
                      </c:pt>
                      <c:pt idx="82">
                        <c:v>45910</c:v>
                      </c:pt>
                      <c:pt idx="83">
                        <c:v>45911</c:v>
                      </c:pt>
                      <c:pt idx="84">
                        <c:v>45912</c:v>
                      </c:pt>
                      <c:pt idx="85">
                        <c:v>45913</c:v>
                      </c:pt>
                      <c:pt idx="86">
                        <c:v>45914</c:v>
                      </c:pt>
                      <c:pt idx="87">
                        <c:v>45915</c:v>
                      </c:pt>
                      <c:pt idx="88">
                        <c:v>45916</c:v>
                      </c:pt>
                      <c:pt idx="89">
                        <c:v>45917</c:v>
                      </c:pt>
                      <c:pt idx="90">
                        <c:v>45918</c:v>
                      </c:pt>
                      <c:pt idx="91">
                        <c:v>45919</c:v>
                      </c:pt>
                      <c:pt idx="92">
                        <c:v>45920</c:v>
                      </c:pt>
                      <c:pt idx="93">
                        <c:v>45921</c:v>
                      </c:pt>
                      <c:pt idx="94">
                        <c:v>45922</c:v>
                      </c:pt>
                      <c:pt idx="95">
                        <c:v>45923</c:v>
                      </c:pt>
                      <c:pt idx="96">
                        <c:v>45924</c:v>
                      </c:pt>
                      <c:pt idx="97">
                        <c:v>45925</c:v>
                      </c:pt>
                      <c:pt idx="98">
                        <c:v>45926</c:v>
                      </c:pt>
                      <c:pt idx="99">
                        <c:v>45927</c:v>
                      </c:pt>
                      <c:pt idx="100">
                        <c:v>45928</c:v>
                      </c:pt>
                      <c:pt idx="101">
                        <c:v>45929</c:v>
                      </c:pt>
                      <c:pt idx="102">
                        <c:v>45930</c:v>
                      </c:pt>
                      <c:pt idx="103">
                        <c:v>45931</c:v>
                      </c:pt>
                      <c:pt idx="104">
                        <c:v>45932</c:v>
                      </c:pt>
                      <c:pt idx="105">
                        <c:v>45933</c:v>
                      </c:pt>
                      <c:pt idx="106">
                        <c:v>45934</c:v>
                      </c:pt>
                      <c:pt idx="107">
                        <c:v>45935</c:v>
                      </c:pt>
                      <c:pt idx="108">
                        <c:v>45936</c:v>
                      </c:pt>
                      <c:pt idx="109">
                        <c:v>45937</c:v>
                      </c:pt>
                      <c:pt idx="110">
                        <c:v>45938</c:v>
                      </c:pt>
                      <c:pt idx="111">
                        <c:v>45939</c:v>
                      </c:pt>
                      <c:pt idx="112">
                        <c:v>45940</c:v>
                      </c:pt>
                      <c:pt idx="113">
                        <c:v>45941</c:v>
                      </c:pt>
                      <c:pt idx="114">
                        <c:v>45942</c:v>
                      </c:pt>
                      <c:pt idx="115">
                        <c:v>45943</c:v>
                      </c:pt>
                      <c:pt idx="116">
                        <c:v>45944</c:v>
                      </c:pt>
                      <c:pt idx="117">
                        <c:v>45945</c:v>
                      </c:pt>
                      <c:pt idx="118">
                        <c:v>45946</c:v>
                      </c:pt>
                      <c:pt idx="119">
                        <c:v>45947</c:v>
                      </c:pt>
                      <c:pt idx="120">
                        <c:v>45948</c:v>
                      </c:pt>
                      <c:pt idx="121">
                        <c:v>45949</c:v>
                      </c:pt>
                      <c:pt idx="122">
                        <c:v>45950</c:v>
                      </c:pt>
                      <c:pt idx="123">
                        <c:v>45951</c:v>
                      </c:pt>
                      <c:pt idx="124">
                        <c:v>45952</c:v>
                      </c:pt>
                      <c:pt idx="125">
                        <c:v>45953</c:v>
                      </c:pt>
                      <c:pt idx="126">
                        <c:v>45954</c:v>
                      </c:pt>
                      <c:pt idx="127">
                        <c:v>45955</c:v>
                      </c:pt>
                      <c:pt idx="128">
                        <c:v>45956</c:v>
                      </c:pt>
                      <c:pt idx="129">
                        <c:v>45957</c:v>
                      </c:pt>
                      <c:pt idx="130">
                        <c:v>45958</c:v>
                      </c:pt>
                      <c:pt idx="131">
                        <c:v>45959</c:v>
                      </c:pt>
                      <c:pt idx="132">
                        <c:v>45960</c:v>
                      </c:pt>
                      <c:pt idx="133">
                        <c:v>45961</c:v>
                      </c:pt>
                      <c:pt idx="134">
                        <c:v>45962</c:v>
                      </c:pt>
                      <c:pt idx="135">
                        <c:v>45963</c:v>
                      </c:pt>
                      <c:pt idx="136">
                        <c:v>45964</c:v>
                      </c:pt>
                      <c:pt idx="137">
                        <c:v>45965</c:v>
                      </c:pt>
                      <c:pt idx="138">
                        <c:v>45966</c:v>
                      </c:pt>
                      <c:pt idx="139">
                        <c:v>45967</c:v>
                      </c:pt>
                      <c:pt idx="140">
                        <c:v>45968</c:v>
                      </c:pt>
                      <c:pt idx="141">
                        <c:v>45969</c:v>
                      </c:pt>
                      <c:pt idx="142">
                        <c:v>45970</c:v>
                      </c:pt>
                      <c:pt idx="143">
                        <c:v>45971</c:v>
                      </c:pt>
                      <c:pt idx="144">
                        <c:v>45972</c:v>
                      </c:pt>
                      <c:pt idx="145">
                        <c:v>45973</c:v>
                      </c:pt>
                      <c:pt idx="146">
                        <c:v>45974</c:v>
                      </c:pt>
                      <c:pt idx="147">
                        <c:v>45975</c:v>
                      </c:pt>
                      <c:pt idx="148">
                        <c:v>45976</c:v>
                      </c:pt>
                      <c:pt idx="149">
                        <c:v>45977</c:v>
                      </c:pt>
                      <c:pt idx="150">
                        <c:v>45978</c:v>
                      </c:pt>
                      <c:pt idx="151">
                        <c:v>45979</c:v>
                      </c:pt>
                      <c:pt idx="152">
                        <c:v>45980</c:v>
                      </c:pt>
                      <c:pt idx="153">
                        <c:v>45981</c:v>
                      </c:pt>
                      <c:pt idx="154">
                        <c:v>45982</c:v>
                      </c:pt>
                      <c:pt idx="155">
                        <c:v>45983</c:v>
                      </c:pt>
                      <c:pt idx="156">
                        <c:v>45984</c:v>
                      </c:pt>
                      <c:pt idx="157">
                        <c:v>45985</c:v>
                      </c:pt>
                      <c:pt idx="158">
                        <c:v>45986</c:v>
                      </c:pt>
                      <c:pt idx="159">
                        <c:v>45987</c:v>
                      </c:pt>
                      <c:pt idx="160">
                        <c:v>45988</c:v>
                      </c:pt>
                      <c:pt idx="161">
                        <c:v>45989</c:v>
                      </c:pt>
                      <c:pt idx="162">
                        <c:v>45990</c:v>
                      </c:pt>
                      <c:pt idx="163">
                        <c:v>45991</c:v>
                      </c:pt>
                      <c:pt idx="164">
                        <c:v>45992</c:v>
                      </c:pt>
                      <c:pt idx="165">
                        <c:v>45993</c:v>
                      </c:pt>
                      <c:pt idx="166">
                        <c:v>45994</c:v>
                      </c:pt>
                      <c:pt idx="167">
                        <c:v>45995</c:v>
                      </c:pt>
                      <c:pt idx="168">
                        <c:v>45996</c:v>
                      </c:pt>
                      <c:pt idx="169">
                        <c:v>45997</c:v>
                      </c:pt>
                      <c:pt idx="170">
                        <c:v>45998</c:v>
                      </c:pt>
                      <c:pt idx="171">
                        <c:v>45999</c:v>
                      </c:pt>
                      <c:pt idx="172">
                        <c:v>46000</c:v>
                      </c:pt>
                      <c:pt idx="173">
                        <c:v>46001</c:v>
                      </c:pt>
                      <c:pt idx="174">
                        <c:v>46002</c:v>
                      </c:pt>
                      <c:pt idx="175">
                        <c:v>46003</c:v>
                      </c:pt>
                      <c:pt idx="176">
                        <c:v>46004</c:v>
                      </c:pt>
                      <c:pt idx="177">
                        <c:v>46005</c:v>
                      </c:pt>
                      <c:pt idx="178">
                        <c:v>46006</c:v>
                      </c:pt>
                      <c:pt idx="179">
                        <c:v>46007</c:v>
                      </c:pt>
                      <c:pt idx="180">
                        <c:v>46008</c:v>
                      </c:pt>
                      <c:pt idx="181">
                        <c:v>46009</c:v>
                      </c:pt>
                      <c:pt idx="182">
                        <c:v>46010</c:v>
                      </c:pt>
                      <c:pt idx="183">
                        <c:v>46011</c:v>
                      </c:pt>
                      <c:pt idx="184">
                        <c:v>46012</c:v>
                      </c:pt>
                      <c:pt idx="185">
                        <c:v>46013</c:v>
                      </c:pt>
                      <c:pt idx="186">
                        <c:v>46014</c:v>
                      </c:pt>
                      <c:pt idx="187">
                        <c:v>46015</c:v>
                      </c:pt>
                      <c:pt idx="188">
                        <c:v>46016</c:v>
                      </c:pt>
                      <c:pt idx="189">
                        <c:v>46017</c:v>
                      </c:pt>
                      <c:pt idx="190">
                        <c:v>46018</c:v>
                      </c:pt>
                      <c:pt idx="191">
                        <c:v>46019</c:v>
                      </c:pt>
                      <c:pt idx="192">
                        <c:v>46020</c:v>
                      </c:pt>
                      <c:pt idx="193">
                        <c:v>46021</c:v>
                      </c:pt>
                      <c:pt idx="194">
                        <c:v>46022</c:v>
                      </c:pt>
                      <c:pt idx="195">
                        <c:v>46023</c:v>
                      </c:pt>
                      <c:pt idx="196">
                        <c:v>46024</c:v>
                      </c:pt>
                      <c:pt idx="197">
                        <c:v>46025</c:v>
                      </c:pt>
                      <c:pt idx="198">
                        <c:v>46026</c:v>
                      </c:pt>
                      <c:pt idx="199">
                        <c:v>46027</c:v>
                      </c:pt>
                      <c:pt idx="200">
                        <c:v>46028</c:v>
                      </c:pt>
                      <c:pt idx="201">
                        <c:v>46029</c:v>
                      </c:pt>
                      <c:pt idx="202">
                        <c:v>46030</c:v>
                      </c:pt>
                      <c:pt idx="203">
                        <c:v>46031</c:v>
                      </c:pt>
                      <c:pt idx="204">
                        <c:v>46032</c:v>
                      </c:pt>
                      <c:pt idx="205">
                        <c:v>46033</c:v>
                      </c:pt>
                      <c:pt idx="206">
                        <c:v>46034</c:v>
                      </c:pt>
                      <c:pt idx="207">
                        <c:v>46035</c:v>
                      </c:pt>
                      <c:pt idx="208">
                        <c:v>46036</c:v>
                      </c:pt>
                      <c:pt idx="209">
                        <c:v>46037</c:v>
                      </c:pt>
                      <c:pt idx="210">
                        <c:v>46038</c:v>
                      </c:pt>
                      <c:pt idx="211">
                        <c:v>46039</c:v>
                      </c:pt>
                      <c:pt idx="212">
                        <c:v>46040</c:v>
                      </c:pt>
                      <c:pt idx="213">
                        <c:v>46041</c:v>
                      </c:pt>
                      <c:pt idx="214">
                        <c:v>46042</c:v>
                      </c:pt>
                      <c:pt idx="215">
                        <c:v>46043</c:v>
                      </c:pt>
                      <c:pt idx="216">
                        <c:v>46044</c:v>
                      </c:pt>
                      <c:pt idx="217">
                        <c:v>46045</c:v>
                      </c:pt>
                      <c:pt idx="218">
                        <c:v>46046</c:v>
                      </c:pt>
                      <c:pt idx="219">
                        <c:v>46047</c:v>
                      </c:pt>
                      <c:pt idx="220">
                        <c:v>46048</c:v>
                      </c:pt>
                      <c:pt idx="221">
                        <c:v>46049</c:v>
                      </c:pt>
                      <c:pt idx="222">
                        <c:v>46050</c:v>
                      </c:pt>
                      <c:pt idx="223">
                        <c:v>46051</c:v>
                      </c:pt>
                      <c:pt idx="224">
                        <c:v>46052</c:v>
                      </c:pt>
                      <c:pt idx="225">
                        <c:v>46053</c:v>
                      </c:pt>
                      <c:pt idx="226">
                        <c:v>46054</c:v>
                      </c:pt>
                      <c:pt idx="227">
                        <c:v>46055</c:v>
                      </c:pt>
                      <c:pt idx="228">
                        <c:v>46056</c:v>
                      </c:pt>
                      <c:pt idx="229">
                        <c:v>46057</c:v>
                      </c:pt>
                      <c:pt idx="230">
                        <c:v>46058</c:v>
                      </c:pt>
                      <c:pt idx="231">
                        <c:v>46059</c:v>
                      </c:pt>
                      <c:pt idx="232">
                        <c:v>46060</c:v>
                      </c:pt>
                      <c:pt idx="233">
                        <c:v>46061</c:v>
                      </c:pt>
                      <c:pt idx="234">
                        <c:v>46062</c:v>
                      </c:pt>
                      <c:pt idx="235">
                        <c:v>46063</c:v>
                      </c:pt>
                      <c:pt idx="236">
                        <c:v>46064</c:v>
                      </c:pt>
                      <c:pt idx="237">
                        <c:v>46065</c:v>
                      </c:pt>
                      <c:pt idx="238">
                        <c:v>46066</c:v>
                      </c:pt>
                      <c:pt idx="239">
                        <c:v>46067</c:v>
                      </c:pt>
                      <c:pt idx="240">
                        <c:v>46068</c:v>
                      </c:pt>
                      <c:pt idx="241">
                        <c:v>46069</c:v>
                      </c:pt>
                      <c:pt idx="242">
                        <c:v>46070</c:v>
                      </c:pt>
                      <c:pt idx="243">
                        <c:v>46071</c:v>
                      </c:pt>
                      <c:pt idx="244">
                        <c:v>46072</c:v>
                      </c:pt>
                      <c:pt idx="245">
                        <c:v>46073</c:v>
                      </c:pt>
                      <c:pt idx="246">
                        <c:v>46074</c:v>
                      </c:pt>
                      <c:pt idx="247">
                        <c:v>46075</c:v>
                      </c:pt>
                      <c:pt idx="248">
                        <c:v>46076</c:v>
                      </c:pt>
                      <c:pt idx="249">
                        <c:v>46077</c:v>
                      </c:pt>
                      <c:pt idx="250">
                        <c:v>46078</c:v>
                      </c:pt>
                      <c:pt idx="251">
                        <c:v>46079</c:v>
                      </c:pt>
                      <c:pt idx="252">
                        <c:v>46080</c:v>
                      </c:pt>
                      <c:pt idx="253">
                        <c:v>46081</c:v>
                      </c:pt>
                      <c:pt idx="254">
                        <c:v>46082</c:v>
                      </c:pt>
                      <c:pt idx="255">
                        <c:v>46083</c:v>
                      </c:pt>
                      <c:pt idx="256">
                        <c:v>46084</c:v>
                      </c:pt>
                      <c:pt idx="257">
                        <c:v>46085</c:v>
                      </c:pt>
                      <c:pt idx="258">
                        <c:v>46086</c:v>
                      </c:pt>
                      <c:pt idx="259">
                        <c:v>46087</c:v>
                      </c:pt>
                      <c:pt idx="260">
                        <c:v>46088</c:v>
                      </c:pt>
                      <c:pt idx="261">
                        <c:v>46089</c:v>
                      </c:pt>
                      <c:pt idx="262">
                        <c:v>46090</c:v>
                      </c:pt>
                      <c:pt idx="263">
                        <c:v>46091</c:v>
                      </c:pt>
                      <c:pt idx="264">
                        <c:v>46092</c:v>
                      </c:pt>
                      <c:pt idx="265">
                        <c:v>46093</c:v>
                      </c:pt>
                      <c:pt idx="266">
                        <c:v>46094</c:v>
                      </c:pt>
                      <c:pt idx="267">
                        <c:v>46095</c:v>
                      </c:pt>
                      <c:pt idx="268">
                        <c:v>46096</c:v>
                      </c:pt>
                      <c:pt idx="269">
                        <c:v>46097</c:v>
                      </c:pt>
                      <c:pt idx="270">
                        <c:v>46098</c:v>
                      </c:pt>
                      <c:pt idx="271">
                        <c:v>46099</c:v>
                      </c:pt>
                      <c:pt idx="272">
                        <c:v>46100</c:v>
                      </c:pt>
                      <c:pt idx="273">
                        <c:v>46101</c:v>
                      </c:pt>
                      <c:pt idx="274">
                        <c:v>46102</c:v>
                      </c:pt>
                      <c:pt idx="275">
                        <c:v>46103</c:v>
                      </c:pt>
                      <c:pt idx="276">
                        <c:v>46104</c:v>
                      </c:pt>
                      <c:pt idx="277">
                        <c:v>46105</c:v>
                      </c:pt>
                      <c:pt idx="278">
                        <c:v>46106</c:v>
                      </c:pt>
                      <c:pt idx="279">
                        <c:v>46107</c:v>
                      </c:pt>
                      <c:pt idx="280">
                        <c:v>46108</c:v>
                      </c:pt>
                      <c:pt idx="281">
                        <c:v>46109</c:v>
                      </c:pt>
                      <c:pt idx="282">
                        <c:v>46110</c:v>
                      </c:pt>
                      <c:pt idx="283">
                        <c:v>46111</c:v>
                      </c:pt>
                      <c:pt idx="284">
                        <c:v>46112</c:v>
                      </c:pt>
                      <c:pt idx="285">
                        <c:v>46113</c:v>
                      </c:pt>
                      <c:pt idx="286">
                        <c:v>46114</c:v>
                      </c:pt>
                      <c:pt idx="287">
                        <c:v>46115</c:v>
                      </c:pt>
                      <c:pt idx="288">
                        <c:v>46116</c:v>
                      </c:pt>
                      <c:pt idx="289">
                        <c:v>46117</c:v>
                      </c:pt>
                      <c:pt idx="290">
                        <c:v>46118</c:v>
                      </c:pt>
                      <c:pt idx="291">
                        <c:v>46119</c:v>
                      </c:pt>
                      <c:pt idx="292">
                        <c:v>46120</c:v>
                      </c:pt>
                      <c:pt idx="293">
                        <c:v>46121</c:v>
                      </c:pt>
                      <c:pt idx="294">
                        <c:v>46122</c:v>
                      </c:pt>
                      <c:pt idx="295">
                        <c:v>46123</c:v>
                      </c:pt>
                      <c:pt idx="296">
                        <c:v>46124</c:v>
                      </c:pt>
                      <c:pt idx="297">
                        <c:v>46125</c:v>
                      </c:pt>
                      <c:pt idx="298">
                        <c:v>46126</c:v>
                      </c:pt>
                      <c:pt idx="299">
                        <c:v>46127</c:v>
                      </c:pt>
                      <c:pt idx="300">
                        <c:v>46128</c:v>
                      </c:pt>
                      <c:pt idx="301">
                        <c:v>46129</c:v>
                      </c:pt>
                      <c:pt idx="302">
                        <c:v>46130</c:v>
                      </c:pt>
                      <c:pt idx="303">
                        <c:v>46131</c:v>
                      </c:pt>
                      <c:pt idx="304">
                        <c:v>46132</c:v>
                      </c:pt>
                      <c:pt idx="305">
                        <c:v>46133</c:v>
                      </c:pt>
                      <c:pt idx="306">
                        <c:v>46134</c:v>
                      </c:pt>
                      <c:pt idx="307">
                        <c:v>46135</c:v>
                      </c:pt>
                      <c:pt idx="308">
                        <c:v>46136</c:v>
                      </c:pt>
                      <c:pt idx="309">
                        <c:v>46137</c:v>
                      </c:pt>
                      <c:pt idx="310">
                        <c:v>46138</c:v>
                      </c:pt>
                      <c:pt idx="311">
                        <c:v>46139</c:v>
                      </c:pt>
                      <c:pt idx="312">
                        <c:v>46140</c:v>
                      </c:pt>
                      <c:pt idx="313">
                        <c:v>46141</c:v>
                      </c:pt>
                      <c:pt idx="314">
                        <c:v>46142</c:v>
                      </c:pt>
                      <c:pt idx="315">
                        <c:v>46143</c:v>
                      </c:pt>
                      <c:pt idx="316">
                        <c:v>46144</c:v>
                      </c:pt>
                      <c:pt idx="317">
                        <c:v>46145</c:v>
                      </c:pt>
                      <c:pt idx="318">
                        <c:v>46146</c:v>
                      </c:pt>
                      <c:pt idx="319">
                        <c:v>46147</c:v>
                      </c:pt>
                      <c:pt idx="320">
                        <c:v>46148</c:v>
                      </c:pt>
                      <c:pt idx="321">
                        <c:v>46149</c:v>
                      </c:pt>
                      <c:pt idx="322">
                        <c:v>46150</c:v>
                      </c:pt>
                      <c:pt idx="323">
                        <c:v>46151</c:v>
                      </c:pt>
                      <c:pt idx="324">
                        <c:v>46152</c:v>
                      </c:pt>
                      <c:pt idx="325">
                        <c:v>46153</c:v>
                      </c:pt>
                      <c:pt idx="326">
                        <c:v>46154</c:v>
                      </c:pt>
                      <c:pt idx="327">
                        <c:v>46155</c:v>
                      </c:pt>
                      <c:pt idx="328">
                        <c:v>46156</c:v>
                      </c:pt>
                      <c:pt idx="329">
                        <c:v>46157</c:v>
                      </c:pt>
                      <c:pt idx="330">
                        <c:v>46158</c:v>
                      </c:pt>
                      <c:pt idx="331">
                        <c:v>46159</c:v>
                      </c:pt>
                      <c:pt idx="332">
                        <c:v>46160</c:v>
                      </c:pt>
                      <c:pt idx="333">
                        <c:v>46161</c:v>
                      </c:pt>
                      <c:pt idx="334">
                        <c:v>46162</c:v>
                      </c:pt>
                      <c:pt idx="335">
                        <c:v>46163</c:v>
                      </c:pt>
                      <c:pt idx="336">
                        <c:v>46164</c:v>
                      </c:pt>
                      <c:pt idx="337">
                        <c:v>46165</c:v>
                      </c:pt>
                      <c:pt idx="338">
                        <c:v>46166</c:v>
                      </c:pt>
                      <c:pt idx="339">
                        <c:v>46167</c:v>
                      </c:pt>
                      <c:pt idx="340">
                        <c:v>46168</c:v>
                      </c:pt>
                      <c:pt idx="341">
                        <c:v>46169</c:v>
                      </c:pt>
                      <c:pt idx="342">
                        <c:v>46170</c:v>
                      </c:pt>
                      <c:pt idx="343">
                        <c:v>46171</c:v>
                      </c:pt>
                      <c:pt idx="344">
                        <c:v>46172</c:v>
                      </c:pt>
                      <c:pt idx="345">
                        <c:v>46173</c:v>
                      </c:pt>
                      <c:pt idx="346">
                        <c:v>46174</c:v>
                      </c:pt>
                      <c:pt idx="347">
                        <c:v>46175</c:v>
                      </c:pt>
                      <c:pt idx="348">
                        <c:v>46176</c:v>
                      </c:pt>
                      <c:pt idx="349">
                        <c:v>46177</c:v>
                      </c:pt>
                      <c:pt idx="350">
                        <c:v>46178</c:v>
                      </c:pt>
                      <c:pt idx="351">
                        <c:v>46179</c:v>
                      </c:pt>
                      <c:pt idx="352">
                        <c:v>46180</c:v>
                      </c:pt>
                      <c:pt idx="353">
                        <c:v>46181</c:v>
                      </c:pt>
                      <c:pt idx="354">
                        <c:v>46182</c:v>
                      </c:pt>
                      <c:pt idx="355">
                        <c:v>46183</c:v>
                      </c:pt>
                      <c:pt idx="356">
                        <c:v>46184</c:v>
                      </c:pt>
                      <c:pt idx="357">
                        <c:v>46185</c:v>
                      </c:pt>
                      <c:pt idx="358">
                        <c:v>46186</c:v>
                      </c:pt>
                      <c:pt idx="359">
                        <c:v>46187</c:v>
                      </c:pt>
                      <c:pt idx="360">
                        <c:v>46188</c:v>
                      </c:pt>
                      <c:pt idx="361">
                        <c:v>46189</c:v>
                      </c:pt>
                      <c:pt idx="362">
                        <c:v>46190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G!$D$2:$D$364</c15:sqref>
                        </c15:formulaRef>
                      </c:ext>
                    </c:extLst>
                    <c:numCache>
                      <c:formatCode>General</c:formatCode>
                      <c:ptCount val="363"/>
                      <c:pt idx="0">
                        <c:v>915.81119999999999</c:v>
                      </c:pt>
                      <c:pt idx="1">
                        <c:v>859.98350000000005</c:v>
                      </c:pt>
                      <c:pt idx="2">
                        <c:v>800.56359999999995</c:v>
                      </c:pt>
                      <c:pt idx="3">
                        <c:v>927.72320000000002</c:v>
                      </c:pt>
                      <c:pt idx="4">
                        <c:v>905.154</c:v>
                      </c:pt>
                      <c:pt idx="5">
                        <c:v>928.50969999999995</c:v>
                      </c:pt>
                      <c:pt idx="6">
                        <c:v>897.36329999999998</c:v>
                      </c:pt>
                      <c:pt idx="7">
                        <c:v>943.80560000000003</c:v>
                      </c:pt>
                      <c:pt idx="8">
                        <c:v>863.3886</c:v>
                      </c:pt>
                      <c:pt idx="9">
                        <c:v>873.69500000000005</c:v>
                      </c:pt>
                      <c:pt idx="10">
                        <c:v>947.57349999999997</c:v>
                      </c:pt>
                      <c:pt idx="11">
                        <c:v>915.31870000000004</c:v>
                      </c:pt>
                      <c:pt idx="12">
                        <c:v>874.5598</c:v>
                      </c:pt>
                      <c:pt idx="13">
                        <c:v>873.30799999999999</c:v>
                      </c:pt>
                      <c:pt idx="14">
                        <c:v>898.07339999999999</c:v>
                      </c:pt>
                      <c:pt idx="15">
                        <c:v>893.8931</c:v>
                      </c:pt>
                      <c:pt idx="16">
                        <c:v>864.29660000000001</c:v>
                      </c:pt>
                      <c:pt idx="17">
                        <c:v>938.23500000000001</c:v>
                      </c:pt>
                      <c:pt idx="18">
                        <c:v>926.89110000000005</c:v>
                      </c:pt>
                      <c:pt idx="19">
                        <c:v>977.16470000000004</c:v>
                      </c:pt>
                      <c:pt idx="20">
                        <c:v>842.38800000000003</c:v>
                      </c:pt>
                      <c:pt idx="21">
                        <c:v>1094.1606999999999</c:v>
                      </c:pt>
                      <c:pt idx="22">
                        <c:v>901.10209999999995</c:v>
                      </c:pt>
                      <c:pt idx="23">
                        <c:v>880.12120000000004</c:v>
                      </c:pt>
                      <c:pt idx="24">
                        <c:v>936.59810000000004</c:v>
                      </c:pt>
                      <c:pt idx="25">
                        <c:v>965.88819999999998</c:v>
                      </c:pt>
                      <c:pt idx="26">
                        <c:v>938.35050000000001</c:v>
                      </c:pt>
                      <c:pt idx="27">
                        <c:v>925.92409999999995</c:v>
                      </c:pt>
                      <c:pt idx="28">
                        <c:v>955.64620000000002</c:v>
                      </c:pt>
                      <c:pt idx="29">
                        <c:v>885.96780000000001</c:v>
                      </c:pt>
                      <c:pt idx="30">
                        <c:v>866.56479999999999</c:v>
                      </c:pt>
                      <c:pt idx="31">
                        <c:v>921.9298</c:v>
                      </c:pt>
                      <c:pt idx="32">
                        <c:v>888.9905</c:v>
                      </c:pt>
                      <c:pt idx="33">
                        <c:v>880.19460000000004</c:v>
                      </c:pt>
                      <c:pt idx="34">
                        <c:v>909.82410000000004</c:v>
                      </c:pt>
                      <c:pt idx="35">
                        <c:v>932.55799999999999</c:v>
                      </c:pt>
                      <c:pt idx="36">
                        <c:v>836.0077</c:v>
                      </c:pt>
                      <c:pt idx="37">
                        <c:v>853.14160000000004</c:v>
                      </c:pt>
                      <c:pt idx="38">
                        <c:v>945.80579999999998</c:v>
                      </c:pt>
                      <c:pt idx="39">
                        <c:v>906.74159999999995</c:v>
                      </c:pt>
                      <c:pt idx="40">
                        <c:v>947.06399999999996</c:v>
                      </c:pt>
                      <c:pt idx="41">
                        <c:v>934.58349999999996</c:v>
                      </c:pt>
                      <c:pt idx="42">
                        <c:v>925.79430000000002</c:v>
                      </c:pt>
                      <c:pt idx="43">
                        <c:v>865.43</c:v>
                      </c:pt>
                      <c:pt idx="44">
                        <c:v>818.57920000000001</c:v>
                      </c:pt>
                      <c:pt idx="45">
                        <c:v>912.13379999999995</c:v>
                      </c:pt>
                      <c:pt idx="46">
                        <c:v>898.01210000000003</c:v>
                      </c:pt>
                      <c:pt idx="47">
                        <c:v>901.67849999999999</c:v>
                      </c:pt>
                      <c:pt idx="48">
                        <c:v>989.45989999999995</c:v>
                      </c:pt>
                      <c:pt idx="49">
                        <c:v>814.56079999999997</c:v>
                      </c:pt>
                      <c:pt idx="50">
                        <c:v>921.95680000000004</c:v>
                      </c:pt>
                      <c:pt idx="51">
                        <c:v>910.70460000000003</c:v>
                      </c:pt>
                      <c:pt idx="52">
                        <c:v>900.98059999999998</c:v>
                      </c:pt>
                      <c:pt idx="53">
                        <c:v>858.41750000000002</c:v>
                      </c:pt>
                      <c:pt idx="54">
                        <c:v>866.46730000000002</c:v>
                      </c:pt>
                      <c:pt idx="55">
                        <c:v>889.10429999999997</c:v>
                      </c:pt>
                      <c:pt idx="56">
                        <c:v>853.37509999999997</c:v>
                      </c:pt>
                      <c:pt idx="57">
                        <c:v>857.85350000000005</c:v>
                      </c:pt>
                      <c:pt idx="58">
                        <c:v>844.01220000000001</c:v>
                      </c:pt>
                      <c:pt idx="59">
                        <c:v>866.3306</c:v>
                      </c:pt>
                      <c:pt idx="60">
                        <c:v>888.5942</c:v>
                      </c:pt>
                      <c:pt idx="61">
                        <c:v>906.16790000000003</c:v>
                      </c:pt>
                      <c:pt idx="62">
                        <c:v>922.74419999999998</c:v>
                      </c:pt>
                      <c:pt idx="63">
                        <c:v>905.93830000000003</c:v>
                      </c:pt>
                      <c:pt idx="64">
                        <c:v>850.44979999999998</c:v>
                      </c:pt>
                      <c:pt idx="65">
                        <c:v>860.21469999999999</c:v>
                      </c:pt>
                      <c:pt idx="66">
                        <c:v>914.37869999999998</c:v>
                      </c:pt>
                      <c:pt idx="67">
                        <c:v>893.202</c:v>
                      </c:pt>
                      <c:pt idx="68">
                        <c:v>896.26490000000001</c:v>
                      </c:pt>
                      <c:pt idx="69">
                        <c:v>895.55539999999996</c:v>
                      </c:pt>
                      <c:pt idx="70">
                        <c:v>895.83339999999998</c:v>
                      </c:pt>
                      <c:pt idx="71">
                        <c:v>885.28710000000001</c:v>
                      </c:pt>
                      <c:pt idx="72">
                        <c:v>844.22130000000004</c:v>
                      </c:pt>
                      <c:pt idx="73">
                        <c:v>906.58330000000001</c:v>
                      </c:pt>
                      <c:pt idx="74">
                        <c:v>890.55600000000004</c:v>
                      </c:pt>
                      <c:pt idx="75">
                        <c:v>885.52059999999994</c:v>
                      </c:pt>
                      <c:pt idx="76">
                        <c:v>976.89580000000001</c:v>
                      </c:pt>
                      <c:pt idx="77">
                        <c:v>857.58</c:v>
                      </c:pt>
                      <c:pt idx="78">
                        <c:v>847.83429999999998</c:v>
                      </c:pt>
                      <c:pt idx="79">
                        <c:v>766.91549999999995</c:v>
                      </c:pt>
                      <c:pt idx="80">
                        <c:v>889.92870000000005</c:v>
                      </c:pt>
                      <c:pt idx="81">
                        <c:v>848.85789999999997</c:v>
                      </c:pt>
                      <c:pt idx="82">
                        <c:v>897.32280000000003</c:v>
                      </c:pt>
                      <c:pt idx="83">
                        <c:v>902.7473</c:v>
                      </c:pt>
                      <c:pt idx="84">
                        <c:v>889.75109999999995</c:v>
                      </c:pt>
                      <c:pt idx="85">
                        <c:v>853.93029999999999</c:v>
                      </c:pt>
                      <c:pt idx="86">
                        <c:v>860.20069999999998</c:v>
                      </c:pt>
                      <c:pt idx="87">
                        <c:v>913.20339999999999</c:v>
                      </c:pt>
                      <c:pt idx="88">
                        <c:v>904.36689999999999</c:v>
                      </c:pt>
                      <c:pt idx="89">
                        <c:v>846.71510000000001</c:v>
                      </c:pt>
                      <c:pt idx="90">
                        <c:v>813.11890000000005</c:v>
                      </c:pt>
                      <c:pt idx="91">
                        <c:v>840.25699999999995</c:v>
                      </c:pt>
                      <c:pt idx="92">
                        <c:v>841.73760000000004</c:v>
                      </c:pt>
                      <c:pt idx="93">
                        <c:v>816.88789999999995</c:v>
                      </c:pt>
                      <c:pt idx="94">
                        <c:v>854.44579999999996</c:v>
                      </c:pt>
                      <c:pt idx="95">
                        <c:v>844.32029999999997</c:v>
                      </c:pt>
                      <c:pt idx="96">
                        <c:v>826.88589999999999</c:v>
                      </c:pt>
                      <c:pt idx="97">
                        <c:v>833.06389999999999</c:v>
                      </c:pt>
                      <c:pt idx="98">
                        <c:v>837.68330000000003</c:v>
                      </c:pt>
                      <c:pt idx="99">
                        <c:v>809.15719999999999</c:v>
                      </c:pt>
                      <c:pt idx="100">
                        <c:v>795.48130000000003</c:v>
                      </c:pt>
                      <c:pt idx="101">
                        <c:v>866.72749999999996</c:v>
                      </c:pt>
                      <c:pt idx="102">
                        <c:v>934.88459999999998</c:v>
                      </c:pt>
                      <c:pt idx="103">
                        <c:v>892.18169999999998</c:v>
                      </c:pt>
                      <c:pt idx="104">
                        <c:v>899.4357</c:v>
                      </c:pt>
                      <c:pt idx="105">
                        <c:v>870.73260000000005</c:v>
                      </c:pt>
                      <c:pt idx="106">
                        <c:v>815.35649999999998</c:v>
                      </c:pt>
                      <c:pt idx="107">
                        <c:v>818.97050000000002</c:v>
                      </c:pt>
                      <c:pt idx="108">
                        <c:v>748.0992</c:v>
                      </c:pt>
                      <c:pt idx="109">
                        <c:v>911.35149999999999</c:v>
                      </c:pt>
                      <c:pt idx="110">
                        <c:v>878.92139999999995</c:v>
                      </c:pt>
                      <c:pt idx="111">
                        <c:v>894.09979999999996</c:v>
                      </c:pt>
                      <c:pt idx="112">
                        <c:v>875.28539999999998</c:v>
                      </c:pt>
                      <c:pt idx="113">
                        <c:v>859.18</c:v>
                      </c:pt>
                      <c:pt idx="114">
                        <c:v>825.62260000000003</c:v>
                      </c:pt>
                      <c:pt idx="115">
                        <c:v>832.78520000000003</c:v>
                      </c:pt>
                      <c:pt idx="116">
                        <c:v>857.20399999999995</c:v>
                      </c:pt>
                      <c:pt idx="117">
                        <c:v>865.99270000000001</c:v>
                      </c:pt>
                      <c:pt idx="118">
                        <c:v>824.64670000000001</c:v>
                      </c:pt>
                      <c:pt idx="119">
                        <c:v>812.78620000000001</c:v>
                      </c:pt>
                      <c:pt idx="120">
                        <c:v>806.12929999999994</c:v>
                      </c:pt>
                      <c:pt idx="121">
                        <c:v>771.61940000000004</c:v>
                      </c:pt>
                      <c:pt idx="122">
                        <c:v>800.11779999999999</c:v>
                      </c:pt>
                      <c:pt idx="123">
                        <c:v>850.39919999999995</c:v>
                      </c:pt>
                      <c:pt idx="124">
                        <c:v>840.2731</c:v>
                      </c:pt>
                      <c:pt idx="125">
                        <c:v>791.05269999999996</c:v>
                      </c:pt>
                      <c:pt idx="126">
                        <c:v>801.90509999999995</c:v>
                      </c:pt>
                      <c:pt idx="127">
                        <c:v>837.03909999999996</c:v>
                      </c:pt>
                      <c:pt idx="128">
                        <c:v>792.84230000000002</c:v>
                      </c:pt>
                      <c:pt idx="129">
                        <c:v>865.55460000000005</c:v>
                      </c:pt>
                      <c:pt idx="130">
                        <c:v>879.37599999999998</c:v>
                      </c:pt>
                      <c:pt idx="131">
                        <c:v>857.35180000000003</c:v>
                      </c:pt>
                      <c:pt idx="132">
                        <c:v>886.3537</c:v>
                      </c:pt>
                      <c:pt idx="133">
                        <c:v>876.79769999999996</c:v>
                      </c:pt>
                      <c:pt idx="134">
                        <c:v>846.13940000000002</c:v>
                      </c:pt>
                      <c:pt idx="135">
                        <c:v>858.32920000000001</c:v>
                      </c:pt>
                      <c:pt idx="136">
                        <c:v>871.58299999999997</c:v>
                      </c:pt>
                      <c:pt idx="137">
                        <c:v>883.22820000000002</c:v>
                      </c:pt>
                      <c:pt idx="138">
                        <c:v>751.88930000000005</c:v>
                      </c:pt>
                      <c:pt idx="139">
                        <c:v>833.55309999999997</c:v>
                      </c:pt>
                      <c:pt idx="140">
                        <c:v>825.44860000000006</c:v>
                      </c:pt>
                      <c:pt idx="141">
                        <c:v>936.30340000000001</c:v>
                      </c:pt>
                      <c:pt idx="142">
                        <c:v>963.2491</c:v>
                      </c:pt>
                      <c:pt idx="143">
                        <c:v>1000.965</c:v>
                      </c:pt>
                      <c:pt idx="144">
                        <c:v>972.01689999999996</c:v>
                      </c:pt>
                      <c:pt idx="145">
                        <c:v>974.80899999999997</c:v>
                      </c:pt>
                      <c:pt idx="146">
                        <c:v>962.41809999999998</c:v>
                      </c:pt>
                      <c:pt idx="147">
                        <c:v>983.89779999999996</c:v>
                      </c:pt>
                      <c:pt idx="148">
                        <c:v>944.3075</c:v>
                      </c:pt>
                      <c:pt idx="149">
                        <c:v>883.20849999999996</c:v>
                      </c:pt>
                      <c:pt idx="150">
                        <c:v>930.13139999999999</c:v>
                      </c:pt>
                      <c:pt idx="151">
                        <c:v>932.74850000000004</c:v>
                      </c:pt>
                      <c:pt idx="152">
                        <c:v>960.74239999999998</c:v>
                      </c:pt>
                      <c:pt idx="153">
                        <c:v>966.66650000000004</c:v>
                      </c:pt>
                      <c:pt idx="154">
                        <c:v>968.78980000000001</c:v>
                      </c:pt>
                      <c:pt idx="155">
                        <c:v>965.12149999999997</c:v>
                      </c:pt>
                      <c:pt idx="156">
                        <c:v>890.84670000000006</c:v>
                      </c:pt>
                      <c:pt idx="157">
                        <c:v>930.83789999999999</c:v>
                      </c:pt>
                      <c:pt idx="158">
                        <c:v>977.01589999999999</c:v>
                      </c:pt>
                      <c:pt idx="159">
                        <c:v>897.44569999999999</c:v>
                      </c:pt>
                      <c:pt idx="160">
                        <c:v>915.11890000000005</c:v>
                      </c:pt>
                      <c:pt idx="161">
                        <c:v>791.86739999999998</c:v>
                      </c:pt>
                      <c:pt idx="162">
                        <c:v>656.57950000000005</c:v>
                      </c:pt>
                      <c:pt idx="163">
                        <c:v>1070.4201</c:v>
                      </c:pt>
                      <c:pt idx="164">
                        <c:v>1085.5799</c:v>
                      </c:pt>
                      <c:pt idx="165">
                        <c:v>1155.6004</c:v>
                      </c:pt>
                      <c:pt idx="166">
                        <c:v>1098.1993</c:v>
                      </c:pt>
                      <c:pt idx="167">
                        <c:v>965.6259</c:v>
                      </c:pt>
                      <c:pt idx="168">
                        <c:v>1049.0920000000001</c:v>
                      </c:pt>
                      <c:pt idx="169">
                        <c:v>994.42520000000002</c:v>
                      </c:pt>
                      <c:pt idx="170">
                        <c:v>949.63549999999998</c:v>
                      </c:pt>
                      <c:pt idx="171">
                        <c:v>1011.3684</c:v>
                      </c:pt>
                      <c:pt idx="172">
                        <c:v>1009.5915</c:v>
                      </c:pt>
                      <c:pt idx="173">
                        <c:v>1027.3801000000001</c:v>
                      </c:pt>
                      <c:pt idx="174">
                        <c:v>973.32600000000002</c:v>
                      </c:pt>
                      <c:pt idx="175">
                        <c:v>951.36</c:v>
                      </c:pt>
                      <c:pt idx="176">
                        <c:v>1059.3225</c:v>
                      </c:pt>
                      <c:pt idx="177">
                        <c:v>1073.1652999999999</c:v>
                      </c:pt>
                      <c:pt idx="178">
                        <c:v>1144.9391000000001</c:v>
                      </c:pt>
                      <c:pt idx="179">
                        <c:v>1113.8158000000001</c:v>
                      </c:pt>
                      <c:pt idx="180">
                        <c:v>1105.1072999999999</c:v>
                      </c:pt>
                      <c:pt idx="181">
                        <c:v>1140.7107000000001</c:v>
                      </c:pt>
                      <c:pt idx="182">
                        <c:v>1139.1759</c:v>
                      </c:pt>
                      <c:pt idx="183">
                        <c:v>1106.905</c:v>
                      </c:pt>
                      <c:pt idx="184">
                        <c:v>1093.0578</c:v>
                      </c:pt>
                      <c:pt idx="185">
                        <c:v>1155.9350999999999</c:v>
                      </c:pt>
                      <c:pt idx="186">
                        <c:v>1123.1433</c:v>
                      </c:pt>
                      <c:pt idx="187">
                        <c:v>1174.6309000000001</c:v>
                      </c:pt>
                      <c:pt idx="188">
                        <c:v>1063.3317</c:v>
                      </c:pt>
                      <c:pt idx="189">
                        <c:v>1170.2705000000001</c:v>
                      </c:pt>
                      <c:pt idx="190">
                        <c:v>1154.0259000000001</c:v>
                      </c:pt>
                      <c:pt idx="191">
                        <c:v>1114.8943999999999</c:v>
                      </c:pt>
                      <c:pt idx="192">
                        <c:v>1121.9779000000001</c:v>
                      </c:pt>
                      <c:pt idx="193">
                        <c:v>1145.8800000000001</c:v>
                      </c:pt>
                      <c:pt idx="194">
                        <c:v>1213.4996000000001</c:v>
                      </c:pt>
                      <c:pt idx="195">
                        <c:v>1252.4391000000001</c:v>
                      </c:pt>
                      <c:pt idx="196">
                        <c:v>1175.7983999999999</c:v>
                      </c:pt>
                      <c:pt idx="197">
                        <c:v>1058.2686000000001</c:v>
                      </c:pt>
                      <c:pt idx="198">
                        <c:v>1170.7473</c:v>
                      </c:pt>
                      <c:pt idx="199">
                        <c:v>1212.5645</c:v>
                      </c:pt>
                      <c:pt idx="200">
                        <c:v>1155.4069999999999</c:v>
                      </c:pt>
                      <c:pt idx="201">
                        <c:v>1159.903</c:v>
                      </c:pt>
                      <c:pt idx="202">
                        <c:v>1163.0661</c:v>
                      </c:pt>
                      <c:pt idx="203">
                        <c:v>1176.6197999999999</c:v>
                      </c:pt>
                      <c:pt idx="204">
                        <c:v>1097.4061999999999</c:v>
                      </c:pt>
                      <c:pt idx="205">
                        <c:v>1037.9454000000001</c:v>
                      </c:pt>
                      <c:pt idx="206">
                        <c:v>1153.8815</c:v>
                      </c:pt>
                      <c:pt idx="207">
                        <c:v>1148.2632000000001</c:v>
                      </c:pt>
                      <c:pt idx="208">
                        <c:v>1195.4826</c:v>
                      </c:pt>
                      <c:pt idx="209">
                        <c:v>1085.7728</c:v>
                      </c:pt>
                      <c:pt idx="210">
                        <c:v>1137.4034999999999</c:v>
                      </c:pt>
                      <c:pt idx="211">
                        <c:v>1078.4733000000001</c:v>
                      </c:pt>
                      <c:pt idx="212">
                        <c:v>1061.1024</c:v>
                      </c:pt>
                      <c:pt idx="213">
                        <c:v>1154.5697</c:v>
                      </c:pt>
                      <c:pt idx="214">
                        <c:v>1180.0041000000001</c:v>
                      </c:pt>
                      <c:pt idx="215">
                        <c:v>1166.8695</c:v>
                      </c:pt>
                      <c:pt idx="216">
                        <c:v>1126.0389</c:v>
                      </c:pt>
                      <c:pt idx="217">
                        <c:v>1239.4349999999999</c:v>
                      </c:pt>
                      <c:pt idx="218">
                        <c:v>1162.5313000000001</c:v>
                      </c:pt>
                      <c:pt idx="219">
                        <c:v>1196.6690000000001</c:v>
                      </c:pt>
                      <c:pt idx="220">
                        <c:v>1243.7773999999999</c:v>
                      </c:pt>
                      <c:pt idx="221">
                        <c:v>1198.8280999999999</c:v>
                      </c:pt>
                      <c:pt idx="222">
                        <c:v>1239.4875999999999</c:v>
                      </c:pt>
                      <c:pt idx="223">
                        <c:v>1244.5189</c:v>
                      </c:pt>
                      <c:pt idx="224">
                        <c:v>1257.6130000000001</c:v>
                      </c:pt>
                      <c:pt idx="225">
                        <c:v>1219.3669</c:v>
                      </c:pt>
                      <c:pt idx="226">
                        <c:v>1067.0036</c:v>
                      </c:pt>
                      <c:pt idx="227">
                        <c:v>1248.9405999999999</c:v>
                      </c:pt>
                      <c:pt idx="228">
                        <c:v>1252.8334</c:v>
                      </c:pt>
                      <c:pt idx="229">
                        <c:v>1117.9541999999999</c:v>
                      </c:pt>
                      <c:pt idx="230">
                        <c:v>1250.7058999999999</c:v>
                      </c:pt>
                      <c:pt idx="231">
                        <c:v>1227.5581</c:v>
                      </c:pt>
                      <c:pt idx="232">
                        <c:v>1207.1828</c:v>
                      </c:pt>
                      <c:pt idx="233">
                        <c:v>1200.8081999999999</c:v>
                      </c:pt>
                      <c:pt idx="234">
                        <c:v>1244.662</c:v>
                      </c:pt>
                      <c:pt idx="235">
                        <c:v>1265.856</c:v>
                      </c:pt>
                      <c:pt idx="236">
                        <c:v>1244.8442</c:v>
                      </c:pt>
                      <c:pt idx="237">
                        <c:v>1250.4840999999999</c:v>
                      </c:pt>
                      <c:pt idx="238">
                        <c:v>1197.2275</c:v>
                      </c:pt>
                      <c:pt idx="239">
                        <c:v>1191.8258000000001</c:v>
                      </c:pt>
                      <c:pt idx="240">
                        <c:v>1191.1131</c:v>
                      </c:pt>
                      <c:pt idx="241">
                        <c:v>1233.2238</c:v>
                      </c:pt>
                      <c:pt idx="242">
                        <c:v>1182.5888</c:v>
                      </c:pt>
                      <c:pt idx="243">
                        <c:v>1184.2159999999999</c:v>
                      </c:pt>
                      <c:pt idx="244">
                        <c:v>1146.2040999999999</c:v>
                      </c:pt>
                      <c:pt idx="245">
                        <c:v>1196.5650000000001</c:v>
                      </c:pt>
                      <c:pt idx="246">
                        <c:v>1096.2614000000001</c:v>
                      </c:pt>
                      <c:pt idx="247">
                        <c:v>1087.3003000000001</c:v>
                      </c:pt>
                      <c:pt idx="248">
                        <c:v>1171.8175000000001</c:v>
                      </c:pt>
                      <c:pt idx="249">
                        <c:v>1193.1505</c:v>
                      </c:pt>
                      <c:pt idx="250">
                        <c:v>1181.0407</c:v>
                      </c:pt>
                      <c:pt idx="251">
                        <c:v>1184.6923999999999</c:v>
                      </c:pt>
                      <c:pt idx="252">
                        <c:v>1207.9539</c:v>
                      </c:pt>
                      <c:pt idx="253">
                        <c:v>1246.8916999999999</c:v>
                      </c:pt>
                      <c:pt idx="254">
                        <c:v>1269.3771999999999</c:v>
                      </c:pt>
                      <c:pt idx="255">
                        <c:v>1116.1815999999999</c:v>
                      </c:pt>
                      <c:pt idx="256">
                        <c:v>1263.6457</c:v>
                      </c:pt>
                      <c:pt idx="257">
                        <c:v>1209.9490000000001</c:v>
                      </c:pt>
                      <c:pt idx="258">
                        <c:v>1208.3839</c:v>
                      </c:pt>
                      <c:pt idx="259">
                        <c:v>1202.9019000000001</c:v>
                      </c:pt>
                      <c:pt idx="260">
                        <c:v>1166.6532999999999</c:v>
                      </c:pt>
                      <c:pt idx="261">
                        <c:v>1143.0615</c:v>
                      </c:pt>
                      <c:pt idx="262">
                        <c:v>1232.6283000000001</c:v>
                      </c:pt>
                      <c:pt idx="263">
                        <c:v>1234.4503999999999</c:v>
                      </c:pt>
                      <c:pt idx="264">
                        <c:v>1184.0565999999999</c:v>
                      </c:pt>
                      <c:pt idx="265">
                        <c:v>1178.298</c:v>
                      </c:pt>
                      <c:pt idx="266">
                        <c:v>1240.6301000000001</c:v>
                      </c:pt>
                      <c:pt idx="267">
                        <c:v>1180.8275000000001</c:v>
                      </c:pt>
                      <c:pt idx="268">
                        <c:v>1223.8396</c:v>
                      </c:pt>
                      <c:pt idx="269">
                        <c:v>1314.2031999999999</c:v>
                      </c:pt>
                      <c:pt idx="270">
                        <c:v>1324.202</c:v>
                      </c:pt>
                      <c:pt idx="271">
                        <c:v>1207.5318</c:v>
                      </c:pt>
                      <c:pt idx="272">
                        <c:v>1277.7611999999999</c:v>
                      </c:pt>
                      <c:pt idx="273">
                        <c:v>1319.4996000000001</c:v>
                      </c:pt>
                      <c:pt idx="274">
                        <c:v>1211.5329999999999</c:v>
                      </c:pt>
                      <c:pt idx="275">
                        <c:v>1171.6943000000001</c:v>
                      </c:pt>
                      <c:pt idx="276">
                        <c:v>1274.2257999999999</c:v>
                      </c:pt>
                      <c:pt idx="277">
                        <c:v>1260.0864999999999</c:v>
                      </c:pt>
                      <c:pt idx="278">
                        <c:v>1201.2546</c:v>
                      </c:pt>
                      <c:pt idx="279">
                        <c:v>1273.1137000000001</c:v>
                      </c:pt>
                      <c:pt idx="280">
                        <c:v>1263.3184000000001</c:v>
                      </c:pt>
                      <c:pt idx="281">
                        <c:v>1218.4902</c:v>
                      </c:pt>
                      <c:pt idx="282">
                        <c:v>1180.3910000000001</c:v>
                      </c:pt>
                      <c:pt idx="283">
                        <c:v>1289.0119</c:v>
                      </c:pt>
                      <c:pt idx="284">
                        <c:v>1284.5443</c:v>
                      </c:pt>
                      <c:pt idx="285">
                        <c:v>1192.4492</c:v>
                      </c:pt>
                      <c:pt idx="286">
                        <c:v>1237.9428</c:v>
                      </c:pt>
                      <c:pt idx="287">
                        <c:v>1095.6913999999999</c:v>
                      </c:pt>
                      <c:pt idx="288">
                        <c:v>1154.5616</c:v>
                      </c:pt>
                      <c:pt idx="289">
                        <c:v>1171.7665999999999</c:v>
                      </c:pt>
                      <c:pt idx="290">
                        <c:v>1211.2004999999999</c:v>
                      </c:pt>
                      <c:pt idx="291">
                        <c:v>1257.9629</c:v>
                      </c:pt>
                      <c:pt idx="292">
                        <c:v>1182.5696</c:v>
                      </c:pt>
                      <c:pt idx="293">
                        <c:v>1268.6034999999999</c:v>
                      </c:pt>
                      <c:pt idx="294">
                        <c:v>1380.3331000000001</c:v>
                      </c:pt>
                      <c:pt idx="295">
                        <c:v>1364.0868</c:v>
                      </c:pt>
                      <c:pt idx="296">
                        <c:v>1287.4476</c:v>
                      </c:pt>
                      <c:pt idx="297">
                        <c:v>1169.6244999999999</c:v>
                      </c:pt>
                      <c:pt idx="298">
                        <c:v>1145.5785000000001</c:v>
                      </c:pt>
                      <c:pt idx="299">
                        <c:v>1140.3053</c:v>
                      </c:pt>
                      <c:pt idx="300">
                        <c:v>1222.5509999999999</c:v>
                      </c:pt>
                      <c:pt idx="301">
                        <c:v>1199.7415000000001</c:v>
                      </c:pt>
                      <c:pt idx="302">
                        <c:v>1219.9612</c:v>
                      </c:pt>
                      <c:pt idx="303">
                        <c:v>1180.9045000000001</c:v>
                      </c:pt>
                      <c:pt idx="304">
                        <c:v>1120.115</c:v>
                      </c:pt>
                      <c:pt idx="305">
                        <c:v>1179.3257000000001</c:v>
                      </c:pt>
                      <c:pt idx="306">
                        <c:v>1182.4861000000001</c:v>
                      </c:pt>
                      <c:pt idx="307">
                        <c:v>1191.8596</c:v>
                      </c:pt>
                      <c:pt idx="308">
                        <c:v>1275.9831999999999</c:v>
                      </c:pt>
                      <c:pt idx="309">
                        <c:v>1499.9875999999999</c:v>
                      </c:pt>
                      <c:pt idx="310">
                        <c:v>1383.1434999999999</c:v>
                      </c:pt>
                      <c:pt idx="311">
                        <c:v>1511.5633</c:v>
                      </c:pt>
                      <c:pt idx="312">
                        <c:v>1473.2472</c:v>
                      </c:pt>
                      <c:pt idx="313">
                        <c:v>1467.59</c:v>
                      </c:pt>
                      <c:pt idx="314">
                        <c:v>1528.2757999999999</c:v>
                      </c:pt>
                      <c:pt idx="315">
                        <c:v>1296.6976999999999</c:v>
                      </c:pt>
                      <c:pt idx="316">
                        <c:v>1453.8825999999999</c:v>
                      </c:pt>
                      <c:pt idx="317">
                        <c:v>1434.107</c:v>
                      </c:pt>
                      <c:pt idx="318">
                        <c:v>1466.585</c:v>
                      </c:pt>
                      <c:pt idx="319">
                        <c:v>1486.4773</c:v>
                      </c:pt>
                      <c:pt idx="320">
                        <c:v>1426.9907000000001</c:v>
                      </c:pt>
                      <c:pt idx="321">
                        <c:v>1444.9532999999999</c:v>
                      </c:pt>
                      <c:pt idx="322">
                        <c:v>1453.5841</c:v>
                      </c:pt>
                      <c:pt idx="323">
                        <c:v>1382.9962</c:v>
                      </c:pt>
                      <c:pt idx="324">
                        <c:v>1381.8889999999999</c:v>
                      </c:pt>
                      <c:pt idx="325">
                        <c:v>1474.1945000000001</c:v>
                      </c:pt>
                      <c:pt idx="326">
                        <c:v>1442.2308</c:v>
                      </c:pt>
                      <c:pt idx="327">
                        <c:v>1516.9094</c:v>
                      </c:pt>
                      <c:pt idx="328">
                        <c:v>1396.9021</c:v>
                      </c:pt>
                      <c:pt idx="329">
                        <c:v>1411.5890999999999</c:v>
                      </c:pt>
                      <c:pt idx="330">
                        <c:v>1338.6892</c:v>
                      </c:pt>
                      <c:pt idx="331">
                        <c:v>1362.0764999999999</c:v>
                      </c:pt>
                      <c:pt idx="332">
                        <c:v>1460.4201</c:v>
                      </c:pt>
                      <c:pt idx="333">
                        <c:v>1448.1674</c:v>
                      </c:pt>
                      <c:pt idx="334">
                        <c:v>1411.3388</c:v>
                      </c:pt>
                      <c:pt idx="335">
                        <c:v>1411.0364999999999</c:v>
                      </c:pt>
                      <c:pt idx="336">
                        <c:v>1498.7426</c:v>
                      </c:pt>
                      <c:pt idx="337">
                        <c:v>1350.8288</c:v>
                      </c:pt>
                      <c:pt idx="338">
                        <c:v>1381.1331</c:v>
                      </c:pt>
                      <c:pt idx="339">
                        <c:v>1473.2095999999999</c:v>
                      </c:pt>
                      <c:pt idx="340">
                        <c:v>1452.0648000000001</c:v>
                      </c:pt>
                      <c:pt idx="341">
                        <c:v>1482.8096</c:v>
                      </c:pt>
                      <c:pt idx="342">
                        <c:v>1402.1656</c:v>
                      </c:pt>
                      <c:pt idx="343">
                        <c:v>1646.6235999999999</c:v>
                      </c:pt>
                      <c:pt idx="344">
                        <c:v>1393.0156999999999</c:v>
                      </c:pt>
                      <c:pt idx="345">
                        <c:v>1479.136</c:v>
                      </c:pt>
                      <c:pt idx="346">
                        <c:v>1701.4111</c:v>
                      </c:pt>
                      <c:pt idx="347">
                        <c:v>1653.6905999999999</c:v>
                      </c:pt>
                      <c:pt idx="348">
                        <c:v>1590.876</c:v>
                      </c:pt>
                      <c:pt idx="349">
                        <c:v>1561.4114999999999</c:v>
                      </c:pt>
                      <c:pt idx="350">
                        <c:v>1526.0505000000001</c:v>
                      </c:pt>
                      <c:pt idx="351">
                        <c:v>1485.0761</c:v>
                      </c:pt>
                      <c:pt idx="352">
                        <c:v>1426.778</c:v>
                      </c:pt>
                      <c:pt idx="353">
                        <c:v>1523.6416999999999</c:v>
                      </c:pt>
                      <c:pt idx="354">
                        <c:v>1533.6935000000001</c:v>
                      </c:pt>
                      <c:pt idx="355">
                        <c:v>1559.1424</c:v>
                      </c:pt>
                      <c:pt idx="356">
                        <c:v>1579.4168</c:v>
                      </c:pt>
                      <c:pt idx="357">
                        <c:v>1502.1676</c:v>
                      </c:pt>
                      <c:pt idx="358">
                        <c:v>1418.982</c:v>
                      </c:pt>
                      <c:pt idx="359">
                        <c:v>1487.9204</c:v>
                      </c:pt>
                      <c:pt idx="360">
                        <c:v>1625.3598999999999</c:v>
                      </c:pt>
                      <c:pt idx="361">
                        <c:v>1453.1025999999999</c:v>
                      </c:pt>
                      <c:pt idx="362">
                        <c:v>1477.335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2-9BBE-4D9B-8656-D44F726B71C1}"/>
                  </c:ext>
                </c:extLst>
              </c15:ser>
            </c15:filteredLineSeries>
            <c15:filteredLine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G!$E$1</c15:sqref>
                        </c15:formulaRef>
                      </c:ext>
                    </c:extLst>
                    <c:strCache>
                      <c:ptCount val="1"/>
                      <c:pt idx="0">
                        <c:v>PUT</c:v>
                      </c:pt>
                    </c:strCache>
                  </c:strRef>
                </c:tx>
                <c:spPr>
                  <a:ln w="28575" cap="rnd">
                    <a:solidFill>
                      <a:schemeClr val="accent4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G!$A$2:$A$364</c15:sqref>
                        </c15:formulaRef>
                      </c:ext>
                    </c:extLst>
                    <c:numCache>
                      <c:formatCode>m/d/yyyy</c:formatCode>
                      <c:ptCount val="363"/>
                      <c:pt idx="0">
                        <c:v>45828</c:v>
                      </c:pt>
                      <c:pt idx="1">
                        <c:v>45829</c:v>
                      </c:pt>
                      <c:pt idx="2">
                        <c:v>45830</c:v>
                      </c:pt>
                      <c:pt idx="3">
                        <c:v>45831</c:v>
                      </c:pt>
                      <c:pt idx="4">
                        <c:v>45832</c:v>
                      </c:pt>
                      <c:pt idx="5">
                        <c:v>45833</c:v>
                      </c:pt>
                      <c:pt idx="6">
                        <c:v>45834</c:v>
                      </c:pt>
                      <c:pt idx="7">
                        <c:v>45835</c:v>
                      </c:pt>
                      <c:pt idx="8">
                        <c:v>45836</c:v>
                      </c:pt>
                      <c:pt idx="9">
                        <c:v>45837</c:v>
                      </c:pt>
                      <c:pt idx="10">
                        <c:v>45838</c:v>
                      </c:pt>
                      <c:pt idx="11">
                        <c:v>45839</c:v>
                      </c:pt>
                      <c:pt idx="12">
                        <c:v>45840</c:v>
                      </c:pt>
                      <c:pt idx="13">
                        <c:v>45841</c:v>
                      </c:pt>
                      <c:pt idx="14">
                        <c:v>45842</c:v>
                      </c:pt>
                      <c:pt idx="15">
                        <c:v>45843</c:v>
                      </c:pt>
                      <c:pt idx="16">
                        <c:v>45844</c:v>
                      </c:pt>
                      <c:pt idx="17">
                        <c:v>45845</c:v>
                      </c:pt>
                      <c:pt idx="18">
                        <c:v>45846</c:v>
                      </c:pt>
                      <c:pt idx="19">
                        <c:v>45847</c:v>
                      </c:pt>
                      <c:pt idx="20">
                        <c:v>45848</c:v>
                      </c:pt>
                      <c:pt idx="21">
                        <c:v>45849</c:v>
                      </c:pt>
                      <c:pt idx="22">
                        <c:v>45850</c:v>
                      </c:pt>
                      <c:pt idx="23">
                        <c:v>45851</c:v>
                      </c:pt>
                      <c:pt idx="24">
                        <c:v>45852</c:v>
                      </c:pt>
                      <c:pt idx="25">
                        <c:v>45853</c:v>
                      </c:pt>
                      <c:pt idx="26">
                        <c:v>45854</c:v>
                      </c:pt>
                      <c:pt idx="27">
                        <c:v>45855</c:v>
                      </c:pt>
                      <c:pt idx="28">
                        <c:v>45856</c:v>
                      </c:pt>
                      <c:pt idx="29">
                        <c:v>45857</c:v>
                      </c:pt>
                      <c:pt idx="30">
                        <c:v>45858</c:v>
                      </c:pt>
                      <c:pt idx="31">
                        <c:v>45859</c:v>
                      </c:pt>
                      <c:pt idx="32">
                        <c:v>45860</c:v>
                      </c:pt>
                      <c:pt idx="33">
                        <c:v>45861</c:v>
                      </c:pt>
                      <c:pt idx="34">
                        <c:v>45862</c:v>
                      </c:pt>
                      <c:pt idx="35">
                        <c:v>45863</c:v>
                      </c:pt>
                      <c:pt idx="36">
                        <c:v>45864</c:v>
                      </c:pt>
                      <c:pt idx="37">
                        <c:v>45865</c:v>
                      </c:pt>
                      <c:pt idx="38">
                        <c:v>45866</c:v>
                      </c:pt>
                      <c:pt idx="39">
                        <c:v>45867</c:v>
                      </c:pt>
                      <c:pt idx="40">
                        <c:v>45868</c:v>
                      </c:pt>
                      <c:pt idx="41">
                        <c:v>45869</c:v>
                      </c:pt>
                      <c:pt idx="42">
                        <c:v>45870</c:v>
                      </c:pt>
                      <c:pt idx="43">
                        <c:v>45871</c:v>
                      </c:pt>
                      <c:pt idx="44">
                        <c:v>45872</c:v>
                      </c:pt>
                      <c:pt idx="45">
                        <c:v>45873</c:v>
                      </c:pt>
                      <c:pt idx="46">
                        <c:v>45874</c:v>
                      </c:pt>
                      <c:pt idx="47">
                        <c:v>45875</c:v>
                      </c:pt>
                      <c:pt idx="48">
                        <c:v>45876</c:v>
                      </c:pt>
                      <c:pt idx="49">
                        <c:v>45877</c:v>
                      </c:pt>
                      <c:pt idx="50">
                        <c:v>45878</c:v>
                      </c:pt>
                      <c:pt idx="51">
                        <c:v>45879</c:v>
                      </c:pt>
                      <c:pt idx="52">
                        <c:v>45880</c:v>
                      </c:pt>
                      <c:pt idx="53">
                        <c:v>45881</c:v>
                      </c:pt>
                      <c:pt idx="54">
                        <c:v>45882</c:v>
                      </c:pt>
                      <c:pt idx="55">
                        <c:v>45883</c:v>
                      </c:pt>
                      <c:pt idx="56">
                        <c:v>45884</c:v>
                      </c:pt>
                      <c:pt idx="57">
                        <c:v>45885</c:v>
                      </c:pt>
                      <c:pt idx="58">
                        <c:v>45886</c:v>
                      </c:pt>
                      <c:pt idx="59">
                        <c:v>45887</c:v>
                      </c:pt>
                      <c:pt idx="60">
                        <c:v>45888</c:v>
                      </c:pt>
                      <c:pt idx="61">
                        <c:v>45889</c:v>
                      </c:pt>
                      <c:pt idx="62">
                        <c:v>45890</c:v>
                      </c:pt>
                      <c:pt idx="63">
                        <c:v>45891</c:v>
                      </c:pt>
                      <c:pt idx="64">
                        <c:v>45892</c:v>
                      </c:pt>
                      <c:pt idx="65">
                        <c:v>45893</c:v>
                      </c:pt>
                      <c:pt idx="66">
                        <c:v>45894</c:v>
                      </c:pt>
                      <c:pt idx="67">
                        <c:v>45895</c:v>
                      </c:pt>
                      <c:pt idx="68">
                        <c:v>45896</c:v>
                      </c:pt>
                      <c:pt idx="69">
                        <c:v>45897</c:v>
                      </c:pt>
                      <c:pt idx="70">
                        <c:v>45898</c:v>
                      </c:pt>
                      <c:pt idx="71">
                        <c:v>45899</c:v>
                      </c:pt>
                      <c:pt idx="72">
                        <c:v>45900</c:v>
                      </c:pt>
                      <c:pt idx="73">
                        <c:v>45901</c:v>
                      </c:pt>
                      <c:pt idx="74">
                        <c:v>45902</c:v>
                      </c:pt>
                      <c:pt idx="75">
                        <c:v>45903</c:v>
                      </c:pt>
                      <c:pt idx="76">
                        <c:v>45904</c:v>
                      </c:pt>
                      <c:pt idx="77">
                        <c:v>45905</c:v>
                      </c:pt>
                      <c:pt idx="78">
                        <c:v>45906</c:v>
                      </c:pt>
                      <c:pt idx="79">
                        <c:v>45907</c:v>
                      </c:pt>
                      <c:pt idx="80">
                        <c:v>45908</c:v>
                      </c:pt>
                      <c:pt idx="81">
                        <c:v>45909</c:v>
                      </c:pt>
                      <c:pt idx="82">
                        <c:v>45910</c:v>
                      </c:pt>
                      <c:pt idx="83">
                        <c:v>45911</c:v>
                      </c:pt>
                      <c:pt idx="84">
                        <c:v>45912</c:v>
                      </c:pt>
                      <c:pt idx="85">
                        <c:v>45913</c:v>
                      </c:pt>
                      <c:pt idx="86">
                        <c:v>45914</c:v>
                      </c:pt>
                      <c:pt idx="87">
                        <c:v>45915</c:v>
                      </c:pt>
                      <c:pt idx="88">
                        <c:v>45916</c:v>
                      </c:pt>
                      <c:pt idx="89">
                        <c:v>45917</c:v>
                      </c:pt>
                      <c:pt idx="90">
                        <c:v>45918</c:v>
                      </c:pt>
                      <c:pt idx="91">
                        <c:v>45919</c:v>
                      </c:pt>
                      <c:pt idx="92">
                        <c:v>45920</c:v>
                      </c:pt>
                      <c:pt idx="93">
                        <c:v>45921</c:v>
                      </c:pt>
                      <c:pt idx="94">
                        <c:v>45922</c:v>
                      </c:pt>
                      <c:pt idx="95">
                        <c:v>45923</c:v>
                      </c:pt>
                      <c:pt idx="96">
                        <c:v>45924</c:v>
                      </c:pt>
                      <c:pt idx="97">
                        <c:v>45925</c:v>
                      </c:pt>
                      <c:pt idx="98">
                        <c:v>45926</c:v>
                      </c:pt>
                      <c:pt idx="99">
                        <c:v>45927</c:v>
                      </c:pt>
                      <c:pt idx="100">
                        <c:v>45928</c:v>
                      </c:pt>
                      <c:pt idx="101">
                        <c:v>45929</c:v>
                      </c:pt>
                      <c:pt idx="102">
                        <c:v>45930</c:v>
                      </c:pt>
                      <c:pt idx="103">
                        <c:v>45931</c:v>
                      </c:pt>
                      <c:pt idx="104">
                        <c:v>45932</c:v>
                      </c:pt>
                      <c:pt idx="105">
                        <c:v>45933</c:v>
                      </c:pt>
                      <c:pt idx="106">
                        <c:v>45934</c:v>
                      </c:pt>
                      <c:pt idx="107">
                        <c:v>45935</c:v>
                      </c:pt>
                      <c:pt idx="108">
                        <c:v>45936</c:v>
                      </c:pt>
                      <c:pt idx="109">
                        <c:v>45937</c:v>
                      </c:pt>
                      <c:pt idx="110">
                        <c:v>45938</c:v>
                      </c:pt>
                      <c:pt idx="111">
                        <c:v>45939</c:v>
                      </c:pt>
                      <c:pt idx="112">
                        <c:v>45940</c:v>
                      </c:pt>
                      <c:pt idx="113">
                        <c:v>45941</c:v>
                      </c:pt>
                      <c:pt idx="114">
                        <c:v>45942</c:v>
                      </c:pt>
                      <c:pt idx="115">
                        <c:v>45943</c:v>
                      </c:pt>
                      <c:pt idx="116">
                        <c:v>45944</c:v>
                      </c:pt>
                      <c:pt idx="117">
                        <c:v>45945</c:v>
                      </c:pt>
                      <c:pt idx="118">
                        <c:v>45946</c:v>
                      </c:pt>
                      <c:pt idx="119">
                        <c:v>45947</c:v>
                      </c:pt>
                      <c:pt idx="120">
                        <c:v>45948</c:v>
                      </c:pt>
                      <c:pt idx="121">
                        <c:v>45949</c:v>
                      </c:pt>
                      <c:pt idx="122">
                        <c:v>45950</c:v>
                      </c:pt>
                      <c:pt idx="123">
                        <c:v>45951</c:v>
                      </c:pt>
                      <c:pt idx="124">
                        <c:v>45952</c:v>
                      </c:pt>
                      <c:pt idx="125">
                        <c:v>45953</c:v>
                      </c:pt>
                      <c:pt idx="126">
                        <c:v>45954</c:v>
                      </c:pt>
                      <c:pt idx="127">
                        <c:v>45955</c:v>
                      </c:pt>
                      <c:pt idx="128">
                        <c:v>45956</c:v>
                      </c:pt>
                      <c:pt idx="129">
                        <c:v>45957</c:v>
                      </c:pt>
                      <c:pt idx="130">
                        <c:v>45958</c:v>
                      </c:pt>
                      <c:pt idx="131">
                        <c:v>45959</c:v>
                      </c:pt>
                      <c:pt idx="132">
                        <c:v>45960</c:v>
                      </c:pt>
                      <c:pt idx="133">
                        <c:v>45961</c:v>
                      </c:pt>
                      <c:pt idx="134">
                        <c:v>45962</c:v>
                      </c:pt>
                      <c:pt idx="135">
                        <c:v>45963</c:v>
                      </c:pt>
                      <c:pt idx="136">
                        <c:v>45964</c:v>
                      </c:pt>
                      <c:pt idx="137">
                        <c:v>45965</c:v>
                      </c:pt>
                      <c:pt idx="138">
                        <c:v>45966</c:v>
                      </c:pt>
                      <c:pt idx="139">
                        <c:v>45967</c:v>
                      </c:pt>
                      <c:pt idx="140">
                        <c:v>45968</c:v>
                      </c:pt>
                      <c:pt idx="141">
                        <c:v>45969</c:v>
                      </c:pt>
                      <c:pt idx="142">
                        <c:v>45970</c:v>
                      </c:pt>
                      <c:pt idx="143">
                        <c:v>45971</c:v>
                      </c:pt>
                      <c:pt idx="144">
                        <c:v>45972</c:v>
                      </c:pt>
                      <c:pt idx="145">
                        <c:v>45973</c:v>
                      </c:pt>
                      <c:pt idx="146">
                        <c:v>45974</c:v>
                      </c:pt>
                      <c:pt idx="147">
                        <c:v>45975</c:v>
                      </c:pt>
                      <c:pt idx="148">
                        <c:v>45976</c:v>
                      </c:pt>
                      <c:pt idx="149">
                        <c:v>45977</c:v>
                      </c:pt>
                      <c:pt idx="150">
                        <c:v>45978</c:v>
                      </c:pt>
                      <c:pt idx="151">
                        <c:v>45979</c:v>
                      </c:pt>
                      <c:pt idx="152">
                        <c:v>45980</c:v>
                      </c:pt>
                      <c:pt idx="153">
                        <c:v>45981</c:v>
                      </c:pt>
                      <c:pt idx="154">
                        <c:v>45982</c:v>
                      </c:pt>
                      <c:pt idx="155">
                        <c:v>45983</c:v>
                      </c:pt>
                      <c:pt idx="156">
                        <c:v>45984</c:v>
                      </c:pt>
                      <c:pt idx="157">
                        <c:v>45985</c:v>
                      </c:pt>
                      <c:pt idx="158">
                        <c:v>45986</c:v>
                      </c:pt>
                      <c:pt idx="159">
                        <c:v>45987</c:v>
                      </c:pt>
                      <c:pt idx="160">
                        <c:v>45988</c:v>
                      </c:pt>
                      <c:pt idx="161">
                        <c:v>45989</c:v>
                      </c:pt>
                      <c:pt idx="162">
                        <c:v>45990</c:v>
                      </c:pt>
                      <c:pt idx="163">
                        <c:v>45991</c:v>
                      </c:pt>
                      <c:pt idx="164">
                        <c:v>45992</c:v>
                      </c:pt>
                      <c:pt idx="165">
                        <c:v>45993</c:v>
                      </c:pt>
                      <c:pt idx="166">
                        <c:v>45994</c:v>
                      </c:pt>
                      <c:pt idx="167">
                        <c:v>45995</c:v>
                      </c:pt>
                      <c:pt idx="168">
                        <c:v>45996</c:v>
                      </c:pt>
                      <c:pt idx="169">
                        <c:v>45997</c:v>
                      </c:pt>
                      <c:pt idx="170">
                        <c:v>45998</c:v>
                      </c:pt>
                      <c:pt idx="171">
                        <c:v>45999</c:v>
                      </c:pt>
                      <c:pt idx="172">
                        <c:v>46000</c:v>
                      </c:pt>
                      <c:pt idx="173">
                        <c:v>46001</c:v>
                      </c:pt>
                      <c:pt idx="174">
                        <c:v>46002</c:v>
                      </c:pt>
                      <c:pt idx="175">
                        <c:v>46003</c:v>
                      </c:pt>
                      <c:pt idx="176">
                        <c:v>46004</c:v>
                      </c:pt>
                      <c:pt idx="177">
                        <c:v>46005</c:v>
                      </c:pt>
                      <c:pt idx="178">
                        <c:v>46006</c:v>
                      </c:pt>
                      <c:pt idx="179">
                        <c:v>46007</c:v>
                      </c:pt>
                      <c:pt idx="180">
                        <c:v>46008</c:v>
                      </c:pt>
                      <c:pt idx="181">
                        <c:v>46009</c:v>
                      </c:pt>
                      <c:pt idx="182">
                        <c:v>46010</c:v>
                      </c:pt>
                      <c:pt idx="183">
                        <c:v>46011</c:v>
                      </c:pt>
                      <c:pt idx="184">
                        <c:v>46012</c:v>
                      </c:pt>
                      <c:pt idx="185">
                        <c:v>46013</c:v>
                      </c:pt>
                      <c:pt idx="186">
                        <c:v>46014</c:v>
                      </c:pt>
                      <c:pt idx="187">
                        <c:v>46015</c:v>
                      </c:pt>
                      <c:pt idx="188">
                        <c:v>46016</c:v>
                      </c:pt>
                      <c:pt idx="189">
                        <c:v>46017</c:v>
                      </c:pt>
                      <c:pt idx="190">
                        <c:v>46018</c:v>
                      </c:pt>
                      <c:pt idx="191">
                        <c:v>46019</c:v>
                      </c:pt>
                      <c:pt idx="192">
                        <c:v>46020</c:v>
                      </c:pt>
                      <c:pt idx="193">
                        <c:v>46021</c:v>
                      </c:pt>
                      <c:pt idx="194">
                        <c:v>46022</c:v>
                      </c:pt>
                      <c:pt idx="195">
                        <c:v>46023</c:v>
                      </c:pt>
                      <c:pt idx="196">
                        <c:v>46024</c:v>
                      </c:pt>
                      <c:pt idx="197">
                        <c:v>46025</c:v>
                      </c:pt>
                      <c:pt idx="198">
                        <c:v>46026</c:v>
                      </c:pt>
                      <c:pt idx="199">
                        <c:v>46027</c:v>
                      </c:pt>
                      <c:pt idx="200">
                        <c:v>46028</c:v>
                      </c:pt>
                      <c:pt idx="201">
                        <c:v>46029</c:v>
                      </c:pt>
                      <c:pt idx="202">
                        <c:v>46030</c:v>
                      </c:pt>
                      <c:pt idx="203">
                        <c:v>46031</c:v>
                      </c:pt>
                      <c:pt idx="204">
                        <c:v>46032</c:v>
                      </c:pt>
                      <c:pt idx="205">
                        <c:v>46033</c:v>
                      </c:pt>
                      <c:pt idx="206">
                        <c:v>46034</c:v>
                      </c:pt>
                      <c:pt idx="207">
                        <c:v>46035</c:v>
                      </c:pt>
                      <c:pt idx="208">
                        <c:v>46036</c:v>
                      </c:pt>
                      <c:pt idx="209">
                        <c:v>46037</c:v>
                      </c:pt>
                      <c:pt idx="210">
                        <c:v>46038</c:v>
                      </c:pt>
                      <c:pt idx="211">
                        <c:v>46039</c:v>
                      </c:pt>
                      <c:pt idx="212">
                        <c:v>46040</c:v>
                      </c:pt>
                      <c:pt idx="213">
                        <c:v>46041</c:v>
                      </c:pt>
                      <c:pt idx="214">
                        <c:v>46042</c:v>
                      </c:pt>
                      <c:pt idx="215">
                        <c:v>46043</c:v>
                      </c:pt>
                      <c:pt idx="216">
                        <c:v>46044</c:v>
                      </c:pt>
                      <c:pt idx="217">
                        <c:v>46045</c:v>
                      </c:pt>
                      <c:pt idx="218">
                        <c:v>46046</c:v>
                      </c:pt>
                      <c:pt idx="219">
                        <c:v>46047</c:v>
                      </c:pt>
                      <c:pt idx="220">
                        <c:v>46048</c:v>
                      </c:pt>
                      <c:pt idx="221">
                        <c:v>46049</c:v>
                      </c:pt>
                      <c:pt idx="222">
                        <c:v>46050</c:v>
                      </c:pt>
                      <c:pt idx="223">
                        <c:v>46051</c:v>
                      </c:pt>
                      <c:pt idx="224">
                        <c:v>46052</c:v>
                      </c:pt>
                      <c:pt idx="225">
                        <c:v>46053</c:v>
                      </c:pt>
                      <c:pt idx="226">
                        <c:v>46054</c:v>
                      </c:pt>
                      <c:pt idx="227">
                        <c:v>46055</c:v>
                      </c:pt>
                      <c:pt idx="228">
                        <c:v>46056</c:v>
                      </c:pt>
                      <c:pt idx="229">
                        <c:v>46057</c:v>
                      </c:pt>
                      <c:pt idx="230">
                        <c:v>46058</c:v>
                      </c:pt>
                      <c:pt idx="231">
                        <c:v>46059</c:v>
                      </c:pt>
                      <c:pt idx="232">
                        <c:v>46060</c:v>
                      </c:pt>
                      <c:pt idx="233">
                        <c:v>46061</c:v>
                      </c:pt>
                      <c:pt idx="234">
                        <c:v>46062</c:v>
                      </c:pt>
                      <c:pt idx="235">
                        <c:v>46063</c:v>
                      </c:pt>
                      <c:pt idx="236">
                        <c:v>46064</c:v>
                      </c:pt>
                      <c:pt idx="237">
                        <c:v>46065</c:v>
                      </c:pt>
                      <c:pt idx="238">
                        <c:v>46066</c:v>
                      </c:pt>
                      <c:pt idx="239">
                        <c:v>46067</c:v>
                      </c:pt>
                      <c:pt idx="240">
                        <c:v>46068</c:v>
                      </c:pt>
                      <c:pt idx="241">
                        <c:v>46069</c:v>
                      </c:pt>
                      <c:pt idx="242">
                        <c:v>46070</c:v>
                      </c:pt>
                      <c:pt idx="243">
                        <c:v>46071</c:v>
                      </c:pt>
                      <c:pt idx="244">
                        <c:v>46072</c:v>
                      </c:pt>
                      <c:pt idx="245">
                        <c:v>46073</c:v>
                      </c:pt>
                      <c:pt idx="246">
                        <c:v>46074</c:v>
                      </c:pt>
                      <c:pt idx="247">
                        <c:v>46075</c:v>
                      </c:pt>
                      <c:pt idx="248">
                        <c:v>46076</c:v>
                      </c:pt>
                      <c:pt idx="249">
                        <c:v>46077</c:v>
                      </c:pt>
                      <c:pt idx="250">
                        <c:v>46078</c:v>
                      </c:pt>
                      <c:pt idx="251">
                        <c:v>46079</c:v>
                      </c:pt>
                      <c:pt idx="252">
                        <c:v>46080</c:v>
                      </c:pt>
                      <c:pt idx="253">
                        <c:v>46081</c:v>
                      </c:pt>
                      <c:pt idx="254">
                        <c:v>46082</c:v>
                      </c:pt>
                      <c:pt idx="255">
                        <c:v>46083</c:v>
                      </c:pt>
                      <c:pt idx="256">
                        <c:v>46084</c:v>
                      </c:pt>
                      <c:pt idx="257">
                        <c:v>46085</c:v>
                      </c:pt>
                      <c:pt idx="258">
                        <c:v>46086</c:v>
                      </c:pt>
                      <c:pt idx="259">
                        <c:v>46087</c:v>
                      </c:pt>
                      <c:pt idx="260">
                        <c:v>46088</c:v>
                      </c:pt>
                      <c:pt idx="261">
                        <c:v>46089</c:v>
                      </c:pt>
                      <c:pt idx="262">
                        <c:v>46090</c:v>
                      </c:pt>
                      <c:pt idx="263">
                        <c:v>46091</c:v>
                      </c:pt>
                      <c:pt idx="264">
                        <c:v>46092</c:v>
                      </c:pt>
                      <c:pt idx="265">
                        <c:v>46093</c:v>
                      </c:pt>
                      <c:pt idx="266">
                        <c:v>46094</c:v>
                      </c:pt>
                      <c:pt idx="267">
                        <c:v>46095</c:v>
                      </c:pt>
                      <c:pt idx="268">
                        <c:v>46096</c:v>
                      </c:pt>
                      <c:pt idx="269">
                        <c:v>46097</c:v>
                      </c:pt>
                      <c:pt idx="270">
                        <c:v>46098</c:v>
                      </c:pt>
                      <c:pt idx="271">
                        <c:v>46099</c:v>
                      </c:pt>
                      <c:pt idx="272">
                        <c:v>46100</c:v>
                      </c:pt>
                      <c:pt idx="273">
                        <c:v>46101</c:v>
                      </c:pt>
                      <c:pt idx="274">
                        <c:v>46102</c:v>
                      </c:pt>
                      <c:pt idx="275">
                        <c:v>46103</c:v>
                      </c:pt>
                      <c:pt idx="276">
                        <c:v>46104</c:v>
                      </c:pt>
                      <c:pt idx="277">
                        <c:v>46105</c:v>
                      </c:pt>
                      <c:pt idx="278">
                        <c:v>46106</c:v>
                      </c:pt>
                      <c:pt idx="279">
                        <c:v>46107</c:v>
                      </c:pt>
                      <c:pt idx="280">
                        <c:v>46108</c:v>
                      </c:pt>
                      <c:pt idx="281">
                        <c:v>46109</c:v>
                      </c:pt>
                      <c:pt idx="282">
                        <c:v>46110</c:v>
                      </c:pt>
                      <c:pt idx="283">
                        <c:v>46111</c:v>
                      </c:pt>
                      <c:pt idx="284">
                        <c:v>46112</c:v>
                      </c:pt>
                      <c:pt idx="285">
                        <c:v>46113</c:v>
                      </c:pt>
                      <c:pt idx="286">
                        <c:v>46114</c:v>
                      </c:pt>
                      <c:pt idx="287">
                        <c:v>46115</c:v>
                      </c:pt>
                      <c:pt idx="288">
                        <c:v>46116</c:v>
                      </c:pt>
                      <c:pt idx="289">
                        <c:v>46117</c:v>
                      </c:pt>
                      <c:pt idx="290">
                        <c:v>46118</c:v>
                      </c:pt>
                      <c:pt idx="291">
                        <c:v>46119</c:v>
                      </c:pt>
                      <c:pt idx="292">
                        <c:v>46120</c:v>
                      </c:pt>
                      <c:pt idx="293">
                        <c:v>46121</c:v>
                      </c:pt>
                      <c:pt idx="294">
                        <c:v>46122</c:v>
                      </c:pt>
                      <c:pt idx="295">
                        <c:v>46123</c:v>
                      </c:pt>
                      <c:pt idx="296">
                        <c:v>46124</c:v>
                      </c:pt>
                      <c:pt idx="297">
                        <c:v>46125</c:v>
                      </c:pt>
                      <c:pt idx="298">
                        <c:v>46126</c:v>
                      </c:pt>
                      <c:pt idx="299">
                        <c:v>46127</c:v>
                      </c:pt>
                      <c:pt idx="300">
                        <c:v>46128</c:v>
                      </c:pt>
                      <c:pt idx="301">
                        <c:v>46129</c:v>
                      </c:pt>
                      <c:pt idx="302">
                        <c:v>46130</c:v>
                      </c:pt>
                      <c:pt idx="303">
                        <c:v>46131</c:v>
                      </c:pt>
                      <c:pt idx="304">
                        <c:v>46132</c:v>
                      </c:pt>
                      <c:pt idx="305">
                        <c:v>46133</c:v>
                      </c:pt>
                      <c:pt idx="306">
                        <c:v>46134</c:v>
                      </c:pt>
                      <c:pt idx="307">
                        <c:v>46135</c:v>
                      </c:pt>
                      <c:pt idx="308">
                        <c:v>46136</c:v>
                      </c:pt>
                      <c:pt idx="309">
                        <c:v>46137</c:v>
                      </c:pt>
                      <c:pt idx="310">
                        <c:v>46138</c:v>
                      </c:pt>
                      <c:pt idx="311">
                        <c:v>46139</c:v>
                      </c:pt>
                      <c:pt idx="312">
                        <c:v>46140</c:v>
                      </c:pt>
                      <c:pt idx="313">
                        <c:v>46141</c:v>
                      </c:pt>
                      <c:pt idx="314">
                        <c:v>46142</c:v>
                      </c:pt>
                      <c:pt idx="315">
                        <c:v>46143</c:v>
                      </c:pt>
                      <c:pt idx="316">
                        <c:v>46144</c:v>
                      </c:pt>
                      <c:pt idx="317">
                        <c:v>46145</c:v>
                      </c:pt>
                      <c:pt idx="318">
                        <c:v>46146</c:v>
                      </c:pt>
                      <c:pt idx="319">
                        <c:v>46147</c:v>
                      </c:pt>
                      <c:pt idx="320">
                        <c:v>46148</c:v>
                      </c:pt>
                      <c:pt idx="321">
                        <c:v>46149</c:v>
                      </c:pt>
                      <c:pt idx="322">
                        <c:v>46150</c:v>
                      </c:pt>
                      <c:pt idx="323">
                        <c:v>46151</c:v>
                      </c:pt>
                      <c:pt idx="324">
                        <c:v>46152</c:v>
                      </c:pt>
                      <c:pt idx="325">
                        <c:v>46153</c:v>
                      </c:pt>
                      <c:pt idx="326">
                        <c:v>46154</c:v>
                      </c:pt>
                      <c:pt idx="327">
                        <c:v>46155</c:v>
                      </c:pt>
                      <c:pt idx="328">
                        <c:v>46156</c:v>
                      </c:pt>
                      <c:pt idx="329">
                        <c:v>46157</c:v>
                      </c:pt>
                      <c:pt idx="330">
                        <c:v>46158</c:v>
                      </c:pt>
                      <c:pt idx="331">
                        <c:v>46159</c:v>
                      </c:pt>
                      <c:pt idx="332">
                        <c:v>46160</c:v>
                      </c:pt>
                      <c:pt idx="333">
                        <c:v>46161</c:v>
                      </c:pt>
                      <c:pt idx="334">
                        <c:v>46162</c:v>
                      </c:pt>
                      <c:pt idx="335">
                        <c:v>46163</c:v>
                      </c:pt>
                      <c:pt idx="336">
                        <c:v>46164</c:v>
                      </c:pt>
                      <c:pt idx="337">
                        <c:v>46165</c:v>
                      </c:pt>
                      <c:pt idx="338">
                        <c:v>46166</c:v>
                      </c:pt>
                      <c:pt idx="339">
                        <c:v>46167</c:v>
                      </c:pt>
                      <c:pt idx="340">
                        <c:v>46168</c:v>
                      </c:pt>
                      <c:pt idx="341">
                        <c:v>46169</c:v>
                      </c:pt>
                      <c:pt idx="342">
                        <c:v>46170</c:v>
                      </c:pt>
                      <c:pt idx="343">
                        <c:v>46171</c:v>
                      </c:pt>
                      <c:pt idx="344">
                        <c:v>46172</c:v>
                      </c:pt>
                      <c:pt idx="345">
                        <c:v>46173</c:v>
                      </c:pt>
                      <c:pt idx="346">
                        <c:v>46174</c:v>
                      </c:pt>
                      <c:pt idx="347">
                        <c:v>46175</c:v>
                      </c:pt>
                      <c:pt idx="348">
                        <c:v>46176</c:v>
                      </c:pt>
                      <c:pt idx="349">
                        <c:v>46177</c:v>
                      </c:pt>
                      <c:pt idx="350">
                        <c:v>46178</c:v>
                      </c:pt>
                      <c:pt idx="351">
                        <c:v>46179</c:v>
                      </c:pt>
                      <c:pt idx="352">
                        <c:v>46180</c:v>
                      </c:pt>
                      <c:pt idx="353">
                        <c:v>46181</c:v>
                      </c:pt>
                      <c:pt idx="354">
                        <c:v>46182</c:v>
                      </c:pt>
                      <c:pt idx="355">
                        <c:v>46183</c:v>
                      </c:pt>
                      <c:pt idx="356">
                        <c:v>46184</c:v>
                      </c:pt>
                      <c:pt idx="357">
                        <c:v>46185</c:v>
                      </c:pt>
                      <c:pt idx="358">
                        <c:v>46186</c:v>
                      </c:pt>
                      <c:pt idx="359">
                        <c:v>46187</c:v>
                      </c:pt>
                      <c:pt idx="360">
                        <c:v>46188</c:v>
                      </c:pt>
                      <c:pt idx="361">
                        <c:v>46189</c:v>
                      </c:pt>
                      <c:pt idx="362">
                        <c:v>46190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G!$E$2:$E$364</c15:sqref>
                        </c15:formulaRef>
                      </c:ext>
                    </c:extLst>
                    <c:numCache>
                      <c:formatCode>General</c:formatCode>
                      <c:ptCount val="363"/>
                      <c:pt idx="0">
                        <c:v>1601.8504</c:v>
                      </c:pt>
                      <c:pt idx="1">
                        <c:v>1547.864</c:v>
                      </c:pt>
                      <c:pt idx="2">
                        <c:v>1398.5409</c:v>
                      </c:pt>
                      <c:pt idx="3">
                        <c:v>1649.4562000000001</c:v>
                      </c:pt>
                      <c:pt idx="4">
                        <c:v>1671.4666999999999</c:v>
                      </c:pt>
                      <c:pt idx="5">
                        <c:v>1719.4056</c:v>
                      </c:pt>
                      <c:pt idx="6">
                        <c:v>1656.2876000000001</c:v>
                      </c:pt>
                      <c:pt idx="7">
                        <c:v>1596.5427999999999</c:v>
                      </c:pt>
                      <c:pt idx="8">
                        <c:v>1562.8611000000001</c:v>
                      </c:pt>
                      <c:pt idx="9">
                        <c:v>1480.0844999999999</c:v>
                      </c:pt>
                      <c:pt idx="10">
                        <c:v>1764.1563000000001</c:v>
                      </c:pt>
                      <c:pt idx="11">
                        <c:v>1703.0376000000001</c:v>
                      </c:pt>
                      <c:pt idx="12">
                        <c:v>1628.9694999999999</c:v>
                      </c:pt>
                      <c:pt idx="13">
                        <c:v>1661.2058</c:v>
                      </c:pt>
                      <c:pt idx="14">
                        <c:v>1648.6415999999999</c:v>
                      </c:pt>
                      <c:pt idx="15">
                        <c:v>1586.7867000000001</c:v>
                      </c:pt>
                      <c:pt idx="16">
                        <c:v>1519.4074000000001</c:v>
                      </c:pt>
                      <c:pt idx="17">
                        <c:v>1684.604</c:v>
                      </c:pt>
                      <c:pt idx="18">
                        <c:v>1692.9115999999999</c:v>
                      </c:pt>
                      <c:pt idx="19">
                        <c:v>1694.3716999999999</c:v>
                      </c:pt>
                      <c:pt idx="20">
                        <c:v>1490.5426</c:v>
                      </c:pt>
                      <c:pt idx="21">
                        <c:v>1713.2724000000001</c:v>
                      </c:pt>
                      <c:pt idx="22">
                        <c:v>1530.8051</c:v>
                      </c:pt>
                      <c:pt idx="23">
                        <c:v>1449.3664000000001</c:v>
                      </c:pt>
                      <c:pt idx="24">
                        <c:v>1661.6014</c:v>
                      </c:pt>
                      <c:pt idx="25">
                        <c:v>1685.1024</c:v>
                      </c:pt>
                      <c:pt idx="26">
                        <c:v>1651.8655000000001</c:v>
                      </c:pt>
                      <c:pt idx="27">
                        <c:v>1573.5220999999999</c:v>
                      </c:pt>
                      <c:pt idx="28">
                        <c:v>1557.3502000000001</c:v>
                      </c:pt>
                      <c:pt idx="29">
                        <c:v>1518.6434999999999</c:v>
                      </c:pt>
                      <c:pt idx="30">
                        <c:v>1400.5625</c:v>
                      </c:pt>
                      <c:pt idx="31">
                        <c:v>1603.9707000000001</c:v>
                      </c:pt>
                      <c:pt idx="32">
                        <c:v>1607.0579</c:v>
                      </c:pt>
                      <c:pt idx="33">
                        <c:v>1539.1851999999999</c:v>
                      </c:pt>
                      <c:pt idx="34">
                        <c:v>1558.6143</c:v>
                      </c:pt>
                      <c:pt idx="35">
                        <c:v>1526.0924</c:v>
                      </c:pt>
                      <c:pt idx="36">
                        <c:v>1469.5873999999999</c:v>
                      </c:pt>
                      <c:pt idx="37">
                        <c:v>1409.4012</c:v>
                      </c:pt>
                      <c:pt idx="38">
                        <c:v>1666.0524</c:v>
                      </c:pt>
                      <c:pt idx="39">
                        <c:v>1607.0753</c:v>
                      </c:pt>
                      <c:pt idx="40">
                        <c:v>1659.8590999999999</c:v>
                      </c:pt>
                      <c:pt idx="41">
                        <c:v>1699.2732000000001</c:v>
                      </c:pt>
                      <c:pt idx="42">
                        <c:v>1637.1938</c:v>
                      </c:pt>
                      <c:pt idx="43">
                        <c:v>1484.4068</c:v>
                      </c:pt>
                      <c:pt idx="44">
                        <c:v>1422.7692</c:v>
                      </c:pt>
                      <c:pt idx="45">
                        <c:v>1656.2845</c:v>
                      </c:pt>
                      <c:pt idx="46">
                        <c:v>1607.0739000000001</c:v>
                      </c:pt>
                      <c:pt idx="47">
                        <c:v>1570.8705</c:v>
                      </c:pt>
                      <c:pt idx="48">
                        <c:v>1582.0534</c:v>
                      </c:pt>
                      <c:pt idx="49">
                        <c:v>1354.6581000000001</c:v>
                      </c:pt>
                      <c:pt idx="50">
                        <c:v>1460.9844000000001</c:v>
                      </c:pt>
                      <c:pt idx="51">
                        <c:v>1409.79</c:v>
                      </c:pt>
                      <c:pt idx="52">
                        <c:v>1567.181</c:v>
                      </c:pt>
                      <c:pt idx="53">
                        <c:v>1543.1346000000001</c:v>
                      </c:pt>
                      <c:pt idx="54">
                        <c:v>1555.309</c:v>
                      </c:pt>
                      <c:pt idx="55">
                        <c:v>1586.4883</c:v>
                      </c:pt>
                      <c:pt idx="56">
                        <c:v>1498.8009999999999</c:v>
                      </c:pt>
                      <c:pt idx="57">
                        <c:v>1476.4648999999999</c:v>
                      </c:pt>
                      <c:pt idx="58">
                        <c:v>1362.4480000000001</c:v>
                      </c:pt>
                      <c:pt idx="59">
                        <c:v>1576.4773</c:v>
                      </c:pt>
                      <c:pt idx="60">
                        <c:v>1552.3023000000001</c:v>
                      </c:pt>
                      <c:pt idx="61">
                        <c:v>1554.0477000000001</c:v>
                      </c:pt>
                      <c:pt idx="62">
                        <c:v>1589.8108999999999</c:v>
                      </c:pt>
                      <c:pt idx="63">
                        <c:v>1484.9471000000001</c:v>
                      </c:pt>
                      <c:pt idx="64">
                        <c:v>1440.0073</c:v>
                      </c:pt>
                      <c:pt idx="65">
                        <c:v>1352.3036999999999</c:v>
                      </c:pt>
                      <c:pt idx="66">
                        <c:v>1576.633</c:v>
                      </c:pt>
                      <c:pt idx="67">
                        <c:v>1602.5476000000001</c:v>
                      </c:pt>
                      <c:pt idx="68">
                        <c:v>1541.9204999999999</c:v>
                      </c:pt>
                      <c:pt idx="69">
                        <c:v>1588.116</c:v>
                      </c:pt>
                      <c:pt idx="70">
                        <c:v>1522.8090999999999</c:v>
                      </c:pt>
                      <c:pt idx="71">
                        <c:v>1512.7959000000001</c:v>
                      </c:pt>
                      <c:pt idx="72">
                        <c:v>1360.6422</c:v>
                      </c:pt>
                      <c:pt idx="73">
                        <c:v>1534.6232</c:v>
                      </c:pt>
                      <c:pt idx="74">
                        <c:v>1595.4869000000001</c:v>
                      </c:pt>
                      <c:pt idx="75">
                        <c:v>1545.0362</c:v>
                      </c:pt>
                      <c:pt idx="76">
                        <c:v>1653.0521000000001</c:v>
                      </c:pt>
                      <c:pt idx="77">
                        <c:v>1443.5253</c:v>
                      </c:pt>
                      <c:pt idx="78">
                        <c:v>1477.5989</c:v>
                      </c:pt>
                      <c:pt idx="79">
                        <c:v>1379.4572000000001</c:v>
                      </c:pt>
                      <c:pt idx="80">
                        <c:v>1605.7572</c:v>
                      </c:pt>
                      <c:pt idx="81">
                        <c:v>1581.6158</c:v>
                      </c:pt>
                      <c:pt idx="82">
                        <c:v>1560.9160999999999</c:v>
                      </c:pt>
                      <c:pt idx="83">
                        <c:v>1557.3886</c:v>
                      </c:pt>
                      <c:pt idx="84">
                        <c:v>1533.7360000000001</c:v>
                      </c:pt>
                      <c:pt idx="85">
                        <c:v>1463.4223999999999</c:v>
                      </c:pt>
                      <c:pt idx="86">
                        <c:v>1403.2003</c:v>
                      </c:pt>
                      <c:pt idx="87">
                        <c:v>1587.8607999999999</c:v>
                      </c:pt>
                      <c:pt idx="88">
                        <c:v>1605.2211</c:v>
                      </c:pt>
                      <c:pt idx="89">
                        <c:v>1568.6206999999999</c:v>
                      </c:pt>
                      <c:pt idx="90">
                        <c:v>1543.8050000000001</c:v>
                      </c:pt>
                      <c:pt idx="91">
                        <c:v>1497.8411000000001</c:v>
                      </c:pt>
                      <c:pt idx="92">
                        <c:v>1471.2185999999999</c:v>
                      </c:pt>
                      <c:pt idx="93">
                        <c:v>1332.2638999999999</c:v>
                      </c:pt>
                      <c:pt idx="94">
                        <c:v>1529.3198</c:v>
                      </c:pt>
                      <c:pt idx="95">
                        <c:v>1538.9425000000001</c:v>
                      </c:pt>
                      <c:pt idx="96">
                        <c:v>1561.0295000000001</c:v>
                      </c:pt>
                      <c:pt idx="97">
                        <c:v>1512.2560000000001</c:v>
                      </c:pt>
                      <c:pt idx="98">
                        <c:v>1442.1366</c:v>
                      </c:pt>
                      <c:pt idx="99">
                        <c:v>1446.1203</c:v>
                      </c:pt>
                      <c:pt idx="100">
                        <c:v>1340.8362999999999</c:v>
                      </c:pt>
                      <c:pt idx="101">
                        <c:v>1537.9654</c:v>
                      </c:pt>
                      <c:pt idx="102">
                        <c:v>1589.6641</c:v>
                      </c:pt>
                      <c:pt idx="103">
                        <c:v>1531.9253000000001</c:v>
                      </c:pt>
                      <c:pt idx="104">
                        <c:v>1567.1056000000001</c:v>
                      </c:pt>
                      <c:pt idx="105">
                        <c:v>1521.4306999999999</c:v>
                      </c:pt>
                      <c:pt idx="106">
                        <c:v>1341.1938</c:v>
                      </c:pt>
                      <c:pt idx="107">
                        <c:v>1364.7363</c:v>
                      </c:pt>
                      <c:pt idx="108">
                        <c:v>1353.2349999999999</c:v>
                      </c:pt>
                      <c:pt idx="109">
                        <c:v>1581.4399000000001</c:v>
                      </c:pt>
                      <c:pt idx="110">
                        <c:v>1567.0856000000001</c:v>
                      </c:pt>
                      <c:pt idx="111">
                        <c:v>1566.2193</c:v>
                      </c:pt>
                      <c:pt idx="112">
                        <c:v>1455.3612000000001</c:v>
                      </c:pt>
                      <c:pt idx="113">
                        <c:v>1514.7632000000001</c:v>
                      </c:pt>
                      <c:pt idx="114">
                        <c:v>1394.7311999999999</c:v>
                      </c:pt>
                      <c:pt idx="115">
                        <c:v>1536.9412</c:v>
                      </c:pt>
                      <c:pt idx="116">
                        <c:v>1524.9538</c:v>
                      </c:pt>
                      <c:pt idx="117">
                        <c:v>1510.4475</c:v>
                      </c:pt>
                      <c:pt idx="118">
                        <c:v>1530.2603999999999</c:v>
                      </c:pt>
                      <c:pt idx="119">
                        <c:v>1387.4803999999999</c:v>
                      </c:pt>
                      <c:pt idx="120">
                        <c:v>1422.0527999999999</c:v>
                      </c:pt>
                      <c:pt idx="121">
                        <c:v>1354.3846000000001</c:v>
                      </c:pt>
                      <c:pt idx="122">
                        <c:v>1469.3885</c:v>
                      </c:pt>
                      <c:pt idx="123">
                        <c:v>1531.9048</c:v>
                      </c:pt>
                      <c:pt idx="124">
                        <c:v>1445.4340999999999</c:v>
                      </c:pt>
                      <c:pt idx="125">
                        <c:v>1399.8856000000001</c:v>
                      </c:pt>
                      <c:pt idx="126">
                        <c:v>1401.2330999999999</c:v>
                      </c:pt>
                      <c:pt idx="127">
                        <c:v>1380.5332000000001</c:v>
                      </c:pt>
                      <c:pt idx="128">
                        <c:v>1324.0111999999999</c:v>
                      </c:pt>
                      <c:pt idx="129">
                        <c:v>1538.9675999999999</c:v>
                      </c:pt>
                      <c:pt idx="130">
                        <c:v>1506.6369</c:v>
                      </c:pt>
                      <c:pt idx="131">
                        <c:v>1524.7724000000001</c:v>
                      </c:pt>
                      <c:pt idx="132">
                        <c:v>1587.309</c:v>
                      </c:pt>
                      <c:pt idx="133">
                        <c:v>1494.6221</c:v>
                      </c:pt>
                      <c:pt idx="134">
                        <c:v>1524.3805</c:v>
                      </c:pt>
                      <c:pt idx="135">
                        <c:v>1370.5694000000001</c:v>
                      </c:pt>
                      <c:pt idx="136">
                        <c:v>1592.3597</c:v>
                      </c:pt>
                      <c:pt idx="137">
                        <c:v>1564.7248</c:v>
                      </c:pt>
                      <c:pt idx="138">
                        <c:v>1405.0482</c:v>
                      </c:pt>
                      <c:pt idx="139">
                        <c:v>680.95280000000002</c:v>
                      </c:pt>
                      <c:pt idx="140">
                        <c:v>1484.6061</c:v>
                      </c:pt>
                      <c:pt idx="141">
                        <c:v>1435.7668000000001</c:v>
                      </c:pt>
                      <c:pt idx="142">
                        <c:v>1411.2318</c:v>
                      </c:pt>
                      <c:pt idx="143">
                        <c:v>1547.2799</c:v>
                      </c:pt>
                      <c:pt idx="144">
                        <c:v>1484.165</c:v>
                      </c:pt>
                      <c:pt idx="145">
                        <c:v>1459.8484000000001</c:v>
                      </c:pt>
                      <c:pt idx="146">
                        <c:v>1446.4662000000001</c:v>
                      </c:pt>
                      <c:pt idx="147">
                        <c:v>1446.6104</c:v>
                      </c:pt>
                      <c:pt idx="148">
                        <c:v>1434.8864000000001</c:v>
                      </c:pt>
                      <c:pt idx="149">
                        <c:v>1319.6654000000001</c:v>
                      </c:pt>
                      <c:pt idx="150">
                        <c:v>1452.6346000000001</c:v>
                      </c:pt>
                      <c:pt idx="151">
                        <c:v>1422.2932000000001</c:v>
                      </c:pt>
                      <c:pt idx="152">
                        <c:v>1451.1057000000001</c:v>
                      </c:pt>
                      <c:pt idx="153">
                        <c:v>1441.7066</c:v>
                      </c:pt>
                      <c:pt idx="154">
                        <c:v>1377.5259000000001</c:v>
                      </c:pt>
                      <c:pt idx="155">
                        <c:v>1322.7926</c:v>
                      </c:pt>
                      <c:pt idx="156">
                        <c:v>1270.0254</c:v>
                      </c:pt>
                      <c:pt idx="157">
                        <c:v>1393.7683</c:v>
                      </c:pt>
                      <c:pt idx="158">
                        <c:v>1453.2325000000001</c:v>
                      </c:pt>
                      <c:pt idx="159">
                        <c:v>1396.3753999999999</c:v>
                      </c:pt>
                      <c:pt idx="160">
                        <c:v>1548.5446999999999</c:v>
                      </c:pt>
                      <c:pt idx="161">
                        <c:v>767.18780000000004</c:v>
                      </c:pt>
                      <c:pt idx="162">
                        <c:v>284.21140000000003</c:v>
                      </c:pt>
                      <c:pt idx="163">
                        <c:v>449.18079999999998</c:v>
                      </c:pt>
                      <c:pt idx="164">
                        <c:v>979.50310000000002</c:v>
                      </c:pt>
                      <c:pt idx="165">
                        <c:v>1110.7811999999999</c:v>
                      </c:pt>
                      <c:pt idx="166">
                        <c:v>1222.2315000000001</c:v>
                      </c:pt>
                      <c:pt idx="167">
                        <c:v>1334.2744</c:v>
                      </c:pt>
                      <c:pt idx="168">
                        <c:v>1381.7828</c:v>
                      </c:pt>
                      <c:pt idx="169">
                        <c:v>1363.1931999999999</c:v>
                      </c:pt>
                      <c:pt idx="170">
                        <c:v>1318.2117000000001</c:v>
                      </c:pt>
                      <c:pt idx="171">
                        <c:v>1469.3744999999999</c:v>
                      </c:pt>
                      <c:pt idx="172">
                        <c:v>1477.1088</c:v>
                      </c:pt>
                      <c:pt idx="173">
                        <c:v>1495.3667</c:v>
                      </c:pt>
                      <c:pt idx="174">
                        <c:v>1434.059</c:v>
                      </c:pt>
                      <c:pt idx="175">
                        <c:v>1382.4395999999999</c:v>
                      </c:pt>
                      <c:pt idx="176">
                        <c:v>1578.7325000000001</c:v>
                      </c:pt>
                      <c:pt idx="177">
                        <c:v>1511.4715000000001</c:v>
                      </c:pt>
                      <c:pt idx="178">
                        <c:v>1701.4233999999999</c:v>
                      </c:pt>
                      <c:pt idx="179">
                        <c:v>1720.9767999999999</c:v>
                      </c:pt>
                      <c:pt idx="180">
                        <c:v>1708.2048</c:v>
                      </c:pt>
                      <c:pt idx="181">
                        <c:v>1738.4159999999999</c:v>
                      </c:pt>
                      <c:pt idx="182">
                        <c:v>1684.0713000000001</c:v>
                      </c:pt>
                      <c:pt idx="183">
                        <c:v>1666.1782000000001</c:v>
                      </c:pt>
                      <c:pt idx="184">
                        <c:v>1553.7017000000001</c:v>
                      </c:pt>
                      <c:pt idx="185">
                        <c:v>1818.4348</c:v>
                      </c:pt>
                      <c:pt idx="186">
                        <c:v>1794.1587</c:v>
                      </c:pt>
                      <c:pt idx="187">
                        <c:v>1800.8453</c:v>
                      </c:pt>
                      <c:pt idx="188">
                        <c:v>1586.7891</c:v>
                      </c:pt>
                      <c:pt idx="189">
                        <c:v>1633.3886</c:v>
                      </c:pt>
                      <c:pt idx="190">
                        <c:v>1687.1876999999999</c:v>
                      </c:pt>
                      <c:pt idx="191">
                        <c:v>1553.5961</c:v>
                      </c:pt>
                      <c:pt idx="192">
                        <c:v>1763.2854</c:v>
                      </c:pt>
                      <c:pt idx="193">
                        <c:v>1729.6352999999999</c:v>
                      </c:pt>
                      <c:pt idx="194">
                        <c:v>1754.0925</c:v>
                      </c:pt>
                      <c:pt idx="195">
                        <c:v>1743.5148999999999</c:v>
                      </c:pt>
                      <c:pt idx="196">
                        <c:v>1639.3184000000001</c:v>
                      </c:pt>
                      <c:pt idx="197">
                        <c:v>1558.7383</c:v>
                      </c:pt>
                      <c:pt idx="198">
                        <c:v>1575.4260999999999</c:v>
                      </c:pt>
                      <c:pt idx="199">
                        <c:v>1719.7818</c:v>
                      </c:pt>
                      <c:pt idx="200">
                        <c:v>1725.165</c:v>
                      </c:pt>
                      <c:pt idx="201">
                        <c:v>1768.3574000000001</c:v>
                      </c:pt>
                      <c:pt idx="202">
                        <c:v>1678.9804999999999</c:v>
                      </c:pt>
                      <c:pt idx="203">
                        <c:v>1626.4206999999999</c:v>
                      </c:pt>
                      <c:pt idx="204">
                        <c:v>1598.0653</c:v>
                      </c:pt>
                      <c:pt idx="205">
                        <c:v>1546.2384</c:v>
                      </c:pt>
                      <c:pt idx="206">
                        <c:v>1756.3347000000001</c:v>
                      </c:pt>
                      <c:pt idx="207">
                        <c:v>1728.3017</c:v>
                      </c:pt>
                      <c:pt idx="208">
                        <c:v>1728.7319</c:v>
                      </c:pt>
                      <c:pt idx="209">
                        <c:v>1667.0207</c:v>
                      </c:pt>
                      <c:pt idx="210">
                        <c:v>1708.4485999999999</c:v>
                      </c:pt>
                      <c:pt idx="211">
                        <c:v>1658.0017</c:v>
                      </c:pt>
                      <c:pt idx="212">
                        <c:v>1537.6075000000001</c:v>
                      </c:pt>
                      <c:pt idx="213">
                        <c:v>1813.3770999999999</c:v>
                      </c:pt>
                      <c:pt idx="214">
                        <c:v>1763.6346000000001</c:v>
                      </c:pt>
                      <c:pt idx="215">
                        <c:v>1756.7592</c:v>
                      </c:pt>
                      <c:pt idx="216">
                        <c:v>1734.7481</c:v>
                      </c:pt>
                      <c:pt idx="217">
                        <c:v>1819.2697000000001</c:v>
                      </c:pt>
                      <c:pt idx="218">
                        <c:v>1742.6305</c:v>
                      </c:pt>
                      <c:pt idx="219">
                        <c:v>1663.2009</c:v>
                      </c:pt>
                      <c:pt idx="220">
                        <c:v>1895.1349</c:v>
                      </c:pt>
                      <c:pt idx="221">
                        <c:v>1875.3617999999999</c:v>
                      </c:pt>
                      <c:pt idx="222">
                        <c:v>1885.2962</c:v>
                      </c:pt>
                      <c:pt idx="223">
                        <c:v>1810.9084</c:v>
                      </c:pt>
                      <c:pt idx="224">
                        <c:v>1716.6617000000001</c:v>
                      </c:pt>
                      <c:pt idx="225">
                        <c:v>1731.5085999999999</c:v>
                      </c:pt>
                      <c:pt idx="226">
                        <c:v>1554.472</c:v>
                      </c:pt>
                      <c:pt idx="227">
                        <c:v>1838.0029999999999</c:v>
                      </c:pt>
                      <c:pt idx="228">
                        <c:v>1810.5488</c:v>
                      </c:pt>
                      <c:pt idx="229">
                        <c:v>1644.8222000000001</c:v>
                      </c:pt>
                      <c:pt idx="230">
                        <c:v>1884.4031</c:v>
                      </c:pt>
                      <c:pt idx="231">
                        <c:v>1772.4077</c:v>
                      </c:pt>
                      <c:pt idx="232">
                        <c:v>1781.9738</c:v>
                      </c:pt>
                      <c:pt idx="233">
                        <c:v>1637.1822999999999</c:v>
                      </c:pt>
                      <c:pt idx="234">
                        <c:v>1905.3205</c:v>
                      </c:pt>
                      <c:pt idx="235">
                        <c:v>1897.778</c:v>
                      </c:pt>
                      <c:pt idx="236">
                        <c:v>1821.6727000000001</c:v>
                      </c:pt>
                      <c:pt idx="237">
                        <c:v>1821.9857999999999</c:v>
                      </c:pt>
                      <c:pt idx="238">
                        <c:v>1804.5183999999999</c:v>
                      </c:pt>
                      <c:pt idx="239">
                        <c:v>1853.8006</c:v>
                      </c:pt>
                      <c:pt idx="240">
                        <c:v>1728.855</c:v>
                      </c:pt>
                      <c:pt idx="241">
                        <c:v>1914.4304999999999</c:v>
                      </c:pt>
                      <c:pt idx="242">
                        <c:v>1918.6373000000001</c:v>
                      </c:pt>
                      <c:pt idx="243">
                        <c:v>1882.5059000000001</c:v>
                      </c:pt>
                      <c:pt idx="244">
                        <c:v>1743.8382999999999</c:v>
                      </c:pt>
                      <c:pt idx="245">
                        <c:v>1701.9721999999999</c:v>
                      </c:pt>
                      <c:pt idx="246">
                        <c:v>1622.4751000000001</c:v>
                      </c:pt>
                      <c:pt idx="247">
                        <c:v>1588.3862999999999</c:v>
                      </c:pt>
                      <c:pt idx="248">
                        <c:v>1785.7226000000001</c:v>
                      </c:pt>
                      <c:pt idx="249">
                        <c:v>1818.3191999999999</c:v>
                      </c:pt>
                      <c:pt idx="250">
                        <c:v>1814.0735</c:v>
                      </c:pt>
                      <c:pt idx="251">
                        <c:v>1831.1001000000001</c:v>
                      </c:pt>
                      <c:pt idx="252">
                        <c:v>1811.6283000000001</c:v>
                      </c:pt>
                      <c:pt idx="253">
                        <c:v>1793.9340999999999</c:v>
                      </c:pt>
                      <c:pt idx="254">
                        <c:v>1736.2068999999999</c:v>
                      </c:pt>
                      <c:pt idx="255">
                        <c:v>1713.3385000000001</c:v>
                      </c:pt>
                      <c:pt idx="256">
                        <c:v>1874.1314</c:v>
                      </c:pt>
                      <c:pt idx="257">
                        <c:v>1892.8531</c:v>
                      </c:pt>
                      <c:pt idx="258">
                        <c:v>1879.9262000000001</c:v>
                      </c:pt>
                      <c:pt idx="259">
                        <c:v>1862.3252</c:v>
                      </c:pt>
                      <c:pt idx="260">
                        <c:v>1871.5404000000001</c:v>
                      </c:pt>
                      <c:pt idx="261">
                        <c:v>1750.4246000000001</c:v>
                      </c:pt>
                      <c:pt idx="262">
                        <c:v>1925.4391000000001</c:v>
                      </c:pt>
                      <c:pt idx="263">
                        <c:v>1924.8105</c:v>
                      </c:pt>
                      <c:pt idx="264">
                        <c:v>1837.0087000000001</c:v>
                      </c:pt>
                      <c:pt idx="265">
                        <c:v>1868.4238</c:v>
                      </c:pt>
                      <c:pt idx="266">
                        <c:v>1855.7518</c:v>
                      </c:pt>
                      <c:pt idx="267">
                        <c:v>1763.7053000000001</c:v>
                      </c:pt>
                      <c:pt idx="268">
                        <c:v>1798.9635000000001</c:v>
                      </c:pt>
                      <c:pt idx="269">
                        <c:v>2008.1098999999999</c:v>
                      </c:pt>
                      <c:pt idx="270">
                        <c:v>2055.7811000000002</c:v>
                      </c:pt>
                      <c:pt idx="271">
                        <c:v>2001.9146000000001</c:v>
                      </c:pt>
                      <c:pt idx="272">
                        <c:v>2095.0826999999999</c:v>
                      </c:pt>
                      <c:pt idx="273">
                        <c:v>1992.8517999999999</c:v>
                      </c:pt>
                      <c:pt idx="274">
                        <c:v>1865.0087000000001</c:v>
                      </c:pt>
                      <c:pt idx="275">
                        <c:v>1730.9693</c:v>
                      </c:pt>
                      <c:pt idx="276">
                        <c:v>1992.8818000000001</c:v>
                      </c:pt>
                      <c:pt idx="277">
                        <c:v>1969.2356</c:v>
                      </c:pt>
                      <c:pt idx="278">
                        <c:v>1985.6796999999999</c:v>
                      </c:pt>
                      <c:pt idx="279">
                        <c:v>2020.9802999999999</c:v>
                      </c:pt>
                      <c:pt idx="280">
                        <c:v>1926.8233</c:v>
                      </c:pt>
                      <c:pt idx="281">
                        <c:v>1853.0534</c:v>
                      </c:pt>
                      <c:pt idx="282">
                        <c:v>1786.7131999999999</c:v>
                      </c:pt>
                      <c:pt idx="283">
                        <c:v>2046.9548</c:v>
                      </c:pt>
                      <c:pt idx="284">
                        <c:v>2097.7537000000002</c:v>
                      </c:pt>
                      <c:pt idx="285">
                        <c:v>1930.4856</c:v>
                      </c:pt>
                      <c:pt idx="286">
                        <c:v>1981.6565000000001</c:v>
                      </c:pt>
                      <c:pt idx="287">
                        <c:v>1776.4078</c:v>
                      </c:pt>
                      <c:pt idx="288">
                        <c:v>1812.7339999999999</c:v>
                      </c:pt>
                      <c:pt idx="289">
                        <c:v>1776.8308999999999</c:v>
                      </c:pt>
                      <c:pt idx="290">
                        <c:v>2029.1098</c:v>
                      </c:pt>
                      <c:pt idx="291">
                        <c:v>1963.2706000000001</c:v>
                      </c:pt>
                      <c:pt idx="292">
                        <c:v>1983.9992</c:v>
                      </c:pt>
                      <c:pt idx="293">
                        <c:v>2024.0063</c:v>
                      </c:pt>
                      <c:pt idx="294">
                        <c:v>2031.9901</c:v>
                      </c:pt>
                      <c:pt idx="295">
                        <c:v>1956.5984000000001</c:v>
                      </c:pt>
                      <c:pt idx="296">
                        <c:v>1721.0016000000001</c:v>
                      </c:pt>
                      <c:pt idx="297">
                        <c:v>1595.3398</c:v>
                      </c:pt>
                      <c:pt idx="298">
                        <c:v>1586.3110999999999</c:v>
                      </c:pt>
                      <c:pt idx="299">
                        <c:v>1686.5391999999999</c:v>
                      </c:pt>
                      <c:pt idx="300">
                        <c:v>1780.5931</c:v>
                      </c:pt>
                      <c:pt idx="301">
                        <c:v>1756.7575999999999</c:v>
                      </c:pt>
                      <c:pt idx="302">
                        <c:v>1771.8076000000001</c:v>
                      </c:pt>
                      <c:pt idx="303">
                        <c:v>1665.9562000000001</c:v>
                      </c:pt>
                      <c:pt idx="304">
                        <c:v>1940.8966</c:v>
                      </c:pt>
                      <c:pt idx="305">
                        <c:v>1914.6668999999999</c:v>
                      </c:pt>
                      <c:pt idx="306">
                        <c:v>1978.9955</c:v>
                      </c:pt>
                      <c:pt idx="307">
                        <c:v>1938.6805999999999</c:v>
                      </c:pt>
                      <c:pt idx="308">
                        <c:v>1937.2681</c:v>
                      </c:pt>
                      <c:pt idx="309">
                        <c:v>2219.4137999999998</c:v>
                      </c:pt>
                      <c:pt idx="310">
                        <c:v>2088.3670000000002</c:v>
                      </c:pt>
                      <c:pt idx="311">
                        <c:v>2391.2640999999999</c:v>
                      </c:pt>
                      <c:pt idx="312">
                        <c:v>2333.7809999999999</c:v>
                      </c:pt>
                      <c:pt idx="313">
                        <c:v>2344.7514999999999</c:v>
                      </c:pt>
                      <c:pt idx="314">
                        <c:v>2383.2498000000001</c:v>
                      </c:pt>
                      <c:pt idx="315">
                        <c:v>2061.8220000000001</c:v>
                      </c:pt>
                      <c:pt idx="316">
                        <c:v>2180.8108999999999</c:v>
                      </c:pt>
                      <c:pt idx="317">
                        <c:v>2082.5219000000002</c:v>
                      </c:pt>
                      <c:pt idx="318">
                        <c:v>2353.1060000000002</c:v>
                      </c:pt>
                      <c:pt idx="319">
                        <c:v>2346.6287000000002</c:v>
                      </c:pt>
                      <c:pt idx="320">
                        <c:v>2173.2945</c:v>
                      </c:pt>
                      <c:pt idx="321">
                        <c:v>2232.6878999999999</c:v>
                      </c:pt>
                      <c:pt idx="322">
                        <c:v>2019.8502000000001</c:v>
                      </c:pt>
                      <c:pt idx="323">
                        <c:v>2138.9324000000001</c:v>
                      </c:pt>
                      <c:pt idx="324">
                        <c:v>2032.2653</c:v>
                      </c:pt>
                      <c:pt idx="325">
                        <c:v>2306.9670000000001</c:v>
                      </c:pt>
                      <c:pt idx="326">
                        <c:v>2261.5306999999998</c:v>
                      </c:pt>
                      <c:pt idx="327">
                        <c:v>2230.5988000000002</c:v>
                      </c:pt>
                      <c:pt idx="328">
                        <c:v>2169.1008000000002</c:v>
                      </c:pt>
                      <c:pt idx="329">
                        <c:v>2178.4079999999999</c:v>
                      </c:pt>
                      <c:pt idx="330">
                        <c:v>2160.2876999999999</c:v>
                      </c:pt>
                      <c:pt idx="331">
                        <c:v>2023.6271999999999</c:v>
                      </c:pt>
                      <c:pt idx="332">
                        <c:v>2324.7271999999998</c:v>
                      </c:pt>
                      <c:pt idx="333">
                        <c:v>2324.0650999999998</c:v>
                      </c:pt>
                      <c:pt idx="334">
                        <c:v>2306.6109999999999</c:v>
                      </c:pt>
                      <c:pt idx="335">
                        <c:v>2311.0497999999998</c:v>
                      </c:pt>
                      <c:pt idx="336">
                        <c:v>2178.8488000000002</c:v>
                      </c:pt>
                      <c:pt idx="337">
                        <c:v>2227.7411000000002</c:v>
                      </c:pt>
                      <c:pt idx="338">
                        <c:v>2083.7213000000002</c:v>
                      </c:pt>
                      <c:pt idx="339">
                        <c:v>2380.7258000000002</c:v>
                      </c:pt>
                      <c:pt idx="340">
                        <c:v>2357.56</c:v>
                      </c:pt>
                      <c:pt idx="341">
                        <c:v>2420.8719999999998</c:v>
                      </c:pt>
                      <c:pt idx="342">
                        <c:v>2220.8204000000001</c:v>
                      </c:pt>
                      <c:pt idx="343">
                        <c:v>2435.0028000000002</c:v>
                      </c:pt>
                      <c:pt idx="344">
                        <c:v>2166.8166999999999</c:v>
                      </c:pt>
                      <c:pt idx="345">
                        <c:v>2309.5877</c:v>
                      </c:pt>
                      <c:pt idx="346">
                        <c:v>2677.0342999999998</c:v>
                      </c:pt>
                      <c:pt idx="347">
                        <c:v>2632.9553999999998</c:v>
                      </c:pt>
                      <c:pt idx="348">
                        <c:v>2563.5862000000002</c:v>
                      </c:pt>
                      <c:pt idx="349">
                        <c:v>2560.8186000000001</c:v>
                      </c:pt>
                      <c:pt idx="350">
                        <c:v>2506.0236</c:v>
                      </c:pt>
                      <c:pt idx="351">
                        <c:v>2400.8507</c:v>
                      </c:pt>
                      <c:pt idx="352">
                        <c:v>2273.1678999999999</c:v>
                      </c:pt>
                      <c:pt idx="353">
                        <c:v>2551.7127</c:v>
                      </c:pt>
                      <c:pt idx="354">
                        <c:v>2514.8791999999999</c:v>
                      </c:pt>
                      <c:pt idx="355">
                        <c:v>2612.7795999999998</c:v>
                      </c:pt>
                      <c:pt idx="356">
                        <c:v>2596.6963000000001</c:v>
                      </c:pt>
                      <c:pt idx="357">
                        <c:v>2459.9290000000001</c:v>
                      </c:pt>
                      <c:pt idx="358">
                        <c:v>2459.8184000000001</c:v>
                      </c:pt>
                      <c:pt idx="359">
                        <c:v>2344.5297999999998</c:v>
                      </c:pt>
                      <c:pt idx="360">
                        <c:v>2658.7871</c:v>
                      </c:pt>
                      <c:pt idx="361">
                        <c:v>2473.5545000000002</c:v>
                      </c:pt>
                      <c:pt idx="362">
                        <c:v>2462.5183000000002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9BBE-4D9B-8656-D44F726B71C1}"/>
                  </c:ext>
                </c:extLst>
              </c15:ser>
            </c15:filteredLineSeries>
            <c15:filteredLine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G!$F$1</c15:sqref>
                        </c15:formulaRef>
                      </c:ext>
                    </c:extLst>
                    <c:strCache>
                      <c:ptCount val="1"/>
                      <c:pt idx="0">
                        <c:v>GAM Region</c:v>
                      </c:pt>
                    </c:strCache>
                  </c:strRef>
                </c:tx>
                <c:spPr>
                  <a:ln w="28575" cap="rnd">
                    <a:solidFill>
                      <a:schemeClr val="accent5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G!$A$2:$A$364</c15:sqref>
                        </c15:formulaRef>
                      </c:ext>
                    </c:extLst>
                    <c:numCache>
                      <c:formatCode>m/d/yyyy</c:formatCode>
                      <c:ptCount val="363"/>
                      <c:pt idx="0">
                        <c:v>45828</c:v>
                      </c:pt>
                      <c:pt idx="1">
                        <c:v>45829</c:v>
                      </c:pt>
                      <c:pt idx="2">
                        <c:v>45830</c:v>
                      </c:pt>
                      <c:pt idx="3">
                        <c:v>45831</c:v>
                      </c:pt>
                      <c:pt idx="4">
                        <c:v>45832</c:v>
                      </c:pt>
                      <c:pt idx="5">
                        <c:v>45833</c:v>
                      </c:pt>
                      <c:pt idx="6">
                        <c:v>45834</c:v>
                      </c:pt>
                      <c:pt idx="7">
                        <c:v>45835</c:v>
                      </c:pt>
                      <c:pt idx="8">
                        <c:v>45836</c:v>
                      </c:pt>
                      <c:pt idx="9">
                        <c:v>45837</c:v>
                      </c:pt>
                      <c:pt idx="10">
                        <c:v>45838</c:v>
                      </c:pt>
                      <c:pt idx="11">
                        <c:v>45839</c:v>
                      </c:pt>
                      <c:pt idx="12">
                        <c:v>45840</c:v>
                      </c:pt>
                      <c:pt idx="13">
                        <c:v>45841</c:v>
                      </c:pt>
                      <c:pt idx="14">
                        <c:v>45842</c:v>
                      </c:pt>
                      <c:pt idx="15">
                        <c:v>45843</c:v>
                      </c:pt>
                      <c:pt idx="16">
                        <c:v>45844</c:v>
                      </c:pt>
                      <c:pt idx="17">
                        <c:v>45845</c:v>
                      </c:pt>
                      <c:pt idx="18">
                        <c:v>45846</c:v>
                      </c:pt>
                      <c:pt idx="19">
                        <c:v>45847</c:v>
                      </c:pt>
                      <c:pt idx="20">
                        <c:v>45848</c:v>
                      </c:pt>
                      <c:pt idx="21">
                        <c:v>45849</c:v>
                      </c:pt>
                      <c:pt idx="22">
                        <c:v>45850</c:v>
                      </c:pt>
                      <c:pt idx="23">
                        <c:v>45851</c:v>
                      </c:pt>
                      <c:pt idx="24">
                        <c:v>45852</c:v>
                      </c:pt>
                      <c:pt idx="25">
                        <c:v>45853</c:v>
                      </c:pt>
                      <c:pt idx="26">
                        <c:v>45854</c:v>
                      </c:pt>
                      <c:pt idx="27">
                        <c:v>45855</c:v>
                      </c:pt>
                      <c:pt idx="28">
                        <c:v>45856</c:v>
                      </c:pt>
                      <c:pt idx="29">
                        <c:v>45857</c:v>
                      </c:pt>
                      <c:pt idx="30">
                        <c:v>45858</c:v>
                      </c:pt>
                      <c:pt idx="31">
                        <c:v>45859</c:v>
                      </c:pt>
                      <c:pt idx="32">
                        <c:v>45860</c:v>
                      </c:pt>
                      <c:pt idx="33">
                        <c:v>45861</c:v>
                      </c:pt>
                      <c:pt idx="34">
                        <c:v>45862</c:v>
                      </c:pt>
                      <c:pt idx="35">
                        <c:v>45863</c:v>
                      </c:pt>
                      <c:pt idx="36">
                        <c:v>45864</c:v>
                      </c:pt>
                      <c:pt idx="37">
                        <c:v>45865</c:v>
                      </c:pt>
                      <c:pt idx="38">
                        <c:v>45866</c:v>
                      </c:pt>
                      <c:pt idx="39">
                        <c:v>45867</c:v>
                      </c:pt>
                      <c:pt idx="40">
                        <c:v>45868</c:v>
                      </c:pt>
                      <c:pt idx="41">
                        <c:v>45869</c:v>
                      </c:pt>
                      <c:pt idx="42">
                        <c:v>45870</c:v>
                      </c:pt>
                      <c:pt idx="43">
                        <c:v>45871</c:v>
                      </c:pt>
                      <c:pt idx="44">
                        <c:v>45872</c:v>
                      </c:pt>
                      <c:pt idx="45">
                        <c:v>45873</c:v>
                      </c:pt>
                      <c:pt idx="46">
                        <c:v>45874</c:v>
                      </c:pt>
                      <c:pt idx="47">
                        <c:v>45875</c:v>
                      </c:pt>
                      <c:pt idx="48">
                        <c:v>45876</c:v>
                      </c:pt>
                      <c:pt idx="49">
                        <c:v>45877</c:v>
                      </c:pt>
                      <c:pt idx="50">
                        <c:v>45878</c:v>
                      </c:pt>
                      <c:pt idx="51">
                        <c:v>45879</c:v>
                      </c:pt>
                      <c:pt idx="52">
                        <c:v>45880</c:v>
                      </c:pt>
                      <c:pt idx="53">
                        <c:v>45881</c:v>
                      </c:pt>
                      <c:pt idx="54">
                        <c:v>45882</c:v>
                      </c:pt>
                      <c:pt idx="55">
                        <c:v>45883</c:v>
                      </c:pt>
                      <c:pt idx="56">
                        <c:v>45884</c:v>
                      </c:pt>
                      <c:pt idx="57">
                        <c:v>45885</c:v>
                      </c:pt>
                      <c:pt idx="58">
                        <c:v>45886</c:v>
                      </c:pt>
                      <c:pt idx="59">
                        <c:v>45887</c:v>
                      </c:pt>
                      <c:pt idx="60">
                        <c:v>45888</c:v>
                      </c:pt>
                      <c:pt idx="61">
                        <c:v>45889</c:v>
                      </c:pt>
                      <c:pt idx="62">
                        <c:v>45890</c:v>
                      </c:pt>
                      <c:pt idx="63">
                        <c:v>45891</c:v>
                      </c:pt>
                      <c:pt idx="64">
                        <c:v>45892</c:v>
                      </c:pt>
                      <c:pt idx="65">
                        <c:v>45893</c:v>
                      </c:pt>
                      <c:pt idx="66">
                        <c:v>45894</c:v>
                      </c:pt>
                      <c:pt idx="67">
                        <c:v>45895</c:v>
                      </c:pt>
                      <c:pt idx="68">
                        <c:v>45896</c:v>
                      </c:pt>
                      <c:pt idx="69">
                        <c:v>45897</c:v>
                      </c:pt>
                      <c:pt idx="70">
                        <c:v>45898</c:v>
                      </c:pt>
                      <c:pt idx="71">
                        <c:v>45899</c:v>
                      </c:pt>
                      <c:pt idx="72">
                        <c:v>45900</c:v>
                      </c:pt>
                      <c:pt idx="73">
                        <c:v>45901</c:v>
                      </c:pt>
                      <c:pt idx="74">
                        <c:v>45902</c:v>
                      </c:pt>
                      <c:pt idx="75">
                        <c:v>45903</c:v>
                      </c:pt>
                      <c:pt idx="76">
                        <c:v>45904</c:v>
                      </c:pt>
                      <c:pt idx="77">
                        <c:v>45905</c:v>
                      </c:pt>
                      <c:pt idx="78">
                        <c:v>45906</c:v>
                      </c:pt>
                      <c:pt idx="79">
                        <c:v>45907</c:v>
                      </c:pt>
                      <c:pt idx="80">
                        <c:v>45908</c:v>
                      </c:pt>
                      <c:pt idx="81">
                        <c:v>45909</c:v>
                      </c:pt>
                      <c:pt idx="82">
                        <c:v>45910</c:v>
                      </c:pt>
                      <c:pt idx="83">
                        <c:v>45911</c:v>
                      </c:pt>
                      <c:pt idx="84">
                        <c:v>45912</c:v>
                      </c:pt>
                      <c:pt idx="85">
                        <c:v>45913</c:v>
                      </c:pt>
                      <c:pt idx="86">
                        <c:v>45914</c:v>
                      </c:pt>
                      <c:pt idx="87">
                        <c:v>45915</c:v>
                      </c:pt>
                      <c:pt idx="88">
                        <c:v>45916</c:v>
                      </c:pt>
                      <c:pt idx="89">
                        <c:v>45917</c:v>
                      </c:pt>
                      <c:pt idx="90">
                        <c:v>45918</c:v>
                      </c:pt>
                      <c:pt idx="91">
                        <c:v>45919</c:v>
                      </c:pt>
                      <c:pt idx="92">
                        <c:v>45920</c:v>
                      </c:pt>
                      <c:pt idx="93">
                        <c:v>45921</c:v>
                      </c:pt>
                      <c:pt idx="94">
                        <c:v>45922</c:v>
                      </c:pt>
                      <c:pt idx="95">
                        <c:v>45923</c:v>
                      </c:pt>
                      <c:pt idx="96">
                        <c:v>45924</c:v>
                      </c:pt>
                      <c:pt idx="97">
                        <c:v>45925</c:v>
                      </c:pt>
                      <c:pt idx="98">
                        <c:v>45926</c:v>
                      </c:pt>
                      <c:pt idx="99">
                        <c:v>45927</c:v>
                      </c:pt>
                      <c:pt idx="100">
                        <c:v>45928</c:v>
                      </c:pt>
                      <c:pt idx="101">
                        <c:v>45929</c:v>
                      </c:pt>
                      <c:pt idx="102">
                        <c:v>45930</c:v>
                      </c:pt>
                      <c:pt idx="103">
                        <c:v>45931</c:v>
                      </c:pt>
                      <c:pt idx="104">
                        <c:v>45932</c:v>
                      </c:pt>
                      <c:pt idx="105">
                        <c:v>45933</c:v>
                      </c:pt>
                      <c:pt idx="106">
                        <c:v>45934</c:v>
                      </c:pt>
                      <c:pt idx="107">
                        <c:v>45935</c:v>
                      </c:pt>
                      <c:pt idx="108">
                        <c:v>45936</c:v>
                      </c:pt>
                      <c:pt idx="109">
                        <c:v>45937</c:v>
                      </c:pt>
                      <c:pt idx="110">
                        <c:v>45938</c:v>
                      </c:pt>
                      <c:pt idx="111">
                        <c:v>45939</c:v>
                      </c:pt>
                      <c:pt idx="112">
                        <c:v>45940</c:v>
                      </c:pt>
                      <c:pt idx="113">
                        <c:v>45941</c:v>
                      </c:pt>
                      <c:pt idx="114">
                        <c:v>45942</c:v>
                      </c:pt>
                      <c:pt idx="115">
                        <c:v>45943</c:v>
                      </c:pt>
                      <c:pt idx="116">
                        <c:v>45944</c:v>
                      </c:pt>
                      <c:pt idx="117">
                        <c:v>45945</c:v>
                      </c:pt>
                      <c:pt idx="118">
                        <c:v>45946</c:v>
                      </c:pt>
                      <c:pt idx="119">
                        <c:v>45947</c:v>
                      </c:pt>
                      <c:pt idx="120">
                        <c:v>45948</c:v>
                      </c:pt>
                      <c:pt idx="121">
                        <c:v>45949</c:v>
                      </c:pt>
                      <c:pt idx="122">
                        <c:v>45950</c:v>
                      </c:pt>
                      <c:pt idx="123">
                        <c:v>45951</c:v>
                      </c:pt>
                      <c:pt idx="124">
                        <c:v>45952</c:v>
                      </c:pt>
                      <c:pt idx="125">
                        <c:v>45953</c:v>
                      </c:pt>
                      <c:pt idx="126">
                        <c:v>45954</c:v>
                      </c:pt>
                      <c:pt idx="127">
                        <c:v>45955</c:v>
                      </c:pt>
                      <c:pt idx="128">
                        <c:v>45956</c:v>
                      </c:pt>
                      <c:pt idx="129">
                        <c:v>45957</c:v>
                      </c:pt>
                      <c:pt idx="130">
                        <c:v>45958</c:v>
                      </c:pt>
                      <c:pt idx="131">
                        <c:v>45959</c:v>
                      </c:pt>
                      <c:pt idx="132">
                        <c:v>45960</c:v>
                      </c:pt>
                      <c:pt idx="133">
                        <c:v>45961</c:v>
                      </c:pt>
                      <c:pt idx="134">
                        <c:v>45962</c:v>
                      </c:pt>
                      <c:pt idx="135">
                        <c:v>45963</c:v>
                      </c:pt>
                      <c:pt idx="136">
                        <c:v>45964</c:v>
                      </c:pt>
                      <c:pt idx="137">
                        <c:v>45965</c:v>
                      </c:pt>
                      <c:pt idx="138">
                        <c:v>45966</c:v>
                      </c:pt>
                      <c:pt idx="139">
                        <c:v>45967</c:v>
                      </c:pt>
                      <c:pt idx="140">
                        <c:v>45968</c:v>
                      </c:pt>
                      <c:pt idx="141">
                        <c:v>45969</c:v>
                      </c:pt>
                      <c:pt idx="142">
                        <c:v>45970</c:v>
                      </c:pt>
                      <c:pt idx="143">
                        <c:v>45971</c:v>
                      </c:pt>
                      <c:pt idx="144">
                        <c:v>45972</c:v>
                      </c:pt>
                      <c:pt idx="145">
                        <c:v>45973</c:v>
                      </c:pt>
                      <c:pt idx="146">
                        <c:v>45974</c:v>
                      </c:pt>
                      <c:pt idx="147">
                        <c:v>45975</c:v>
                      </c:pt>
                      <c:pt idx="148">
                        <c:v>45976</c:v>
                      </c:pt>
                      <c:pt idx="149">
                        <c:v>45977</c:v>
                      </c:pt>
                      <c:pt idx="150">
                        <c:v>45978</c:v>
                      </c:pt>
                      <c:pt idx="151">
                        <c:v>45979</c:v>
                      </c:pt>
                      <c:pt idx="152">
                        <c:v>45980</c:v>
                      </c:pt>
                      <c:pt idx="153">
                        <c:v>45981</c:v>
                      </c:pt>
                      <c:pt idx="154">
                        <c:v>45982</c:v>
                      </c:pt>
                      <c:pt idx="155">
                        <c:v>45983</c:v>
                      </c:pt>
                      <c:pt idx="156">
                        <c:v>45984</c:v>
                      </c:pt>
                      <c:pt idx="157">
                        <c:v>45985</c:v>
                      </c:pt>
                      <c:pt idx="158">
                        <c:v>45986</c:v>
                      </c:pt>
                      <c:pt idx="159">
                        <c:v>45987</c:v>
                      </c:pt>
                      <c:pt idx="160">
                        <c:v>45988</c:v>
                      </c:pt>
                      <c:pt idx="161">
                        <c:v>45989</c:v>
                      </c:pt>
                      <c:pt idx="162">
                        <c:v>45990</c:v>
                      </c:pt>
                      <c:pt idx="163">
                        <c:v>45991</c:v>
                      </c:pt>
                      <c:pt idx="164">
                        <c:v>45992</c:v>
                      </c:pt>
                      <c:pt idx="165">
                        <c:v>45993</c:v>
                      </c:pt>
                      <c:pt idx="166">
                        <c:v>45994</c:v>
                      </c:pt>
                      <c:pt idx="167">
                        <c:v>45995</c:v>
                      </c:pt>
                      <c:pt idx="168">
                        <c:v>45996</c:v>
                      </c:pt>
                      <c:pt idx="169">
                        <c:v>45997</c:v>
                      </c:pt>
                      <c:pt idx="170">
                        <c:v>45998</c:v>
                      </c:pt>
                      <c:pt idx="171">
                        <c:v>45999</c:v>
                      </c:pt>
                      <c:pt idx="172">
                        <c:v>46000</c:v>
                      </c:pt>
                      <c:pt idx="173">
                        <c:v>46001</c:v>
                      </c:pt>
                      <c:pt idx="174">
                        <c:v>46002</c:v>
                      </c:pt>
                      <c:pt idx="175">
                        <c:v>46003</c:v>
                      </c:pt>
                      <c:pt idx="176">
                        <c:v>46004</c:v>
                      </c:pt>
                      <c:pt idx="177">
                        <c:v>46005</c:v>
                      </c:pt>
                      <c:pt idx="178">
                        <c:v>46006</c:v>
                      </c:pt>
                      <c:pt idx="179">
                        <c:v>46007</c:v>
                      </c:pt>
                      <c:pt idx="180">
                        <c:v>46008</c:v>
                      </c:pt>
                      <c:pt idx="181">
                        <c:v>46009</c:v>
                      </c:pt>
                      <c:pt idx="182">
                        <c:v>46010</c:v>
                      </c:pt>
                      <c:pt idx="183">
                        <c:v>46011</c:v>
                      </c:pt>
                      <c:pt idx="184">
                        <c:v>46012</c:v>
                      </c:pt>
                      <c:pt idx="185">
                        <c:v>46013</c:v>
                      </c:pt>
                      <c:pt idx="186">
                        <c:v>46014</c:v>
                      </c:pt>
                      <c:pt idx="187">
                        <c:v>46015</c:v>
                      </c:pt>
                      <c:pt idx="188">
                        <c:v>46016</c:v>
                      </c:pt>
                      <c:pt idx="189">
                        <c:v>46017</c:v>
                      </c:pt>
                      <c:pt idx="190">
                        <c:v>46018</c:v>
                      </c:pt>
                      <c:pt idx="191">
                        <c:v>46019</c:v>
                      </c:pt>
                      <c:pt idx="192">
                        <c:v>46020</c:v>
                      </c:pt>
                      <c:pt idx="193">
                        <c:v>46021</c:v>
                      </c:pt>
                      <c:pt idx="194">
                        <c:v>46022</c:v>
                      </c:pt>
                      <c:pt idx="195">
                        <c:v>46023</c:v>
                      </c:pt>
                      <c:pt idx="196">
                        <c:v>46024</c:v>
                      </c:pt>
                      <c:pt idx="197">
                        <c:v>46025</c:v>
                      </c:pt>
                      <c:pt idx="198">
                        <c:v>46026</c:v>
                      </c:pt>
                      <c:pt idx="199">
                        <c:v>46027</c:v>
                      </c:pt>
                      <c:pt idx="200">
                        <c:v>46028</c:v>
                      </c:pt>
                      <c:pt idx="201">
                        <c:v>46029</c:v>
                      </c:pt>
                      <c:pt idx="202">
                        <c:v>46030</c:v>
                      </c:pt>
                      <c:pt idx="203">
                        <c:v>46031</c:v>
                      </c:pt>
                      <c:pt idx="204">
                        <c:v>46032</c:v>
                      </c:pt>
                      <c:pt idx="205">
                        <c:v>46033</c:v>
                      </c:pt>
                      <c:pt idx="206">
                        <c:v>46034</c:v>
                      </c:pt>
                      <c:pt idx="207">
                        <c:v>46035</c:v>
                      </c:pt>
                      <c:pt idx="208">
                        <c:v>46036</c:v>
                      </c:pt>
                      <c:pt idx="209">
                        <c:v>46037</c:v>
                      </c:pt>
                      <c:pt idx="210">
                        <c:v>46038</c:v>
                      </c:pt>
                      <c:pt idx="211">
                        <c:v>46039</c:v>
                      </c:pt>
                      <c:pt idx="212">
                        <c:v>46040</c:v>
                      </c:pt>
                      <c:pt idx="213">
                        <c:v>46041</c:v>
                      </c:pt>
                      <c:pt idx="214">
                        <c:v>46042</c:v>
                      </c:pt>
                      <c:pt idx="215">
                        <c:v>46043</c:v>
                      </c:pt>
                      <c:pt idx="216">
                        <c:v>46044</c:v>
                      </c:pt>
                      <c:pt idx="217">
                        <c:v>46045</c:v>
                      </c:pt>
                      <c:pt idx="218">
                        <c:v>46046</c:v>
                      </c:pt>
                      <c:pt idx="219">
                        <c:v>46047</c:v>
                      </c:pt>
                      <c:pt idx="220">
                        <c:v>46048</c:v>
                      </c:pt>
                      <c:pt idx="221">
                        <c:v>46049</c:v>
                      </c:pt>
                      <c:pt idx="222">
                        <c:v>46050</c:v>
                      </c:pt>
                      <c:pt idx="223">
                        <c:v>46051</c:v>
                      </c:pt>
                      <c:pt idx="224">
                        <c:v>46052</c:v>
                      </c:pt>
                      <c:pt idx="225">
                        <c:v>46053</c:v>
                      </c:pt>
                      <c:pt idx="226">
                        <c:v>46054</c:v>
                      </c:pt>
                      <c:pt idx="227">
                        <c:v>46055</c:v>
                      </c:pt>
                      <c:pt idx="228">
                        <c:v>46056</c:v>
                      </c:pt>
                      <c:pt idx="229">
                        <c:v>46057</c:v>
                      </c:pt>
                      <c:pt idx="230">
                        <c:v>46058</c:v>
                      </c:pt>
                      <c:pt idx="231">
                        <c:v>46059</c:v>
                      </c:pt>
                      <c:pt idx="232">
                        <c:v>46060</c:v>
                      </c:pt>
                      <c:pt idx="233">
                        <c:v>46061</c:v>
                      </c:pt>
                      <c:pt idx="234">
                        <c:v>46062</c:v>
                      </c:pt>
                      <c:pt idx="235">
                        <c:v>46063</c:v>
                      </c:pt>
                      <c:pt idx="236">
                        <c:v>46064</c:v>
                      </c:pt>
                      <c:pt idx="237">
                        <c:v>46065</c:v>
                      </c:pt>
                      <c:pt idx="238">
                        <c:v>46066</c:v>
                      </c:pt>
                      <c:pt idx="239">
                        <c:v>46067</c:v>
                      </c:pt>
                      <c:pt idx="240">
                        <c:v>46068</c:v>
                      </c:pt>
                      <c:pt idx="241">
                        <c:v>46069</c:v>
                      </c:pt>
                      <c:pt idx="242">
                        <c:v>46070</c:v>
                      </c:pt>
                      <c:pt idx="243">
                        <c:v>46071</c:v>
                      </c:pt>
                      <c:pt idx="244">
                        <c:v>46072</c:v>
                      </c:pt>
                      <c:pt idx="245">
                        <c:v>46073</c:v>
                      </c:pt>
                      <c:pt idx="246">
                        <c:v>46074</c:v>
                      </c:pt>
                      <c:pt idx="247">
                        <c:v>46075</c:v>
                      </c:pt>
                      <c:pt idx="248">
                        <c:v>46076</c:v>
                      </c:pt>
                      <c:pt idx="249">
                        <c:v>46077</c:v>
                      </c:pt>
                      <c:pt idx="250">
                        <c:v>46078</c:v>
                      </c:pt>
                      <c:pt idx="251">
                        <c:v>46079</c:v>
                      </c:pt>
                      <c:pt idx="252">
                        <c:v>46080</c:v>
                      </c:pt>
                      <c:pt idx="253">
                        <c:v>46081</c:v>
                      </c:pt>
                      <c:pt idx="254">
                        <c:v>46082</c:v>
                      </c:pt>
                      <c:pt idx="255">
                        <c:v>46083</c:v>
                      </c:pt>
                      <c:pt idx="256">
                        <c:v>46084</c:v>
                      </c:pt>
                      <c:pt idx="257">
                        <c:v>46085</c:v>
                      </c:pt>
                      <c:pt idx="258">
                        <c:v>46086</c:v>
                      </c:pt>
                      <c:pt idx="259">
                        <c:v>46087</c:v>
                      </c:pt>
                      <c:pt idx="260">
                        <c:v>46088</c:v>
                      </c:pt>
                      <c:pt idx="261">
                        <c:v>46089</c:v>
                      </c:pt>
                      <c:pt idx="262">
                        <c:v>46090</c:v>
                      </c:pt>
                      <c:pt idx="263">
                        <c:v>46091</c:v>
                      </c:pt>
                      <c:pt idx="264">
                        <c:v>46092</c:v>
                      </c:pt>
                      <c:pt idx="265">
                        <c:v>46093</c:v>
                      </c:pt>
                      <c:pt idx="266">
                        <c:v>46094</c:v>
                      </c:pt>
                      <c:pt idx="267">
                        <c:v>46095</c:v>
                      </c:pt>
                      <c:pt idx="268">
                        <c:v>46096</c:v>
                      </c:pt>
                      <c:pt idx="269">
                        <c:v>46097</c:v>
                      </c:pt>
                      <c:pt idx="270">
                        <c:v>46098</c:v>
                      </c:pt>
                      <c:pt idx="271">
                        <c:v>46099</c:v>
                      </c:pt>
                      <c:pt idx="272">
                        <c:v>46100</c:v>
                      </c:pt>
                      <c:pt idx="273">
                        <c:v>46101</c:v>
                      </c:pt>
                      <c:pt idx="274">
                        <c:v>46102</c:v>
                      </c:pt>
                      <c:pt idx="275">
                        <c:v>46103</c:v>
                      </c:pt>
                      <c:pt idx="276">
                        <c:v>46104</c:v>
                      </c:pt>
                      <c:pt idx="277">
                        <c:v>46105</c:v>
                      </c:pt>
                      <c:pt idx="278">
                        <c:v>46106</c:v>
                      </c:pt>
                      <c:pt idx="279">
                        <c:v>46107</c:v>
                      </c:pt>
                      <c:pt idx="280">
                        <c:v>46108</c:v>
                      </c:pt>
                      <c:pt idx="281">
                        <c:v>46109</c:v>
                      </c:pt>
                      <c:pt idx="282">
                        <c:v>46110</c:v>
                      </c:pt>
                      <c:pt idx="283">
                        <c:v>46111</c:v>
                      </c:pt>
                      <c:pt idx="284">
                        <c:v>46112</c:v>
                      </c:pt>
                      <c:pt idx="285">
                        <c:v>46113</c:v>
                      </c:pt>
                      <c:pt idx="286">
                        <c:v>46114</c:v>
                      </c:pt>
                      <c:pt idx="287">
                        <c:v>46115</c:v>
                      </c:pt>
                      <c:pt idx="288">
                        <c:v>46116</c:v>
                      </c:pt>
                      <c:pt idx="289">
                        <c:v>46117</c:v>
                      </c:pt>
                      <c:pt idx="290">
                        <c:v>46118</c:v>
                      </c:pt>
                      <c:pt idx="291">
                        <c:v>46119</c:v>
                      </c:pt>
                      <c:pt idx="292">
                        <c:v>46120</c:v>
                      </c:pt>
                      <c:pt idx="293">
                        <c:v>46121</c:v>
                      </c:pt>
                      <c:pt idx="294">
                        <c:v>46122</c:v>
                      </c:pt>
                      <c:pt idx="295">
                        <c:v>46123</c:v>
                      </c:pt>
                      <c:pt idx="296">
                        <c:v>46124</c:v>
                      </c:pt>
                      <c:pt idx="297">
                        <c:v>46125</c:v>
                      </c:pt>
                      <c:pt idx="298">
                        <c:v>46126</c:v>
                      </c:pt>
                      <c:pt idx="299">
                        <c:v>46127</c:v>
                      </c:pt>
                      <c:pt idx="300">
                        <c:v>46128</c:v>
                      </c:pt>
                      <c:pt idx="301">
                        <c:v>46129</c:v>
                      </c:pt>
                      <c:pt idx="302">
                        <c:v>46130</c:v>
                      </c:pt>
                      <c:pt idx="303">
                        <c:v>46131</c:v>
                      </c:pt>
                      <c:pt idx="304">
                        <c:v>46132</c:v>
                      </c:pt>
                      <c:pt idx="305">
                        <c:v>46133</c:v>
                      </c:pt>
                      <c:pt idx="306">
                        <c:v>46134</c:v>
                      </c:pt>
                      <c:pt idx="307">
                        <c:v>46135</c:v>
                      </c:pt>
                      <c:pt idx="308">
                        <c:v>46136</c:v>
                      </c:pt>
                      <c:pt idx="309">
                        <c:v>46137</c:v>
                      </c:pt>
                      <c:pt idx="310">
                        <c:v>46138</c:v>
                      </c:pt>
                      <c:pt idx="311">
                        <c:v>46139</c:v>
                      </c:pt>
                      <c:pt idx="312">
                        <c:v>46140</c:v>
                      </c:pt>
                      <c:pt idx="313">
                        <c:v>46141</c:v>
                      </c:pt>
                      <c:pt idx="314">
                        <c:v>46142</c:v>
                      </c:pt>
                      <c:pt idx="315">
                        <c:v>46143</c:v>
                      </c:pt>
                      <c:pt idx="316">
                        <c:v>46144</c:v>
                      </c:pt>
                      <c:pt idx="317">
                        <c:v>46145</c:v>
                      </c:pt>
                      <c:pt idx="318">
                        <c:v>46146</c:v>
                      </c:pt>
                      <c:pt idx="319">
                        <c:v>46147</c:v>
                      </c:pt>
                      <c:pt idx="320">
                        <c:v>46148</c:v>
                      </c:pt>
                      <c:pt idx="321">
                        <c:v>46149</c:v>
                      </c:pt>
                      <c:pt idx="322">
                        <c:v>46150</c:v>
                      </c:pt>
                      <c:pt idx="323">
                        <c:v>46151</c:v>
                      </c:pt>
                      <c:pt idx="324">
                        <c:v>46152</c:v>
                      </c:pt>
                      <c:pt idx="325">
                        <c:v>46153</c:v>
                      </c:pt>
                      <c:pt idx="326">
                        <c:v>46154</c:v>
                      </c:pt>
                      <c:pt idx="327">
                        <c:v>46155</c:v>
                      </c:pt>
                      <c:pt idx="328">
                        <c:v>46156</c:v>
                      </c:pt>
                      <c:pt idx="329">
                        <c:v>46157</c:v>
                      </c:pt>
                      <c:pt idx="330">
                        <c:v>46158</c:v>
                      </c:pt>
                      <c:pt idx="331">
                        <c:v>46159</c:v>
                      </c:pt>
                      <c:pt idx="332">
                        <c:v>46160</c:v>
                      </c:pt>
                      <c:pt idx="333">
                        <c:v>46161</c:v>
                      </c:pt>
                      <c:pt idx="334">
                        <c:v>46162</c:v>
                      </c:pt>
                      <c:pt idx="335">
                        <c:v>46163</c:v>
                      </c:pt>
                      <c:pt idx="336">
                        <c:v>46164</c:v>
                      </c:pt>
                      <c:pt idx="337">
                        <c:v>46165</c:v>
                      </c:pt>
                      <c:pt idx="338">
                        <c:v>46166</c:v>
                      </c:pt>
                      <c:pt idx="339">
                        <c:v>46167</c:v>
                      </c:pt>
                      <c:pt idx="340">
                        <c:v>46168</c:v>
                      </c:pt>
                      <c:pt idx="341">
                        <c:v>46169</c:v>
                      </c:pt>
                      <c:pt idx="342">
                        <c:v>46170</c:v>
                      </c:pt>
                      <c:pt idx="343">
                        <c:v>46171</c:v>
                      </c:pt>
                      <c:pt idx="344">
                        <c:v>46172</c:v>
                      </c:pt>
                      <c:pt idx="345">
                        <c:v>46173</c:v>
                      </c:pt>
                      <c:pt idx="346">
                        <c:v>46174</c:v>
                      </c:pt>
                      <c:pt idx="347">
                        <c:v>46175</c:v>
                      </c:pt>
                      <c:pt idx="348">
                        <c:v>46176</c:v>
                      </c:pt>
                      <c:pt idx="349">
                        <c:v>46177</c:v>
                      </c:pt>
                      <c:pt idx="350">
                        <c:v>46178</c:v>
                      </c:pt>
                      <c:pt idx="351">
                        <c:v>46179</c:v>
                      </c:pt>
                      <c:pt idx="352">
                        <c:v>46180</c:v>
                      </c:pt>
                      <c:pt idx="353">
                        <c:v>46181</c:v>
                      </c:pt>
                      <c:pt idx="354">
                        <c:v>46182</c:v>
                      </c:pt>
                      <c:pt idx="355">
                        <c:v>46183</c:v>
                      </c:pt>
                      <c:pt idx="356">
                        <c:v>46184</c:v>
                      </c:pt>
                      <c:pt idx="357">
                        <c:v>46185</c:v>
                      </c:pt>
                      <c:pt idx="358">
                        <c:v>46186</c:v>
                      </c:pt>
                      <c:pt idx="359">
                        <c:v>46187</c:v>
                      </c:pt>
                      <c:pt idx="360">
                        <c:v>46188</c:v>
                      </c:pt>
                      <c:pt idx="361">
                        <c:v>46189</c:v>
                      </c:pt>
                      <c:pt idx="362">
                        <c:v>46190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G!$F$2:$F$364</c15:sqref>
                        </c15:formulaRef>
                      </c:ext>
                    </c:extLst>
                    <c:numCache>
                      <c:formatCode>General</c:formatCode>
                      <c:ptCount val="363"/>
                      <c:pt idx="0">
                        <c:v>12008.617700000001</c:v>
                      </c:pt>
                      <c:pt idx="1">
                        <c:v>11355.3786</c:v>
                      </c:pt>
                      <c:pt idx="2">
                        <c:v>10465.144399999999</c:v>
                      </c:pt>
                      <c:pt idx="3">
                        <c:v>12354.0543</c:v>
                      </c:pt>
                      <c:pt idx="4">
                        <c:v>13940.1826</c:v>
                      </c:pt>
                      <c:pt idx="5">
                        <c:v>14008.743</c:v>
                      </c:pt>
                      <c:pt idx="6">
                        <c:v>13862.0969</c:v>
                      </c:pt>
                      <c:pt idx="7">
                        <c:v>13968.6319</c:v>
                      </c:pt>
                      <c:pt idx="8">
                        <c:v>13190.4719</c:v>
                      </c:pt>
                      <c:pt idx="9">
                        <c:v>12343.303</c:v>
                      </c:pt>
                      <c:pt idx="10">
                        <c:v>14392.9678</c:v>
                      </c:pt>
                      <c:pt idx="11">
                        <c:v>14105.2147</c:v>
                      </c:pt>
                      <c:pt idx="12">
                        <c:v>13640.6764</c:v>
                      </c:pt>
                      <c:pt idx="13">
                        <c:v>13853.2201</c:v>
                      </c:pt>
                      <c:pt idx="14">
                        <c:v>13818.1657</c:v>
                      </c:pt>
                      <c:pt idx="15">
                        <c:v>13519.222100000001</c:v>
                      </c:pt>
                      <c:pt idx="16">
                        <c:v>13636.4642</c:v>
                      </c:pt>
                      <c:pt idx="17">
                        <c:v>15584.7587</c:v>
                      </c:pt>
                      <c:pt idx="18">
                        <c:v>15511.042799999999</c:v>
                      </c:pt>
                      <c:pt idx="19">
                        <c:v>15898.4107</c:v>
                      </c:pt>
                      <c:pt idx="20">
                        <c:v>13286.168600000001</c:v>
                      </c:pt>
                      <c:pt idx="21">
                        <c:v>16662.952399999998</c:v>
                      </c:pt>
                      <c:pt idx="22">
                        <c:v>14715.563599999999</c:v>
                      </c:pt>
                      <c:pt idx="23">
                        <c:v>13769.637500000001</c:v>
                      </c:pt>
                      <c:pt idx="24">
                        <c:v>16076.053599999999</c:v>
                      </c:pt>
                      <c:pt idx="25">
                        <c:v>16045.110699999999</c:v>
                      </c:pt>
                      <c:pt idx="26">
                        <c:v>15887.046</c:v>
                      </c:pt>
                      <c:pt idx="27">
                        <c:v>15787.4548</c:v>
                      </c:pt>
                      <c:pt idx="28">
                        <c:v>15591.468199999999</c:v>
                      </c:pt>
                      <c:pt idx="29">
                        <c:v>14558.8503</c:v>
                      </c:pt>
                      <c:pt idx="30">
                        <c:v>13642.7883</c:v>
                      </c:pt>
                      <c:pt idx="31">
                        <c:v>15756.4758</c:v>
                      </c:pt>
                      <c:pt idx="32">
                        <c:v>16291.9301</c:v>
                      </c:pt>
                      <c:pt idx="33">
                        <c:v>16009.0964</c:v>
                      </c:pt>
                      <c:pt idx="34">
                        <c:v>16037.583000000001</c:v>
                      </c:pt>
                      <c:pt idx="35">
                        <c:v>16521.860199999999</c:v>
                      </c:pt>
                      <c:pt idx="36">
                        <c:v>15373.1973</c:v>
                      </c:pt>
                      <c:pt idx="37">
                        <c:v>14574.384700000001</c:v>
                      </c:pt>
                      <c:pt idx="38">
                        <c:v>16789.975399999999</c:v>
                      </c:pt>
                      <c:pt idx="39">
                        <c:v>17204.976200000001</c:v>
                      </c:pt>
                      <c:pt idx="40">
                        <c:v>17288.696</c:v>
                      </c:pt>
                      <c:pt idx="41">
                        <c:v>17663.883000000002</c:v>
                      </c:pt>
                      <c:pt idx="42">
                        <c:v>17469.182100000002</c:v>
                      </c:pt>
                      <c:pt idx="43">
                        <c:v>16047.765799999999</c:v>
                      </c:pt>
                      <c:pt idx="44">
                        <c:v>15211.7976</c:v>
                      </c:pt>
                      <c:pt idx="45">
                        <c:v>17429.882799999999</c:v>
                      </c:pt>
                      <c:pt idx="46">
                        <c:v>17380.034299999999</c:v>
                      </c:pt>
                      <c:pt idx="47">
                        <c:v>17376.735100000002</c:v>
                      </c:pt>
                      <c:pt idx="48">
                        <c:v>17746.081200000001</c:v>
                      </c:pt>
                      <c:pt idx="49">
                        <c:v>13966.5592</c:v>
                      </c:pt>
                      <c:pt idx="50">
                        <c:v>15488.803900000001</c:v>
                      </c:pt>
                      <c:pt idx="51">
                        <c:v>15007.338900000001</c:v>
                      </c:pt>
                      <c:pt idx="52">
                        <c:v>17103.976699999999</c:v>
                      </c:pt>
                      <c:pt idx="53">
                        <c:v>17212.1855</c:v>
                      </c:pt>
                      <c:pt idx="54">
                        <c:v>17150.5942</c:v>
                      </c:pt>
                      <c:pt idx="55">
                        <c:v>17128.3449</c:v>
                      </c:pt>
                      <c:pt idx="56">
                        <c:v>16841.1967</c:v>
                      </c:pt>
                      <c:pt idx="57">
                        <c:v>16130.9725</c:v>
                      </c:pt>
                      <c:pt idx="58">
                        <c:v>15338.535099999999</c:v>
                      </c:pt>
                      <c:pt idx="59">
                        <c:v>17582.9067</c:v>
                      </c:pt>
                      <c:pt idx="60">
                        <c:v>17443.340499999998</c:v>
                      </c:pt>
                      <c:pt idx="61">
                        <c:v>17976.257000000001</c:v>
                      </c:pt>
                      <c:pt idx="62">
                        <c:v>18557.810300000001</c:v>
                      </c:pt>
                      <c:pt idx="63">
                        <c:v>18196.226999999999</c:v>
                      </c:pt>
                      <c:pt idx="64">
                        <c:v>17009.944</c:v>
                      </c:pt>
                      <c:pt idx="65">
                        <c:v>16126.276400000001</c:v>
                      </c:pt>
                      <c:pt idx="66">
                        <c:v>18496.413799999998</c:v>
                      </c:pt>
                      <c:pt idx="67">
                        <c:v>18555.449100000002</c:v>
                      </c:pt>
                      <c:pt idx="68">
                        <c:v>18335.143400000001</c:v>
                      </c:pt>
                      <c:pt idx="69">
                        <c:v>18126.703300000001</c:v>
                      </c:pt>
                      <c:pt idx="70">
                        <c:v>18028.422200000001</c:v>
                      </c:pt>
                      <c:pt idx="71">
                        <c:v>17444.7081</c:v>
                      </c:pt>
                      <c:pt idx="72">
                        <c:v>16228.8496</c:v>
                      </c:pt>
                      <c:pt idx="73">
                        <c:v>18415.317200000001</c:v>
                      </c:pt>
                      <c:pt idx="74">
                        <c:v>18468.025799999999</c:v>
                      </c:pt>
                      <c:pt idx="75">
                        <c:v>18382.550800000001</c:v>
                      </c:pt>
                      <c:pt idx="76">
                        <c:v>19391.134699999999</c:v>
                      </c:pt>
                      <c:pt idx="77">
                        <c:v>16201.0708</c:v>
                      </c:pt>
                      <c:pt idx="78">
                        <c:v>16205.5119</c:v>
                      </c:pt>
                      <c:pt idx="79">
                        <c:v>14534.290199999999</c:v>
                      </c:pt>
                      <c:pt idx="80">
                        <c:v>18609.756600000001</c:v>
                      </c:pt>
                      <c:pt idx="81">
                        <c:v>18384.224900000001</c:v>
                      </c:pt>
                      <c:pt idx="82">
                        <c:v>18863.871299999999</c:v>
                      </c:pt>
                      <c:pt idx="83">
                        <c:v>18896.306199999999</c:v>
                      </c:pt>
                      <c:pt idx="84">
                        <c:v>18519.409100000001</c:v>
                      </c:pt>
                      <c:pt idx="85">
                        <c:v>17220.576499999999</c:v>
                      </c:pt>
                      <c:pt idx="86">
                        <c:v>16336.586799999999</c:v>
                      </c:pt>
                      <c:pt idx="87">
                        <c:v>18882.312399999999</c:v>
                      </c:pt>
                      <c:pt idx="88">
                        <c:v>18655.629400000002</c:v>
                      </c:pt>
                      <c:pt idx="89">
                        <c:v>18240.278300000002</c:v>
                      </c:pt>
                      <c:pt idx="90">
                        <c:v>17883.839599999999</c:v>
                      </c:pt>
                      <c:pt idx="91">
                        <c:v>17797.751</c:v>
                      </c:pt>
                      <c:pt idx="92">
                        <c:v>17018.5124</c:v>
                      </c:pt>
                      <c:pt idx="93">
                        <c:v>15908.1839</c:v>
                      </c:pt>
                      <c:pt idx="94">
                        <c:v>18186.7575</c:v>
                      </c:pt>
                      <c:pt idx="95">
                        <c:v>18221.094700000001</c:v>
                      </c:pt>
                      <c:pt idx="96">
                        <c:v>18451.717400000001</c:v>
                      </c:pt>
                      <c:pt idx="97">
                        <c:v>18354.3747</c:v>
                      </c:pt>
                      <c:pt idx="98">
                        <c:v>18164.8645</c:v>
                      </c:pt>
                      <c:pt idx="99">
                        <c:v>17286.886500000001</c:v>
                      </c:pt>
                      <c:pt idx="100">
                        <c:v>16097.158100000001</c:v>
                      </c:pt>
                      <c:pt idx="101">
                        <c:v>18794.837200000002</c:v>
                      </c:pt>
                      <c:pt idx="102">
                        <c:v>19292.813300000002</c:v>
                      </c:pt>
                      <c:pt idx="103">
                        <c:v>18913.205099999999</c:v>
                      </c:pt>
                      <c:pt idx="104">
                        <c:v>18896.4182</c:v>
                      </c:pt>
                      <c:pt idx="105">
                        <c:v>18598.9571</c:v>
                      </c:pt>
                      <c:pt idx="106">
                        <c:v>16667.924900000002</c:v>
                      </c:pt>
                      <c:pt idx="107">
                        <c:v>15763.0959</c:v>
                      </c:pt>
                      <c:pt idx="108">
                        <c:v>14903.9869</c:v>
                      </c:pt>
                      <c:pt idx="109">
                        <c:v>18678.516599999999</c:v>
                      </c:pt>
                      <c:pt idx="110">
                        <c:v>19103.6944</c:v>
                      </c:pt>
                      <c:pt idx="111">
                        <c:v>19471.078099999999</c:v>
                      </c:pt>
                      <c:pt idx="112">
                        <c:v>19398.258399999999</c:v>
                      </c:pt>
                      <c:pt idx="113">
                        <c:v>18456.988300000001</c:v>
                      </c:pt>
                      <c:pt idx="114">
                        <c:v>16842.464599999999</c:v>
                      </c:pt>
                      <c:pt idx="115">
                        <c:v>18839.9535</c:v>
                      </c:pt>
                      <c:pt idx="116">
                        <c:v>18774.5219</c:v>
                      </c:pt>
                      <c:pt idx="117">
                        <c:v>18499.692500000001</c:v>
                      </c:pt>
                      <c:pt idx="118">
                        <c:v>18528.463199999998</c:v>
                      </c:pt>
                      <c:pt idx="119">
                        <c:v>18153.134999999998</c:v>
                      </c:pt>
                      <c:pt idx="120">
                        <c:v>17149.0118</c:v>
                      </c:pt>
                      <c:pt idx="121">
                        <c:v>15795.3208</c:v>
                      </c:pt>
                      <c:pt idx="122">
                        <c:v>17218.6996</c:v>
                      </c:pt>
                      <c:pt idx="123">
                        <c:v>18232.6152</c:v>
                      </c:pt>
                      <c:pt idx="124">
                        <c:v>18010.6142</c:v>
                      </c:pt>
                      <c:pt idx="125">
                        <c:v>17716.508999999998</c:v>
                      </c:pt>
                      <c:pt idx="126">
                        <c:v>17759.655299999999</c:v>
                      </c:pt>
                      <c:pt idx="127">
                        <c:v>17285.779699999999</c:v>
                      </c:pt>
                      <c:pt idx="128">
                        <c:v>16049.695599999999</c:v>
                      </c:pt>
                      <c:pt idx="129">
                        <c:v>18571.1751</c:v>
                      </c:pt>
                      <c:pt idx="130">
                        <c:v>18660.431799999998</c:v>
                      </c:pt>
                      <c:pt idx="131">
                        <c:v>18783.314600000002</c:v>
                      </c:pt>
                      <c:pt idx="132">
                        <c:v>19189.664400000001</c:v>
                      </c:pt>
                      <c:pt idx="133">
                        <c:v>19306.261500000001</c:v>
                      </c:pt>
                      <c:pt idx="134">
                        <c:v>18130.308400000002</c:v>
                      </c:pt>
                      <c:pt idx="135">
                        <c:v>16646.962800000001</c:v>
                      </c:pt>
                      <c:pt idx="136">
                        <c:v>19040.792600000001</c:v>
                      </c:pt>
                      <c:pt idx="137">
                        <c:v>19246.6626</c:v>
                      </c:pt>
                      <c:pt idx="138">
                        <c:v>16040.2665</c:v>
                      </c:pt>
                      <c:pt idx="139">
                        <c:v>17398.4012</c:v>
                      </c:pt>
                      <c:pt idx="140">
                        <c:v>18358.1378</c:v>
                      </c:pt>
                      <c:pt idx="141">
                        <c:v>17431.0769</c:v>
                      </c:pt>
                      <c:pt idx="142">
                        <c:v>16733.091400000001</c:v>
                      </c:pt>
                      <c:pt idx="143">
                        <c:v>19140.724999999999</c:v>
                      </c:pt>
                      <c:pt idx="144">
                        <c:v>18867.201799999999</c:v>
                      </c:pt>
                      <c:pt idx="145">
                        <c:v>18617.986099999998</c:v>
                      </c:pt>
                      <c:pt idx="146">
                        <c:v>18510.947800000002</c:v>
                      </c:pt>
                      <c:pt idx="147">
                        <c:v>18411.912199999999</c:v>
                      </c:pt>
                      <c:pt idx="148">
                        <c:v>17568.126799999998</c:v>
                      </c:pt>
                      <c:pt idx="149">
                        <c:v>16053.850399999999</c:v>
                      </c:pt>
                      <c:pt idx="150">
                        <c:v>18125.837899999999</c:v>
                      </c:pt>
                      <c:pt idx="151">
                        <c:v>18207.8914</c:v>
                      </c:pt>
                      <c:pt idx="152">
                        <c:v>18447.4277</c:v>
                      </c:pt>
                      <c:pt idx="153">
                        <c:v>18314.284800000001</c:v>
                      </c:pt>
                      <c:pt idx="154">
                        <c:v>18023.694800000001</c:v>
                      </c:pt>
                      <c:pt idx="155">
                        <c:v>17250.782299999999</c:v>
                      </c:pt>
                      <c:pt idx="156">
                        <c:v>16104.0844</c:v>
                      </c:pt>
                      <c:pt idx="157">
                        <c:v>18276.453000000001</c:v>
                      </c:pt>
                      <c:pt idx="158">
                        <c:v>18542.471300000001</c:v>
                      </c:pt>
                      <c:pt idx="159">
                        <c:v>17950.606400000001</c:v>
                      </c:pt>
                      <c:pt idx="160">
                        <c:v>18456.679400000001</c:v>
                      </c:pt>
                      <c:pt idx="161">
                        <c:v>18726.187300000001</c:v>
                      </c:pt>
                      <c:pt idx="162">
                        <c:v>17068.257699999998</c:v>
                      </c:pt>
                      <c:pt idx="163">
                        <c:v>16529.249</c:v>
                      </c:pt>
                      <c:pt idx="164">
                        <c:v>18898.063900000001</c:v>
                      </c:pt>
                      <c:pt idx="165">
                        <c:v>19517.627199999999</c:v>
                      </c:pt>
                      <c:pt idx="166">
                        <c:v>19774.106</c:v>
                      </c:pt>
                      <c:pt idx="167">
                        <c:v>17060.1407</c:v>
                      </c:pt>
                      <c:pt idx="168">
                        <c:v>18943.2333</c:v>
                      </c:pt>
                      <c:pt idx="169">
                        <c:v>18233.981899999999</c:v>
                      </c:pt>
                      <c:pt idx="170">
                        <c:v>17026.3603</c:v>
                      </c:pt>
                      <c:pt idx="171">
                        <c:v>19352.759099999999</c:v>
                      </c:pt>
                      <c:pt idx="172">
                        <c:v>19156.2228</c:v>
                      </c:pt>
                      <c:pt idx="173">
                        <c:v>19542.7971</c:v>
                      </c:pt>
                      <c:pt idx="174">
                        <c:v>19283.363700000002</c:v>
                      </c:pt>
                      <c:pt idx="175">
                        <c:v>19205.252</c:v>
                      </c:pt>
                      <c:pt idx="176">
                        <c:v>19221.999899999999</c:v>
                      </c:pt>
                      <c:pt idx="177">
                        <c:v>18026.6188</c:v>
                      </c:pt>
                      <c:pt idx="178">
                        <c:v>20357.366999999998</c:v>
                      </c:pt>
                      <c:pt idx="179">
                        <c:v>20333.1898</c:v>
                      </c:pt>
                      <c:pt idx="180">
                        <c:v>20134.813699999999</c:v>
                      </c:pt>
                      <c:pt idx="181">
                        <c:v>20288.758300000001</c:v>
                      </c:pt>
                      <c:pt idx="182">
                        <c:v>20381.571599999999</c:v>
                      </c:pt>
                      <c:pt idx="183">
                        <c:v>19444.734700000001</c:v>
                      </c:pt>
                      <c:pt idx="184">
                        <c:v>18148.8269</c:v>
                      </c:pt>
                      <c:pt idx="185">
                        <c:v>20633.484799999998</c:v>
                      </c:pt>
                      <c:pt idx="186">
                        <c:v>20650.759900000001</c:v>
                      </c:pt>
                      <c:pt idx="187">
                        <c:v>20454.855200000002</c:v>
                      </c:pt>
                      <c:pt idx="188">
                        <c:v>17204.032800000001</c:v>
                      </c:pt>
                      <c:pt idx="189">
                        <c:v>18695.967199999999</c:v>
                      </c:pt>
                      <c:pt idx="190">
                        <c:v>18337.482499999998</c:v>
                      </c:pt>
                      <c:pt idx="191">
                        <c:v>17326.9395</c:v>
                      </c:pt>
                      <c:pt idx="192">
                        <c:v>19968.212599999999</c:v>
                      </c:pt>
                      <c:pt idx="193">
                        <c:v>20427.2268</c:v>
                      </c:pt>
                      <c:pt idx="194">
                        <c:v>20932.172699999999</c:v>
                      </c:pt>
                      <c:pt idx="195">
                        <c:v>21489.519400000001</c:v>
                      </c:pt>
                      <c:pt idx="196">
                        <c:v>19963.184399999998</c:v>
                      </c:pt>
                      <c:pt idx="197">
                        <c:v>16697.250199999999</c:v>
                      </c:pt>
                      <c:pt idx="198">
                        <c:v>17615.3272</c:v>
                      </c:pt>
                      <c:pt idx="199">
                        <c:v>20197.035100000001</c:v>
                      </c:pt>
                      <c:pt idx="200">
                        <c:v>19855.988300000001</c:v>
                      </c:pt>
                      <c:pt idx="201">
                        <c:v>19746.16</c:v>
                      </c:pt>
                      <c:pt idx="202">
                        <c:v>19761.4123</c:v>
                      </c:pt>
                      <c:pt idx="203">
                        <c:v>19867.852900000002</c:v>
                      </c:pt>
                      <c:pt idx="204">
                        <c:v>19088.784299999999</c:v>
                      </c:pt>
                      <c:pt idx="205">
                        <c:v>17486.160400000001</c:v>
                      </c:pt>
                      <c:pt idx="206">
                        <c:v>20205.6211</c:v>
                      </c:pt>
                      <c:pt idx="207">
                        <c:v>19558.9303</c:v>
                      </c:pt>
                      <c:pt idx="208">
                        <c:v>19909.866000000002</c:v>
                      </c:pt>
                      <c:pt idx="209">
                        <c:v>18158.474999999999</c:v>
                      </c:pt>
                      <c:pt idx="210">
                        <c:v>19429.697199999999</c:v>
                      </c:pt>
                      <c:pt idx="211">
                        <c:v>18348.042700000002</c:v>
                      </c:pt>
                      <c:pt idx="212">
                        <c:v>17470.485000000001</c:v>
                      </c:pt>
                      <c:pt idx="213">
                        <c:v>20060.766299999999</c:v>
                      </c:pt>
                      <c:pt idx="214">
                        <c:v>19929.0504</c:v>
                      </c:pt>
                      <c:pt idx="215">
                        <c:v>20025.372500000001</c:v>
                      </c:pt>
                      <c:pt idx="216">
                        <c:v>19851.489000000001</c:v>
                      </c:pt>
                      <c:pt idx="217">
                        <c:v>20486.3609</c:v>
                      </c:pt>
                      <c:pt idx="218">
                        <c:v>18860.966</c:v>
                      </c:pt>
                      <c:pt idx="219">
                        <c:v>18191.048900000002</c:v>
                      </c:pt>
                      <c:pt idx="220">
                        <c:v>20318.314200000001</c:v>
                      </c:pt>
                      <c:pt idx="221">
                        <c:v>20262.342799999999</c:v>
                      </c:pt>
                      <c:pt idx="222">
                        <c:v>20609.748299999999</c:v>
                      </c:pt>
                      <c:pt idx="223">
                        <c:v>20297.648700000002</c:v>
                      </c:pt>
                      <c:pt idx="224">
                        <c:v>20284.0455</c:v>
                      </c:pt>
                      <c:pt idx="225">
                        <c:v>19248.203799999999</c:v>
                      </c:pt>
                      <c:pt idx="226">
                        <c:v>16468.9575</c:v>
                      </c:pt>
                      <c:pt idx="227">
                        <c:v>20325.9637</c:v>
                      </c:pt>
                      <c:pt idx="228">
                        <c:v>20503.714800000002</c:v>
                      </c:pt>
                      <c:pt idx="229">
                        <c:v>17558.555199999999</c:v>
                      </c:pt>
                      <c:pt idx="230">
                        <c:v>20427.249</c:v>
                      </c:pt>
                      <c:pt idx="231">
                        <c:v>20208.016500000002</c:v>
                      </c:pt>
                      <c:pt idx="232">
                        <c:v>18972.057700000001</c:v>
                      </c:pt>
                      <c:pt idx="233">
                        <c:v>17756.9823</c:v>
                      </c:pt>
                      <c:pt idx="234">
                        <c:v>20560.9591</c:v>
                      </c:pt>
                      <c:pt idx="235">
                        <c:v>20861.776600000001</c:v>
                      </c:pt>
                      <c:pt idx="236">
                        <c:v>20822.489099999999</c:v>
                      </c:pt>
                      <c:pt idx="237">
                        <c:v>20205.866699999999</c:v>
                      </c:pt>
                      <c:pt idx="238">
                        <c:v>19987.3403</c:v>
                      </c:pt>
                      <c:pt idx="239">
                        <c:v>19187.837200000002</c:v>
                      </c:pt>
                      <c:pt idx="240">
                        <c:v>17581.440299999998</c:v>
                      </c:pt>
                      <c:pt idx="241">
                        <c:v>19897.276999999998</c:v>
                      </c:pt>
                      <c:pt idx="242">
                        <c:v>19863.398099999999</c:v>
                      </c:pt>
                      <c:pt idx="243">
                        <c:v>19847.850900000001</c:v>
                      </c:pt>
                      <c:pt idx="244">
                        <c:v>19255.1319</c:v>
                      </c:pt>
                      <c:pt idx="245">
                        <c:v>19491.671699999999</c:v>
                      </c:pt>
                      <c:pt idx="246">
                        <c:v>18166.855200000002</c:v>
                      </c:pt>
                      <c:pt idx="247">
                        <c:v>17069.3171</c:v>
                      </c:pt>
                      <c:pt idx="248">
                        <c:v>19667.937600000001</c:v>
                      </c:pt>
                      <c:pt idx="249">
                        <c:v>19597.442200000001</c:v>
                      </c:pt>
                      <c:pt idx="250">
                        <c:v>19780.796699999999</c:v>
                      </c:pt>
                      <c:pt idx="251">
                        <c:v>20033.266899999999</c:v>
                      </c:pt>
                      <c:pt idx="252">
                        <c:v>20324.4375</c:v>
                      </c:pt>
                      <c:pt idx="253">
                        <c:v>19224.927100000001</c:v>
                      </c:pt>
                      <c:pt idx="254">
                        <c:v>18266.1155</c:v>
                      </c:pt>
                      <c:pt idx="255">
                        <c:v>17055.8269</c:v>
                      </c:pt>
                      <c:pt idx="256">
                        <c:v>20882.779399999999</c:v>
                      </c:pt>
                      <c:pt idx="257">
                        <c:v>20503.362700000001</c:v>
                      </c:pt>
                      <c:pt idx="258">
                        <c:v>20393.429100000001</c:v>
                      </c:pt>
                      <c:pt idx="259">
                        <c:v>20303.579099999999</c:v>
                      </c:pt>
                      <c:pt idx="260">
                        <c:v>19156.218799999999</c:v>
                      </c:pt>
                      <c:pt idx="261">
                        <c:v>17762.9702</c:v>
                      </c:pt>
                      <c:pt idx="262">
                        <c:v>20697.700400000002</c:v>
                      </c:pt>
                      <c:pt idx="263">
                        <c:v>21204.579900000001</c:v>
                      </c:pt>
                      <c:pt idx="264">
                        <c:v>20947.8197</c:v>
                      </c:pt>
                      <c:pt idx="265">
                        <c:v>20809.280900000002</c:v>
                      </c:pt>
                      <c:pt idx="266">
                        <c:v>20707.794399999999</c:v>
                      </c:pt>
                      <c:pt idx="267">
                        <c:v>19413.277999999998</c:v>
                      </c:pt>
                      <c:pt idx="268">
                        <c:v>19270.623899999999</c:v>
                      </c:pt>
                      <c:pt idx="269">
                        <c:v>21988.4967</c:v>
                      </c:pt>
                      <c:pt idx="270">
                        <c:v>21959.789700000001</c:v>
                      </c:pt>
                      <c:pt idx="271">
                        <c:v>20952.067299999999</c:v>
                      </c:pt>
                      <c:pt idx="272">
                        <c:v>21152.657500000001</c:v>
                      </c:pt>
                      <c:pt idx="273">
                        <c:v>20937.666399999998</c:v>
                      </c:pt>
                      <c:pt idx="274">
                        <c:v>19119.5278</c:v>
                      </c:pt>
                      <c:pt idx="275">
                        <c:v>17983.158299999999</c:v>
                      </c:pt>
                      <c:pt idx="276">
                        <c:v>20899.215899999999</c:v>
                      </c:pt>
                      <c:pt idx="277">
                        <c:v>20701.7932</c:v>
                      </c:pt>
                      <c:pt idx="278">
                        <c:v>20250.682700000001</c:v>
                      </c:pt>
                      <c:pt idx="279">
                        <c:v>21023.823799999998</c:v>
                      </c:pt>
                      <c:pt idx="280">
                        <c:v>20795.2755</c:v>
                      </c:pt>
                      <c:pt idx="281">
                        <c:v>19590.801100000001</c:v>
                      </c:pt>
                      <c:pt idx="282">
                        <c:v>18284.6996</c:v>
                      </c:pt>
                      <c:pt idx="283">
                        <c:v>21131.196</c:v>
                      </c:pt>
                      <c:pt idx="284">
                        <c:v>21274.249299999999</c:v>
                      </c:pt>
                      <c:pt idx="285">
                        <c:v>19095.9781</c:v>
                      </c:pt>
                      <c:pt idx="286">
                        <c:v>20459.717100000002</c:v>
                      </c:pt>
                      <c:pt idx="287">
                        <c:v>19008.0317</c:v>
                      </c:pt>
                      <c:pt idx="288">
                        <c:v>19004.508999999998</c:v>
                      </c:pt>
                      <c:pt idx="289">
                        <c:v>18299.9961</c:v>
                      </c:pt>
                      <c:pt idx="290">
                        <c:v>20868.606899999999</c:v>
                      </c:pt>
                      <c:pt idx="291">
                        <c:v>20714.546399999999</c:v>
                      </c:pt>
                      <c:pt idx="292">
                        <c:v>20746.395</c:v>
                      </c:pt>
                      <c:pt idx="293">
                        <c:v>21132.18</c:v>
                      </c:pt>
                      <c:pt idx="294">
                        <c:v>21811.237499999999</c:v>
                      </c:pt>
                      <c:pt idx="295">
                        <c:v>19612.353200000001</c:v>
                      </c:pt>
                      <c:pt idx="296">
                        <c:v>16605.668399999999</c:v>
                      </c:pt>
                      <c:pt idx="297">
                        <c:v>14027.814399999999</c:v>
                      </c:pt>
                      <c:pt idx="298">
                        <c:v>13567.7906</c:v>
                      </c:pt>
                      <c:pt idx="299">
                        <c:v>13907.0969</c:v>
                      </c:pt>
                      <c:pt idx="300">
                        <c:v>15133.057199999999</c:v>
                      </c:pt>
                      <c:pt idx="301">
                        <c:v>16011.9265</c:v>
                      </c:pt>
                      <c:pt idx="302">
                        <c:v>16354.970499999999</c:v>
                      </c:pt>
                      <c:pt idx="303">
                        <c:v>16239.820100000001</c:v>
                      </c:pt>
                      <c:pt idx="304">
                        <c:v>18944.094099999998</c:v>
                      </c:pt>
                      <c:pt idx="305">
                        <c:v>19585.539499999999</c:v>
                      </c:pt>
                      <c:pt idx="306">
                        <c:v>19942.649600000001</c:v>
                      </c:pt>
                      <c:pt idx="307">
                        <c:v>19577.629499999999</c:v>
                      </c:pt>
                      <c:pt idx="308">
                        <c:v>19984.595099999999</c:v>
                      </c:pt>
                      <c:pt idx="309">
                        <c:v>20349.7876</c:v>
                      </c:pt>
                      <c:pt idx="310">
                        <c:v>18837.875499999998</c:v>
                      </c:pt>
                      <c:pt idx="311">
                        <c:v>21409.904299999998</c:v>
                      </c:pt>
                      <c:pt idx="312">
                        <c:v>21232.195800000001</c:v>
                      </c:pt>
                      <c:pt idx="313">
                        <c:v>21006.250400000001</c:v>
                      </c:pt>
                      <c:pt idx="314">
                        <c:v>21816.0602</c:v>
                      </c:pt>
                      <c:pt idx="315">
                        <c:v>17510.276099999999</c:v>
                      </c:pt>
                      <c:pt idx="316">
                        <c:v>19207.960299999999</c:v>
                      </c:pt>
                      <c:pt idx="317">
                        <c:v>18421.1054</c:v>
                      </c:pt>
                      <c:pt idx="318">
                        <c:v>21195.964100000001</c:v>
                      </c:pt>
                      <c:pt idx="319">
                        <c:v>21482.960200000001</c:v>
                      </c:pt>
                      <c:pt idx="320">
                        <c:v>20858.868699999999</c:v>
                      </c:pt>
                      <c:pt idx="321">
                        <c:v>21036.463100000001</c:v>
                      </c:pt>
                      <c:pt idx="322">
                        <c:v>20580.432499999999</c:v>
                      </c:pt>
                      <c:pt idx="323">
                        <c:v>19920.3253</c:v>
                      </c:pt>
                      <c:pt idx="324">
                        <c:v>18945.680199999999</c:v>
                      </c:pt>
                      <c:pt idx="325">
                        <c:v>21283.1643</c:v>
                      </c:pt>
                      <c:pt idx="326">
                        <c:v>20924.356599999999</c:v>
                      </c:pt>
                      <c:pt idx="327">
                        <c:v>21018.845700000002</c:v>
                      </c:pt>
                      <c:pt idx="328">
                        <c:v>19810.0674</c:v>
                      </c:pt>
                      <c:pt idx="329">
                        <c:v>20339.840700000001</c:v>
                      </c:pt>
                      <c:pt idx="330">
                        <c:v>19225.605100000001</c:v>
                      </c:pt>
                      <c:pt idx="331">
                        <c:v>18046.687999999998</c:v>
                      </c:pt>
                      <c:pt idx="332">
                        <c:v>21071.6168</c:v>
                      </c:pt>
                      <c:pt idx="333">
                        <c:v>20862.621200000001</c:v>
                      </c:pt>
                      <c:pt idx="334">
                        <c:v>20895.463299999999</c:v>
                      </c:pt>
                      <c:pt idx="335">
                        <c:v>20730.226900000001</c:v>
                      </c:pt>
                      <c:pt idx="336">
                        <c:v>21748.0324</c:v>
                      </c:pt>
                      <c:pt idx="337">
                        <c:v>19769.2834</c:v>
                      </c:pt>
                      <c:pt idx="338">
                        <c:v>18596.969499999999</c:v>
                      </c:pt>
                      <c:pt idx="339">
                        <c:v>21618.580300000001</c:v>
                      </c:pt>
                      <c:pt idx="340">
                        <c:v>21567.469400000002</c:v>
                      </c:pt>
                      <c:pt idx="341">
                        <c:v>21537.935799999999</c:v>
                      </c:pt>
                      <c:pt idx="342">
                        <c:v>20327.762200000001</c:v>
                      </c:pt>
                      <c:pt idx="343">
                        <c:v>22053.080699999999</c:v>
                      </c:pt>
                      <c:pt idx="344">
                        <c:v>18106.018400000001</c:v>
                      </c:pt>
                      <c:pt idx="345">
                        <c:v>19050.889800000001</c:v>
                      </c:pt>
                      <c:pt idx="346">
                        <c:v>22610.500400000001</c:v>
                      </c:pt>
                      <c:pt idx="347">
                        <c:v>22593.418600000001</c:v>
                      </c:pt>
                      <c:pt idx="348">
                        <c:v>22163.407500000001</c:v>
                      </c:pt>
                      <c:pt idx="349">
                        <c:v>21805.352599999998</c:v>
                      </c:pt>
                      <c:pt idx="350">
                        <c:v>21526.4028</c:v>
                      </c:pt>
                      <c:pt idx="351">
                        <c:v>20378.091799999998</c:v>
                      </c:pt>
                      <c:pt idx="352">
                        <c:v>19044.393599999999</c:v>
                      </c:pt>
                      <c:pt idx="353">
                        <c:v>21774.676899999999</c:v>
                      </c:pt>
                      <c:pt idx="354">
                        <c:v>21799.340100000001</c:v>
                      </c:pt>
                      <c:pt idx="355">
                        <c:v>22197.233499999998</c:v>
                      </c:pt>
                      <c:pt idx="356">
                        <c:v>22346.7673</c:v>
                      </c:pt>
                      <c:pt idx="357">
                        <c:v>21577.1996</c:v>
                      </c:pt>
                      <c:pt idx="358">
                        <c:v>20400.537100000001</c:v>
                      </c:pt>
                      <c:pt idx="359">
                        <c:v>19189.619900000002</c:v>
                      </c:pt>
                      <c:pt idx="360">
                        <c:v>22466.817200000001</c:v>
                      </c:pt>
                      <c:pt idx="361">
                        <c:v>20466.4856</c:v>
                      </c:pt>
                      <c:pt idx="362">
                        <c:v>20380.6895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9BBE-4D9B-8656-D44F726B71C1}"/>
                  </c:ext>
                </c:extLst>
              </c15:ser>
            </c15:filteredLineSeries>
          </c:ext>
        </c:extLst>
      </c:lineChart>
      <c:lineChart>
        <c:grouping val="standard"/>
        <c:varyColors val="0"/>
        <c:ser>
          <c:idx val="0"/>
          <c:order val="0"/>
          <c:tx>
            <c:strRef>
              <c:f>G!$B$1</c:f>
              <c:strCache>
                <c:ptCount val="1"/>
                <c:pt idx="0">
                  <c:v>Total Network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G!$A$2:$A$364</c:f>
              <c:numCache>
                <c:formatCode>m/d/yyyy</c:formatCode>
                <c:ptCount val="363"/>
                <c:pt idx="0">
                  <c:v>45828</c:v>
                </c:pt>
                <c:pt idx="1">
                  <c:v>45829</c:v>
                </c:pt>
                <c:pt idx="2">
                  <c:v>45830</c:v>
                </c:pt>
                <c:pt idx="3">
                  <c:v>45831</c:v>
                </c:pt>
                <c:pt idx="4">
                  <c:v>45832</c:v>
                </c:pt>
                <c:pt idx="5">
                  <c:v>45833</c:v>
                </c:pt>
                <c:pt idx="6">
                  <c:v>45834</c:v>
                </c:pt>
                <c:pt idx="7">
                  <c:v>45835</c:v>
                </c:pt>
                <c:pt idx="8">
                  <c:v>45836</c:v>
                </c:pt>
                <c:pt idx="9">
                  <c:v>45837</c:v>
                </c:pt>
                <c:pt idx="10">
                  <c:v>45838</c:v>
                </c:pt>
                <c:pt idx="11">
                  <c:v>45839</c:v>
                </c:pt>
                <c:pt idx="12">
                  <c:v>45840</c:v>
                </c:pt>
                <c:pt idx="13">
                  <c:v>45841</c:v>
                </c:pt>
                <c:pt idx="14">
                  <c:v>45842</c:v>
                </c:pt>
                <c:pt idx="15">
                  <c:v>45843</c:v>
                </c:pt>
                <c:pt idx="16">
                  <c:v>45844</c:v>
                </c:pt>
                <c:pt idx="17">
                  <c:v>45845</c:v>
                </c:pt>
                <c:pt idx="18">
                  <c:v>45846</c:v>
                </c:pt>
                <c:pt idx="19">
                  <c:v>45847</c:v>
                </c:pt>
                <c:pt idx="20">
                  <c:v>45848</c:v>
                </c:pt>
                <c:pt idx="21">
                  <c:v>45849</c:v>
                </c:pt>
                <c:pt idx="22">
                  <c:v>45850</c:v>
                </c:pt>
                <c:pt idx="23">
                  <c:v>45851</c:v>
                </c:pt>
                <c:pt idx="24">
                  <c:v>45852</c:v>
                </c:pt>
                <c:pt idx="25">
                  <c:v>45853</c:v>
                </c:pt>
                <c:pt idx="26">
                  <c:v>45854</c:v>
                </c:pt>
                <c:pt idx="27">
                  <c:v>45855</c:v>
                </c:pt>
                <c:pt idx="28">
                  <c:v>45856</c:v>
                </c:pt>
                <c:pt idx="29">
                  <c:v>45857</c:v>
                </c:pt>
                <c:pt idx="30">
                  <c:v>45858</c:v>
                </c:pt>
                <c:pt idx="31">
                  <c:v>45859</c:v>
                </c:pt>
                <c:pt idx="32">
                  <c:v>45860</c:v>
                </c:pt>
                <c:pt idx="33">
                  <c:v>45861</c:v>
                </c:pt>
                <c:pt idx="34">
                  <c:v>45862</c:v>
                </c:pt>
                <c:pt idx="35">
                  <c:v>45863</c:v>
                </c:pt>
                <c:pt idx="36">
                  <c:v>45864</c:v>
                </c:pt>
                <c:pt idx="37">
                  <c:v>45865</c:v>
                </c:pt>
                <c:pt idx="38">
                  <c:v>45866</c:v>
                </c:pt>
                <c:pt idx="39">
                  <c:v>45867</c:v>
                </c:pt>
                <c:pt idx="40">
                  <c:v>45868</c:v>
                </c:pt>
                <c:pt idx="41">
                  <c:v>45869</c:v>
                </c:pt>
                <c:pt idx="42">
                  <c:v>45870</c:v>
                </c:pt>
                <c:pt idx="43">
                  <c:v>45871</c:v>
                </c:pt>
                <c:pt idx="44">
                  <c:v>45872</c:v>
                </c:pt>
                <c:pt idx="45">
                  <c:v>45873</c:v>
                </c:pt>
                <c:pt idx="46">
                  <c:v>45874</c:v>
                </c:pt>
                <c:pt idx="47">
                  <c:v>45875</c:v>
                </c:pt>
                <c:pt idx="48">
                  <c:v>45876</c:v>
                </c:pt>
                <c:pt idx="49">
                  <c:v>45877</c:v>
                </c:pt>
                <c:pt idx="50">
                  <c:v>45878</c:v>
                </c:pt>
                <c:pt idx="51">
                  <c:v>45879</c:v>
                </c:pt>
                <c:pt idx="52">
                  <c:v>45880</c:v>
                </c:pt>
                <c:pt idx="53">
                  <c:v>45881</c:v>
                </c:pt>
                <c:pt idx="54">
                  <c:v>45882</c:v>
                </c:pt>
                <c:pt idx="55">
                  <c:v>45883</c:v>
                </c:pt>
                <c:pt idx="56">
                  <c:v>45884</c:v>
                </c:pt>
                <c:pt idx="57">
                  <c:v>45885</c:v>
                </c:pt>
                <c:pt idx="58">
                  <c:v>45886</c:v>
                </c:pt>
                <c:pt idx="59">
                  <c:v>45887</c:v>
                </c:pt>
                <c:pt idx="60">
                  <c:v>45888</c:v>
                </c:pt>
                <c:pt idx="61">
                  <c:v>45889</c:v>
                </c:pt>
                <c:pt idx="62">
                  <c:v>45890</c:v>
                </c:pt>
                <c:pt idx="63">
                  <c:v>45891</c:v>
                </c:pt>
                <c:pt idx="64">
                  <c:v>45892</c:v>
                </c:pt>
                <c:pt idx="65">
                  <c:v>45893</c:v>
                </c:pt>
                <c:pt idx="66">
                  <c:v>45894</c:v>
                </c:pt>
                <c:pt idx="67">
                  <c:v>45895</c:v>
                </c:pt>
                <c:pt idx="68">
                  <c:v>45896</c:v>
                </c:pt>
                <c:pt idx="69">
                  <c:v>45897</c:v>
                </c:pt>
                <c:pt idx="70">
                  <c:v>45898</c:v>
                </c:pt>
                <c:pt idx="71">
                  <c:v>45899</c:v>
                </c:pt>
                <c:pt idx="72">
                  <c:v>45900</c:v>
                </c:pt>
                <c:pt idx="73">
                  <c:v>45901</c:v>
                </c:pt>
                <c:pt idx="74">
                  <c:v>45902</c:v>
                </c:pt>
                <c:pt idx="75">
                  <c:v>45903</c:v>
                </c:pt>
                <c:pt idx="76">
                  <c:v>45904</c:v>
                </c:pt>
                <c:pt idx="77">
                  <c:v>45905</c:v>
                </c:pt>
                <c:pt idx="78">
                  <c:v>45906</c:v>
                </c:pt>
                <c:pt idx="79">
                  <c:v>45907</c:v>
                </c:pt>
                <c:pt idx="80">
                  <c:v>45908</c:v>
                </c:pt>
                <c:pt idx="81">
                  <c:v>45909</c:v>
                </c:pt>
                <c:pt idx="82">
                  <c:v>45910</c:v>
                </c:pt>
                <c:pt idx="83">
                  <c:v>45911</c:v>
                </c:pt>
                <c:pt idx="84">
                  <c:v>45912</c:v>
                </c:pt>
                <c:pt idx="85">
                  <c:v>45913</c:v>
                </c:pt>
                <c:pt idx="86">
                  <c:v>45914</c:v>
                </c:pt>
                <c:pt idx="87">
                  <c:v>45915</c:v>
                </c:pt>
                <c:pt idx="88">
                  <c:v>45916</c:v>
                </c:pt>
                <c:pt idx="89">
                  <c:v>45917</c:v>
                </c:pt>
                <c:pt idx="90">
                  <c:v>45918</c:v>
                </c:pt>
                <c:pt idx="91">
                  <c:v>45919</c:v>
                </c:pt>
                <c:pt idx="92">
                  <c:v>45920</c:v>
                </c:pt>
                <c:pt idx="93">
                  <c:v>45921</c:v>
                </c:pt>
                <c:pt idx="94">
                  <c:v>45922</c:v>
                </c:pt>
                <c:pt idx="95">
                  <c:v>45923</c:v>
                </c:pt>
                <c:pt idx="96">
                  <c:v>45924</c:v>
                </c:pt>
                <c:pt idx="97">
                  <c:v>45925</c:v>
                </c:pt>
                <c:pt idx="98">
                  <c:v>45926</c:v>
                </c:pt>
                <c:pt idx="99">
                  <c:v>45927</c:v>
                </c:pt>
                <c:pt idx="100">
                  <c:v>45928</c:v>
                </c:pt>
                <c:pt idx="101">
                  <c:v>45929</c:v>
                </c:pt>
                <c:pt idx="102">
                  <c:v>45930</c:v>
                </c:pt>
                <c:pt idx="103">
                  <c:v>45931</c:v>
                </c:pt>
                <c:pt idx="104">
                  <c:v>45932</c:v>
                </c:pt>
                <c:pt idx="105">
                  <c:v>45933</c:v>
                </c:pt>
                <c:pt idx="106">
                  <c:v>45934</c:v>
                </c:pt>
                <c:pt idx="107">
                  <c:v>45935</c:v>
                </c:pt>
                <c:pt idx="108">
                  <c:v>45936</c:v>
                </c:pt>
                <c:pt idx="109">
                  <c:v>45937</c:v>
                </c:pt>
                <c:pt idx="110">
                  <c:v>45938</c:v>
                </c:pt>
                <c:pt idx="111">
                  <c:v>45939</c:v>
                </c:pt>
                <c:pt idx="112">
                  <c:v>45940</c:v>
                </c:pt>
                <c:pt idx="113">
                  <c:v>45941</c:v>
                </c:pt>
                <c:pt idx="114">
                  <c:v>45942</c:v>
                </c:pt>
                <c:pt idx="115">
                  <c:v>45943</c:v>
                </c:pt>
                <c:pt idx="116">
                  <c:v>45944</c:v>
                </c:pt>
                <c:pt idx="117">
                  <c:v>45945</c:v>
                </c:pt>
                <c:pt idx="118">
                  <c:v>45946</c:v>
                </c:pt>
                <c:pt idx="119">
                  <c:v>45947</c:v>
                </c:pt>
                <c:pt idx="120">
                  <c:v>45948</c:v>
                </c:pt>
                <c:pt idx="121">
                  <c:v>45949</c:v>
                </c:pt>
                <c:pt idx="122">
                  <c:v>45950</c:v>
                </c:pt>
                <c:pt idx="123">
                  <c:v>45951</c:v>
                </c:pt>
                <c:pt idx="124">
                  <c:v>45952</c:v>
                </c:pt>
                <c:pt idx="125">
                  <c:v>45953</c:v>
                </c:pt>
                <c:pt idx="126">
                  <c:v>45954</c:v>
                </c:pt>
                <c:pt idx="127">
                  <c:v>45955</c:v>
                </c:pt>
                <c:pt idx="128">
                  <c:v>45956</c:v>
                </c:pt>
                <c:pt idx="129">
                  <c:v>45957</c:v>
                </c:pt>
                <c:pt idx="130">
                  <c:v>45958</c:v>
                </c:pt>
                <c:pt idx="131">
                  <c:v>45959</c:v>
                </c:pt>
                <c:pt idx="132">
                  <c:v>45960</c:v>
                </c:pt>
                <c:pt idx="133">
                  <c:v>45961</c:v>
                </c:pt>
                <c:pt idx="134">
                  <c:v>45962</c:v>
                </c:pt>
                <c:pt idx="135">
                  <c:v>45963</c:v>
                </c:pt>
                <c:pt idx="136">
                  <c:v>45964</c:v>
                </c:pt>
                <c:pt idx="137">
                  <c:v>45965</c:v>
                </c:pt>
                <c:pt idx="138">
                  <c:v>45966</c:v>
                </c:pt>
                <c:pt idx="139">
                  <c:v>45967</c:v>
                </c:pt>
                <c:pt idx="140">
                  <c:v>45968</c:v>
                </c:pt>
                <c:pt idx="141">
                  <c:v>45969</c:v>
                </c:pt>
                <c:pt idx="142">
                  <c:v>45970</c:v>
                </c:pt>
                <c:pt idx="143">
                  <c:v>45971</c:v>
                </c:pt>
                <c:pt idx="144">
                  <c:v>45972</c:v>
                </c:pt>
                <c:pt idx="145">
                  <c:v>45973</c:v>
                </c:pt>
                <c:pt idx="146">
                  <c:v>45974</c:v>
                </c:pt>
                <c:pt idx="147">
                  <c:v>45975</c:v>
                </c:pt>
                <c:pt idx="148">
                  <c:v>45976</c:v>
                </c:pt>
                <c:pt idx="149">
                  <c:v>45977</c:v>
                </c:pt>
                <c:pt idx="150">
                  <c:v>45978</c:v>
                </c:pt>
                <c:pt idx="151">
                  <c:v>45979</c:v>
                </c:pt>
                <c:pt idx="152">
                  <c:v>45980</c:v>
                </c:pt>
                <c:pt idx="153">
                  <c:v>45981</c:v>
                </c:pt>
                <c:pt idx="154">
                  <c:v>45982</c:v>
                </c:pt>
                <c:pt idx="155">
                  <c:v>45983</c:v>
                </c:pt>
                <c:pt idx="156">
                  <c:v>45984</c:v>
                </c:pt>
                <c:pt idx="157">
                  <c:v>45985</c:v>
                </c:pt>
                <c:pt idx="158">
                  <c:v>45986</c:v>
                </c:pt>
                <c:pt idx="159">
                  <c:v>45987</c:v>
                </c:pt>
                <c:pt idx="160">
                  <c:v>45988</c:v>
                </c:pt>
                <c:pt idx="161">
                  <c:v>45989</c:v>
                </c:pt>
                <c:pt idx="162">
                  <c:v>45990</c:v>
                </c:pt>
                <c:pt idx="163">
                  <c:v>45991</c:v>
                </c:pt>
                <c:pt idx="164">
                  <c:v>45992</c:v>
                </c:pt>
                <c:pt idx="165">
                  <c:v>45993</c:v>
                </c:pt>
                <c:pt idx="166">
                  <c:v>45994</c:v>
                </c:pt>
                <c:pt idx="167">
                  <c:v>45995</c:v>
                </c:pt>
                <c:pt idx="168">
                  <c:v>45996</c:v>
                </c:pt>
                <c:pt idx="169">
                  <c:v>45997</c:v>
                </c:pt>
                <c:pt idx="170">
                  <c:v>45998</c:v>
                </c:pt>
                <c:pt idx="171">
                  <c:v>45999</c:v>
                </c:pt>
                <c:pt idx="172">
                  <c:v>46000</c:v>
                </c:pt>
                <c:pt idx="173">
                  <c:v>46001</c:v>
                </c:pt>
                <c:pt idx="174">
                  <c:v>46002</c:v>
                </c:pt>
                <c:pt idx="175">
                  <c:v>46003</c:v>
                </c:pt>
                <c:pt idx="176">
                  <c:v>46004</c:v>
                </c:pt>
                <c:pt idx="177">
                  <c:v>46005</c:v>
                </c:pt>
                <c:pt idx="178">
                  <c:v>46006</c:v>
                </c:pt>
                <c:pt idx="179">
                  <c:v>46007</c:v>
                </c:pt>
                <c:pt idx="180">
                  <c:v>46008</c:v>
                </c:pt>
                <c:pt idx="181">
                  <c:v>46009</c:v>
                </c:pt>
                <c:pt idx="182">
                  <c:v>46010</c:v>
                </c:pt>
                <c:pt idx="183">
                  <c:v>46011</c:v>
                </c:pt>
                <c:pt idx="184">
                  <c:v>46012</c:v>
                </c:pt>
                <c:pt idx="185">
                  <c:v>46013</c:v>
                </c:pt>
                <c:pt idx="186">
                  <c:v>46014</c:v>
                </c:pt>
                <c:pt idx="187">
                  <c:v>46015</c:v>
                </c:pt>
                <c:pt idx="188">
                  <c:v>46016</c:v>
                </c:pt>
                <c:pt idx="189">
                  <c:v>46017</c:v>
                </c:pt>
                <c:pt idx="190">
                  <c:v>46018</c:v>
                </c:pt>
                <c:pt idx="191">
                  <c:v>46019</c:v>
                </c:pt>
                <c:pt idx="192">
                  <c:v>46020</c:v>
                </c:pt>
                <c:pt idx="193">
                  <c:v>46021</c:v>
                </c:pt>
                <c:pt idx="194">
                  <c:v>46022</c:v>
                </c:pt>
                <c:pt idx="195">
                  <c:v>46023</c:v>
                </c:pt>
                <c:pt idx="196">
                  <c:v>46024</c:v>
                </c:pt>
                <c:pt idx="197">
                  <c:v>46025</c:v>
                </c:pt>
                <c:pt idx="198">
                  <c:v>46026</c:v>
                </c:pt>
                <c:pt idx="199">
                  <c:v>46027</c:v>
                </c:pt>
                <c:pt idx="200">
                  <c:v>46028</c:v>
                </c:pt>
                <c:pt idx="201">
                  <c:v>46029</c:v>
                </c:pt>
                <c:pt idx="202">
                  <c:v>46030</c:v>
                </c:pt>
                <c:pt idx="203">
                  <c:v>46031</c:v>
                </c:pt>
                <c:pt idx="204">
                  <c:v>46032</c:v>
                </c:pt>
                <c:pt idx="205">
                  <c:v>46033</c:v>
                </c:pt>
                <c:pt idx="206">
                  <c:v>46034</c:v>
                </c:pt>
                <c:pt idx="207">
                  <c:v>46035</c:v>
                </c:pt>
                <c:pt idx="208">
                  <c:v>46036</c:v>
                </c:pt>
                <c:pt idx="209">
                  <c:v>46037</c:v>
                </c:pt>
                <c:pt idx="210">
                  <c:v>46038</c:v>
                </c:pt>
                <c:pt idx="211">
                  <c:v>46039</c:v>
                </c:pt>
                <c:pt idx="212">
                  <c:v>46040</c:v>
                </c:pt>
                <c:pt idx="213">
                  <c:v>46041</c:v>
                </c:pt>
                <c:pt idx="214">
                  <c:v>46042</c:v>
                </c:pt>
                <c:pt idx="215">
                  <c:v>46043</c:v>
                </c:pt>
                <c:pt idx="216">
                  <c:v>46044</c:v>
                </c:pt>
                <c:pt idx="217">
                  <c:v>46045</c:v>
                </c:pt>
                <c:pt idx="218">
                  <c:v>46046</c:v>
                </c:pt>
                <c:pt idx="219">
                  <c:v>46047</c:v>
                </c:pt>
                <c:pt idx="220">
                  <c:v>46048</c:v>
                </c:pt>
                <c:pt idx="221">
                  <c:v>46049</c:v>
                </c:pt>
                <c:pt idx="222">
                  <c:v>46050</c:v>
                </c:pt>
                <c:pt idx="223">
                  <c:v>46051</c:v>
                </c:pt>
                <c:pt idx="224">
                  <c:v>46052</c:v>
                </c:pt>
                <c:pt idx="225">
                  <c:v>46053</c:v>
                </c:pt>
                <c:pt idx="226">
                  <c:v>46054</c:v>
                </c:pt>
                <c:pt idx="227">
                  <c:v>46055</c:v>
                </c:pt>
                <c:pt idx="228">
                  <c:v>46056</c:v>
                </c:pt>
                <c:pt idx="229">
                  <c:v>46057</c:v>
                </c:pt>
                <c:pt idx="230">
                  <c:v>46058</c:v>
                </c:pt>
                <c:pt idx="231">
                  <c:v>46059</c:v>
                </c:pt>
                <c:pt idx="232">
                  <c:v>46060</c:v>
                </c:pt>
                <c:pt idx="233">
                  <c:v>46061</c:v>
                </c:pt>
                <c:pt idx="234">
                  <c:v>46062</c:v>
                </c:pt>
                <c:pt idx="235">
                  <c:v>46063</c:v>
                </c:pt>
                <c:pt idx="236">
                  <c:v>46064</c:v>
                </c:pt>
                <c:pt idx="237">
                  <c:v>46065</c:v>
                </c:pt>
                <c:pt idx="238">
                  <c:v>46066</c:v>
                </c:pt>
                <c:pt idx="239">
                  <c:v>46067</c:v>
                </c:pt>
                <c:pt idx="240">
                  <c:v>46068</c:v>
                </c:pt>
                <c:pt idx="241">
                  <c:v>46069</c:v>
                </c:pt>
                <c:pt idx="242">
                  <c:v>46070</c:v>
                </c:pt>
                <c:pt idx="243">
                  <c:v>46071</c:v>
                </c:pt>
                <c:pt idx="244">
                  <c:v>46072</c:v>
                </c:pt>
                <c:pt idx="245">
                  <c:v>46073</c:v>
                </c:pt>
                <c:pt idx="246">
                  <c:v>46074</c:v>
                </c:pt>
                <c:pt idx="247">
                  <c:v>46075</c:v>
                </c:pt>
                <c:pt idx="248">
                  <c:v>46076</c:v>
                </c:pt>
                <c:pt idx="249">
                  <c:v>46077</c:v>
                </c:pt>
                <c:pt idx="250">
                  <c:v>46078</c:v>
                </c:pt>
                <c:pt idx="251">
                  <c:v>46079</c:v>
                </c:pt>
                <c:pt idx="252">
                  <c:v>46080</c:v>
                </c:pt>
                <c:pt idx="253">
                  <c:v>46081</c:v>
                </c:pt>
                <c:pt idx="254">
                  <c:v>46082</c:v>
                </c:pt>
                <c:pt idx="255">
                  <c:v>46083</c:v>
                </c:pt>
                <c:pt idx="256">
                  <c:v>46084</c:v>
                </c:pt>
                <c:pt idx="257">
                  <c:v>46085</c:v>
                </c:pt>
                <c:pt idx="258">
                  <c:v>46086</c:v>
                </c:pt>
                <c:pt idx="259">
                  <c:v>46087</c:v>
                </c:pt>
                <c:pt idx="260">
                  <c:v>46088</c:v>
                </c:pt>
                <c:pt idx="261">
                  <c:v>46089</c:v>
                </c:pt>
                <c:pt idx="262">
                  <c:v>46090</c:v>
                </c:pt>
                <c:pt idx="263">
                  <c:v>46091</c:v>
                </c:pt>
                <c:pt idx="264">
                  <c:v>46092</c:v>
                </c:pt>
                <c:pt idx="265">
                  <c:v>46093</c:v>
                </c:pt>
                <c:pt idx="266">
                  <c:v>46094</c:v>
                </c:pt>
                <c:pt idx="267">
                  <c:v>46095</c:v>
                </c:pt>
                <c:pt idx="268">
                  <c:v>46096</c:v>
                </c:pt>
                <c:pt idx="269">
                  <c:v>46097</c:v>
                </c:pt>
                <c:pt idx="270">
                  <c:v>46098</c:v>
                </c:pt>
                <c:pt idx="271">
                  <c:v>46099</c:v>
                </c:pt>
                <c:pt idx="272">
                  <c:v>46100</c:v>
                </c:pt>
                <c:pt idx="273">
                  <c:v>46101</c:v>
                </c:pt>
                <c:pt idx="274">
                  <c:v>46102</c:v>
                </c:pt>
                <c:pt idx="275">
                  <c:v>46103</c:v>
                </c:pt>
                <c:pt idx="276">
                  <c:v>46104</c:v>
                </c:pt>
                <c:pt idx="277">
                  <c:v>46105</c:v>
                </c:pt>
                <c:pt idx="278">
                  <c:v>46106</c:v>
                </c:pt>
                <c:pt idx="279">
                  <c:v>46107</c:v>
                </c:pt>
                <c:pt idx="280">
                  <c:v>46108</c:v>
                </c:pt>
                <c:pt idx="281">
                  <c:v>46109</c:v>
                </c:pt>
                <c:pt idx="282">
                  <c:v>46110</c:v>
                </c:pt>
                <c:pt idx="283">
                  <c:v>46111</c:v>
                </c:pt>
                <c:pt idx="284">
                  <c:v>46112</c:v>
                </c:pt>
                <c:pt idx="285">
                  <c:v>46113</c:v>
                </c:pt>
                <c:pt idx="286">
                  <c:v>46114</c:v>
                </c:pt>
                <c:pt idx="287">
                  <c:v>46115</c:v>
                </c:pt>
                <c:pt idx="288">
                  <c:v>46116</c:v>
                </c:pt>
                <c:pt idx="289">
                  <c:v>46117</c:v>
                </c:pt>
                <c:pt idx="290">
                  <c:v>46118</c:v>
                </c:pt>
                <c:pt idx="291">
                  <c:v>46119</c:v>
                </c:pt>
                <c:pt idx="292">
                  <c:v>46120</c:v>
                </c:pt>
                <c:pt idx="293">
                  <c:v>46121</c:v>
                </c:pt>
                <c:pt idx="294">
                  <c:v>46122</c:v>
                </c:pt>
                <c:pt idx="295">
                  <c:v>46123</c:v>
                </c:pt>
                <c:pt idx="296">
                  <c:v>46124</c:v>
                </c:pt>
                <c:pt idx="297">
                  <c:v>46125</c:v>
                </c:pt>
                <c:pt idx="298">
                  <c:v>46126</c:v>
                </c:pt>
                <c:pt idx="299">
                  <c:v>46127</c:v>
                </c:pt>
                <c:pt idx="300">
                  <c:v>46128</c:v>
                </c:pt>
                <c:pt idx="301">
                  <c:v>46129</c:v>
                </c:pt>
                <c:pt idx="302">
                  <c:v>46130</c:v>
                </c:pt>
                <c:pt idx="303">
                  <c:v>46131</c:v>
                </c:pt>
                <c:pt idx="304">
                  <c:v>46132</c:v>
                </c:pt>
                <c:pt idx="305">
                  <c:v>46133</c:v>
                </c:pt>
                <c:pt idx="306">
                  <c:v>46134</c:v>
                </c:pt>
                <c:pt idx="307">
                  <c:v>46135</c:v>
                </c:pt>
                <c:pt idx="308">
                  <c:v>46136</c:v>
                </c:pt>
                <c:pt idx="309">
                  <c:v>46137</c:v>
                </c:pt>
                <c:pt idx="310">
                  <c:v>46138</c:v>
                </c:pt>
                <c:pt idx="311">
                  <c:v>46139</c:v>
                </c:pt>
                <c:pt idx="312">
                  <c:v>46140</c:v>
                </c:pt>
                <c:pt idx="313">
                  <c:v>46141</c:v>
                </c:pt>
                <c:pt idx="314">
                  <c:v>46142</c:v>
                </c:pt>
                <c:pt idx="315">
                  <c:v>46143</c:v>
                </c:pt>
                <c:pt idx="316">
                  <c:v>46144</c:v>
                </c:pt>
                <c:pt idx="317">
                  <c:v>46145</c:v>
                </c:pt>
                <c:pt idx="318">
                  <c:v>46146</c:v>
                </c:pt>
                <c:pt idx="319">
                  <c:v>46147</c:v>
                </c:pt>
                <c:pt idx="320">
                  <c:v>46148</c:v>
                </c:pt>
                <c:pt idx="321">
                  <c:v>46149</c:v>
                </c:pt>
                <c:pt idx="322">
                  <c:v>46150</c:v>
                </c:pt>
                <c:pt idx="323">
                  <c:v>46151</c:v>
                </c:pt>
                <c:pt idx="324">
                  <c:v>46152</c:v>
                </c:pt>
                <c:pt idx="325">
                  <c:v>46153</c:v>
                </c:pt>
                <c:pt idx="326">
                  <c:v>46154</c:v>
                </c:pt>
                <c:pt idx="327">
                  <c:v>46155</c:v>
                </c:pt>
                <c:pt idx="328">
                  <c:v>46156</c:v>
                </c:pt>
                <c:pt idx="329">
                  <c:v>46157</c:v>
                </c:pt>
                <c:pt idx="330">
                  <c:v>46158</c:v>
                </c:pt>
                <c:pt idx="331">
                  <c:v>46159</c:v>
                </c:pt>
                <c:pt idx="332">
                  <c:v>46160</c:v>
                </c:pt>
                <c:pt idx="333">
                  <c:v>46161</c:v>
                </c:pt>
                <c:pt idx="334">
                  <c:v>46162</c:v>
                </c:pt>
                <c:pt idx="335">
                  <c:v>46163</c:v>
                </c:pt>
                <c:pt idx="336">
                  <c:v>46164</c:v>
                </c:pt>
                <c:pt idx="337">
                  <c:v>46165</c:v>
                </c:pt>
                <c:pt idx="338">
                  <c:v>46166</c:v>
                </c:pt>
                <c:pt idx="339">
                  <c:v>46167</c:v>
                </c:pt>
                <c:pt idx="340">
                  <c:v>46168</c:v>
                </c:pt>
                <c:pt idx="341">
                  <c:v>46169</c:v>
                </c:pt>
                <c:pt idx="342">
                  <c:v>46170</c:v>
                </c:pt>
                <c:pt idx="343">
                  <c:v>46171</c:v>
                </c:pt>
                <c:pt idx="344">
                  <c:v>46172</c:v>
                </c:pt>
                <c:pt idx="345">
                  <c:v>46173</c:v>
                </c:pt>
                <c:pt idx="346">
                  <c:v>46174</c:v>
                </c:pt>
                <c:pt idx="347">
                  <c:v>46175</c:v>
                </c:pt>
                <c:pt idx="348">
                  <c:v>46176</c:v>
                </c:pt>
                <c:pt idx="349">
                  <c:v>46177</c:v>
                </c:pt>
                <c:pt idx="350">
                  <c:v>46178</c:v>
                </c:pt>
                <c:pt idx="351">
                  <c:v>46179</c:v>
                </c:pt>
                <c:pt idx="352">
                  <c:v>46180</c:v>
                </c:pt>
                <c:pt idx="353">
                  <c:v>46181</c:v>
                </c:pt>
                <c:pt idx="354">
                  <c:v>46182</c:v>
                </c:pt>
                <c:pt idx="355">
                  <c:v>46183</c:v>
                </c:pt>
                <c:pt idx="356">
                  <c:v>46184</c:v>
                </c:pt>
                <c:pt idx="357">
                  <c:v>46185</c:v>
                </c:pt>
                <c:pt idx="358">
                  <c:v>46186</c:v>
                </c:pt>
                <c:pt idx="359">
                  <c:v>46187</c:v>
                </c:pt>
                <c:pt idx="360">
                  <c:v>46188</c:v>
                </c:pt>
                <c:pt idx="361">
                  <c:v>46189</c:v>
                </c:pt>
                <c:pt idx="362">
                  <c:v>46190</c:v>
                </c:pt>
              </c:numCache>
            </c:numRef>
          </c:cat>
          <c:val>
            <c:numRef>
              <c:f>G!$B$2:$B$364</c:f>
              <c:numCache>
                <c:formatCode>General</c:formatCode>
                <c:ptCount val="363"/>
                <c:pt idx="0">
                  <c:v>49778.6639</c:v>
                </c:pt>
                <c:pt idx="1">
                  <c:v>45602.821100000001</c:v>
                </c:pt>
                <c:pt idx="2">
                  <c:v>41954.240899999997</c:v>
                </c:pt>
                <c:pt idx="3">
                  <c:v>50814.561399999999</c:v>
                </c:pt>
                <c:pt idx="4">
                  <c:v>52879.981299999999</c:v>
                </c:pt>
                <c:pt idx="5">
                  <c:v>53237.858</c:v>
                </c:pt>
                <c:pt idx="6">
                  <c:v>52346.027699999999</c:v>
                </c:pt>
                <c:pt idx="7">
                  <c:v>52480.012999999999</c:v>
                </c:pt>
                <c:pt idx="8">
                  <c:v>48185.686600000001</c:v>
                </c:pt>
                <c:pt idx="9">
                  <c:v>44783.389600000002</c:v>
                </c:pt>
                <c:pt idx="10">
                  <c:v>53971.982600000003</c:v>
                </c:pt>
                <c:pt idx="11">
                  <c:v>53082.411200000002</c:v>
                </c:pt>
                <c:pt idx="12">
                  <c:v>51670.219499999999</c:v>
                </c:pt>
                <c:pt idx="13">
                  <c:v>52046.1927</c:v>
                </c:pt>
                <c:pt idx="14">
                  <c:v>51706.37</c:v>
                </c:pt>
                <c:pt idx="15">
                  <c:v>47232.347900000001</c:v>
                </c:pt>
                <c:pt idx="16">
                  <c:v>45310.150699999998</c:v>
                </c:pt>
                <c:pt idx="17">
                  <c:v>54109.322</c:v>
                </c:pt>
                <c:pt idx="18">
                  <c:v>53872.812400000003</c:v>
                </c:pt>
                <c:pt idx="19">
                  <c:v>55269.100700000003</c:v>
                </c:pt>
                <c:pt idx="20">
                  <c:v>43993.314200000001</c:v>
                </c:pt>
                <c:pt idx="21">
                  <c:v>57401.715199999999</c:v>
                </c:pt>
                <c:pt idx="22">
                  <c:v>49099.820299999999</c:v>
                </c:pt>
                <c:pt idx="23">
                  <c:v>45418.478900000002</c:v>
                </c:pt>
                <c:pt idx="24">
                  <c:v>54486.8632</c:v>
                </c:pt>
                <c:pt idx="25">
                  <c:v>54092.4565</c:v>
                </c:pt>
                <c:pt idx="26">
                  <c:v>53556.086499999998</c:v>
                </c:pt>
                <c:pt idx="27">
                  <c:v>53261.130299999997</c:v>
                </c:pt>
                <c:pt idx="28">
                  <c:v>52661.469899999996</c:v>
                </c:pt>
                <c:pt idx="29">
                  <c:v>47584.559800000003</c:v>
                </c:pt>
                <c:pt idx="30">
                  <c:v>44423.561500000003</c:v>
                </c:pt>
                <c:pt idx="31">
                  <c:v>52614.925199999998</c:v>
                </c:pt>
                <c:pt idx="32">
                  <c:v>53106.9205</c:v>
                </c:pt>
                <c:pt idx="33">
                  <c:v>52490.922200000001</c:v>
                </c:pt>
                <c:pt idx="34">
                  <c:v>52548.974399999999</c:v>
                </c:pt>
                <c:pt idx="35">
                  <c:v>53515.243699999999</c:v>
                </c:pt>
                <c:pt idx="36">
                  <c:v>48464.235800000002</c:v>
                </c:pt>
                <c:pt idx="37">
                  <c:v>45480.261599999998</c:v>
                </c:pt>
                <c:pt idx="38">
                  <c:v>54162.763299999999</c:v>
                </c:pt>
                <c:pt idx="39">
                  <c:v>55019.598599999998</c:v>
                </c:pt>
                <c:pt idx="40">
                  <c:v>54965.708599999998</c:v>
                </c:pt>
                <c:pt idx="41">
                  <c:v>55574.455800000003</c:v>
                </c:pt>
                <c:pt idx="42">
                  <c:v>54260.998500000002</c:v>
                </c:pt>
                <c:pt idx="43">
                  <c:v>49358.777800000003</c:v>
                </c:pt>
                <c:pt idx="44">
                  <c:v>46001.799800000001</c:v>
                </c:pt>
                <c:pt idx="45">
                  <c:v>54659.781499999997</c:v>
                </c:pt>
                <c:pt idx="46">
                  <c:v>54869.659800000001</c:v>
                </c:pt>
                <c:pt idx="47">
                  <c:v>54805.1008</c:v>
                </c:pt>
                <c:pt idx="48">
                  <c:v>55867.072500000002</c:v>
                </c:pt>
                <c:pt idx="49">
                  <c:v>43034.1276</c:v>
                </c:pt>
                <c:pt idx="50">
                  <c:v>47969.567900000002</c:v>
                </c:pt>
                <c:pt idx="51">
                  <c:v>46040.115299999998</c:v>
                </c:pt>
                <c:pt idx="52">
                  <c:v>54088.859299999996</c:v>
                </c:pt>
                <c:pt idx="53">
                  <c:v>53732.696400000001</c:v>
                </c:pt>
                <c:pt idx="54">
                  <c:v>53500.381500000003</c:v>
                </c:pt>
                <c:pt idx="55">
                  <c:v>53344.864300000001</c:v>
                </c:pt>
                <c:pt idx="56">
                  <c:v>52649.690300000002</c:v>
                </c:pt>
                <c:pt idx="57">
                  <c:v>48948.256399999998</c:v>
                </c:pt>
                <c:pt idx="58">
                  <c:v>45729.771800000002</c:v>
                </c:pt>
                <c:pt idx="59">
                  <c:v>54262.566899999998</c:v>
                </c:pt>
                <c:pt idx="60">
                  <c:v>54607.952899999997</c:v>
                </c:pt>
                <c:pt idx="61">
                  <c:v>57639.284099999997</c:v>
                </c:pt>
                <c:pt idx="62">
                  <c:v>58115.987300000001</c:v>
                </c:pt>
                <c:pt idx="63">
                  <c:v>57208.613400000002</c:v>
                </c:pt>
                <c:pt idx="64">
                  <c:v>52303.261899999998</c:v>
                </c:pt>
                <c:pt idx="65">
                  <c:v>49311.555</c:v>
                </c:pt>
                <c:pt idx="66">
                  <c:v>58026.993499999997</c:v>
                </c:pt>
                <c:pt idx="67">
                  <c:v>58169.4107</c:v>
                </c:pt>
                <c:pt idx="68">
                  <c:v>57396.289100000002</c:v>
                </c:pt>
                <c:pt idx="69">
                  <c:v>57254.175300000003</c:v>
                </c:pt>
                <c:pt idx="70">
                  <c:v>57074.1711</c:v>
                </c:pt>
                <c:pt idx="71">
                  <c:v>53462.138800000001</c:v>
                </c:pt>
                <c:pt idx="72">
                  <c:v>49477.690300000002</c:v>
                </c:pt>
                <c:pt idx="73">
                  <c:v>57997.7255</c:v>
                </c:pt>
                <c:pt idx="74">
                  <c:v>58432.466999999997</c:v>
                </c:pt>
                <c:pt idx="75">
                  <c:v>58026.503199999999</c:v>
                </c:pt>
                <c:pt idx="76">
                  <c:v>61372.092100000002</c:v>
                </c:pt>
                <c:pt idx="77">
                  <c:v>50123.322099999998</c:v>
                </c:pt>
                <c:pt idx="78">
                  <c:v>50205.0455</c:v>
                </c:pt>
                <c:pt idx="79">
                  <c:v>44519.0383</c:v>
                </c:pt>
                <c:pt idx="80">
                  <c:v>58026.703300000001</c:v>
                </c:pt>
                <c:pt idx="81">
                  <c:v>57729.235099999998</c:v>
                </c:pt>
                <c:pt idx="82">
                  <c:v>58505.099699999999</c:v>
                </c:pt>
                <c:pt idx="83">
                  <c:v>58952.471100000002</c:v>
                </c:pt>
                <c:pt idx="84">
                  <c:v>57828.8943</c:v>
                </c:pt>
                <c:pt idx="85">
                  <c:v>52697.449800000002</c:v>
                </c:pt>
                <c:pt idx="86">
                  <c:v>49293.336799999997</c:v>
                </c:pt>
                <c:pt idx="87">
                  <c:v>58426.272900000004</c:v>
                </c:pt>
                <c:pt idx="88">
                  <c:v>58490.2912</c:v>
                </c:pt>
                <c:pt idx="89">
                  <c:v>57332.633500000004</c:v>
                </c:pt>
                <c:pt idx="90">
                  <c:v>56529.498</c:v>
                </c:pt>
                <c:pt idx="91">
                  <c:v>55997.317499999997</c:v>
                </c:pt>
                <c:pt idx="92">
                  <c:v>51823.988299999997</c:v>
                </c:pt>
                <c:pt idx="93">
                  <c:v>48133.9352</c:v>
                </c:pt>
                <c:pt idx="94">
                  <c:v>57121.215300000003</c:v>
                </c:pt>
                <c:pt idx="95">
                  <c:v>57292.442000000003</c:v>
                </c:pt>
                <c:pt idx="96">
                  <c:v>57903.775399999999</c:v>
                </c:pt>
                <c:pt idx="97">
                  <c:v>57910.460299999999</c:v>
                </c:pt>
                <c:pt idx="98">
                  <c:v>56787.072399999997</c:v>
                </c:pt>
                <c:pt idx="99">
                  <c:v>52622.961600000002</c:v>
                </c:pt>
                <c:pt idx="100">
                  <c:v>48688.385300000002</c:v>
                </c:pt>
                <c:pt idx="101">
                  <c:v>58933.173999999999</c:v>
                </c:pt>
                <c:pt idx="102">
                  <c:v>60807.631800000003</c:v>
                </c:pt>
                <c:pt idx="103">
                  <c:v>59421.145799999998</c:v>
                </c:pt>
                <c:pt idx="104">
                  <c:v>59264.058400000002</c:v>
                </c:pt>
                <c:pt idx="105">
                  <c:v>58436.643100000001</c:v>
                </c:pt>
                <c:pt idx="106">
                  <c:v>51479.396699999998</c:v>
                </c:pt>
                <c:pt idx="107">
                  <c:v>48317.402800000003</c:v>
                </c:pt>
                <c:pt idx="108">
                  <c:v>45296.514900000002</c:v>
                </c:pt>
                <c:pt idx="109">
                  <c:v>58560.930200000003</c:v>
                </c:pt>
                <c:pt idx="110">
                  <c:v>59172.042999999998</c:v>
                </c:pt>
                <c:pt idx="111">
                  <c:v>60447.481599999999</c:v>
                </c:pt>
                <c:pt idx="112">
                  <c:v>59922.186099999999</c:v>
                </c:pt>
                <c:pt idx="113">
                  <c:v>54984.981899999999</c:v>
                </c:pt>
                <c:pt idx="114">
                  <c:v>49985.814100000003</c:v>
                </c:pt>
                <c:pt idx="115">
                  <c:v>58157.041100000002</c:v>
                </c:pt>
                <c:pt idx="116">
                  <c:v>58521.394200000002</c:v>
                </c:pt>
                <c:pt idx="117">
                  <c:v>57976.808900000004</c:v>
                </c:pt>
                <c:pt idx="118">
                  <c:v>57577.989399999999</c:v>
                </c:pt>
                <c:pt idx="119">
                  <c:v>56738.326500000003</c:v>
                </c:pt>
                <c:pt idx="120">
                  <c:v>54589.040999999997</c:v>
                </c:pt>
                <c:pt idx="121">
                  <c:v>49633.3537</c:v>
                </c:pt>
                <c:pt idx="122">
                  <c:v>53575.332600000002</c:v>
                </c:pt>
                <c:pt idx="123">
                  <c:v>59165.678099999997</c:v>
                </c:pt>
                <c:pt idx="124">
                  <c:v>59117.3413</c:v>
                </c:pt>
                <c:pt idx="125">
                  <c:v>58234.904000000002</c:v>
                </c:pt>
                <c:pt idx="126">
                  <c:v>57987.022700000001</c:v>
                </c:pt>
                <c:pt idx="127">
                  <c:v>54335.326699999998</c:v>
                </c:pt>
                <c:pt idx="128">
                  <c:v>50088.377399999998</c:v>
                </c:pt>
                <c:pt idx="129">
                  <c:v>60128.917000000001</c:v>
                </c:pt>
                <c:pt idx="130">
                  <c:v>60927.386899999998</c:v>
                </c:pt>
                <c:pt idx="131">
                  <c:v>61377.830800000003</c:v>
                </c:pt>
                <c:pt idx="132">
                  <c:v>62527.652000000002</c:v>
                </c:pt>
                <c:pt idx="133">
                  <c:v>62766.788699999997</c:v>
                </c:pt>
                <c:pt idx="134">
                  <c:v>57235.916299999997</c:v>
                </c:pt>
                <c:pt idx="135">
                  <c:v>52474.754999999997</c:v>
                </c:pt>
                <c:pt idx="136">
                  <c:v>62491.995900000002</c:v>
                </c:pt>
                <c:pt idx="137">
                  <c:v>62752.272599999997</c:v>
                </c:pt>
                <c:pt idx="138">
                  <c:v>50739.494100000004</c:v>
                </c:pt>
                <c:pt idx="139">
                  <c:v>58321.768199999999</c:v>
                </c:pt>
                <c:pt idx="140">
                  <c:v>59841.270499999999</c:v>
                </c:pt>
                <c:pt idx="141">
                  <c:v>56216.226499999997</c:v>
                </c:pt>
                <c:pt idx="142">
                  <c:v>53348.284699999997</c:v>
                </c:pt>
                <c:pt idx="143">
                  <c:v>63104.084499999997</c:v>
                </c:pt>
                <c:pt idx="144">
                  <c:v>62407.187599999997</c:v>
                </c:pt>
                <c:pt idx="145">
                  <c:v>61471.961900000002</c:v>
                </c:pt>
                <c:pt idx="146">
                  <c:v>60806.403899999998</c:v>
                </c:pt>
                <c:pt idx="147">
                  <c:v>60046.4179</c:v>
                </c:pt>
                <c:pt idx="148">
                  <c:v>56228.725899999998</c:v>
                </c:pt>
                <c:pt idx="149">
                  <c:v>51165.008000000002</c:v>
                </c:pt>
                <c:pt idx="150">
                  <c:v>59851.661699999997</c:v>
                </c:pt>
                <c:pt idx="151">
                  <c:v>59530.273300000001</c:v>
                </c:pt>
                <c:pt idx="152">
                  <c:v>60590.349300000002</c:v>
                </c:pt>
                <c:pt idx="153">
                  <c:v>60279.387699999999</c:v>
                </c:pt>
                <c:pt idx="154">
                  <c:v>58977.746099999997</c:v>
                </c:pt>
                <c:pt idx="155">
                  <c:v>55573.456400000003</c:v>
                </c:pt>
                <c:pt idx="156">
                  <c:v>50767.704299999998</c:v>
                </c:pt>
                <c:pt idx="157">
                  <c:v>59814.197500000002</c:v>
                </c:pt>
                <c:pt idx="158">
                  <c:v>60242.043700000002</c:v>
                </c:pt>
                <c:pt idx="159">
                  <c:v>58788.8724</c:v>
                </c:pt>
                <c:pt idx="160">
                  <c:v>60151.122000000003</c:v>
                </c:pt>
                <c:pt idx="161">
                  <c:v>55688.647900000004</c:v>
                </c:pt>
                <c:pt idx="162">
                  <c:v>52651.553599999999</c:v>
                </c:pt>
                <c:pt idx="163">
                  <c:v>56154.420100000003</c:v>
                </c:pt>
                <c:pt idx="164">
                  <c:v>62577.380400000002</c:v>
                </c:pt>
                <c:pt idx="165">
                  <c:v>62302.1276</c:v>
                </c:pt>
                <c:pt idx="166">
                  <c:v>63136.171499999997</c:v>
                </c:pt>
                <c:pt idx="167">
                  <c:v>52402.990299999998</c:v>
                </c:pt>
                <c:pt idx="168">
                  <c:v>60018.438999999998</c:v>
                </c:pt>
                <c:pt idx="169">
                  <c:v>56416.372799999997</c:v>
                </c:pt>
                <c:pt idx="170">
                  <c:v>52686.815300000002</c:v>
                </c:pt>
                <c:pt idx="171">
                  <c:v>62452.495799999997</c:v>
                </c:pt>
                <c:pt idx="172">
                  <c:v>61597.455800000003</c:v>
                </c:pt>
                <c:pt idx="173">
                  <c:v>62278.879099999998</c:v>
                </c:pt>
                <c:pt idx="174">
                  <c:v>61440.561099999999</c:v>
                </c:pt>
                <c:pt idx="175">
                  <c:v>60880.471899999997</c:v>
                </c:pt>
                <c:pt idx="176">
                  <c:v>62243.578600000001</c:v>
                </c:pt>
                <c:pt idx="177">
                  <c:v>58410.267200000002</c:v>
                </c:pt>
                <c:pt idx="178">
                  <c:v>68361.048699999999</c:v>
                </c:pt>
                <c:pt idx="179">
                  <c:v>68280.921499999997</c:v>
                </c:pt>
                <c:pt idx="180">
                  <c:v>66768.483200000002</c:v>
                </c:pt>
                <c:pt idx="181">
                  <c:v>67909.968500000003</c:v>
                </c:pt>
                <c:pt idx="182">
                  <c:v>68065.674299999999</c:v>
                </c:pt>
                <c:pt idx="183">
                  <c:v>63466.796999999999</c:v>
                </c:pt>
                <c:pt idx="184">
                  <c:v>58519.733999999997</c:v>
                </c:pt>
                <c:pt idx="185">
                  <c:v>68935.761400000003</c:v>
                </c:pt>
                <c:pt idx="186">
                  <c:v>68793.247399999993</c:v>
                </c:pt>
                <c:pt idx="187">
                  <c:v>68230.064799999993</c:v>
                </c:pt>
                <c:pt idx="188">
                  <c:v>57276.703500000003</c:v>
                </c:pt>
                <c:pt idx="189">
                  <c:v>63841.489399999999</c:v>
                </c:pt>
                <c:pt idx="190">
                  <c:v>60546.326699999998</c:v>
                </c:pt>
                <c:pt idx="191">
                  <c:v>57034.144999999997</c:v>
                </c:pt>
                <c:pt idx="192">
                  <c:v>67363.667799999996</c:v>
                </c:pt>
                <c:pt idx="193">
                  <c:v>68184.812099999996</c:v>
                </c:pt>
                <c:pt idx="194">
                  <c:v>70300.024399999995</c:v>
                </c:pt>
                <c:pt idx="195">
                  <c:v>71157.916100000002</c:v>
                </c:pt>
                <c:pt idx="196">
                  <c:v>67111.418699999995</c:v>
                </c:pt>
                <c:pt idx="197">
                  <c:v>55637.835800000001</c:v>
                </c:pt>
                <c:pt idx="198">
                  <c:v>58627.796600000001</c:v>
                </c:pt>
                <c:pt idx="199">
                  <c:v>68706.886299999998</c:v>
                </c:pt>
                <c:pt idx="200">
                  <c:v>67643.891199999998</c:v>
                </c:pt>
                <c:pt idx="201">
                  <c:v>68257.920599999998</c:v>
                </c:pt>
                <c:pt idx="202">
                  <c:v>67836.5386</c:v>
                </c:pt>
                <c:pt idx="203">
                  <c:v>67304.762300000002</c:v>
                </c:pt>
                <c:pt idx="204">
                  <c:v>62705.317499999997</c:v>
                </c:pt>
                <c:pt idx="205">
                  <c:v>57856.345099999999</c:v>
                </c:pt>
                <c:pt idx="206">
                  <c:v>68368.969400000002</c:v>
                </c:pt>
                <c:pt idx="207">
                  <c:v>68336.116299999994</c:v>
                </c:pt>
                <c:pt idx="208">
                  <c:v>69366.334600000002</c:v>
                </c:pt>
                <c:pt idx="209">
                  <c:v>60987.483999999997</c:v>
                </c:pt>
                <c:pt idx="210">
                  <c:v>67107.150899999993</c:v>
                </c:pt>
                <c:pt idx="211">
                  <c:v>62746.108200000002</c:v>
                </c:pt>
                <c:pt idx="212">
                  <c:v>59103.602500000001</c:v>
                </c:pt>
                <c:pt idx="213">
                  <c:v>69834.616800000003</c:v>
                </c:pt>
                <c:pt idx="214">
                  <c:v>69932.897400000002</c:v>
                </c:pt>
                <c:pt idx="215">
                  <c:v>69943.574800000002</c:v>
                </c:pt>
                <c:pt idx="216">
                  <c:v>68952.835200000001</c:v>
                </c:pt>
                <c:pt idx="217">
                  <c:v>72487.905499999993</c:v>
                </c:pt>
                <c:pt idx="218">
                  <c:v>66666.799499999994</c:v>
                </c:pt>
                <c:pt idx="219">
                  <c:v>62978.239200000004</c:v>
                </c:pt>
                <c:pt idx="220">
                  <c:v>73203.695300000007</c:v>
                </c:pt>
                <c:pt idx="221">
                  <c:v>72637.921600000001</c:v>
                </c:pt>
                <c:pt idx="222">
                  <c:v>73422.831699999995</c:v>
                </c:pt>
                <c:pt idx="223">
                  <c:v>72174.646500000003</c:v>
                </c:pt>
                <c:pt idx="224">
                  <c:v>71480.981799999994</c:v>
                </c:pt>
                <c:pt idx="225">
                  <c:v>66688.551099999997</c:v>
                </c:pt>
                <c:pt idx="226">
                  <c:v>57101.395600000003</c:v>
                </c:pt>
                <c:pt idx="227">
                  <c:v>72210.117299999998</c:v>
                </c:pt>
                <c:pt idx="228">
                  <c:v>72115.282699999996</c:v>
                </c:pt>
                <c:pt idx="229">
                  <c:v>60617.022100000002</c:v>
                </c:pt>
                <c:pt idx="230">
                  <c:v>73469.744200000001</c:v>
                </c:pt>
                <c:pt idx="231">
                  <c:v>72450.547399999996</c:v>
                </c:pt>
                <c:pt idx="232">
                  <c:v>66633.527799999996</c:v>
                </c:pt>
                <c:pt idx="233">
                  <c:v>62000.921300000002</c:v>
                </c:pt>
                <c:pt idx="234">
                  <c:v>73908.484500000006</c:v>
                </c:pt>
                <c:pt idx="235">
                  <c:v>74970.541100000002</c:v>
                </c:pt>
                <c:pt idx="236">
                  <c:v>74567.789999999994</c:v>
                </c:pt>
                <c:pt idx="237">
                  <c:v>72629.748500000002</c:v>
                </c:pt>
                <c:pt idx="238">
                  <c:v>72098.098700000002</c:v>
                </c:pt>
                <c:pt idx="239">
                  <c:v>67905.327900000004</c:v>
                </c:pt>
                <c:pt idx="240">
                  <c:v>62359.9274</c:v>
                </c:pt>
                <c:pt idx="241">
                  <c:v>72062.617700000003</c:v>
                </c:pt>
                <c:pt idx="242">
                  <c:v>71568.0579</c:v>
                </c:pt>
                <c:pt idx="243">
                  <c:v>71503.074399999998</c:v>
                </c:pt>
                <c:pt idx="244">
                  <c:v>68824.2978</c:v>
                </c:pt>
                <c:pt idx="245">
                  <c:v>69268.169500000004</c:v>
                </c:pt>
                <c:pt idx="246">
                  <c:v>63436.059099999999</c:v>
                </c:pt>
                <c:pt idx="247">
                  <c:v>59580.791899999997</c:v>
                </c:pt>
                <c:pt idx="248">
                  <c:v>70264.065199999997</c:v>
                </c:pt>
                <c:pt idx="249">
                  <c:v>70418.993300000002</c:v>
                </c:pt>
                <c:pt idx="250">
                  <c:v>71003.183999999994</c:v>
                </c:pt>
                <c:pt idx="251">
                  <c:v>71603.033299999996</c:v>
                </c:pt>
                <c:pt idx="252">
                  <c:v>73851.783299999996</c:v>
                </c:pt>
                <c:pt idx="253">
                  <c:v>69375.206000000006</c:v>
                </c:pt>
                <c:pt idx="254">
                  <c:v>65030.296000000002</c:v>
                </c:pt>
                <c:pt idx="255">
                  <c:v>60009.960500000001</c:v>
                </c:pt>
                <c:pt idx="256">
                  <c:v>75258.126799999998</c:v>
                </c:pt>
                <c:pt idx="257">
                  <c:v>74029.310899999997</c:v>
                </c:pt>
                <c:pt idx="258">
                  <c:v>73359.837799999994</c:v>
                </c:pt>
                <c:pt idx="259">
                  <c:v>72958.509300000005</c:v>
                </c:pt>
                <c:pt idx="260">
                  <c:v>67960.952099999995</c:v>
                </c:pt>
                <c:pt idx="261">
                  <c:v>62622.732400000001</c:v>
                </c:pt>
                <c:pt idx="262">
                  <c:v>74259.606400000004</c:v>
                </c:pt>
                <c:pt idx="263">
                  <c:v>75316.686300000001</c:v>
                </c:pt>
                <c:pt idx="264">
                  <c:v>74432.064400000003</c:v>
                </c:pt>
                <c:pt idx="265">
                  <c:v>74035.170100000003</c:v>
                </c:pt>
                <c:pt idx="266">
                  <c:v>74685.4179</c:v>
                </c:pt>
                <c:pt idx="267">
                  <c:v>69445.164399999994</c:v>
                </c:pt>
                <c:pt idx="268">
                  <c:v>68087.2016</c:v>
                </c:pt>
                <c:pt idx="269">
                  <c:v>79502.707200000004</c:v>
                </c:pt>
                <c:pt idx="270">
                  <c:v>79220.423500000004</c:v>
                </c:pt>
                <c:pt idx="271">
                  <c:v>74468.188899999994</c:v>
                </c:pt>
                <c:pt idx="272">
                  <c:v>76380.874599999996</c:v>
                </c:pt>
                <c:pt idx="273">
                  <c:v>75413.818299999999</c:v>
                </c:pt>
                <c:pt idx="274">
                  <c:v>68730.7981</c:v>
                </c:pt>
                <c:pt idx="275">
                  <c:v>64818.964800000002</c:v>
                </c:pt>
                <c:pt idx="276">
                  <c:v>76351.305699999997</c:v>
                </c:pt>
                <c:pt idx="277">
                  <c:v>75916.5677</c:v>
                </c:pt>
                <c:pt idx="278">
                  <c:v>72310.316399999996</c:v>
                </c:pt>
                <c:pt idx="279">
                  <c:v>76251.234200000006</c:v>
                </c:pt>
                <c:pt idx="280">
                  <c:v>75632.232499999998</c:v>
                </c:pt>
                <c:pt idx="281">
                  <c:v>69840.010899999994</c:v>
                </c:pt>
                <c:pt idx="282">
                  <c:v>65448.503299999997</c:v>
                </c:pt>
                <c:pt idx="283">
                  <c:v>76828.062699999995</c:v>
                </c:pt>
                <c:pt idx="284">
                  <c:v>77558.255000000005</c:v>
                </c:pt>
                <c:pt idx="285">
                  <c:v>68581.600300000006</c:v>
                </c:pt>
                <c:pt idx="286">
                  <c:v>75033.321500000005</c:v>
                </c:pt>
                <c:pt idx="287">
                  <c:v>67706.1443</c:v>
                </c:pt>
                <c:pt idx="288">
                  <c:v>67591.5576</c:v>
                </c:pt>
                <c:pt idx="289">
                  <c:v>64461.938800000004</c:v>
                </c:pt>
                <c:pt idx="290">
                  <c:v>75449.126799999998</c:v>
                </c:pt>
                <c:pt idx="291">
                  <c:v>75085.490099999995</c:v>
                </c:pt>
                <c:pt idx="292">
                  <c:v>75128.978700000007</c:v>
                </c:pt>
                <c:pt idx="293">
                  <c:v>76279.767800000001</c:v>
                </c:pt>
                <c:pt idx="294">
                  <c:v>78776.112399999998</c:v>
                </c:pt>
                <c:pt idx="295">
                  <c:v>71346.143800000005</c:v>
                </c:pt>
                <c:pt idx="296">
                  <c:v>62539.455999999998</c:v>
                </c:pt>
                <c:pt idx="297">
                  <c:v>54243.453000000001</c:v>
                </c:pt>
                <c:pt idx="298">
                  <c:v>53450.061800000003</c:v>
                </c:pt>
                <c:pt idx="299">
                  <c:v>54911.644999999997</c:v>
                </c:pt>
                <c:pt idx="300">
                  <c:v>58679.074800000002</c:v>
                </c:pt>
                <c:pt idx="301">
                  <c:v>61219.5458</c:v>
                </c:pt>
                <c:pt idx="302">
                  <c:v>60311.0268</c:v>
                </c:pt>
                <c:pt idx="303">
                  <c:v>59755.000999999997</c:v>
                </c:pt>
                <c:pt idx="304">
                  <c:v>70059.209400000007</c:v>
                </c:pt>
                <c:pt idx="305">
                  <c:v>71851.680600000007</c:v>
                </c:pt>
                <c:pt idx="306">
                  <c:v>73013.723700000002</c:v>
                </c:pt>
                <c:pt idx="307">
                  <c:v>72703.068700000003</c:v>
                </c:pt>
                <c:pt idx="308">
                  <c:v>73498.217600000004</c:v>
                </c:pt>
                <c:pt idx="309">
                  <c:v>77101.386199999994</c:v>
                </c:pt>
                <c:pt idx="310">
                  <c:v>71397.515499999994</c:v>
                </c:pt>
                <c:pt idx="311">
                  <c:v>82822.871499999994</c:v>
                </c:pt>
                <c:pt idx="312">
                  <c:v>82474.910499999998</c:v>
                </c:pt>
                <c:pt idx="313">
                  <c:v>82244.7929</c:v>
                </c:pt>
                <c:pt idx="314">
                  <c:v>84389.771800000002</c:v>
                </c:pt>
                <c:pt idx="315">
                  <c:v>66247.162500000006</c:v>
                </c:pt>
                <c:pt idx="316">
                  <c:v>72406.848100000003</c:v>
                </c:pt>
                <c:pt idx="317">
                  <c:v>69481.646800000002</c:v>
                </c:pt>
                <c:pt idx="318">
                  <c:v>81392.292100000006</c:v>
                </c:pt>
                <c:pt idx="319">
                  <c:v>82380.998200000002</c:v>
                </c:pt>
                <c:pt idx="320">
                  <c:v>80418.779500000004</c:v>
                </c:pt>
                <c:pt idx="321">
                  <c:v>80338.600900000005</c:v>
                </c:pt>
                <c:pt idx="322">
                  <c:v>78390.6967</c:v>
                </c:pt>
                <c:pt idx="323">
                  <c:v>75189.572100000005</c:v>
                </c:pt>
                <c:pt idx="324">
                  <c:v>70726.214000000007</c:v>
                </c:pt>
                <c:pt idx="325">
                  <c:v>80843.254100000006</c:v>
                </c:pt>
                <c:pt idx="326">
                  <c:v>80510.815199999997</c:v>
                </c:pt>
                <c:pt idx="327">
                  <c:v>80740.578899999993</c:v>
                </c:pt>
                <c:pt idx="328">
                  <c:v>77637.605100000001</c:v>
                </c:pt>
                <c:pt idx="329">
                  <c:v>78238.935400000002</c:v>
                </c:pt>
                <c:pt idx="330">
                  <c:v>72832.698300000004</c:v>
                </c:pt>
                <c:pt idx="331">
                  <c:v>68631.353099999993</c:v>
                </c:pt>
                <c:pt idx="332">
                  <c:v>80799.8272</c:v>
                </c:pt>
                <c:pt idx="333">
                  <c:v>80468.167300000001</c:v>
                </c:pt>
                <c:pt idx="334">
                  <c:v>80866.968900000007</c:v>
                </c:pt>
                <c:pt idx="335">
                  <c:v>80232.954400000002</c:v>
                </c:pt>
                <c:pt idx="336">
                  <c:v>81155.454700000002</c:v>
                </c:pt>
                <c:pt idx="337">
                  <c:v>74876.371899999998</c:v>
                </c:pt>
                <c:pt idx="338">
                  <c:v>70504.223800000007</c:v>
                </c:pt>
                <c:pt idx="339">
                  <c:v>83100.626199999999</c:v>
                </c:pt>
                <c:pt idx="340">
                  <c:v>83000.594800000006</c:v>
                </c:pt>
                <c:pt idx="341">
                  <c:v>82433.058699999994</c:v>
                </c:pt>
                <c:pt idx="342">
                  <c:v>75101.836299999995</c:v>
                </c:pt>
                <c:pt idx="343">
                  <c:v>83156.025399999999</c:v>
                </c:pt>
                <c:pt idx="344">
                  <c:v>68300.281199999998</c:v>
                </c:pt>
                <c:pt idx="345">
                  <c:v>73014.289799999999</c:v>
                </c:pt>
                <c:pt idx="346">
                  <c:v>88398.833199999994</c:v>
                </c:pt>
                <c:pt idx="347">
                  <c:v>89211.813200000004</c:v>
                </c:pt>
                <c:pt idx="348">
                  <c:v>87427.322400000005</c:v>
                </c:pt>
                <c:pt idx="349">
                  <c:v>85570.129100000006</c:v>
                </c:pt>
                <c:pt idx="350">
                  <c:v>84011.059500000003</c:v>
                </c:pt>
                <c:pt idx="351">
                  <c:v>78487.421100000007</c:v>
                </c:pt>
                <c:pt idx="352">
                  <c:v>72424.213499999998</c:v>
                </c:pt>
                <c:pt idx="353">
                  <c:v>84689.209700000007</c:v>
                </c:pt>
                <c:pt idx="354">
                  <c:v>85503.198900000003</c:v>
                </c:pt>
                <c:pt idx="355">
                  <c:v>87659.615000000005</c:v>
                </c:pt>
                <c:pt idx="356">
                  <c:v>87892.160600000003</c:v>
                </c:pt>
                <c:pt idx="357">
                  <c:v>85160.395900000003</c:v>
                </c:pt>
                <c:pt idx="358">
                  <c:v>78768.291500000007</c:v>
                </c:pt>
                <c:pt idx="359">
                  <c:v>74267.360799999995</c:v>
                </c:pt>
                <c:pt idx="360">
                  <c:v>87837.7739</c:v>
                </c:pt>
                <c:pt idx="361">
                  <c:v>80022.891799999998</c:v>
                </c:pt>
                <c:pt idx="362">
                  <c:v>79136.862500000003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BBE-4D9B-8656-D44F726B71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84858735"/>
        <c:axId val="1384880335"/>
      </c:lineChart>
      <c:dateAx>
        <c:axId val="1384872175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84871215"/>
        <c:crosses val="autoZero"/>
        <c:auto val="1"/>
        <c:lblOffset val="100"/>
        <c:baseTimeUnit val="days"/>
      </c:dateAx>
      <c:valAx>
        <c:axId val="1384871215"/>
        <c:scaling>
          <c:orientation val="minMax"/>
          <c:min val="55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District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84872175"/>
        <c:crosses val="autoZero"/>
        <c:crossBetween val="between"/>
        <c:majorUnit val="2500"/>
      </c:valAx>
      <c:valAx>
        <c:axId val="1384880335"/>
        <c:scaling>
          <c:orientation val="minMax"/>
          <c:min val="40000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Total Network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84858735"/>
        <c:crosses val="max"/>
        <c:crossBetween val="between"/>
      </c:valAx>
      <c:dateAx>
        <c:axId val="1384858735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384880335"/>
        <c:crosses val="autoZero"/>
        <c:auto val="1"/>
        <c:lblOffset val="100"/>
        <c:baseTimeUnit val="days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2G +3G VOICE TRAFFIC (Erl)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1"/>
          <c:order val="1"/>
          <c:tx>
            <c:strRef>
              <c:f>G!$C$1</c:f>
              <c:strCache>
                <c:ptCount val="1"/>
                <c:pt idx="0">
                  <c:v>GAM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numRef>
              <c:f>G!$A$2:$A$364</c:f>
              <c:numCache>
                <c:formatCode>m/d/yyyy</c:formatCode>
                <c:ptCount val="363"/>
                <c:pt idx="0">
                  <c:v>45828</c:v>
                </c:pt>
                <c:pt idx="1">
                  <c:v>45829</c:v>
                </c:pt>
                <c:pt idx="2">
                  <c:v>45830</c:v>
                </c:pt>
                <c:pt idx="3">
                  <c:v>45831</c:v>
                </c:pt>
                <c:pt idx="4">
                  <c:v>45832</c:v>
                </c:pt>
                <c:pt idx="5">
                  <c:v>45833</c:v>
                </c:pt>
                <c:pt idx="6">
                  <c:v>45834</c:v>
                </c:pt>
                <c:pt idx="7">
                  <c:v>45835</c:v>
                </c:pt>
                <c:pt idx="8">
                  <c:v>45836</c:v>
                </c:pt>
                <c:pt idx="9">
                  <c:v>45837</c:v>
                </c:pt>
                <c:pt idx="10">
                  <c:v>45838</c:v>
                </c:pt>
                <c:pt idx="11">
                  <c:v>45839</c:v>
                </c:pt>
                <c:pt idx="12">
                  <c:v>45840</c:v>
                </c:pt>
                <c:pt idx="13">
                  <c:v>45841</c:v>
                </c:pt>
                <c:pt idx="14">
                  <c:v>45842</c:v>
                </c:pt>
                <c:pt idx="15">
                  <c:v>45843</c:v>
                </c:pt>
                <c:pt idx="16">
                  <c:v>45844</c:v>
                </c:pt>
                <c:pt idx="17">
                  <c:v>45845</c:v>
                </c:pt>
                <c:pt idx="18">
                  <c:v>45846</c:v>
                </c:pt>
                <c:pt idx="19">
                  <c:v>45847</c:v>
                </c:pt>
                <c:pt idx="20">
                  <c:v>45848</c:v>
                </c:pt>
                <c:pt idx="21">
                  <c:v>45849</c:v>
                </c:pt>
                <c:pt idx="22">
                  <c:v>45850</c:v>
                </c:pt>
                <c:pt idx="23">
                  <c:v>45851</c:v>
                </c:pt>
                <c:pt idx="24">
                  <c:v>45852</c:v>
                </c:pt>
                <c:pt idx="25">
                  <c:v>45853</c:v>
                </c:pt>
                <c:pt idx="26">
                  <c:v>45854</c:v>
                </c:pt>
                <c:pt idx="27">
                  <c:v>45855</c:v>
                </c:pt>
                <c:pt idx="28">
                  <c:v>45856</c:v>
                </c:pt>
                <c:pt idx="29">
                  <c:v>45857</c:v>
                </c:pt>
                <c:pt idx="30">
                  <c:v>45858</c:v>
                </c:pt>
                <c:pt idx="31">
                  <c:v>45859</c:v>
                </c:pt>
                <c:pt idx="32">
                  <c:v>45860</c:v>
                </c:pt>
                <c:pt idx="33">
                  <c:v>45861</c:v>
                </c:pt>
                <c:pt idx="34">
                  <c:v>45862</c:v>
                </c:pt>
                <c:pt idx="35">
                  <c:v>45863</c:v>
                </c:pt>
                <c:pt idx="36">
                  <c:v>45864</c:v>
                </c:pt>
                <c:pt idx="37">
                  <c:v>45865</c:v>
                </c:pt>
                <c:pt idx="38">
                  <c:v>45866</c:v>
                </c:pt>
                <c:pt idx="39">
                  <c:v>45867</c:v>
                </c:pt>
                <c:pt idx="40">
                  <c:v>45868</c:v>
                </c:pt>
                <c:pt idx="41">
                  <c:v>45869</c:v>
                </c:pt>
                <c:pt idx="42">
                  <c:v>45870</c:v>
                </c:pt>
                <c:pt idx="43">
                  <c:v>45871</c:v>
                </c:pt>
                <c:pt idx="44">
                  <c:v>45872</c:v>
                </c:pt>
                <c:pt idx="45">
                  <c:v>45873</c:v>
                </c:pt>
                <c:pt idx="46">
                  <c:v>45874</c:v>
                </c:pt>
                <c:pt idx="47">
                  <c:v>45875</c:v>
                </c:pt>
                <c:pt idx="48">
                  <c:v>45876</c:v>
                </c:pt>
                <c:pt idx="49">
                  <c:v>45877</c:v>
                </c:pt>
                <c:pt idx="50">
                  <c:v>45878</c:v>
                </c:pt>
                <c:pt idx="51">
                  <c:v>45879</c:v>
                </c:pt>
                <c:pt idx="52">
                  <c:v>45880</c:v>
                </c:pt>
                <c:pt idx="53">
                  <c:v>45881</c:v>
                </c:pt>
                <c:pt idx="54">
                  <c:v>45882</c:v>
                </c:pt>
                <c:pt idx="55">
                  <c:v>45883</c:v>
                </c:pt>
                <c:pt idx="56">
                  <c:v>45884</c:v>
                </c:pt>
                <c:pt idx="57">
                  <c:v>45885</c:v>
                </c:pt>
                <c:pt idx="58">
                  <c:v>45886</c:v>
                </c:pt>
                <c:pt idx="59">
                  <c:v>45887</c:v>
                </c:pt>
                <c:pt idx="60">
                  <c:v>45888</c:v>
                </c:pt>
                <c:pt idx="61">
                  <c:v>45889</c:v>
                </c:pt>
                <c:pt idx="62">
                  <c:v>45890</c:v>
                </c:pt>
                <c:pt idx="63">
                  <c:v>45891</c:v>
                </c:pt>
                <c:pt idx="64">
                  <c:v>45892</c:v>
                </c:pt>
                <c:pt idx="65">
                  <c:v>45893</c:v>
                </c:pt>
                <c:pt idx="66">
                  <c:v>45894</c:v>
                </c:pt>
                <c:pt idx="67">
                  <c:v>45895</c:v>
                </c:pt>
                <c:pt idx="68">
                  <c:v>45896</c:v>
                </c:pt>
                <c:pt idx="69">
                  <c:v>45897</c:v>
                </c:pt>
                <c:pt idx="70">
                  <c:v>45898</c:v>
                </c:pt>
                <c:pt idx="71">
                  <c:v>45899</c:v>
                </c:pt>
                <c:pt idx="72">
                  <c:v>45900</c:v>
                </c:pt>
                <c:pt idx="73">
                  <c:v>45901</c:v>
                </c:pt>
                <c:pt idx="74">
                  <c:v>45902</c:v>
                </c:pt>
                <c:pt idx="75">
                  <c:v>45903</c:v>
                </c:pt>
                <c:pt idx="76">
                  <c:v>45904</c:v>
                </c:pt>
                <c:pt idx="77">
                  <c:v>45905</c:v>
                </c:pt>
                <c:pt idx="78">
                  <c:v>45906</c:v>
                </c:pt>
                <c:pt idx="79">
                  <c:v>45907</c:v>
                </c:pt>
                <c:pt idx="80">
                  <c:v>45908</c:v>
                </c:pt>
                <c:pt idx="81">
                  <c:v>45909</c:v>
                </c:pt>
                <c:pt idx="82">
                  <c:v>45910</c:v>
                </c:pt>
                <c:pt idx="83">
                  <c:v>45911</c:v>
                </c:pt>
                <c:pt idx="84">
                  <c:v>45912</c:v>
                </c:pt>
                <c:pt idx="85">
                  <c:v>45913</c:v>
                </c:pt>
                <c:pt idx="86">
                  <c:v>45914</c:v>
                </c:pt>
                <c:pt idx="87">
                  <c:v>45915</c:v>
                </c:pt>
                <c:pt idx="88">
                  <c:v>45916</c:v>
                </c:pt>
                <c:pt idx="89">
                  <c:v>45917</c:v>
                </c:pt>
                <c:pt idx="90">
                  <c:v>45918</c:v>
                </c:pt>
                <c:pt idx="91">
                  <c:v>45919</c:v>
                </c:pt>
                <c:pt idx="92">
                  <c:v>45920</c:v>
                </c:pt>
                <c:pt idx="93">
                  <c:v>45921</c:v>
                </c:pt>
                <c:pt idx="94">
                  <c:v>45922</c:v>
                </c:pt>
                <c:pt idx="95">
                  <c:v>45923</c:v>
                </c:pt>
                <c:pt idx="96">
                  <c:v>45924</c:v>
                </c:pt>
                <c:pt idx="97">
                  <c:v>45925</c:v>
                </c:pt>
                <c:pt idx="98">
                  <c:v>45926</c:v>
                </c:pt>
                <c:pt idx="99">
                  <c:v>45927</c:v>
                </c:pt>
                <c:pt idx="100">
                  <c:v>45928</c:v>
                </c:pt>
                <c:pt idx="101">
                  <c:v>45929</c:v>
                </c:pt>
                <c:pt idx="102">
                  <c:v>45930</c:v>
                </c:pt>
                <c:pt idx="103">
                  <c:v>45931</c:v>
                </c:pt>
                <c:pt idx="104">
                  <c:v>45932</c:v>
                </c:pt>
                <c:pt idx="105">
                  <c:v>45933</c:v>
                </c:pt>
                <c:pt idx="106">
                  <c:v>45934</c:v>
                </c:pt>
                <c:pt idx="107">
                  <c:v>45935</c:v>
                </c:pt>
                <c:pt idx="108">
                  <c:v>45936</c:v>
                </c:pt>
                <c:pt idx="109">
                  <c:v>45937</c:v>
                </c:pt>
                <c:pt idx="110">
                  <c:v>45938</c:v>
                </c:pt>
                <c:pt idx="111">
                  <c:v>45939</c:v>
                </c:pt>
                <c:pt idx="112">
                  <c:v>45940</c:v>
                </c:pt>
                <c:pt idx="113">
                  <c:v>45941</c:v>
                </c:pt>
                <c:pt idx="114">
                  <c:v>45942</c:v>
                </c:pt>
                <c:pt idx="115">
                  <c:v>45943</c:v>
                </c:pt>
                <c:pt idx="116">
                  <c:v>45944</c:v>
                </c:pt>
                <c:pt idx="117">
                  <c:v>45945</c:v>
                </c:pt>
                <c:pt idx="118">
                  <c:v>45946</c:v>
                </c:pt>
                <c:pt idx="119">
                  <c:v>45947</c:v>
                </c:pt>
                <c:pt idx="120">
                  <c:v>45948</c:v>
                </c:pt>
                <c:pt idx="121">
                  <c:v>45949</c:v>
                </c:pt>
                <c:pt idx="122">
                  <c:v>45950</c:v>
                </c:pt>
                <c:pt idx="123">
                  <c:v>45951</c:v>
                </c:pt>
                <c:pt idx="124">
                  <c:v>45952</c:v>
                </c:pt>
                <c:pt idx="125">
                  <c:v>45953</c:v>
                </c:pt>
                <c:pt idx="126">
                  <c:v>45954</c:v>
                </c:pt>
                <c:pt idx="127">
                  <c:v>45955</c:v>
                </c:pt>
                <c:pt idx="128">
                  <c:v>45956</c:v>
                </c:pt>
                <c:pt idx="129">
                  <c:v>45957</c:v>
                </c:pt>
                <c:pt idx="130">
                  <c:v>45958</c:v>
                </c:pt>
                <c:pt idx="131">
                  <c:v>45959</c:v>
                </c:pt>
                <c:pt idx="132">
                  <c:v>45960</c:v>
                </c:pt>
                <c:pt idx="133">
                  <c:v>45961</c:v>
                </c:pt>
                <c:pt idx="134">
                  <c:v>45962</c:v>
                </c:pt>
                <c:pt idx="135">
                  <c:v>45963</c:v>
                </c:pt>
                <c:pt idx="136">
                  <c:v>45964</c:v>
                </c:pt>
                <c:pt idx="137">
                  <c:v>45965</c:v>
                </c:pt>
                <c:pt idx="138">
                  <c:v>45966</c:v>
                </c:pt>
                <c:pt idx="139">
                  <c:v>45967</c:v>
                </c:pt>
                <c:pt idx="140">
                  <c:v>45968</c:v>
                </c:pt>
                <c:pt idx="141">
                  <c:v>45969</c:v>
                </c:pt>
                <c:pt idx="142">
                  <c:v>45970</c:v>
                </c:pt>
                <c:pt idx="143">
                  <c:v>45971</c:v>
                </c:pt>
                <c:pt idx="144">
                  <c:v>45972</c:v>
                </c:pt>
                <c:pt idx="145">
                  <c:v>45973</c:v>
                </c:pt>
                <c:pt idx="146">
                  <c:v>45974</c:v>
                </c:pt>
                <c:pt idx="147">
                  <c:v>45975</c:v>
                </c:pt>
                <c:pt idx="148">
                  <c:v>45976</c:v>
                </c:pt>
                <c:pt idx="149">
                  <c:v>45977</c:v>
                </c:pt>
                <c:pt idx="150">
                  <c:v>45978</c:v>
                </c:pt>
                <c:pt idx="151">
                  <c:v>45979</c:v>
                </c:pt>
                <c:pt idx="152">
                  <c:v>45980</c:v>
                </c:pt>
                <c:pt idx="153">
                  <c:v>45981</c:v>
                </c:pt>
                <c:pt idx="154">
                  <c:v>45982</c:v>
                </c:pt>
                <c:pt idx="155">
                  <c:v>45983</c:v>
                </c:pt>
                <c:pt idx="156">
                  <c:v>45984</c:v>
                </c:pt>
                <c:pt idx="157">
                  <c:v>45985</c:v>
                </c:pt>
                <c:pt idx="158">
                  <c:v>45986</c:v>
                </c:pt>
                <c:pt idx="159">
                  <c:v>45987</c:v>
                </c:pt>
                <c:pt idx="160">
                  <c:v>45988</c:v>
                </c:pt>
                <c:pt idx="161">
                  <c:v>45989</c:v>
                </c:pt>
                <c:pt idx="162">
                  <c:v>45990</c:v>
                </c:pt>
                <c:pt idx="163">
                  <c:v>45991</c:v>
                </c:pt>
                <c:pt idx="164">
                  <c:v>45992</c:v>
                </c:pt>
                <c:pt idx="165">
                  <c:v>45993</c:v>
                </c:pt>
                <c:pt idx="166">
                  <c:v>45994</c:v>
                </c:pt>
                <c:pt idx="167">
                  <c:v>45995</c:v>
                </c:pt>
                <c:pt idx="168">
                  <c:v>45996</c:v>
                </c:pt>
                <c:pt idx="169">
                  <c:v>45997</c:v>
                </c:pt>
                <c:pt idx="170">
                  <c:v>45998</c:v>
                </c:pt>
                <c:pt idx="171">
                  <c:v>45999</c:v>
                </c:pt>
                <c:pt idx="172">
                  <c:v>46000</c:v>
                </c:pt>
                <c:pt idx="173">
                  <c:v>46001</c:v>
                </c:pt>
                <c:pt idx="174">
                  <c:v>46002</c:v>
                </c:pt>
                <c:pt idx="175">
                  <c:v>46003</c:v>
                </c:pt>
                <c:pt idx="176">
                  <c:v>46004</c:v>
                </c:pt>
                <c:pt idx="177">
                  <c:v>46005</c:v>
                </c:pt>
                <c:pt idx="178">
                  <c:v>46006</c:v>
                </c:pt>
                <c:pt idx="179">
                  <c:v>46007</c:v>
                </c:pt>
                <c:pt idx="180">
                  <c:v>46008</c:v>
                </c:pt>
                <c:pt idx="181">
                  <c:v>46009</c:v>
                </c:pt>
                <c:pt idx="182">
                  <c:v>46010</c:v>
                </c:pt>
                <c:pt idx="183">
                  <c:v>46011</c:v>
                </c:pt>
                <c:pt idx="184">
                  <c:v>46012</c:v>
                </c:pt>
                <c:pt idx="185">
                  <c:v>46013</c:v>
                </c:pt>
                <c:pt idx="186">
                  <c:v>46014</c:v>
                </c:pt>
                <c:pt idx="187">
                  <c:v>46015</c:v>
                </c:pt>
                <c:pt idx="188">
                  <c:v>46016</c:v>
                </c:pt>
                <c:pt idx="189">
                  <c:v>46017</c:v>
                </c:pt>
                <c:pt idx="190">
                  <c:v>46018</c:v>
                </c:pt>
                <c:pt idx="191">
                  <c:v>46019</c:v>
                </c:pt>
                <c:pt idx="192">
                  <c:v>46020</c:v>
                </c:pt>
                <c:pt idx="193">
                  <c:v>46021</c:v>
                </c:pt>
                <c:pt idx="194">
                  <c:v>46022</c:v>
                </c:pt>
                <c:pt idx="195">
                  <c:v>46023</c:v>
                </c:pt>
                <c:pt idx="196">
                  <c:v>46024</c:v>
                </c:pt>
                <c:pt idx="197">
                  <c:v>46025</c:v>
                </c:pt>
                <c:pt idx="198">
                  <c:v>46026</c:v>
                </c:pt>
                <c:pt idx="199">
                  <c:v>46027</c:v>
                </c:pt>
                <c:pt idx="200">
                  <c:v>46028</c:v>
                </c:pt>
                <c:pt idx="201">
                  <c:v>46029</c:v>
                </c:pt>
                <c:pt idx="202">
                  <c:v>46030</c:v>
                </c:pt>
                <c:pt idx="203">
                  <c:v>46031</c:v>
                </c:pt>
                <c:pt idx="204">
                  <c:v>46032</c:v>
                </c:pt>
                <c:pt idx="205">
                  <c:v>46033</c:v>
                </c:pt>
                <c:pt idx="206">
                  <c:v>46034</c:v>
                </c:pt>
                <c:pt idx="207">
                  <c:v>46035</c:v>
                </c:pt>
                <c:pt idx="208">
                  <c:v>46036</c:v>
                </c:pt>
                <c:pt idx="209">
                  <c:v>46037</c:v>
                </c:pt>
                <c:pt idx="210">
                  <c:v>46038</c:v>
                </c:pt>
                <c:pt idx="211">
                  <c:v>46039</c:v>
                </c:pt>
                <c:pt idx="212">
                  <c:v>46040</c:v>
                </c:pt>
                <c:pt idx="213">
                  <c:v>46041</c:v>
                </c:pt>
                <c:pt idx="214">
                  <c:v>46042</c:v>
                </c:pt>
                <c:pt idx="215">
                  <c:v>46043</c:v>
                </c:pt>
                <c:pt idx="216">
                  <c:v>46044</c:v>
                </c:pt>
                <c:pt idx="217">
                  <c:v>46045</c:v>
                </c:pt>
                <c:pt idx="218">
                  <c:v>46046</c:v>
                </c:pt>
                <c:pt idx="219">
                  <c:v>46047</c:v>
                </c:pt>
                <c:pt idx="220">
                  <c:v>46048</c:v>
                </c:pt>
                <c:pt idx="221">
                  <c:v>46049</c:v>
                </c:pt>
                <c:pt idx="222">
                  <c:v>46050</c:v>
                </c:pt>
                <c:pt idx="223">
                  <c:v>46051</c:v>
                </c:pt>
                <c:pt idx="224">
                  <c:v>46052</c:v>
                </c:pt>
                <c:pt idx="225">
                  <c:v>46053</c:v>
                </c:pt>
                <c:pt idx="226">
                  <c:v>46054</c:v>
                </c:pt>
                <c:pt idx="227">
                  <c:v>46055</c:v>
                </c:pt>
                <c:pt idx="228">
                  <c:v>46056</c:v>
                </c:pt>
                <c:pt idx="229">
                  <c:v>46057</c:v>
                </c:pt>
                <c:pt idx="230">
                  <c:v>46058</c:v>
                </c:pt>
                <c:pt idx="231">
                  <c:v>46059</c:v>
                </c:pt>
                <c:pt idx="232">
                  <c:v>46060</c:v>
                </c:pt>
                <c:pt idx="233">
                  <c:v>46061</c:v>
                </c:pt>
                <c:pt idx="234">
                  <c:v>46062</c:v>
                </c:pt>
                <c:pt idx="235">
                  <c:v>46063</c:v>
                </c:pt>
                <c:pt idx="236">
                  <c:v>46064</c:v>
                </c:pt>
                <c:pt idx="237">
                  <c:v>46065</c:v>
                </c:pt>
                <c:pt idx="238">
                  <c:v>46066</c:v>
                </c:pt>
                <c:pt idx="239">
                  <c:v>46067</c:v>
                </c:pt>
                <c:pt idx="240">
                  <c:v>46068</c:v>
                </c:pt>
                <c:pt idx="241">
                  <c:v>46069</c:v>
                </c:pt>
                <c:pt idx="242">
                  <c:v>46070</c:v>
                </c:pt>
                <c:pt idx="243">
                  <c:v>46071</c:v>
                </c:pt>
                <c:pt idx="244">
                  <c:v>46072</c:v>
                </c:pt>
                <c:pt idx="245">
                  <c:v>46073</c:v>
                </c:pt>
                <c:pt idx="246">
                  <c:v>46074</c:v>
                </c:pt>
                <c:pt idx="247">
                  <c:v>46075</c:v>
                </c:pt>
                <c:pt idx="248">
                  <c:v>46076</c:v>
                </c:pt>
                <c:pt idx="249">
                  <c:v>46077</c:v>
                </c:pt>
                <c:pt idx="250">
                  <c:v>46078</c:v>
                </c:pt>
                <c:pt idx="251">
                  <c:v>46079</c:v>
                </c:pt>
                <c:pt idx="252">
                  <c:v>46080</c:v>
                </c:pt>
                <c:pt idx="253">
                  <c:v>46081</c:v>
                </c:pt>
                <c:pt idx="254">
                  <c:v>46082</c:v>
                </c:pt>
                <c:pt idx="255">
                  <c:v>46083</c:v>
                </c:pt>
                <c:pt idx="256">
                  <c:v>46084</c:v>
                </c:pt>
                <c:pt idx="257">
                  <c:v>46085</c:v>
                </c:pt>
                <c:pt idx="258">
                  <c:v>46086</c:v>
                </c:pt>
                <c:pt idx="259">
                  <c:v>46087</c:v>
                </c:pt>
                <c:pt idx="260">
                  <c:v>46088</c:v>
                </c:pt>
                <c:pt idx="261">
                  <c:v>46089</c:v>
                </c:pt>
                <c:pt idx="262">
                  <c:v>46090</c:v>
                </c:pt>
                <c:pt idx="263">
                  <c:v>46091</c:v>
                </c:pt>
                <c:pt idx="264">
                  <c:v>46092</c:v>
                </c:pt>
                <c:pt idx="265">
                  <c:v>46093</c:v>
                </c:pt>
                <c:pt idx="266">
                  <c:v>46094</c:v>
                </c:pt>
                <c:pt idx="267">
                  <c:v>46095</c:v>
                </c:pt>
                <c:pt idx="268">
                  <c:v>46096</c:v>
                </c:pt>
                <c:pt idx="269">
                  <c:v>46097</c:v>
                </c:pt>
                <c:pt idx="270">
                  <c:v>46098</c:v>
                </c:pt>
                <c:pt idx="271">
                  <c:v>46099</c:v>
                </c:pt>
                <c:pt idx="272">
                  <c:v>46100</c:v>
                </c:pt>
                <c:pt idx="273">
                  <c:v>46101</c:v>
                </c:pt>
                <c:pt idx="274">
                  <c:v>46102</c:v>
                </c:pt>
                <c:pt idx="275">
                  <c:v>46103</c:v>
                </c:pt>
                <c:pt idx="276">
                  <c:v>46104</c:v>
                </c:pt>
                <c:pt idx="277">
                  <c:v>46105</c:v>
                </c:pt>
                <c:pt idx="278">
                  <c:v>46106</c:v>
                </c:pt>
                <c:pt idx="279">
                  <c:v>46107</c:v>
                </c:pt>
                <c:pt idx="280">
                  <c:v>46108</c:v>
                </c:pt>
                <c:pt idx="281">
                  <c:v>46109</c:v>
                </c:pt>
                <c:pt idx="282">
                  <c:v>46110</c:v>
                </c:pt>
                <c:pt idx="283">
                  <c:v>46111</c:v>
                </c:pt>
                <c:pt idx="284">
                  <c:v>46112</c:v>
                </c:pt>
                <c:pt idx="285">
                  <c:v>46113</c:v>
                </c:pt>
                <c:pt idx="286">
                  <c:v>46114</c:v>
                </c:pt>
                <c:pt idx="287">
                  <c:v>46115</c:v>
                </c:pt>
                <c:pt idx="288">
                  <c:v>46116</c:v>
                </c:pt>
                <c:pt idx="289">
                  <c:v>46117</c:v>
                </c:pt>
                <c:pt idx="290">
                  <c:v>46118</c:v>
                </c:pt>
                <c:pt idx="291">
                  <c:v>46119</c:v>
                </c:pt>
                <c:pt idx="292">
                  <c:v>46120</c:v>
                </c:pt>
                <c:pt idx="293">
                  <c:v>46121</c:v>
                </c:pt>
                <c:pt idx="294">
                  <c:v>46122</c:v>
                </c:pt>
                <c:pt idx="295">
                  <c:v>46123</c:v>
                </c:pt>
                <c:pt idx="296">
                  <c:v>46124</c:v>
                </c:pt>
                <c:pt idx="297">
                  <c:v>46125</c:v>
                </c:pt>
                <c:pt idx="298">
                  <c:v>46126</c:v>
                </c:pt>
                <c:pt idx="299">
                  <c:v>46127</c:v>
                </c:pt>
                <c:pt idx="300">
                  <c:v>46128</c:v>
                </c:pt>
                <c:pt idx="301">
                  <c:v>46129</c:v>
                </c:pt>
                <c:pt idx="302">
                  <c:v>46130</c:v>
                </c:pt>
                <c:pt idx="303">
                  <c:v>46131</c:v>
                </c:pt>
                <c:pt idx="304">
                  <c:v>46132</c:v>
                </c:pt>
                <c:pt idx="305">
                  <c:v>46133</c:v>
                </c:pt>
                <c:pt idx="306">
                  <c:v>46134</c:v>
                </c:pt>
                <c:pt idx="307">
                  <c:v>46135</c:v>
                </c:pt>
                <c:pt idx="308">
                  <c:v>46136</c:v>
                </c:pt>
                <c:pt idx="309">
                  <c:v>46137</c:v>
                </c:pt>
                <c:pt idx="310">
                  <c:v>46138</c:v>
                </c:pt>
                <c:pt idx="311">
                  <c:v>46139</c:v>
                </c:pt>
                <c:pt idx="312">
                  <c:v>46140</c:v>
                </c:pt>
                <c:pt idx="313">
                  <c:v>46141</c:v>
                </c:pt>
                <c:pt idx="314">
                  <c:v>46142</c:v>
                </c:pt>
                <c:pt idx="315">
                  <c:v>46143</c:v>
                </c:pt>
                <c:pt idx="316">
                  <c:v>46144</c:v>
                </c:pt>
                <c:pt idx="317">
                  <c:v>46145</c:v>
                </c:pt>
                <c:pt idx="318">
                  <c:v>46146</c:v>
                </c:pt>
                <c:pt idx="319">
                  <c:v>46147</c:v>
                </c:pt>
                <c:pt idx="320">
                  <c:v>46148</c:v>
                </c:pt>
                <c:pt idx="321">
                  <c:v>46149</c:v>
                </c:pt>
                <c:pt idx="322">
                  <c:v>46150</c:v>
                </c:pt>
                <c:pt idx="323">
                  <c:v>46151</c:v>
                </c:pt>
                <c:pt idx="324">
                  <c:v>46152</c:v>
                </c:pt>
                <c:pt idx="325">
                  <c:v>46153</c:v>
                </c:pt>
                <c:pt idx="326">
                  <c:v>46154</c:v>
                </c:pt>
                <c:pt idx="327">
                  <c:v>46155</c:v>
                </c:pt>
                <c:pt idx="328">
                  <c:v>46156</c:v>
                </c:pt>
                <c:pt idx="329">
                  <c:v>46157</c:v>
                </c:pt>
                <c:pt idx="330">
                  <c:v>46158</c:v>
                </c:pt>
                <c:pt idx="331">
                  <c:v>46159</c:v>
                </c:pt>
                <c:pt idx="332">
                  <c:v>46160</c:v>
                </c:pt>
                <c:pt idx="333">
                  <c:v>46161</c:v>
                </c:pt>
                <c:pt idx="334">
                  <c:v>46162</c:v>
                </c:pt>
                <c:pt idx="335">
                  <c:v>46163</c:v>
                </c:pt>
                <c:pt idx="336">
                  <c:v>46164</c:v>
                </c:pt>
                <c:pt idx="337">
                  <c:v>46165</c:v>
                </c:pt>
                <c:pt idx="338">
                  <c:v>46166</c:v>
                </c:pt>
                <c:pt idx="339">
                  <c:v>46167</c:v>
                </c:pt>
                <c:pt idx="340">
                  <c:v>46168</c:v>
                </c:pt>
                <c:pt idx="341">
                  <c:v>46169</c:v>
                </c:pt>
                <c:pt idx="342">
                  <c:v>46170</c:v>
                </c:pt>
                <c:pt idx="343">
                  <c:v>46171</c:v>
                </c:pt>
                <c:pt idx="344">
                  <c:v>46172</c:v>
                </c:pt>
                <c:pt idx="345">
                  <c:v>46173</c:v>
                </c:pt>
                <c:pt idx="346">
                  <c:v>46174</c:v>
                </c:pt>
                <c:pt idx="347">
                  <c:v>46175</c:v>
                </c:pt>
                <c:pt idx="348">
                  <c:v>46176</c:v>
                </c:pt>
                <c:pt idx="349">
                  <c:v>46177</c:v>
                </c:pt>
                <c:pt idx="350">
                  <c:v>46178</c:v>
                </c:pt>
                <c:pt idx="351">
                  <c:v>46179</c:v>
                </c:pt>
                <c:pt idx="352">
                  <c:v>46180</c:v>
                </c:pt>
                <c:pt idx="353">
                  <c:v>46181</c:v>
                </c:pt>
                <c:pt idx="354">
                  <c:v>46182</c:v>
                </c:pt>
                <c:pt idx="355">
                  <c:v>46183</c:v>
                </c:pt>
                <c:pt idx="356">
                  <c:v>46184</c:v>
                </c:pt>
                <c:pt idx="357">
                  <c:v>46185</c:v>
                </c:pt>
                <c:pt idx="358">
                  <c:v>46186</c:v>
                </c:pt>
                <c:pt idx="359">
                  <c:v>46187</c:v>
                </c:pt>
                <c:pt idx="360">
                  <c:v>46188</c:v>
                </c:pt>
                <c:pt idx="361">
                  <c:v>46189</c:v>
                </c:pt>
                <c:pt idx="362">
                  <c:v>46190</c:v>
                </c:pt>
              </c:numCache>
            </c:numRef>
          </c:cat>
          <c:val>
            <c:numRef>
              <c:f>G!$C$2:$C$364</c:f>
              <c:numCache>
                <c:formatCode>General</c:formatCode>
                <c:ptCount val="363"/>
                <c:pt idx="0">
                  <c:v>79368.555399999997</c:v>
                </c:pt>
                <c:pt idx="1">
                  <c:v>74990.0867</c:v>
                </c:pt>
                <c:pt idx="2">
                  <c:v>72203.539000000004</c:v>
                </c:pt>
                <c:pt idx="3">
                  <c:v>79936.520600000003</c:v>
                </c:pt>
                <c:pt idx="4">
                  <c:v>78125.644499999995</c:v>
                </c:pt>
                <c:pt idx="5">
                  <c:v>78306.888300000006</c:v>
                </c:pt>
                <c:pt idx="6">
                  <c:v>78274.973100000003</c:v>
                </c:pt>
                <c:pt idx="7">
                  <c:v>78288.238500000007</c:v>
                </c:pt>
                <c:pt idx="8">
                  <c:v>73864.947899999999</c:v>
                </c:pt>
                <c:pt idx="9">
                  <c:v>70489.620500000005</c:v>
                </c:pt>
                <c:pt idx="10">
                  <c:v>79348.302299999996</c:v>
                </c:pt>
                <c:pt idx="11">
                  <c:v>78184.216199999995</c:v>
                </c:pt>
                <c:pt idx="12">
                  <c:v>77819.911399999997</c:v>
                </c:pt>
                <c:pt idx="13">
                  <c:v>78843.277900000001</c:v>
                </c:pt>
                <c:pt idx="14">
                  <c:v>78104.337599999999</c:v>
                </c:pt>
                <c:pt idx="15">
                  <c:v>73294.95</c:v>
                </c:pt>
                <c:pt idx="16">
                  <c:v>70479.424499999994</c:v>
                </c:pt>
                <c:pt idx="17">
                  <c:v>77248.555399999997</c:v>
                </c:pt>
                <c:pt idx="18">
                  <c:v>76381.438200000004</c:v>
                </c:pt>
                <c:pt idx="19">
                  <c:v>77130.41</c:v>
                </c:pt>
                <c:pt idx="20">
                  <c:v>64230.326500000003</c:v>
                </c:pt>
                <c:pt idx="21">
                  <c:v>80134.834499999997</c:v>
                </c:pt>
                <c:pt idx="22">
                  <c:v>71889.494600000005</c:v>
                </c:pt>
                <c:pt idx="23">
                  <c:v>68726.287500000006</c:v>
                </c:pt>
                <c:pt idx="24">
                  <c:v>77129.658500000005</c:v>
                </c:pt>
                <c:pt idx="25">
                  <c:v>76334.114499999996</c:v>
                </c:pt>
                <c:pt idx="26">
                  <c:v>75073.555800000002</c:v>
                </c:pt>
                <c:pt idx="27">
                  <c:v>75431.559800000003</c:v>
                </c:pt>
                <c:pt idx="28">
                  <c:v>74700.340100000001</c:v>
                </c:pt>
                <c:pt idx="29">
                  <c:v>70979.576000000001</c:v>
                </c:pt>
                <c:pt idx="30">
                  <c:v>67734.807199999996</c:v>
                </c:pt>
                <c:pt idx="31">
                  <c:v>74694.043300000005</c:v>
                </c:pt>
                <c:pt idx="32">
                  <c:v>73902.5236</c:v>
                </c:pt>
                <c:pt idx="33">
                  <c:v>74220.459199999998</c:v>
                </c:pt>
                <c:pt idx="34">
                  <c:v>73686.846799999999</c:v>
                </c:pt>
                <c:pt idx="35">
                  <c:v>74287.259300000005</c:v>
                </c:pt>
                <c:pt idx="36">
                  <c:v>71000.934500000003</c:v>
                </c:pt>
                <c:pt idx="37">
                  <c:v>66894.290599999993</c:v>
                </c:pt>
                <c:pt idx="38">
                  <c:v>73784.561799999996</c:v>
                </c:pt>
                <c:pt idx="39">
                  <c:v>73158.964000000007</c:v>
                </c:pt>
                <c:pt idx="40">
                  <c:v>73204.657600000006</c:v>
                </c:pt>
                <c:pt idx="41">
                  <c:v>73939.911699999997</c:v>
                </c:pt>
                <c:pt idx="42">
                  <c:v>73653.132899999997</c:v>
                </c:pt>
                <c:pt idx="43">
                  <c:v>68262.819900000002</c:v>
                </c:pt>
                <c:pt idx="44">
                  <c:v>65971.800600000002</c:v>
                </c:pt>
                <c:pt idx="45">
                  <c:v>72858.380399999995</c:v>
                </c:pt>
                <c:pt idx="46">
                  <c:v>73578.693700000003</c:v>
                </c:pt>
                <c:pt idx="47">
                  <c:v>73626.508400000006</c:v>
                </c:pt>
                <c:pt idx="48">
                  <c:v>73409.022500000006</c:v>
                </c:pt>
                <c:pt idx="49">
                  <c:v>60088.677000000003</c:v>
                </c:pt>
                <c:pt idx="50">
                  <c:v>65404.709699999999</c:v>
                </c:pt>
                <c:pt idx="51">
                  <c:v>65027.606899999999</c:v>
                </c:pt>
                <c:pt idx="52">
                  <c:v>73135.727199999994</c:v>
                </c:pt>
                <c:pt idx="53">
                  <c:v>72887.038100000005</c:v>
                </c:pt>
                <c:pt idx="54">
                  <c:v>72113.404699999999</c:v>
                </c:pt>
                <c:pt idx="55">
                  <c:v>71317.772899999996</c:v>
                </c:pt>
                <c:pt idx="56">
                  <c:v>71524.633300000001</c:v>
                </c:pt>
                <c:pt idx="57">
                  <c:v>68055.541299999997</c:v>
                </c:pt>
                <c:pt idx="58">
                  <c:v>65930.3174</c:v>
                </c:pt>
                <c:pt idx="59">
                  <c:v>73939.105299999996</c:v>
                </c:pt>
                <c:pt idx="60">
                  <c:v>73238.324099999998</c:v>
                </c:pt>
                <c:pt idx="61">
                  <c:v>72508.8655</c:v>
                </c:pt>
                <c:pt idx="62">
                  <c:v>71218.224300000002</c:v>
                </c:pt>
                <c:pt idx="63">
                  <c:v>70711.158100000001</c:v>
                </c:pt>
                <c:pt idx="64">
                  <c:v>66519.5196</c:v>
                </c:pt>
                <c:pt idx="65">
                  <c:v>63834.372799999997</c:v>
                </c:pt>
                <c:pt idx="66">
                  <c:v>71193.522599999997</c:v>
                </c:pt>
                <c:pt idx="67">
                  <c:v>70507.149799999999</c:v>
                </c:pt>
                <c:pt idx="68">
                  <c:v>70361.424700000003</c:v>
                </c:pt>
                <c:pt idx="69">
                  <c:v>70254.8946</c:v>
                </c:pt>
                <c:pt idx="70">
                  <c:v>70105.698099999994</c:v>
                </c:pt>
                <c:pt idx="71">
                  <c:v>67397.638200000001</c:v>
                </c:pt>
                <c:pt idx="72">
                  <c:v>65012.955999999998</c:v>
                </c:pt>
                <c:pt idx="73">
                  <c:v>71105.695300000007</c:v>
                </c:pt>
                <c:pt idx="74">
                  <c:v>71327.487299999993</c:v>
                </c:pt>
                <c:pt idx="75">
                  <c:v>71280.494999999995</c:v>
                </c:pt>
                <c:pt idx="76">
                  <c:v>74048.812000000005</c:v>
                </c:pt>
                <c:pt idx="77">
                  <c:v>63411.006999999998</c:v>
                </c:pt>
                <c:pt idx="78">
                  <c:v>62779.310299999997</c:v>
                </c:pt>
                <c:pt idx="79">
                  <c:v>57638.327499999999</c:v>
                </c:pt>
                <c:pt idx="80">
                  <c:v>69550.686700000006</c:v>
                </c:pt>
                <c:pt idx="81">
                  <c:v>70039.1391</c:v>
                </c:pt>
                <c:pt idx="82">
                  <c:v>71305.070600000006</c:v>
                </c:pt>
                <c:pt idx="83">
                  <c:v>71898.468699999998</c:v>
                </c:pt>
                <c:pt idx="84">
                  <c:v>70280.703200000004</c:v>
                </c:pt>
                <c:pt idx="85">
                  <c:v>66033.817999999999</c:v>
                </c:pt>
                <c:pt idx="86">
                  <c:v>63399.907299999999</c:v>
                </c:pt>
                <c:pt idx="87">
                  <c:v>70771.608699999997</c:v>
                </c:pt>
                <c:pt idx="88">
                  <c:v>70415.406600000002</c:v>
                </c:pt>
                <c:pt idx="89">
                  <c:v>70604.353000000003</c:v>
                </c:pt>
                <c:pt idx="90">
                  <c:v>69458.807000000001</c:v>
                </c:pt>
                <c:pt idx="91">
                  <c:v>69214.607099999994</c:v>
                </c:pt>
                <c:pt idx="92">
                  <c:v>64815.047299999998</c:v>
                </c:pt>
                <c:pt idx="93">
                  <c:v>63255.588000000003</c:v>
                </c:pt>
                <c:pt idx="94">
                  <c:v>70498.225099999996</c:v>
                </c:pt>
                <c:pt idx="95">
                  <c:v>70097.598599999998</c:v>
                </c:pt>
                <c:pt idx="96">
                  <c:v>70338.407099999997</c:v>
                </c:pt>
                <c:pt idx="97">
                  <c:v>71528.126000000004</c:v>
                </c:pt>
                <c:pt idx="98">
                  <c:v>71445.737800000003</c:v>
                </c:pt>
                <c:pt idx="99">
                  <c:v>66187.305200000003</c:v>
                </c:pt>
                <c:pt idx="100">
                  <c:v>63680.105300000003</c:v>
                </c:pt>
                <c:pt idx="101">
                  <c:v>71099.354200000002</c:v>
                </c:pt>
                <c:pt idx="102">
                  <c:v>72221.516799999998</c:v>
                </c:pt>
                <c:pt idx="103">
                  <c:v>70303.607900000003</c:v>
                </c:pt>
                <c:pt idx="104">
                  <c:v>70962.5818</c:v>
                </c:pt>
                <c:pt idx="105">
                  <c:v>69600.846799999999</c:v>
                </c:pt>
                <c:pt idx="106">
                  <c:v>65327.4473</c:v>
                </c:pt>
                <c:pt idx="107">
                  <c:v>62300.688099999999</c:v>
                </c:pt>
                <c:pt idx="108">
                  <c:v>57804.428200000002</c:v>
                </c:pt>
                <c:pt idx="109">
                  <c:v>70582.195500000002</c:v>
                </c:pt>
                <c:pt idx="110">
                  <c:v>69764.272299999997</c:v>
                </c:pt>
                <c:pt idx="111">
                  <c:v>70595.402600000001</c:v>
                </c:pt>
                <c:pt idx="112">
                  <c:v>71018.594100000002</c:v>
                </c:pt>
                <c:pt idx="113">
                  <c:v>67259.640199999994</c:v>
                </c:pt>
                <c:pt idx="114">
                  <c:v>63536.600100000003</c:v>
                </c:pt>
                <c:pt idx="115">
                  <c:v>70233.486600000004</c:v>
                </c:pt>
                <c:pt idx="116">
                  <c:v>69959.582699999999</c:v>
                </c:pt>
                <c:pt idx="117">
                  <c:v>70382.550300000003</c:v>
                </c:pt>
                <c:pt idx="118">
                  <c:v>68300.544200000004</c:v>
                </c:pt>
                <c:pt idx="119">
                  <c:v>69503.576400000005</c:v>
                </c:pt>
                <c:pt idx="120">
                  <c:v>64645.9283</c:v>
                </c:pt>
                <c:pt idx="121">
                  <c:v>61709.114200000004</c:v>
                </c:pt>
                <c:pt idx="122">
                  <c:v>65697.390799999994</c:v>
                </c:pt>
                <c:pt idx="123">
                  <c:v>70456.668399999995</c:v>
                </c:pt>
                <c:pt idx="124">
                  <c:v>69004.528200000001</c:v>
                </c:pt>
                <c:pt idx="125">
                  <c:v>69103.851299999995</c:v>
                </c:pt>
                <c:pt idx="126">
                  <c:v>68915.287800000006</c:v>
                </c:pt>
                <c:pt idx="127">
                  <c:v>67413.803799999994</c:v>
                </c:pt>
                <c:pt idx="128">
                  <c:v>61880.7353</c:v>
                </c:pt>
                <c:pt idx="129">
                  <c:v>69073.009999999995</c:v>
                </c:pt>
                <c:pt idx="130">
                  <c:v>69712.916299999997</c:v>
                </c:pt>
                <c:pt idx="131">
                  <c:v>69266.022400000002</c:v>
                </c:pt>
                <c:pt idx="132">
                  <c:v>69882.559200000003</c:v>
                </c:pt>
                <c:pt idx="133">
                  <c:v>69755.1495</c:v>
                </c:pt>
                <c:pt idx="134">
                  <c:v>66234.518299999996</c:v>
                </c:pt>
                <c:pt idx="135">
                  <c:v>63288.897400000002</c:v>
                </c:pt>
                <c:pt idx="136">
                  <c:v>70373.392699999997</c:v>
                </c:pt>
                <c:pt idx="137">
                  <c:v>69849.888500000001</c:v>
                </c:pt>
                <c:pt idx="138">
                  <c:v>60515.411399999997</c:v>
                </c:pt>
                <c:pt idx="139">
                  <c:v>67532.081200000001</c:v>
                </c:pt>
                <c:pt idx="140">
                  <c:v>68540.260500000004</c:v>
                </c:pt>
                <c:pt idx="141">
                  <c:v>64871.387699999999</c:v>
                </c:pt>
                <c:pt idx="142">
                  <c:v>63043.572800000002</c:v>
                </c:pt>
                <c:pt idx="143">
                  <c:v>70128.623000000007</c:v>
                </c:pt>
                <c:pt idx="144">
                  <c:v>69548.673599999995</c:v>
                </c:pt>
                <c:pt idx="145">
                  <c:v>69794.997199999998</c:v>
                </c:pt>
                <c:pt idx="146">
                  <c:v>69377.477299999999</c:v>
                </c:pt>
                <c:pt idx="147">
                  <c:v>68595.208299999998</c:v>
                </c:pt>
                <c:pt idx="148">
                  <c:v>66056.675399999993</c:v>
                </c:pt>
                <c:pt idx="149">
                  <c:v>63155.041499999999</c:v>
                </c:pt>
                <c:pt idx="150">
                  <c:v>69231.562099999996</c:v>
                </c:pt>
                <c:pt idx="151">
                  <c:v>69548.550499999998</c:v>
                </c:pt>
                <c:pt idx="152">
                  <c:v>69362.695399999997</c:v>
                </c:pt>
                <c:pt idx="153">
                  <c:v>68863.764999999999</c:v>
                </c:pt>
                <c:pt idx="154">
                  <c:v>68387.405100000004</c:v>
                </c:pt>
                <c:pt idx="155">
                  <c:v>66062.823399999994</c:v>
                </c:pt>
                <c:pt idx="156">
                  <c:v>63957.768600000003</c:v>
                </c:pt>
                <c:pt idx="157">
                  <c:v>70268.557199999996</c:v>
                </c:pt>
                <c:pt idx="158">
                  <c:v>69707.149399999995</c:v>
                </c:pt>
                <c:pt idx="159">
                  <c:v>72985.926600000006</c:v>
                </c:pt>
                <c:pt idx="160">
                  <c:v>78331.816399999996</c:v>
                </c:pt>
                <c:pt idx="161">
                  <c:v>93540.719400000002</c:v>
                </c:pt>
                <c:pt idx="162">
                  <c:v>79176.9277</c:v>
                </c:pt>
                <c:pt idx="163">
                  <c:v>72712.257500000007</c:v>
                </c:pt>
                <c:pt idx="164">
                  <c:v>76224.872700000007</c:v>
                </c:pt>
                <c:pt idx="165">
                  <c:v>74645.646900000007</c:v>
                </c:pt>
                <c:pt idx="166">
                  <c:v>73592.941900000005</c:v>
                </c:pt>
                <c:pt idx="167">
                  <c:v>64469.688699999999</c:v>
                </c:pt>
                <c:pt idx="168">
                  <c:v>71183.014999999999</c:v>
                </c:pt>
                <c:pt idx="169">
                  <c:v>68387.805600000007</c:v>
                </c:pt>
                <c:pt idx="170">
                  <c:v>64456.827299999997</c:v>
                </c:pt>
                <c:pt idx="171">
                  <c:v>72386.028999999995</c:v>
                </c:pt>
                <c:pt idx="172">
                  <c:v>71392.828699999998</c:v>
                </c:pt>
                <c:pt idx="173">
                  <c:v>71516.489400000006</c:v>
                </c:pt>
                <c:pt idx="174">
                  <c:v>71708.399600000004</c:v>
                </c:pt>
                <c:pt idx="175">
                  <c:v>70492.5245</c:v>
                </c:pt>
                <c:pt idx="176">
                  <c:v>67905.510200000004</c:v>
                </c:pt>
                <c:pt idx="177">
                  <c:v>65052.483699999997</c:v>
                </c:pt>
                <c:pt idx="178">
                  <c:v>71934.760399999999</c:v>
                </c:pt>
                <c:pt idx="179">
                  <c:v>71089.547600000005</c:v>
                </c:pt>
                <c:pt idx="180">
                  <c:v>71228.727299999999</c:v>
                </c:pt>
                <c:pt idx="181">
                  <c:v>72431.492499999993</c:v>
                </c:pt>
                <c:pt idx="182">
                  <c:v>72279.543300000005</c:v>
                </c:pt>
                <c:pt idx="183">
                  <c:v>68807.211899999995</c:v>
                </c:pt>
                <c:pt idx="184">
                  <c:v>65370.553999999996</c:v>
                </c:pt>
                <c:pt idx="185">
                  <c:v>71914.841</c:v>
                </c:pt>
                <c:pt idx="186">
                  <c:v>72243.983399999997</c:v>
                </c:pt>
                <c:pt idx="187">
                  <c:v>70898.411999999997</c:v>
                </c:pt>
                <c:pt idx="188">
                  <c:v>62686.220800000003</c:v>
                </c:pt>
                <c:pt idx="189">
                  <c:v>66183.568299999999</c:v>
                </c:pt>
                <c:pt idx="190">
                  <c:v>64568.809399999998</c:v>
                </c:pt>
                <c:pt idx="191">
                  <c:v>62593.482799999998</c:v>
                </c:pt>
                <c:pt idx="192">
                  <c:v>71049.194300000003</c:v>
                </c:pt>
                <c:pt idx="193">
                  <c:v>71169.669399999999</c:v>
                </c:pt>
                <c:pt idx="194">
                  <c:v>71723.417799999996</c:v>
                </c:pt>
                <c:pt idx="195">
                  <c:v>80141.589699999997</c:v>
                </c:pt>
                <c:pt idx="196">
                  <c:v>70039.800600000002</c:v>
                </c:pt>
                <c:pt idx="197">
                  <c:v>59758.754200000003</c:v>
                </c:pt>
                <c:pt idx="198">
                  <c:v>63441.068399999996</c:v>
                </c:pt>
                <c:pt idx="199">
                  <c:v>71053.811300000001</c:v>
                </c:pt>
                <c:pt idx="200">
                  <c:v>71456.438399999999</c:v>
                </c:pt>
                <c:pt idx="201">
                  <c:v>70610.108500000002</c:v>
                </c:pt>
                <c:pt idx="202">
                  <c:v>69735.576400000005</c:v>
                </c:pt>
                <c:pt idx="203">
                  <c:v>70653.351299999995</c:v>
                </c:pt>
                <c:pt idx="204">
                  <c:v>68207.669299999994</c:v>
                </c:pt>
                <c:pt idx="205">
                  <c:v>63334.5789</c:v>
                </c:pt>
                <c:pt idx="206">
                  <c:v>72056.555600000007</c:v>
                </c:pt>
                <c:pt idx="207">
                  <c:v>69976.442500000005</c:v>
                </c:pt>
                <c:pt idx="208">
                  <c:v>70982.191300000006</c:v>
                </c:pt>
                <c:pt idx="209">
                  <c:v>66083.219400000002</c:v>
                </c:pt>
                <c:pt idx="210">
                  <c:v>69287.780199999994</c:v>
                </c:pt>
                <c:pt idx="211">
                  <c:v>65402.353499999997</c:v>
                </c:pt>
                <c:pt idx="212">
                  <c:v>62920.185100000002</c:v>
                </c:pt>
                <c:pt idx="213">
                  <c:v>70544.443799999994</c:v>
                </c:pt>
                <c:pt idx="214">
                  <c:v>70553.138099999996</c:v>
                </c:pt>
                <c:pt idx="215">
                  <c:v>70764.335399999996</c:v>
                </c:pt>
                <c:pt idx="216">
                  <c:v>70596.413700000005</c:v>
                </c:pt>
                <c:pt idx="217">
                  <c:v>70476.3462</c:v>
                </c:pt>
                <c:pt idx="218">
                  <c:v>67292.75</c:v>
                </c:pt>
                <c:pt idx="219">
                  <c:v>64109.6086</c:v>
                </c:pt>
                <c:pt idx="220">
                  <c:v>71323.402400000006</c:v>
                </c:pt>
                <c:pt idx="221">
                  <c:v>71995.005099999995</c:v>
                </c:pt>
                <c:pt idx="222">
                  <c:v>71474.949299999993</c:v>
                </c:pt>
                <c:pt idx="223">
                  <c:v>70931.744200000001</c:v>
                </c:pt>
                <c:pt idx="224">
                  <c:v>70408.892800000001</c:v>
                </c:pt>
                <c:pt idx="225">
                  <c:v>68818.354099999997</c:v>
                </c:pt>
                <c:pt idx="226">
                  <c:v>60403.073100000001</c:v>
                </c:pt>
                <c:pt idx="227">
                  <c:v>72361.990300000005</c:v>
                </c:pt>
                <c:pt idx="228">
                  <c:v>71655.6636</c:v>
                </c:pt>
                <c:pt idx="229">
                  <c:v>64193.007799999999</c:v>
                </c:pt>
                <c:pt idx="230">
                  <c:v>70784.349000000002</c:v>
                </c:pt>
                <c:pt idx="231">
                  <c:v>70519.266399999993</c:v>
                </c:pt>
                <c:pt idx="232">
                  <c:v>67501.2552</c:v>
                </c:pt>
                <c:pt idx="233">
                  <c:v>63566.921799999996</c:v>
                </c:pt>
                <c:pt idx="234">
                  <c:v>70788.419099999999</c:v>
                </c:pt>
                <c:pt idx="235">
                  <c:v>71519.768700000001</c:v>
                </c:pt>
                <c:pt idx="236">
                  <c:v>71080.455400000006</c:v>
                </c:pt>
                <c:pt idx="237">
                  <c:v>70915.851899999994</c:v>
                </c:pt>
                <c:pt idx="238">
                  <c:v>70858.201700000005</c:v>
                </c:pt>
                <c:pt idx="239">
                  <c:v>67547.829199999993</c:v>
                </c:pt>
                <c:pt idx="240">
                  <c:v>63323.804499999998</c:v>
                </c:pt>
                <c:pt idx="241">
                  <c:v>69996.018899999995</c:v>
                </c:pt>
                <c:pt idx="242">
                  <c:v>70135.762100000007</c:v>
                </c:pt>
                <c:pt idx="243">
                  <c:v>69571.616099999999</c:v>
                </c:pt>
                <c:pt idx="244">
                  <c:v>69271.629199999996</c:v>
                </c:pt>
                <c:pt idx="245">
                  <c:v>69547.508700000006</c:v>
                </c:pt>
                <c:pt idx="246">
                  <c:v>66596.380999999994</c:v>
                </c:pt>
                <c:pt idx="247">
                  <c:v>64125.745900000002</c:v>
                </c:pt>
                <c:pt idx="248">
                  <c:v>70774.725699999995</c:v>
                </c:pt>
                <c:pt idx="249">
                  <c:v>70891.921600000001</c:v>
                </c:pt>
                <c:pt idx="250">
                  <c:v>70861.387300000002</c:v>
                </c:pt>
                <c:pt idx="251">
                  <c:v>71969.128500000006</c:v>
                </c:pt>
                <c:pt idx="252">
                  <c:v>71173.457899999994</c:v>
                </c:pt>
                <c:pt idx="253">
                  <c:v>68034.399099999995</c:v>
                </c:pt>
                <c:pt idx="254">
                  <c:v>64333.484900000003</c:v>
                </c:pt>
                <c:pt idx="255">
                  <c:v>60376.328699999998</c:v>
                </c:pt>
                <c:pt idx="256">
                  <c:v>71881.819900000002</c:v>
                </c:pt>
                <c:pt idx="257">
                  <c:v>70660.429600000003</c:v>
                </c:pt>
                <c:pt idx="258">
                  <c:v>70227.170400000003</c:v>
                </c:pt>
                <c:pt idx="259">
                  <c:v>70360.388600000006</c:v>
                </c:pt>
                <c:pt idx="260">
                  <c:v>66880.063200000004</c:v>
                </c:pt>
                <c:pt idx="261">
                  <c:v>63450.561300000001</c:v>
                </c:pt>
                <c:pt idx="262">
                  <c:v>71422.967799999999</c:v>
                </c:pt>
                <c:pt idx="263">
                  <c:v>73550.963000000003</c:v>
                </c:pt>
                <c:pt idx="264">
                  <c:v>73383.002999999997</c:v>
                </c:pt>
                <c:pt idx="265">
                  <c:v>72214.828899999993</c:v>
                </c:pt>
                <c:pt idx="266">
                  <c:v>71609.859299999996</c:v>
                </c:pt>
                <c:pt idx="267">
                  <c:v>67719.538</c:v>
                </c:pt>
                <c:pt idx="268">
                  <c:v>67080.974600000001</c:v>
                </c:pt>
                <c:pt idx="269">
                  <c:v>74787.077000000005</c:v>
                </c:pt>
                <c:pt idx="270">
                  <c:v>74582.181100000002</c:v>
                </c:pt>
                <c:pt idx="271">
                  <c:v>72265.081200000001</c:v>
                </c:pt>
                <c:pt idx="272">
                  <c:v>72424.402499999997</c:v>
                </c:pt>
                <c:pt idx="273">
                  <c:v>71294.106499999994</c:v>
                </c:pt>
                <c:pt idx="274">
                  <c:v>66978.133000000002</c:v>
                </c:pt>
                <c:pt idx="275">
                  <c:v>64507.113499999999</c:v>
                </c:pt>
                <c:pt idx="276">
                  <c:v>71896.092399999994</c:v>
                </c:pt>
                <c:pt idx="277">
                  <c:v>71189.111499999999</c:v>
                </c:pt>
                <c:pt idx="278">
                  <c:v>70048.655199999994</c:v>
                </c:pt>
                <c:pt idx="279">
                  <c:v>71686.698099999994</c:v>
                </c:pt>
                <c:pt idx="280">
                  <c:v>71438.61</c:v>
                </c:pt>
                <c:pt idx="281">
                  <c:v>68248.973700000002</c:v>
                </c:pt>
                <c:pt idx="282">
                  <c:v>64968.041700000002</c:v>
                </c:pt>
                <c:pt idx="283">
                  <c:v>72447.785699999993</c:v>
                </c:pt>
                <c:pt idx="284">
                  <c:v>73155.505600000004</c:v>
                </c:pt>
                <c:pt idx="285">
                  <c:v>67910.656300000002</c:v>
                </c:pt>
                <c:pt idx="286">
                  <c:v>70762.248099999997</c:v>
                </c:pt>
                <c:pt idx="287">
                  <c:v>67779.323099999994</c:v>
                </c:pt>
                <c:pt idx="288">
                  <c:v>68024.0628</c:v>
                </c:pt>
                <c:pt idx="289">
                  <c:v>65705.209499999997</c:v>
                </c:pt>
                <c:pt idx="290">
                  <c:v>73016.554699999993</c:v>
                </c:pt>
                <c:pt idx="291">
                  <c:v>72794.962700000004</c:v>
                </c:pt>
                <c:pt idx="292">
                  <c:v>72723.907699999996</c:v>
                </c:pt>
                <c:pt idx="293">
                  <c:v>73673.890499999994</c:v>
                </c:pt>
                <c:pt idx="294">
                  <c:v>73593.984400000001</c:v>
                </c:pt>
                <c:pt idx="295">
                  <c:v>66273.381899999993</c:v>
                </c:pt>
                <c:pt idx="296">
                  <c:v>57058.755100000002</c:v>
                </c:pt>
                <c:pt idx="297">
                  <c:v>49550.982799999998</c:v>
                </c:pt>
                <c:pt idx="298">
                  <c:v>50515.394800000002</c:v>
                </c:pt>
                <c:pt idx="299">
                  <c:v>48261.708500000001</c:v>
                </c:pt>
                <c:pt idx="300">
                  <c:v>51902.007799999999</c:v>
                </c:pt>
                <c:pt idx="301">
                  <c:v>55352.0939</c:v>
                </c:pt>
                <c:pt idx="302">
                  <c:v>56632.810100000002</c:v>
                </c:pt>
                <c:pt idx="303">
                  <c:v>58116.076399999998</c:v>
                </c:pt>
                <c:pt idx="304">
                  <c:v>68315.615999999995</c:v>
                </c:pt>
                <c:pt idx="305">
                  <c:v>70583.313099999999</c:v>
                </c:pt>
                <c:pt idx="306">
                  <c:v>70243.298599999995</c:v>
                </c:pt>
                <c:pt idx="307">
                  <c:v>70272.436700000006</c:v>
                </c:pt>
                <c:pt idx="308">
                  <c:v>71033.314799999993</c:v>
                </c:pt>
                <c:pt idx="309">
                  <c:v>67724.595700000005</c:v>
                </c:pt>
                <c:pt idx="310">
                  <c:v>63783.861299999997</c:v>
                </c:pt>
                <c:pt idx="311">
                  <c:v>72036.221799999999</c:v>
                </c:pt>
                <c:pt idx="312">
                  <c:v>70941.2546</c:v>
                </c:pt>
                <c:pt idx="313">
                  <c:v>71601.467900000003</c:v>
                </c:pt>
                <c:pt idx="314">
                  <c:v>72744.5533</c:v>
                </c:pt>
                <c:pt idx="315">
                  <c:v>59495.381500000003</c:v>
                </c:pt>
                <c:pt idx="316">
                  <c:v>64333.659500000002</c:v>
                </c:pt>
                <c:pt idx="317">
                  <c:v>63099.659099999997</c:v>
                </c:pt>
                <c:pt idx="318">
                  <c:v>72203.367499999993</c:v>
                </c:pt>
                <c:pt idx="319">
                  <c:v>71450.314400000003</c:v>
                </c:pt>
                <c:pt idx="320">
                  <c:v>69639.648499999996</c:v>
                </c:pt>
                <c:pt idx="321">
                  <c:v>71138.610100000005</c:v>
                </c:pt>
                <c:pt idx="322">
                  <c:v>70209.373399999997</c:v>
                </c:pt>
                <c:pt idx="323">
                  <c:v>68076.534599999999</c:v>
                </c:pt>
                <c:pt idx="324">
                  <c:v>64649.026299999998</c:v>
                </c:pt>
                <c:pt idx="325">
                  <c:v>71821.231599999999</c:v>
                </c:pt>
                <c:pt idx="326">
                  <c:v>71058.109899999996</c:v>
                </c:pt>
                <c:pt idx="327">
                  <c:v>73607.760999999999</c:v>
                </c:pt>
                <c:pt idx="328">
                  <c:v>70705.783100000001</c:v>
                </c:pt>
                <c:pt idx="329">
                  <c:v>70656.059899999993</c:v>
                </c:pt>
                <c:pt idx="330">
                  <c:v>66770.553599999999</c:v>
                </c:pt>
                <c:pt idx="331">
                  <c:v>64399.171000000002</c:v>
                </c:pt>
                <c:pt idx="332">
                  <c:v>71709.544699999999</c:v>
                </c:pt>
                <c:pt idx="333">
                  <c:v>71457.998399999997</c:v>
                </c:pt>
                <c:pt idx="334">
                  <c:v>71850.919200000004</c:v>
                </c:pt>
                <c:pt idx="335">
                  <c:v>70902.045899999997</c:v>
                </c:pt>
                <c:pt idx="336">
                  <c:v>78606.592099999994</c:v>
                </c:pt>
                <c:pt idx="337">
                  <c:v>68777.506500000003</c:v>
                </c:pt>
                <c:pt idx="338">
                  <c:v>64986.625800000002</c:v>
                </c:pt>
                <c:pt idx="339">
                  <c:v>72469.044399999999</c:v>
                </c:pt>
                <c:pt idx="340">
                  <c:v>72265.980599999995</c:v>
                </c:pt>
                <c:pt idx="341">
                  <c:v>71856.695399999997</c:v>
                </c:pt>
                <c:pt idx="342">
                  <c:v>68451.210600000006</c:v>
                </c:pt>
                <c:pt idx="343">
                  <c:v>70391.2978</c:v>
                </c:pt>
                <c:pt idx="344">
                  <c:v>55144.7166</c:v>
                </c:pt>
                <c:pt idx="345">
                  <c:v>59906.602500000001</c:v>
                </c:pt>
                <c:pt idx="346">
                  <c:v>70476.821299999996</c:v>
                </c:pt>
                <c:pt idx="347">
                  <c:v>72003.107099999994</c:v>
                </c:pt>
                <c:pt idx="348">
                  <c:v>72111.250799999994</c:v>
                </c:pt>
                <c:pt idx="349">
                  <c:v>71049.497700000007</c:v>
                </c:pt>
                <c:pt idx="350">
                  <c:v>70673.560100000002</c:v>
                </c:pt>
                <c:pt idx="351">
                  <c:v>67236.220400000006</c:v>
                </c:pt>
                <c:pt idx="352">
                  <c:v>63891.682800000002</c:v>
                </c:pt>
                <c:pt idx="353">
                  <c:v>70571.152499999997</c:v>
                </c:pt>
                <c:pt idx="354">
                  <c:v>70234.521099999998</c:v>
                </c:pt>
                <c:pt idx="355">
                  <c:v>70668.062900000004</c:v>
                </c:pt>
                <c:pt idx="356">
                  <c:v>70829.451300000001</c:v>
                </c:pt>
                <c:pt idx="357">
                  <c:v>70812.056899999996</c:v>
                </c:pt>
                <c:pt idx="358">
                  <c:v>66290.688800000004</c:v>
                </c:pt>
                <c:pt idx="359">
                  <c:v>62144.31</c:v>
                </c:pt>
                <c:pt idx="360">
                  <c:v>69454.513300000006</c:v>
                </c:pt>
                <c:pt idx="361">
                  <c:v>69507.159700000004</c:v>
                </c:pt>
                <c:pt idx="362">
                  <c:v>68928.630900000004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1E1-4F20-B019-4C6AAC520B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25611775"/>
        <c:axId val="925612255"/>
        <c:extLst>
          <c:ext xmlns:c15="http://schemas.microsoft.com/office/drawing/2012/chart" uri="{02D57815-91ED-43cb-92C2-25804820EDAC}">
            <c15:filteredLine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G!$D$1</c15:sqref>
                        </c15:formulaRef>
                      </c:ext>
                    </c:extLst>
                    <c:strCache>
                      <c:ptCount val="1"/>
                      <c:pt idx="0">
                        <c:v>KEG</c:v>
                      </c:pt>
                    </c:strCache>
                  </c:strRef>
                </c:tx>
                <c:spPr>
                  <a:ln w="28575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G!$A$2:$A$364</c15:sqref>
                        </c15:formulaRef>
                      </c:ext>
                    </c:extLst>
                    <c:numCache>
                      <c:formatCode>m/d/yyyy</c:formatCode>
                      <c:ptCount val="363"/>
                      <c:pt idx="0">
                        <c:v>45828</c:v>
                      </c:pt>
                      <c:pt idx="1">
                        <c:v>45829</c:v>
                      </c:pt>
                      <c:pt idx="2">
                        <c:v>45830</c:v>
                      </c:pt>
                      <c:pt idx="3">
                        <c:v>45831</c:v>
                      </c:pt>
                      <c:pt idx="4">
                        <c:v>45832</c:v>
                      </c:pt>
                      <c:pt idx="5">
                        <c:v>45833</c:v>
                      </c:pt>
                      <c:pt idx="6">
                        <c:v>45834</c:v>
                      </c:pt>
                      <c:pt idx="7">
                        <c:v>45835</c:v>
                      </c:pt>
                      <c:pt idx="8">
                        <c:v>45836</c:v>
                      </c:pt>
                      <c:pt idx="9">
                        <c:v>45837</c:v>
                      </c:pt>
                      <c:pt idx="10">
                        <c:v>45838</c:v>
                      </c:pt>
                      <c:pt idx="11">
                        <c:v>45839</c:v>
                      </c:pt>
                      <c:pt idx="12">
                        <c:v>45840</c:v>
                      </c:pt>
                      <c:pt idx="13">
                        <c:v>45841</c:v>
                      </c:pt>
                      <c:pt idx="14">
                        <c:v>45842</c:v>
                      </c:pt>
                      <c:pt idx="15">
                        <c:v>45843</c:v>
                      </c:pt>
                      <c:pt idx="16">
                        <c:v>45844</c:v>
                      </c:pt>
                      <c:pt idx="17">
                        <c:v>45845</c:v>
                      </c:pt>
                      <c:pt idx="18">
                        <c:v>45846</c:v>
                      </c:pt>
                      <c:pt idx="19">
                        <c:v>45847</c:v>
                      </c:pt>
                      <c:pt idx="20">
                        <c:v>45848</c:v>
                      </c:pt>
                      <c:pt idx="21">
                        <c:v>45849</c:v>
                      </c:pt>
                      <c:pt idx="22">
                        <c:v>45850</c:v>
                      </c:pt>
                      <c:pt idx="23">
                        <c:v>45851</c:v>
                      </c:pt>
                      <c:pt idx="24">
                        <c:v>45852</c:v>
                      </c:pt>
                      <c:pt idx="25">
                        <c:v>45853</c:v>
                      </c:pt>
                      <c:pt idx="26">
                        <c:v>45854</c:v>
                      </c:pt>
                      <c:pt idx="27">
                        <c:v>45855</c:v>
                      </c:pt>
                      <c:pt idx="28">
                        <c:v>45856</c:v>
                      </c:pt>
                      <c:pt idx="29">
                        <c:v>45857</c:v>
                      </c:pt>
                      <c:pt idx="30">
                        <c:v>45858</c:v>
                      </c:pt>
                      <c:pt idx="31">
                        <c:v>45859</c:v>
                      </c:pt>
                      <c:pt idx="32">
                        <c:v>45860</c:v>
                      </c:pt>
                      <c:pt idx="33">
                        <c:v>45861</c:v>
                      </c:pt>
                      <c:pt idx="34">
                        <c:v>45862</c:v>
                      </c:pt>
                      <c:pt idx="35">
                        <c:v>45863</c:v>
                      </c:pt>
                      <c:pt idx="36">
                        <c:v>45864</c:v>
                      </c:pt>
                      <c:pt idx="37">
                        <c:v>45865</c:v>
                      </c:pt>
                      <c:pt idx="38">
                        <c:v>45866</c:v>
                      </c:pt>
                      <c:pt idx="39">
                        <c:v>45867</c:v>
                      </c:pt>
                      <c:pt idx="40">
                        <c:v>45868</c:v>
                      </c:pt>
                      <c:pt idx="41">
                        <c:v>45869</c:v>
                      </c:pt>
                      <c:pt idx="42">
                        <c:v>45870</c:v>
                      </c:pt>
                      <c:pt idx="43">
                        <c:v>45871</c:v>
                      </c:pt>
                      <c:pt idx="44">
                        <c:v>45872</c:v>
                      </c:pt>
                      <c:pt idx="45">
                        <c:v>45873</c:v>
                      </c:pt>
                      <c:pt idx="46">
                        <c:v>45874</c:v>
                      </c:pt>
                      <c:pt idx="47">
                        <c:v>45875</c:v>
                      </c:pt>
                      <c:pt idx="48">
                        <c:v>45876</c:v>
                      </c:pt>
                      <c:pt idx="49">
                        <c:v>45877</c:v>
                      </c:pt>
                      <c:pt idx="50">
                        <c:v>45878</c:v>
                      </c:pt>
                      <c:pt idx="51">
                        <c:v>45879</c:v>
                      </c:pt>
                      <c:pt idx="52">
                        <c:v>45880</c:v>
                      </c:pt>
                      <c:pt idx="53">
                        <c:v>45881</c:v>
                      </c:pt>
                      <c:pt idx="54">
                        <c:v>45882</c:v>
                      </c:pt>
                      <c:pt idx="55">
                        <c:v>45883</c:v>
                      </c:pt>
                      <c:pt idx="56">
                        <c:v>45884</c:v>
                      </c:pt>
                      <c:pt idx="57">
                        <c:v>45885</c:v>
                      </c:pt>
                      <c:pt idx="58">
                        <c:v>45886</c:v>
                      </c:pt>
                      <c:pt idx="59">
                        <c:v>45887</c:v>
                      </c:pt>
                      <c:pt idx="60">
                        <c:v>45888</c:v>
                      </c:pt>
                      <c:pt idx="61">
                        <c:v>45889</c:v>
                      </c:pt>
                      <c:pt idx="62">
                        <c:v>45890</c:v>
                      </c:pt>
                      <c:pt idx="63">
                        <c:v>45891</c:v>
                      </c:pt>
                      <c:pt idx="64">
                        <c:v>45892</c:v>
                      </c:pt>
                      <c:pt idx="65">
                        <c:v>45893</c:v>
                      </c:pt>
                      <c:pt idx="66">
                        <c:v>45894</c:v>
                      </c:pt>
                      <c:pt idx="67">
                        <c:v>45895</c:v>
                      </c:pt>
                      <c:pt idx="68">
                        <c:v>45896</c:v>
                      </c:pt>
                      <c:pt idx="69">
                        <c:v>45897</c:v>
                      </c:pt>
                      <c:pt idx="70">
                        <c:v>45898</c:v>
                      </c:pt>
                      <c:pt idx="71">
                        <c:v>45899</c:v>
                      </c:pt>
                      <c:pt idx="72">
                        <c:v>45900</c:v>
                      </c:pt>
                      <c:pt idx="73">
                        <c:v>45901</c:v>
                      </c:pt>
                      <c:pt idx="74">
                        <c:v>45902</c:v>
                      </c:pt>
                      <c:pt idx="75">
                        <c:v>45903</c:v>
                      </c:pt>
                      <c:pt idx="76">
                        <c:v>45904</c:v>
                      </c:pt>
                      <c:pt idx="77">
                        <c:v>45905</c:v>
                      </c:pt>
                      <c:pt idx="78">
                        <c:v>45906</c:v>
                      </c:pt>
                      <c:pt idx="79">
                        <c:v>45907</c:v>
                      </c:pt>
                      <c:pt idx="80">
                        <c:v>45908</c:v>
                      </c:pt>
                      <c:pt idx="81">
                        <c:v>45909</c:v>
                      </c:pt>
                      <c:pt idx="82">
                        <c:v>45910</c:v>
                      </c:pt>
                      <c:pt idx="83">
                        <c:v>45911</c:v>
                      </c:pt>
                      <c:pt idx="84">
                        <c:v>45912</c:v>
                      </c:pt>
                      <c:pt idx="85">
                        <c:v>45913</c:v>
                      </c:pt>
                      <c:pt idx="86">
                        <c:v>45914</c:v>
                      </c:pt>
                      <c:pt idx="87">
                        <c:v>45915</c:v>
                      </c:pt>
                      <c:pt idx="88">
                        <c:v>45916</c:v>
                      </c:pt>
                      <c:pt idx="89">
                        <c:v>45917</c:v>
                      </c:pt>
                      <c:pt idx="90">
                        <c:v>45918</c:v>
                      </c:pt>
                      <c:pt idx="91">
                        <c:v>45919</c:v>
                      </c:pt>
                      <c:pt idx="92">
                        <c:v>45920</c:v>
                      </c:pt>
                      <c:pt idx="93">
                        <c:v>45921</c:v>
                      </c:pt>
                      <c:pt idx="94">
                        <c:v>45922</c:v>
                      </c:pt>
                      <c:pt idx="95">
                        <c:v>45923</c:v>
                      </c:pt>
                      <c:pt idx="96">
                        <c:v>45924</c:v>
                      </c:pt>
                      <c:pt idx="97">
                        <c:v>45925</c:v>
                      </c:pt>
                      <c:pt idx="98">
                        <c:v>45926</c:v>
                      </c:pt>
                      <c:pt idx="99">
                        <c:v>45927</c:v>
                      </c:pt>
                      <c:pt idx="100">
                        <c:v>45928</c:v>
                      </c:pt>
                      <c:pt idx="101">
                        <c:v>45929</c:v>
                      </c:pt>
                      <c:pt idx="102">
                        <c:v>45930</c:v>
                      </c:pt>
                      <c:pt idx="103">
                        <c:v>45931</c:v>
                      </c:pt>
                      <c:pt idx="104">
                        <c:v>45932</c:v>
                      </c:pt>
                      <c:pt idx="105">
                        <c:v>45933</c:v>
                      </c:pt>
                      <c:pt idx="106">
                        <c:v>45934</c:v>
                      </c:pt>
                      <c:pt idx="107">
                        <c:v>45935</c:v>
                      </c:pt>
                      <c:pt idx="108">
                        <c:v>45936</c:v>
                      </c:pt>
                      <c:pt idx="109">
                        <c:v>45937</c:v>
                      </c:pt>
                      <c:pt idx="110">
                        <c:v>45938</c:v>
                      </c:pt>
                      <c:pt idx="111">
                        <c:v>45939</c:v>
                      </c:pt>
                      <c:pt idx="112">
                        <c:v>45940</c:v>
                      </c:pt>
                      <c:pt idx="113">
                        <c:v>45941</c:v>
                      </c:pt>
                      <c:pt idx="114">
                        <c:v>45942</c:v>
                      </c:pt>
                      <c:pt idx="115">
                        <c:v>45943</c:v>
                      </c:pt>
                      <c:pt idx="116">
                        <c:v>45944</c:v>
                      </c:pt>
                      <c:pt idx="117">
                        <c:v>45945</c:v>
                      </c:pt>
                      <c:pt idx="118">
                        <c:v>45946</c:v>
                      </c:pt>
                      <c:pt idx="119">
                        <c:v>45947</c:v>
                      </c:pt>
                      <c:pt idx="120">
                        <c:v>45948</c:v>
                      </c:pt>
                      <c:pt idx="121">
                        <c:v>45949</c:v>
                      </c:pt>
                      <c:pt idx="122">
                        <c:v>45950</c:v>
                      </c:pt>
                      <c:pt idx="123">
                        <c:v>45951</c:v>
                      </c:pt>
                      <c:pt idx="124">
                        <c:v>45952</c:v>
                      </c:pt>
                      <c:pt idx="125">
                        <c:v>45953</c:v>
                      </c:pt>
                      <c:pt idx="126">
                        <c:v>45954</c:v>
                      </c:pt>
                      <c:pt idx="127">
                        <c:v>45955</c:v>
                      </c:pt>
                      <c:pt idx="128">
                        <c:v>45956</c:v>
                      </c:pt>
                      <c:pt idx="129">
                        <c:v>45957</c:v>
                      </c:pt>
                      <c:pt idx="130">
                        <c:v>45958</c:v>
                      </c:pt>
                      <c:pt idx="131">
                        <c:v>45959</c:v>
                      </c:pt>
                      <c:pt idx="132">
                        <c:v>45960</c:v>
                      </c:pt>
                      <c:pt idx="133">
                        <c:v>45961</c:v>
                      </c:pt>
                      <c:pt idx="134">
                        <c:v>45962</c:v>
                      </c:pt>
                      <c:pt idx="135">
                        <c:v>45963</c:v>
                      </c:pt>
                      <c:pt idx="136">
                        <c:v>45964</c:v>
                      </c:pt>
                      <c:pt idx="137">
                        <c:v>45965</c:v>
                      </c:pt>
                      <c:pt idx="138">
                        <c:v>45966</c:v>
                      </c:pt>
                      <c:pt idx="139">
                        <c:v>45967</c:v>
                      </c:pt>
                      <c:pt idx="140">
                        <c:v>45968</c:v>
                      </c:pt>
                      <c:pt idx="141">
                        <c:v>45969</c:v>
                      </c:pt>
                      <c:pt idx="142">
                        <c:v>45970</c:v>
                      </c:pt>
                      <c:pt idx="143">
                        <c:v>45971</c:v>
                      </c:pt>
                      <c:pt idx="144">
                        <c:v>45972</c:v>
                      </c:pt>
                      <c:pt idx="145">
                        <c:v>45973</c:v>
                      </c:pt>
                      <c:pt idx="146">
                        <c:v>45974</c:v>
                      </c:pt>
                      <c:pt idx="147">
                        <c:v>45975</c:v>
                      </c:pt>
                      <c:pt idx="148">
                        <c:v>45976</c:v>
                      </c:pt>
                      <c:pt idx="149">
                        <c:v>45977</c:v>
                      </c:pt>
                      <c:pt idx="150">
                        <c:v>45978</c:v>
                      </c:pt>
                      <c:pt idx="151">
                        <c:v>45979</c:v>
                      </c:pt>
                      <c:pt idx="152">
                        <c:v>45980</c:v>
                      </c:pt>
                      <c:pt idx="153">
                        <c:v>45981</c:v>
                      </c:pt>
                      <c:pt idx="154">
                        <c:v>45982</c:v>
                      </c:pt>
                      <c:pt idx="155">
                        <c:v>45983</c:v>
                      </c:pt>
                      <c:pt idx="156">
                        <c:v>45984</c:v>
                      </c:pt>
                      <c:pt idx="157">
                        <c:v>45985</c:v>
                      </c:pt>
                      <c:pt idx="158">
                        <c:v>45986</c:v>
                      </c:pt>
                      <c:pt idx="159">
                        <c:v>45987</c:v>
                      </c:pt>
                      <c:pt idx="160">
                        <c:v>45988</c:v>
                      </c:pt>
                      <c:pt idx="161">
                        <c:v>45989</c:v>
                      </c:pt>
                      <c:pt idx="162">
                        <c:v>45990</c:v>
                      </c:pt>
                      <c:pt idx="163">
                        <c:v>45991</c:v>
                      </c:pt>
                      <c:pt idx="164">
                        <c:v>45992</c:v>
                      </c:pt>
                      <c:pt idx="165">
                        <c:v>45993</c:v>
                      </c:pt>
                      <c:pt idx="166">
                        <c:v>45994</c:v>
                      </c:pt>
                      <c:pt idx="167">
                        <c:v>45995</c:v>
                      </c:pt>
                      <c:pt idx="168">
                        <c:v>45996</c:v>
                      </c:pt>
                      <c:pt idx="169">
                        <c:v>45997</c:v>
                      </c:pt>
                      <c:pt idx="170">
                        <c:v>45998</c:v>
                      </c:pt>
                      <c:pt idx="171">
                        <c:v>45999</c:v>
                      </c:pt>
                      <c:pt idx="172">
                        <c:v>46000</c:v>
                      </c:pt>
                      <c:pt idx="173">
                        <c:v>46001</c:v>
                      </c:pt>
                      <c:pt idx="174">
                        <c:v>46002</c:v>
                      </c:pt>
                      <c:pt idx="175">
                        <c:v>46003</c:v>
                      </c:pt>
                      <c:pt idx="176">
                        <c:v>46004</c:v>
                      </c:pt>
                      <c:pt idx="177">
                        <c:v>46005</c:v>
                      </c:pt>
                      <c:pt idx="178">
                        <c:v>46006</c:v>
                      </c:pt>
                      <c:pt idx="179">
                        <c:v>46007</c:v>
                      </c:pt>
                      <c:pt idx="180">
                        <c:v>46008</c:v>
                      </c:pt>
                      <c:pt idx="181">
                        <c:v>46009</c:v>
                      </c:pt>
                      <c:pt idx="182">
                        <c:v>46010</c:v>
                      </c:pt>
                      <c:pt idx="183">
                        <c:v>46011</c:v>
                      </c:pt>
                      <c:pt idx="184">
                        <c:v>46012</c:v>
                      </c:pt>
                      <c:pt idx="185">
                        <c:v>46013</c:v>
                      </c:pt>
                      <c:pt idx="186">
                        <c:v>46014</c:v>
                      </c:pt>
                      <c:pt idx="187">
                        <c:v>46015</c:v>
                      </c:pt>
                      <c:pt idx="188">
                        <c:v>46016</c:v>
                      </c:pt>
                      <c:pt idx="189">
                        <c:v>46017</c:v>
                      </c:pt>
                      <c:pt idx="190">
                        <c:v>46018</c:v>
                      </c:pt>
                      <c:pt idx="191">
                        <c:v>46019</c:v>
                      </c:pt>
                      <c:pt idx="192">
                        <c:v>46020</c:v>
                      </c:pt>
                      <c:pt idx="193">
                        <c:v>46021</c:v>
                      </c:pt>
                      <c:pt idx="194">
                        <c:v>46022</c:v>
                      </c:pt>
                      <c:pt idx="195">
                        <c:v>46023</c:v>
                      </c:pt>
                      <c:pt idx="196">
                        <c:v>46024</c:v>
                      </c:pt>
                      <c:pt idx="197">
                        <c:v>46025</c:v>
                      </c:pt>
                      <c:pt idx="198">
                        <c:v>46026</c:v>
                      </c:pt>
                      <c:pt idx="199">
                        <c:v>46027</c:v>
                      </c:pt>
                      <c:pt idx="200">
                        <c:v>46028</c:v>
                      </c:pt>
                      <c:pt idx="201">
                        <c:v>46029</c:v>
                      </c:pt>
                      <c:pt idx="202">
                        <c:v>46030</c:v>
                      </c:pt>
                      <c:pt idx="203">
                        <c:v>46031</c:v>
                      </c:pt>
                      <c:pt idx="204">
                        <c:v>46032</c:v>
                      </c:pt>
                      <c:pt idx="205">
                        <c:v>46033</c:v>
                      </c:pt>
                      <c:pt idx="206">
                        <c:v>46034</c:v>
                      </c:pt>
                      <c:pt idx="207">
                        <c:v>46035</c:v>
                      </c:pt>
                      <c:pt idx="208">
                        <c:v>46036</c:v>
                      </c:pt>
                      <c:pt idx="209">
                        <c:v>46037</c:v>
                      </c:pt>
                      <c:pt idx="210">
                        <c:v>46038</c:v>
                      </c:pt>
                      <c:pt idx="211">
                        <c:v>46039</c:v>
                      </c:pt>
                      <c:pt idx="212">
                        <c:v>46040</c:v>
                      </c:pt>
                      <c:pt idx="213">
                        <c:v>46041</c:v>
                      </c:pt>
                      <c:pt idx="214">
                        <c:v>46042</c:v>
                      </c:pt>
                      <c:pt idx="215">
                        <c:v>46043</c:v>
                      </c:pt>
                      <c:pt idx="216">
                        <c:v>46044</c:v>
                      </c:pt>
                      <c:pt idx="217">
                        <c:v>46045</c:v>
                      </c:pt>
                      <c:pt idx="218">
                        <c:v>46046</c:v>
                      </c:pt>
                      <c:pt idx="219">
                        <c:v>46047</c:v>
                      </c:pt>
                      <c:pt idx="220">
                        <c:v>46048</c:v>
                      </c:pt>
                      <c:pt idx="221">
                        <c:v>46049</c:v>
                      </c:pt>
                      <c:pt idx="222">
                        <c:v>46050</c:v>
                      </c:pt>
                      <c:pt idx="223">
                        <c:v>46051</c:v>
                      </c:pt>
                      <c:pt idx="224">
                        <c:v>46052</c:v>
                      </c:pt>
                      <c:pt idx="225">
                        <c:v>46053</c:v>
                      </c:pt>
                      <c:pt idx="226">
                        <c:v>46054</c:v>
                      </c:pt>
                      <c:pt idx="227">
                        <c:v>46055</c:v>
                      </c:pt>
                      <c:pt idx="228">
                        <c:v>46056</c:v>
                      </c:pt>
                      <c:pt idx="229">
                        <c:v>46057</c:v>
                      </c:pt>
                      <c:pt idx="230">
                        <c:v>46058</c:v>
                      </c:pt>
                      <c:pt idx="231">
                        <c:v>46059</c:v>
                      </c:pt>
                      <c:pt idx="232">
                        <c:v>46060</c:v>
                      </c:pt>
                      <c:pt idx="233">
                        <c:v>46061</c:v>
                      </c:pt>
                      <c:pt idx="234">
                        <c:v>46062</c:v>
                      </c:pt>
                      <c:pt idx="235">
                        <c:v>46063</c:v>
                      </c:pt>
                      <c:pt idx="236">
                        <c:v>46064</c:v>
                      </c:pt>
                      <c:pt idx="237">
                        <c:v>46065</c:v>
                      </c:pt>
                      <c:pt idx="238">
                        <c:v>46066</c:v>
                      </c:pt>
                      <c:pt idx="239">
                        <c:v>46067</c:v>
                      </c:pt>
                      <c:pt idx="240">
                        <c:v>46068</c:v>
                      </c:pt>
                      <c:pt idx="241">
                        <c:v>46069</c:v>
                      </c:pt>
                      <c:pt idx="242">
                        <c:v>46070</c:v>
                      </c:pt>
                      <c:pt idx="243">
                        <c:v>46071</c:v>
                      </c:pt>
                      <c:pt idx="244">
                        <c:v>46072</c:v>
                      </c:pt>
                      <c:pt idx="245">
                        <c:v>46073</c:v>
                      </c:pt>
                      <c:pt idx="246">
                        <c:v>46074</c:v>
                      </c:pt>
                      <c:pt idx="247">
                        <c:v>46075</c:v>
                      </c:pt>
                      <c:pt idx="248">
                        <c:v>46076</c:v>
                      </c:pt>
                      <c:pt idx="249">
                        <c:v>46077</c:v>
                      </c:pt>
                      <c:pt idx="250">
                        <c:v>46078</c:v>
                      </c:pt>
                      <c:pt idx="251">
                        <c:v>46079</c:v>
                      </c:pt>
                      <c:pt idx="252">
                        <c:v>46080</c:v>
                      </c:pt>
                      <c:pt idx="253">
                        <c:v>46081</c:v>
                      </c:pt>
                      <c:pt idx="254">
                        <c:v>46082</c:v>
                      </c:pt>
                      <c:pt idx="255">
                        <c:v>46083</c:v>
                      </c:pt>
                      <c:pt idx="256">
                        <c:v>46084</c:v>
                      </c:pt>
                      <c:pt idx="257">
                        <c:v>46085</c:v>
                      </c:pt>
                      <c:pt idx="258">
                        <c:v>46086</c:v>
                      </c:pt>
                      <c:pt idx="259">
                        <c:v>46087</c:v>
                      </c:pt>
                      <c:pt idx="260">
                        <c:v>46088</c:v>
                      </c:pt>
                      <c:pt idx="261">
                        <c:v>46089</c:v>
                      </c:pt>
                      <c:pt idx="262">
                        <c:v>46090</c:v>
                      </c:pt>
                      <c:pt idx="263">
                        <c:v>46091</c:v>
                      </c:pt>
                      <c:pt idx="264">
                        <c:v>46092</c:v>
                      </c:pt>
                      <c:pt idx="265">
                        <c:v>46093</c:v>
                      </c:pt>
                      <c:pt idx="266">
                        <c:v>46094</c:v>
                      </c:pt>
                      <c:pt idx="267">
                        <c:v>46095</c:v>
                      </c:pt>
                      <c:pt idx="268">
                        <c:v>46096</c:v>
                      </c:pt>
                      <c:pt idx="269">
                        <c:v>46097</c:v>
                      </c:pt>
                      <c:pt idx="270">
                        <c:v>46098</c:v>
                      </c:pt>
                      <c:pt idx="271">
                        <c:v>46099</c:v>
                      </c:pt>
                      <c:pt idx="272">
                        <c:v>46100</c:v>
                      </c:pt>
                      <c:pt idx="273">
                        <c:v>46101</c:v>
                      </c:pt>
                      <c:pt idx="274">
                        <c:v>46102</c:v>
                      </c:pt>
                      <c:pt idx="275">
                        <c:v>46103</c:v>
                      </c:pt>
                      <c:pt idx="276">
                        <c:v>46104</c:v>
                      </c:pt>
                      <c:pt idx="277">
                        <c:v>46105</c:v>
                      </c:pt>
                      <c:pt idx="278">
                        <c:v>46106</c:v>
                      </c:pt>
                      <c:pt idx="279">
                        <c:v>46107</c:v>
                      </c:pt>
                      <c:pt idx="280">
                        <c:v>46108</c:v>
                      </c:pt>
                      <c:pt idx="281">
                        <c:v>46109</c:v>
                      </c:pt>
                      <c:pt idx="282">
                        <c:v>46110</c:v>
                      </c:pt>
                      <c:pt idx="283">
                        <c:v>46111</c:v>
                      </c:pt>
                      <c:pt idx="284">
                        <c:v>46112</c:v>
                      </c:pt>
                      <c:pt idx="285">
                        <c:v>46113</c:v>
                      </c:pt>
                      <c:pt idx="286">
                        <c:v>46114</c:v>
                      </c:pt>
                      <c:pt idx="287">
                        <c:v>46115</c:v>
                      </c:pt>
                      <c:pt idx="288">
                        <c:v>46116</c:v>
                      </c:pt>
                      <c:pt idx="289">
                        <c:v>46117</c:v>
                      </c:pt>
                      <c:pt idx="290">
                        <c:v>46118</c:v>
                      </c:pt>
                      <c:pt idx="291">
                        <c:v>46119</c:v>
                      </c:pt>
                      <c:pt idx="292">
                        <c:v>46120</c:v>
                      </c:pt>
                      <c:pt idx="293">
                        <c:v>46121</c:v>
                      </c:pt>
                      <c:pt idx="294">
                        <c:v>46122</c:v>
                      </c:pt>
                      <c:pt idx="295">
                        <c:v>46123</c:v>
                      </c:pt>
                      <c:pt idx="296">
                        <c:v>46124</c:v>
                      </c:pt>
                      <c:pt idx="297">
                        <c:v>46125</c:v>
                      </c:pt>
                      <c:pt idx="298">
                        <c:v>46126</c:v>
                      </c:pt>
                      <c:pt idx="299">
                        <c:v>46127</c:v>
                      </c:pt>
                      <c:pt idx="300">
                        <c:v>46128</c:v>
                      </c:pt>
                      <c:pt idx="301">
                        <c:v>46129</c:v>
                      </c:pt>
                      <c:pt idx="302">
                        <c:v>46130</c:v>
                      </c:pt>
                      <c:pt idx="303">
                        <c:v>46131</c:v>
                      </c:pt>
                      <c:pt idx="304">
                        <c:v>46132</c:v>
                      </c:pt>
                      <c:pt idx="305">
                        <c:v>46133</c:v>
                      </c:pt>
                      <c:pt idx="306">
                        <c:v>46134</c:v>
                      </c:pt>
                      <c:pt idx="307">
                        <c:v>46135</c:v>
                      </c:pt>
                      <c:pt idx="308">
                        <c:v>46136</c:v>
                      </c:pt>
                      <c:pt idx="309">
                        <c:v>46137</c:v>
                      </c:pt>
                      <c:pt idx="310">
                        <c:v>46138</c:v>
                      </c:pt>
                      <c:pt idx="311">
                        <c:v>46139</c:v>
                      </c:pt>
                      <c:pt idx="312">
                        <c:v>46140</c:v>
                      </c:pt>
                      <c:pt idx="313">
                        <c:v>46141</c:v>
                      </c:pt>
                      <c:pt idx="314">
                        <c:v>46142</c:v>
                      </c:pt>
                      <c:pt idx="315">
                        <c:v>46143</c:v>
                      </c:pt>
                      <c:pt idx="316">
                        <c:v>46144</c:v>
                      </c:pt>
                      <c:pt idx="317">
                        <c:v>46145</c:v>
                      </c:pt>
                      <c:pt idx="318">
                        <c:v>46146</c:v>
                      </c:pt>
                      <c:pt idx="319">
                        <c:v>46147</c:v>
                      </c:pt>
                      <c:pt idx="320">
                        <c:v>46148</c:v>
                      </c:pt>
                      <c:pt idx="321">
                        <c:v>46149</c:v>
                      </c:pt>
                      <c:pt idx="322">
                        <c:v>46150</c:v>
                      </c:pt>
                      <c:pt idx="323">
                        <c:v>46151</c:v>
                      </c:pt>
                      <c:pt idx="324">
                        <c:v>46152</c:v>
                      </c:pt>
                      <c:pt idx="325">
                        <c:v>46153</c:v>
                      </c:pt>
                      <c:pt idx="326">
                        <c:v>46154</c:v>
                      </c:pt>
                      <c:pt idx="327">
                        <c:v>46155</c:v>
                      </c:pt>
                      <c:pt idx="328">
                        <c:v>46156</c:v>
                      </c:pt>
                      <c:pt idx="329">
                        <c:v>46157</c:v>
                      </c:pt>
                      <c:pt idx="330">
                        <c:v>46158</c:v>
                      </c:pt>
                      <c:pt idx="331">
                        <c:v>46159</c:v>
                      </c:pt>
                      <c:pt idx="332">
                        <c:v>46160</c:v>
                      </c:pt>
                      <c:pt idx="333">
                        <c:v>46161</c:v>
                      </c:pt>
                      <c:pt idx="334">
                        <c:v>46162</c:v>
                      </c:pt>
                      <c:pt idx="335">
                        <c:v>46163</c:v>
                      </c:pt>
                      <c:pt idx="336">
                        <c:v>46164</c:v>
                      </c:pt>
                      <c:pt idx="337">
                        <c:v>46165</c:v>
                      </c:pt>
                      <c:pt idx="338">
                        <c:v>46166</c:v>
                      </c:pt>
                      <c:pt idx="339">
                        <c:v>46167</c:v>
                      </c:pt>
                      <c:pt idx="340">
                        <c:v>46168</c:v>
                      </c:pt>
                      <c:pt idx="341">
                        <c:v>46169</c:v>
                      </c:pt>
                      <c:pt idx="342">
                        <c:v>46170</c:v>
                      </c:pt>
                      <c:pt idx="343">
                        <c:v>46171</c:v>
                      </c:pt>
                      <c:pt idx="344">
                        <c:v>46172</c:v>
                      </c:pt>
                      <c:pt idx="345">
                        <c:v>46173</c:v>
                      </c:pt>
                      <c:pt idx="346">
                        <c:v>46174</c:v>
                      </c:pt>
                      <c:pt idx="347">
                        <c:v>46175</c:v>
                      </c:pt>
                      <c:pt idx="348">
                        <c:v>46176</c:v>
                      </c:pt>
                      <c:pt idx="349">
                        <c:v>46177</c:v>
                      </c:pt>
                      <c:pt idx="350">
                        <c:v>46178</c:v>
                      </c:pt>
                      <c:pt idx="351">
                        <c:v>46179</c:v>
                      </c:pt>
                      <c:pt idx="352">
                        <c:v>46180</c:v>
                      </c:pt>
                      <c:pt idx="353">
                        <c:v>46181</c:v>
                      </c:pt>
                      <c:pt idx="354">
                        <c:v>46182</c:v>
                      </c:pt>
                      <c:pt idx="355">
                        <c:v>46183</c:v>
                      </c:pt>
                      <c:pt idx="356">
                        <c:v>46184</c:v>
                      </c:pt>
                      <c:pt idx="357">
                        <c:v>46185</c:v>
                      </c:pt>
                      <c:pt idx="358">
                        <c:v>46186</c:v>
                      </c:pt>
                      <c:pt idx="359">
                        <c:v>46187</c:v>
                      </c:pt>
                      <c:pt idx="360">
                        <c:v>46188</c:v>
                      </c:pt>
                      <c:pt idx="361">
                        <c:v>46189</c:v>
                      </c:pt>
                      <c:pt idx="362">
                        <c:v>46190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G!$D$2:$D$364</c15:sqref>
                        </c15:formulaRef>
                      </c:ext>
                    </c:extLst>
                    <c:numCache>
                      <c:formatCode>General</c:formatCode>
                      <c:ptCount val="363"/>
                      <c:pt idx="0">
                        <c:v>17877.686099999999</c:v>
                      </c:pt>
                      <c:pt idx="1">
                        <c:v>17220.898000000001</c:v>
                      </c:pt>
                      <c:pt idx="2">
                        <c:v>16878.165099999998</c:v>
                      </c:pt>
                      <c:pt idx="3">
                        <c:v>17841.021100000002</c:v>
                      </c:pt>
                      <c:pt idx="4">
                        <c:v>17572.184600000001</c:v>
                      </c:pt>
                      <c:pt idx="5">
                        <c:v>17798.680199999999</c:v>
                      </c:pt>
                      <c:pt idx="6">
                        <c:v>17824.660599999999</c:v>
                      </c:pt>
                      <c:pt idx="7">
                        <c:v>17801.868299999998</c:v>
                      </c:pt>
                      <c:pt idx="8">
                        <c:v>17383.201099999998</c:v>
                      </c:pt>
                      <c:pt idx="9">
                        <c:v>16914.009999999998</c:v>
                      </c:pt>
                      <c:pt idx="10">
                        <c:v>17951.6921</c:v>
                      </c:pt>
                      <c:pt idx="11">
                        <c:v>17665.445899999999</c:v>
                      </c:pt>
                      <c:pt idx="12">
                        <c:v>17511.5825</c:v>
                      </c:pt>
                      <c:pt idx="13">
                        <c:v>17545.320599999999</c:v>
                      </c:pt>
                      <c:pt idx="14">
                        <c:v>17639.155500000001</c:v>
                      </c:pt>
                      <c:pt idx="15">
                        <c:v>17202.396400000001</c:v>
                      </c:pt>
                      <c:pt idx="16">
                        <c:v>17010.420900000001</c:v>
                      </c:pt>
                      <c:pt idx="17">
                        <c:v>18174.473099999999</c:v>
                      </c:pt>
                      <c:pt idx="18">
                        <c:v>18248.954000000002</c:v>
                      </c:pt>
                      <c:pt idx="19">
                        <c:v>18371.735499999999</c:v>
                      </c:pt>
                      <c:pt idx="20">
                        <c:v>16070.504300000001</c:v>
                      </c:pt>
                      <c:pt idx="21">
                        <c:v>20615.505000000001</c:v>
                      </c:pt>
                      <c:pt idx="22">
                        <c:v>17951.295999999998</c:v>
                      </c:pt>
                      <c:pt idx="23">
                        <c:v>17234.469499999999</c:v>
                      </c:pt>
                      <c:pt idx="24">
                        <c:v>18519.828300000001</c:v>
                      </c:pt>
                      <c:pt idx="25">
                        <c:v>18251.743200000001</c:v>
                      </c:pt>
                      <c:pt idx="26">
                        <c:v>18080.414400000001</c:v>
                      </c:pt>
                      <c:pt idx="27">
                        <c:v>17922.3923</c:v>
                      </c:pt>
                      <c:pt idx="28">
                        <c:v>18250.190399999999</c:v>
                      </c:pt>
                      <c:pt idx="29">
                        <c:v>17501.298699999999</c:v>
                      </c:pt>
                      <c:pt idx="30">
                        <c:v>17115.786400000001</c:v>
                      </c:pt>
                      <c:pt idx="31">
                        <c:v>18215.614699999998</c:v>
                      </c:pt>
                      <c:pt idx="32">
                        <c:v>17715.114699999998</c:v>
                      </c:pt>
                      <c:pt idx="33">
                        <c:v>18101.1404</c:v>
                      </c:pt>
                      <c:pt idx="34">
                        <c:v>17821.0409</c:v>
                      </c:pt>
                      <c:pt idx="35">
                        <c:v>17965.2343</c:v>
                      </c:pt>
                      <c:pt idx="36">
                        <c:v>17309.262299999999</c:v>
                      </c:pt>
                      <c:pt idx="37">
                        <c:v>17124.8413</c:v>
                      </c:pt>
                      <c:pt idx="38">
                        <c:v>17957.728500000001</c:v>
                      </c:pt>
                      <c:pt idx="39">
                        <c:v>17900.9915</c:v>
                      </c:pt>
                      <c:pt idx="40">
                        <c:v>17876.942999999999</c:v>
                      </c:pt>
                      <c:pt idx="41">
                        <c:v>18010.311000000002</c:v>
                      </c:pt>
                      <c:pt idx="42">
                        <c:v>17995.505399999998</c:v>
                      </c:pt>
                      <c:pt idx="43">
                        <c:v>17198.347900000001</c:v>
                      </c:pt>
                      <c:pt idx="44">
                        <c:v>17396.125499999998</c:v>
                      </c:pt>
                      <c:pt idx="45">
                        <c:v>17970.850999999999</c:v>
                      </c:pt>
                      <c:pt idx="46">
                        <c:v>17955.062099999999</c:v>
                      </c:pt>
                      <c:pt idx="47">
                        <c:v>17879.322899999999</c:v>
                      </c:pt>
                      <c:pt idx="48">
                        <c:v>18241.326000000001</c:v>
                      </c:pt>
                      <c:pt idx="49">
                        <c:v>15430.6062</c:v>
                      </c:pt>
                      <c:pt idx="50">
                        <c:v>17275.297900000001</c:v>
                      </c:pt>
                      <c:pt idx="51">
                        <c:v>17369.300599999999</c:v>
                      </c:pt>
                      <c:pt idx="52">
                        <c:v>18303.3043</c:v>
                      </c:pt>
                      <c:pt idx="53">
                        <c:v>17639.9997</c:v>
                      </c:pt>
                      <c:pt idx="54">
                        <c:v>17481.1096</c:v>
                      </c:pt>
                      <c:pt idx="55">
                        <c:v>17689.466700000001</c:v>
                      </c:pt>
                      <c:pt idx="56">
                        <c:v>17540.6423</c:v>
                      </c:pt>
                      <c:pt idx="57">
                        <c:v>17250.663700000001</c:v>
                      </c:pt>
                      <c:pt idx="58">
                        <c:v>17026.226200000001</c:v>
                      </c:pt>
                      <c:pt idx="59">
                        <c:v>18045.675299999999</c:v>
                      </c:pt>
                      <c:pt idx="60">
                        <c:v>18001.1152</c:v>
                      </c:pt>
                      <c:pt idx="61">
                        <c:v>17756.066200000001</c:v>
                      </c:pt>
                      <c:pt idx="62">
                        <c:v>17938.183499999999</c:v>
                      </c:pt>
                      <c:pt idx="63">
                        <c:v>17710.163799999998</c:v>
                      </c:pt>
                      <c:pt idx="64">
                        <c:v>17040.373599999999</c:v>
                      </c:pt>
                      <c:pt idx="65">
                        <c:v>16791.060399999998</c:v>
                      </c:pt>
                      <c:pt idx="66">
                        <c:v>18015.104500000001</c:v>
                      </c:pt>
                      <c:pt idx="67">
                        <c:v>17680.2199</c:v>
                      </c:pt>
                      <c:pt idx="68">
                        <c:v>17559.427</c:v>
                      </c:pt>
                      <c:pt idx="69">
                        <c:v>17862.548699999999</c:v>
                      </c:pt>
                      <c:pt idx="70">
                        <c:v>17511.7932</c:v>
                      </c:pt>
                      <c:pt idx="71">
                        <c:v>17041.815500000001</c:v>
                      </c:pt>
                      <c:pt idx="72">
                        <c:v>16758.684000000001</c:v>
                      </c:pt>
                      <c:pt idx="73">
                        <c:v>17808.972000000002</c:v>
                      </c:pt>
                      <c:pt idx="74">
                        <c:v>17902.5026</c:v>
                      </c:pt>
                      <c:pt idx="75">
                        <c:v>17737.716700000001</c:v>
                      </c:pt>
                      <c:pt idx="76">
                        <c:v>19344.807400000002</c:v>
                      </c:pt>
                      <c:pt idx="77">
                        <c:v>16738.7984</c:v>
                      </c:pt>
                      <c:pt idx="78">
                        <c:v>16449.304400000001</c:v>
                      </c:pt>
                      <c:pt idx="79">
                        <c:v>15265.9422</c:v>
                      </c:pt>
                      <c:pt idx="80">
                        <c:v>17024.652699999999</c:v>
                      </c:pt>
                      <c:pt idx="81">
                        <c:v>17578.940399999999</c:v>
                      </c:pt>
                      <c:pt idx="82">
                        <c:v>17767.758600000001</c:v>
                      </c:pt>
                      <c:pt idx="83">
                        <c:v>17730.847000000002</c:v>
                      </c:pt>
                      <c:pt idx="84">
                        <c:v>17597.147799999999</c:v>
                      </c:pt>
                      <c:pt idx="85">
                        <c:v>16833.189900000001</c:v>
                      </c:pt>
                      <c:pt idx="86">
                        <c:v>16844.941299999999</c:v>
                      </c:pt>
                      <c:pt idx="87">
                        <c:v>17779.131300000001</c:v>
                      </c:pt>
                      <c:pt idx="88">
                        <c:v>17666.436600000001</c:v>
                      </c:pt>
                      <c:pt idx="89">
                        <c:v>17348.327300000001</c:v>
                      </c:pt>
                      <c:pt idx="90">
                        <c:v>17371.966</c:v>
                      </c:pt>
                      <c:pt idx="91">
                        <c:v>17397.376400000001</c:v>
                      </c:pt>
                      <c:pt idx="92">
                        <c:v>16545.234</c:v>
                      </c:pt>
                      <c:pt idx="93">
                        <c:v>16615.0268</c:v>
                      </c:pt>
                      <c:pt idx="94">
                        <c:v>17657.998599999999</c:v>
                      </c:pt>
                      <c:pt idx="95">
                        <c:v>17299.187000000002</c:v>
                      </c:pt>
                      <c:pt idx="96">
                        <c:v>17342.494699999999</c:v>
                      </c:pt>
                      <c:pt idx="97">
                        <c:v>17574.223900000001</c:v>
                      </c:pt>
                      <c:pt idx="98">
                        <c:v>17652.0478</c:v>
                      </c:pt>
                      <c:pt idx="99">
                        <c:v>16544.921900000001</c:v>
                      </c:pt>
                      <c:pt idx="100">
                        <c:v>16502.587100000001</c:v>
                      </c:pt>
                      <c:pt idx="101">
                        <c:v>17733.2156</c:v>
                      </c:pt>
                      <c:pt idx="102">
                        <c:v>17968.6348</c:v>
                      </c:pt>
                      <c:pt idx="103">
                        <c:v>17580.571199999998</c:v>
                      </c:pt>
                      <c:pt idx="104">
                        <c:v>17690.922900000001</c:v>
                      </c:pt>
                      <c:pt idx="105">
                        <c:v>17512.060000000001</c:v>
                      </c:pt>
                      <c:pt idx="106">
                        <c:v>16829.651300000001</c:v>
                      </c:pt>
                      <c:pt idx="107">
                        <c:v>16834.000499999998</c:v>
                      </c:pt>
                      <c:pt idx="108">
                        <c:v>15366.0458</c:v>
                      </c:pt>
                      <c:pt idx="109">
                        <c:v>17717.517800000001</c:v>
                      </c:pt>
                      <c:pt idx="110">
                        <c:v>17472.903300000002</c:v>
                      </c:pt>
                      <c:pt idx="111">
                        <c:v>17771.522799999999</c:v>
                      </c:pt>
                      <c:pt idx="112">
                        <c:v>17781.855899999999</c:v>
                      </c:pt>
                      <c:pt idx="113">
                        <c:v>17398.870299999999</c:v>
                      </c:pt>
                      <c:pt idx="114">
                        <c:v>16806.288</c:v>
                      </c:pt>
                      <c:pt idx="115">
                        <c:v>17063.7696</c:v>
                      </c:pt>
                      <c:pt idx="116">
                        <c:v>17632.389500000001</c:v>
                      </c:pt>
                      <c:pt idx="117">
                        <c:v>17586.6751</c:v>
                      </c:pt>
                      <c:pt idx="118">
                        <c:v>16926.338100000001</c:v>
                      </c:pt>
                      <c:pt idx="119">
                        <c:v>17159.991699999999</c:v>
                      </c:pt>
                      <c:pt idx="120">
                        <c:v>16902.207900000001</c:v>
                      </c:pt>
                      <c:pt idx="121">
                        <c:v>16529.5</c:v>
                      </c:pt>
                      <c:pt idx="122">
                        <c:v>17021.348699999999</c:v>
                      </c:pt>
                      <c:pt idx="123">
                        <c:v>17831.398499999999</c:v>
                      </c:pt>
                      <c:pt idx="124">
                        <c:v>17341.480100000001</c:v>
                      </c:pt>
                      <c:pt idx="125">
                        <c:v>17133.876100000001</c:v>
                      </c:pt>
                      <c:pt idx="126">
                        <c:v>17328.943599999999</c:v>
                      </c:pt>
                      <c:pt idx="127">
                        <c:v>17133.020799999998</c:v>
                      </c:pt>
                      <c:pt idx="128">
                        <c:v>16451.9529</c:v>
                      </c:pt>
                      <c:pt idx="129">
                        <c:v>17554.091499999999</c:v>
                      </c:pt>
                      <c:pt idx="130">
                        <c:v>17701.7801</c:v>
                      </c:pt>
                      <c:pt idx="131">
                        <c:v>17512.8976</c:v>
                      </c:pt>
                      <c:pt idx="132">
                        <c:v>17556.420399999999</c:v>
                      </c:pt>
                      <c:pt idx="133">
                        <c:v>17742.629199999999</c:v>
                      </c:pt>
                      <c:pt idx="134">
                        <c:v>16939.4558</c:v>
                      </c:pt>
                      <c:pt idx="135">
                        <c:v>16798.393599999999</c:v>
                      </c:pt>
                      <c:pt idx="136">
                        <c:v>17766.5203</c:v>
                      </c:pt>
                      <c:pt idx="137">
                        <c:v>17747.659800000001</c:v>
                      </c:pt>
                      <c:pt idx="138">
                        <c:v>15636.004800000001</c:v>
                      </c:pt>
                      <c:pt idx="139">
                        <c:v>17448.810099999999</c:v>
                      </c:pt>
                      <c:pt idx="140">
                        <c:v>17339.274700000002</c:v>
                      </c:pt>
                      <c:pt idx="141">
                        <c:v>16411.420300000002</c:v>
                      </c:pt>
                      <c:pt idx="142">
                        <c:v>16803.579300000001</c:v>
                      </c:pt>
                      <c:pt idx="143">
                        <c:v>17556.022700000001</c:v>
                      </c:pt>
                      <c:pt idx="144">
                        <c:v>17245.391299999999</c:v>
                      </c:pt>
                      <c:pt idx="145">
                        <c:v>17332.582200000001</c:v>
                      </c:pt>
                      <c:pt idx="146">
                        <c:v>17197.316599999998</c:v>
                      </c:pt>
                      <c:pt idx="147">
                        <c:v>17254.671300000002</c:v>
                      </c:pt>
                      <c:pt idx="148">
                        <c:v>16687.821100000001</c:v>
                      </c:pt>
                      <c:pt idx="149">
                        <c:v>16355.092500000001</c:v>
                      </c:pt>
                      <c:pt idx="150">
                        <c:v>17076.197</c:v>
                      </c:pt>
                      <c:pt idx="151">
                        <c:v>17384.8436</c:v>
                      </c:pt>
                      <c:pt idx="152">
                        <c:v>17269.791700000002</c:v>
                      </c:pt>
                      <c:pt idx="153">
                        <c:v>17224.3531</c:v>
                      </c:pt>
                      <c:pt idx="154">
                        <c:v>16854.679899999999</c:v>
                      </c:pt>
                      <c:pt idx="155">
                        <c:v>17094.4637</c:v>
                      </c:pt>
                      <c:pt idx="156">
                        <c:v>16719.3285</c:v>
                      </c:pt>
                      <c:pt idx="157">
                        <c:v>17642.588100000001</c:v>
                      </c:pt>
                      <c:pt idx="158">
                        <c:v>17869.151000000002</c:v>
                      </c:pt>
                      <c:pt idx="159">
                        <c:v>18497.948700000001</c:v>
                      </c:pt>
                      <c:pt idx="160">
                        <c:v>20382.658100000001</c:v>
                      </c:pt>
                      <c:pt idx="161">
                        <c:v>17722.5861</c:v>
                      </c:pt>
                      <c:pt idx="162">
                        <c:v>13931.233200000001</c:v>
                      </c:pt>
                      <c:pt idx="163">
                        <c:v>20190.4293</c:v>
                      </c:pt>
                      <c:pt idx="164">
                        <c:v>19854.188699999999</c:v>
                      </c:pt>
                      <c:pt idx="165">
                        <c:v>20078.947700000001</c:v>
                      </c:pt>
                      <c:pt idx="166">
                        <c:v>19199.698</c:v>
                      </c:pt>
                      <c:pt idx="167">
                        <c:v>17088.681799999998</c:v>
                      </c:pt>
                      <c:pt idx="168">
                        <c:v>18780.2153</c:v>
                      </c:pt>
                      <c:pt idx="169">
                        <c:v>17920.584599999998</c:v>
                      </c:pt>
                      <c:pt idx="170">
                        <c:v>16969.626400000001</c:v>
                      </c:pt>
                      <c:pt idx="171">
                        <c:v>18319.1931</c:v>
                      </c:pt>
                      <c:pt idx="172">
                        <c:v>17891.633699999998</c:v>
                      </c:pt>
                      <c:pt idx="173">
                        <c:v>17768.2621</c:v>
                      </c:pt>
                      <c:pt idx="174">
                        <c:v>18019.445199999998</c:v>
                      </c:pt>
                      <c:pt idx="175">
                        <c:v>17623.057000000001</c:v>
                      </c:pt>
                      <c:pt idx="176">
                        <c:v>17309.7192</c:v>
                      </c:pt>
                      <c:pt idx="177">
                        <c:v>17139.369699999999</c:v>
                      </c:pt>
                      <c:pt idx="178">
                        <c:v>17871.0533</c:v>
                      </c:pt>
                      <c:pt idx="179">
                        <c:v>17725.298999999999</c:v>
                      </c:pt>
                      <c:pt idx="180">
                        <c:v>17965.323199999999</c:v>
                      </c:pt>
                      <c:pt idx="181">
                        <c:v>18294.185700000002</c:v>
                      </c:pt>
                      <c:pt idx="182">
                        <c:v>17835.327099999999</c:v>
                      </c:pt>
                      <c:pt idx="183">
                        <c:v>17167.3884</c:v>
                      </c:pt>
                      <c:pt idx="184">
                        <c:v>16736.048500000001</c:v>
                      </c:pt>
                      <c:pt idx="185">
                        <c:v>17877.2889</c:v>
                      </c:pt>
                      <c:pt idx="186">
                        <c:v>17857.255099999998</c:v>
                      </c:pt>
                      <c:pt idx="187">
                        <c:v>17820.5203</c:v>
                      </c:pt>
                      <c:pt idx="188">
                        <c:v>16503.0268</c:v>
                      </c:pt>
                      <c:pt idx="189">
                        <c:v>17618.690600000002</c:v>
                      </c:pt>
                      <c:pt idx="190">
                        <c:v>17026.003400000001</c:v>
                      </c:pt>
                      <c:pt idx="191">
                        <c:v>17070.2608</c:v>
                      </c:pt>
                      <c:pt idx="192">
                        <c:v>17748.306700000001</c:v>
                      </c:pt>
                      <c:pt idx="193">
                        <c:v>18089.787799999998</c:v>
                      </c:pt>
                      <c:pt idx="194">
                        <c:v>18379.630300000001</c:v>
                      </c:pt>
                      <c:pt idx="195">
                        <c:v>20625.9836</c:v>
                      </c:pt>
                      <c:pt idx="196">
                        <c:v>17779.380099999998</c:v>
                      </c:pt>
                      <c:pt idx="197">
                        <c:v>15309.9684</c:v>
                      </c:pt>
                      <c:pt idx="198">
                        <c:v>16782.882099999999</c:v>
                      </c:pt>
                      <c:pt idx="199">
                        <c:v>17663.787499999999</c:v>
                      </c:pt>
                      <c:pt idx="200">
                        <c:v>17797.585200000001</c:v>
                      </c:pt>
                      <c:pt idx="201">
                        <c:v>17339.9558</c:v>
                      </c:pt>
                      <c:pt idx="202">
                        <c:v>17440.472699999998</c:v>
                      </c:pt>
                      <c:pt idx="203">
                        <c:v>17523.1234</c:v>
                      </c:pt>
                      <c:pt idx="204">
                        <c:v>17169.828399999999</c:v>
                      </c:pt>
                      <c:pt idx="205">
                        <c:v>16688.828799999999</c:v>
                      </c:pt>
                      <c:pt idx="206">
                        <c:v>18000.340899999999</c:v>
                      </c:pt>
                      <c:pt idx="207">
                        <c:v>17640.522199999999</c:v>
                      </c:pt>
                      <c:pt idx="208">
                        <c:v>17913.594099999998</c:v>
                      </c:pt>
                      <c:pt idx="209">
                        <c:v>16777.8639</c:v>
                      </c:pt>
                      <c:pt idx="210">
                        <c:v>17134.610700000001</c:v>
                      </c:pt>
                      <c:pt idx="211">
                        <c:v>16482.032200000001</c:v>
                      </c:pt>
                      <c:pt idx="212">
                        <c:v>16479.711599999999</c:v>
                      </c:pt>
                      <c:pt idx="213">
                        <c:v>17645.816900000002</c:v>
                      </c:pt>
                      <c:pt idx="214">
                        <c:v>17582.807799999999</c:v>
                      </c:pt>
                      <c:pt idx="215">
                        <c:v>17658.304899999999</c:v>
                      </c:pt>
                      <c:pt idx="216">
                        <c:v>17041.732599999999</c:v>
                      </c:pt>
                      <c:pt idx="217">
                        <c:v>17413.4581</c:v>
                      </c:pt>
                      <c:pt idx="218">
                        <c:v>17019.785100000001</c:v>
                      </c:pt>
                      <c:pt idx="219">
                        <c:v>16534.167399999998</c:v>
                      </c:pt>
                      <c:pt idx="220">
                        <c:v>17483.078699999998</c:v>
                      </c:pt>
                      <c:pt idx="221">
                        <c:v>17736.369299999998</c:v>
                      </c:pt>
                      <c:pt idx="222">
                        <c:v>17617.0641</c:v>
                      </c:pt>
                      <c:pt idx="223">
                        <c:v>17497.870800000001</c:v>
                      </c:pt>
                      <c:pt idx="224">
                        <c:v>17462.294600000001</c:v>
                      </c:pt>
                      <c:pt idx="225">
                        <c:v>17109.826099999998</c:v>
                      </c:pt>
                      <c:pt idx="226">
                        <c:v>15452.387699999999</c:v>
                      </c:pt>
                      <c:pt idx="227">
                        <c:v>17942.933300000001</c:v>
                      </c:pt>
                      <c:pt idx="228">
                        <c:v>17824.062600000001</c:v>
                      </c:pt>
                      <c:pt idx="229">
                        <c:v>16240.0586</c:v>
                      </c:pt>
                      <c:pt idx="230">
                        <c:v>17490.780599999998</c:v>
                      </c:pt>
                      <c:pt idx="231">
                        <c:v>17441.516800000001</c:v>
                      </c:pt>
                      <c:pt idx="232">
                        <c:v>16819.765500000001</c:v>
                      </c:pt>
                      <c:pt idx="233">
                        <c:v>16465.582299999998</c:v>
                      </c:pt>
                      <c:pt idx="234">
                        <c:v>17432.857</c:v>
                      </c:pt>
                      <c:pt idx="235">
                        <c:v>17465.895400000001</c:v>
                      </c:pt>
                      <c:pt idx="236">
                        <c:v>17451.679899999999</c:v>
                      </c:pt>
                      <c:pt idx="237">
                        <c:v>17546.9215</c:v>
                      </c:pt>
                      <c:pt idx="238">
                        <c:v>17875.312900000001</c:v>
                      </c:pt>
                      <c:pt idx="239">
                        <c:v>16826.567599999998</c:v>
                      </c:pt>
                      <c:pt idx="240">
                        <c:v>16433.978599999999</c:v>
                      </c:pt>
                      <c:pt idx="241">
                        <c:v>17402.3262</c:v>
                      </c:pt>
                      <c:pt idx="242">
                        <c:v>17151.582699999999</c:v>
                      </c:pt>
                      <c:pt idx="243">
                        <c:v>17042.261699999999</c:v>
                      </c:pt>
                      <c:pt idx="244">
                        <c:v>16823.183000000001</c:v>
                      </c:pt>
                      <c:pt idx="245">
                        <c:v>17123.123500000002</c:v>
                      </c:pt>
                      <c:pt idx="246">
                        <c:v>16372.8832</c:v>
                      </c:pt>
                      <c:pt idx="247">
                        <c:v>16577.694</c:v>
                      </c:pt>
                      <c:pt idx="248">
                        <c:v>17198.876100000001</c:v>
                      </c:pt>
                      <c:pt idx="249">
                        <c:v>17264.925200000001</c:v>
                      </c:pt>
                      <c:pt idx="250">
                        <c:v>17318.593799999999</c:v>
                      </c:pt>
                      <c:pt idx="251">
                        <c:v>17353.849300000002</c:v>
                      </c:pt>
                      <c:pt idx="252">
                        <c:v>17360.377</c:v>
                      </c:pt>
                      <c:pt idx="253">
                        <c:v>17125.204399999999</c:v>
                      </c:pt>
                      <c:pt idx="254">
                        <c:v>17185.469099999998</c:v>
                      </c:pt>
                      <c:pt idx="255">
                        <c:v>15438.6607</c:v>
                      </c:pt>
                      <c:pt idx="256">
                        <c:v>17900.9948</c:v>
                      </c:pt>
                      <c:pt idx="257">
                        <c:v>17460.032599999999</c:v>
                      </c:pt>
                      <c:pt idx="258">
                        <c:v>17287.488499999999</c:v>
                      </c:pt>
                      <c:pt idx="259">
                        <c:v>17396.4015</c:v>
                      </c:pt>
                      <c:pt idx="260">
                        <c:v>16778.2412</c:v>
                      </c:pt>
                      <c:pt idx="261">
                        <c:v>16598.1463</c:v>
                      </c:pt>
                      <c:pt idx="262">
                        <c:v>17622.3426</c:v>
                      </c:pt>
                      <c:pt idx="263">
                        <c:v>17482.613799999999</c:v>
                      </c:pt>
                      <c:pt idx="264">
                        <c:v>17328.060000000001</c:v>
                      </c:pt>
                      <c:pt idx="265">
                        <c:v>17395.948100000001</c:v>
                      </c:pt>
                      <c:pt idx="266">
                        <c:v>17304.363600000001</c:v>
                      </c:pt>
                      <c:pt idx="267">
                        <c:v>17022.127700000001</c:v>
                      </c:pt>
                      <c:pt idx="268">
                        <c:v>17139.376</c:v>
                      </c:pt>
                      <c:pt idx="269">
                        <c:v>18020.233499999998</c:v>
                      </c:pt>
                      <c:pt idx="270">
                        <c:v>18072.682100000002</c:v>
                      </c:pt>
                      <c:pt idx="271">
                        <c:v>17447.154500000001</c:v>
                      </c:pt>
                      <c:pt idx="272">
                        <c:v>17635.887500000001</c:v>
                      </c:pt>
                      <c:pt idx="273">
                        <c:v>17660.0255</c:v>
                      </c:pt>
                      <c:pt idx="274">
                        <c:v>16771.878700000001</c:v>
                      </c:pt>
                      <c:pt idx="275">
                        <c:v>16564.1967</c:v>
                      </c:pt>
                      <c:pt idx="276">
                        <c:v>17654.0815</c:v>
                      </c:pt>
                      <c:pt idx="277">
                        <c:v>17336.674299999999</c:v>
                      </c:pt>
                      <c:pt idx="278">
                        <c:v>17257.801599999999</c:v>
                      </c:pt>
                      <c:pt idx="279">
                        <c:v>17731.8613</c:v>
                      </c:pt>
                      <c:pt idx="280">
                        <c:v>17390.0245</c:v>
                      </c:pt>
                      <c:pt idx="281">
                        <c:v>16963.867300000002</c:v>
                      </c:pt>
                      <c:pt idx="282">
                        <c:v>16862.3868</c:v>
                      </c:pt>
                      <c:pt idx="283">
                        <c:v>17748.3181</c:v>
                      </c:pt>
                      <c:pt idx="284">
                        <c:v>17749.484</c:v>
                      </c:pt>
                      <c:pt idx="285">
                        <c:v>17048.8567</c:v>
                      </c:pt>
                      <c:pt idx="286">
                        <c:v>17269.118399999999</c:v>
                      </c:pt>
                      <c:pt idx="287">
                        <c:v>16315.392099999999</c:v>
                      </c:pt>
                      <c:pt idx="288">
                        <c:v>16731.2817</c:v>
                      </c:pt>
                      <c:pt idx="289">
                        <c:v>16589.923500000001</c:v>
                      </c:pt>
                      <c:pt idx="290">
                        <c:v>17386.479899999998</c:v>
                      </c:pt>
                      <c:pt idx="291">
                        <c:v>17722.321199999998</c:v>
                      </c:pt>
                      <c:pt idx="292">
                        <c:v>17501.346699999998</c:v>
                      </c:pt>
                      <c:pt idx="293">
                        <c:v>18034.718400000002</c:v>
                      </c:pt>
                      <c:pt idx="294">
                        <c:v>18405.083999999999</c:v>
                      </c:pt>
                      <c:pt idx="295">
                        <c:v>18065.223999999998</c:v>
                      </c:pt>
                      <c:pt idx="296">
                        <c:v>16810.896000000001</c:v>
                      </c:pt>
                      <c:pt idx="297">
                        <c:v>15874.320299999999</c:v>
                      </c:pt>
                      <c:pt idx="298">
                        <c:v>16392.312000000002</c:v>
                      </c:pt>
                      <c:pt idx="299">
                        <c:v>15790.439200000001</c:v>
                      </c:pt>
                      <c:pt idx="300">
                        <c:v>16234.858899999999</c:v>
                      </c:pt>
                      <c:pt idx="301">
                        <c:v>16576.1103</c:v>
                      </c:pt>
                      <c:pt idx="302">
                        <c:v>16525.646700000001</c:v>
                      </c:pt>
                      <c:pt idx="303">
                        <c:v>16318.7767</c:v>
                      </c:pt>
                      <c:pt idx="304">
                        <c:v>17010.050299999999</c:v>
                      </c:pt>
                      <c:pt idx="305">
                        <c:v>17726.887999999999</c:v>
                      </c:pt>
                      <c:pt idx="306">
                        <c:v>17133.710599999999</c:v>
                      </c:pt>
                      <c:pt idx="307">
                        <c:v>17524.342400000001</c:v>
                      </c:pt>
                      <c:pt idx="308">
                        <c:v>18074.8063</c:v>
                      </c:pt>
                      <c:pt idx="309">
                        <c:v>16877.795399999999</c:v>
                      </c:pt>
                      <c:pt idx="310">
                        <c:v>16119.615299999999</c:v>
                      </c:pt>
                      <c:pt idx="311">
                        <c:v>17598.404999999999</c:v>
                      </c:pt>
                      <c:pt idx="312">
                        <c:v>17383.584599999998</c:v>
                      </c:pt>
                      <c:pt idx="313">
                        <c:v>17313.387999999999</c:v>
                      </c:pt>
                      <c:pt idx="314">
                        <c:v>17844.525399999999</c:v>
                      </c:pt>
                      <c:pt idx="315">
                        <c:v>15193.33</c:v>
                      </c:pt>
                      <c:pt idx="316">
                        <c:v>16562.587</c:v>
                      </c:pt>
                      <c:pt idx="317">
                        <c:v>16389.603599999999</c:v>
                      </c:pt>
                      <c:pt idx="318">
                        <c:v>17247.465700000001</c:v>
                      </c:pt>
                      <c:pt idx="319">
                        <c:v>17539.497800000001</c:v>
                      </c:pt>
                      <c:pt idx="320">
                        <c:v>16750.360100000002</c:v>
                      </c:pt>
                      <c:pt idx="321">
                        <c:v>16661.1263</c:v>
                      </c:pt>
                      <c:pt idx="322">
                        <c:v>17259.362099999998</c:v>
                      </c:pt>
                      <c:pt idx="323">
                        <c:v>16341.4017</c:v>
                      </c:pt>
                      <c:pt idx="324">
                        <c:v>16387.059000000001</c:v>
                      </c:pt>
                      <c:pt idx="325">
                        <c:v>17595.320599999999</c:v>
                      </c:pt>
                      <c:pt idx="326">
                        <c:v>17059.5949</c:v>
                      </c:pt>
                      <c:pt idx="327">
                        <c:v>17801.5052</c:v>
                      </c:pt>
                      <c:pt idx="328">
                        <c:v>17214.928199999998</c:v>
                      </c:pt>
                      <c:pt idx="329">
                        <c:v>16864.721799999999</c:v>
                      </c:pt>
                      <c:pt idx="330">
                        <c:v>16163.485000000001</c:v>
                      </c:pt>
                      <c:pt idx="331">
                        <c:v>16110.1955</c:v>
                      </c:pt>
                      <c:pt idx="332">
                        <c:v>17271.265899999999</c:v>
                      </c:pt>
                      <c:pt idx="333">
                        <c:v>17260.340899999999</c:v>
                      </c:pt>
                      <c:pt idx="334">
                        <c:v>17183.953600000001</c:v>
                      </c:pt>
                      <c:pt idx="335">
                        <c:v>16957.963599999999</c:v>
                      </c:pt>
                      <c:pt idx="336">
                        <c:v>18701.459599999998</c:v>
                      </c:pt>
                      <c:pt idx="337">
                        <c:v>16092.5607</c:v>
                      </c:pt>
                      <c:pt idx="338">
                        <c:v>16164.688899999999</c:v>
                      </c:pt>
                      <c:pt idx="339">
                        <c:v>17442.525699999998</c:v>
                      </c:pt>
                      <c:pt idx="340">
                        <c:v>17429.817800000001</c:v>
                      </c:pt>
                      <c:pt idx="341">
                        <c:v>17541.426800000001</c:v>
                      </c:pt>
                      <c:pt idx="342">
                        <c:v>16970.941500000001</c:v>
                      </c:pt>
                      <c:pt idx="343">
                        <c:v>17786.917000000001</c:v>
                      </c:pt>
                      <c:pt idx="344">
                        <c:v>13796.0306</c:v>
                      </c:pt>
                      <c:pt idx="345">
                        <c:v>15548.493700000001</c:v>
                      </c:pt>
                      <c:pt idx="346">
                        <c:v>17872.192800000001</c:v>
                      </c:pt>
                      <c:pt idx="347">
                        <c:v>17652.057100000002</c:v>
                      </c:pt>
                      <c:pt idx="348">
                        <c:v>17669.268400000001</c:v>
                      </c:pt>
                      <c:pt idx="349">
                        <c:v>17524.5</c:v>
                      </c:pt>
                      <c:pt idx="350">
                        <c:v>16892.1273</c:v>
                      </c:pt>
                      <c:pt idx="351">
                        <c:v>16550.444500000001</c:v>
                      </c:pt>
                      <c:pt idx="352">
                        <c:v>16034.901099999999</c:v>
                      </c:pt>
                      <c:pt idx="353">
                        <c:v>17078.349699999999</c:v>
                      </c:pt>
                      <c:pt idx="354">
                        <c:v>16823.533599999999</c:v>
                      </c:pt>
                      <c:pt idx="355">
                        <c:v>16823.9516</c:v>
                      </c:pt>
                      <c:pt idx="356">
                        <c:v>16722.567899999998</c:v>
                      </c:pt>
                      <c:pt idx="357">
                        <c:v>16920.089</c:v>
                      </c:pt>
                      <c:pt idx="358">
                        <c:v>16050.450500000001</c:v>
                      </c:pt>
                      <c:pt idx="359">
                        <c:v>15795.303599999999</c:v>
                      </c:pt>
                      <c:pt idx="360">
                        <c:v>17052.0635</c:v>
                      </c:pt>
                      <c:pt idx="361">
                        <c:v>16692.156200000001</c:v>
                      </c:pt>
                      <c:pt idx="362">
                        <c:v>16628.563099999999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2-41E1-4F20-B019-4C6AAC520BE6}"/>
                  </c:ext>
                </c:extLst>
              </c15:ser>
            </c15:filteredLineSeries>
            <c15:filteredLine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G!$E$1</c15:sqref>
                        </c15:formulaRef>
                      </c:ext>
                    </c:extLst>
                    <c:strCache>
                      <c:ptCount val="1"/>
                      <c:pt idx="0">
                        <c:v>PUT</c:v>
                      </c:pt>
                    </c:strCache>
                  </c:strRef>
                </c:tx>
                <c:spPr>
                  <a:ln w="28575" cap="rnd">
                    <a:solidFill>
                      <a:schemeClr val="accent4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G!$A$2:$A$364</c15:sqref>
                        </c15:formulaRef>
                      </c:ext>
                    </c:extLst>
                    <c:numCache>
                      <c:formatCode>m/d/yyyy</c:formatCode>
                      <c:ptCount val="363"/>
                      <c:pt idx="0">
                        <c:v>45828</c:v>
                      </c:pt>
                      <c:pt idx="1">
                        <c:v>45829</c:v>
                      </c:pt>
                      <c:pt idx="2">
                        <c:v>45830</c:v>
                      </c:pt>
                      <c:pt idx="3">
                        <c:v>45831</c:v>
                      </c:pt>
                      <c:pt idx="4">
                        <c:v>45832</c:v>
                      </c:pt>
                      <c:pt idx="5">
                        <c:v>45833</c:v>
                      </c:pt>
                      <c:pt idx="6">
                        <c:v>45834</c:v>
                      </c:pt>
                      <c:pt idx="7">
                        <c:v>45835</c:v>
                      </c:pt>
                      <c:pt idx="8">
                        <c:v>45836</c:v>
                      </c:pt>
                      <c:pt idx="9">
                        <c:v>45837</c:v>
                      </c:pt>
                      <c:pt idx="10">
                        <c:v>45838</c:v>
                      </c:pt>
                      <c:pt idx="11">
                        <c:v>45839</c:v>
                      </c:pt>
                      <c:pt idx="12">
                        <c:v>45840</c:v>
                      </c:pt>
                      <c:pt idx="13">
                        <c:v>45841</c:v>
                      </c:pt>
                      <c:pt idx="14">
                        <c:v>45842</c:v>
                      </c:pt>
                      <c:pt idx="15">
                        <c:v>45843</c:v>
                      </c:pt>
                      <c:pt idx="16">
                        <c:v>45844</c:v>
                      </c:pt>
                      <c:pt idx="17">
                        <c:v>45845</c:v>
                      </c:pt>
                      <c:pt idx="18">
                        <c:v>45846</c:v>
                      </c:pt>
                      <c:pt idx="19">
                        <c:v>45847</c:v>
                      </c:pt>
                      <c:pt idx="20">
                        <c:v>45848</c:v>
                      </c:pt>
                      <c:pt idx="21">
                        <c:v>45849</c:v>
                      </c:pt>
                      <c:pt idx="22">
                        <c:v>45850</c:v>
                      </c:pt>
                      <c:pt idx="23">
                        <c:v>45851</c:v>
                      </c:pt>
                      <c:pt idx="24">
                        <c:v>45852</c:v>
                      </c:pt>
                      <c:pt idx="25">
                        <c:v>45853</c:v>
                      </c:pt>
                      <c:pt idx="26">
                        <c:v>45854</c:v>
                      </c:pt>
                      <c:pt idx="27">
                        <c:v>45855</c:v>
                      </c:pt>
                      <c:pt idx="28">
                        <c:v>45856</c:v>
                      </c:pt>
                      <c:pt idx="29">
                        <c:v>45857</c:v>
                      </c:pt>
                      <c:pt idx="30">
                        <c:v>45858</c:v>
                      </c:pt>
                      <c:pt idx="31">
                        <c:v>45859</c:v>
                      </c:pt>
                      <c:pt idx="32">
                        <c:v>45860</c:v>
                      </c:pt>
                      <c:pt idx="33">
                        <c:v>45861</c:v>
                      </c:pt>
                      <c:pt idx="34">
                        <c:v>45862</c:v>
                      </c:pt>
                      <c:pt idx="35">
                        <c:v>45863</c:v>
                      </c:pt>
                      <c:pt idx="36">
                        <c:v>45864</c:v>
                      </c:pt>
                      <c:pt idx="37">
                        <c:v>45865</c:v>
                      </c:pt>
                      <c:pt idx="38">
                        <c:v>45866</c:v>
                      </c:pt>
                      <c:pt idx="39">
                        <c:v>45867</c:v>
                      </c:pt>
                      <c:pt idx="40">
                        <c:v>45868</c:v>
                      </c:pt>
                      <c:pt idx="41">
                        <c:v>45869</c:v>
                      </c:pt>
                      <c:pt idx="42">
                        <c:v>45870</c:v>
                      </c:pt>
                      <c:pt idx="43">
                        <c:v>45871</c:v>
                      </c:pt>
                      <c:pt idx="44">
                        <c:v>45872</c:v>
                      </c:pt>
                      <c:pt idx="45">
                        <c:v>45873</c:v>
                      </c:pt>
                      <c:pt idx="46">
                        <c:v>45874</c:v>
                      </c:pt>
                      <c:pt idx="47">
                        <c:v>45875</c:v>
                      </c:pt>
                      <c:pt idx="48">
                        <c:v>45876</c:v>
                      </c:pt>
                      <c:pt idx="49">
                        <c:v>45877</c:v>
                      </c:pt>
                      <c:pt idx="50">
                        <c:v>45878</c:v>
                      </c:pt>
                      <c:pt idx="51">
                        <c:v>45879</c:v>
                      </c:pt>
                      <c:pt idx="52">
                        <c:v>45880</c:v>
                      </c:pt>
                      <c:pt idx="53">
                        <c:v>45881</c:v>
                      </c:pt>
                      <c:pt idx="54">
                        <c:v>45882</c:v>
                      </c:pt>
                      <c:pt idx="55">
                        <c:v>45883</c:v>
                      </c:pt>
                      <c:pt idx="56">
                        <c:v>45884</c:v>
                      </c:pt>
                      <c:pt idx="57">
                        <c:v>45885</c:v>
                      </c:pt>
                      <c:pt idx="58">
                        <c:v>45886</c:v>
                      </c:pt>
                      <c:pt idx="59">
                        <c:v>45887</c:v>
                      </c:pt>
                      <c:pt idx="60">
                        <c:v>45888</c:v>
                      </c:pt>
                      <c:pt idx="61">
                        <c:v>45889</c:v>
                      </c:pt>
                      <c:pt idx="62">
                        <c:v>45890</c:v>
                      </c:pt>
                      <c:pt idx="63">
                        <c:v>45891</c:v>
                      </c:pt>
                      <c:pt idx="64">
                        <c:v>45892</c:v>
                      </c:pt>
                      <c:pt idx="65">
                        <c:v>45893</c:v>
                      </c:pt>
                      <c:pt idx="66">
                        <c:v>45894</c:v>
                      </c:pt>
                      <c:pt idx="67">
                        <c:v>45895</c:v>
                      </c:pt>
                      <c:pt idx="68">
                        <c:v>45896</c:v>
                      </c:pt>
                      <c:pt idx="69">
                        <c:v>45897</c:v>
                      </c:pt>
                      <c:pt idx="70">
                        <c:v>45898</c:v>
                      </c:pt>
                      <c:pt idx="71">
                        <c:v>45899</c:v>
                      </c:pt>
                      <c:pt idx="72">
                        <c:v>45900</c:v>
                      </c:pt>
                      <c:pt idx="73">
                        <c:v>45901</c:v>
                      </c:pt>
                      <c:pt idx="74">
                        <c:v>45902</c:v>
                      </c:pt>
                      <c:pt idx="75">
                        <c:v>45903</c:v>
                      </c:pt>
                      <c:pt idx="76">
                        <c:v>45904</c:v>
                      </c:pt>
                      <c:pt idx="77">
                        <c:v>45905</c:v>
                      </c:pt>
                      <c:pt idx="78">
                        <c:v>45906</c:v>
                      </c:pt>
                      <c:pt idx="79">
                        <c:v>45907</c:v>
                      </c:pt>
                      <c:pt idx="80">
                        <c:v>45908</c:v>
                      </c:pt>
                      <c:pt idx="81">
                        <c:v>45909</c:v>
                      </c:pt>
                      <c:pt idx="82">
                        <c:v>45910</c:v>
                      </c:pt>
                      <c:pt idx="83">
                        <c:v>45911</c:v>
                      </c:pt>
                      <c:pt idx="84">
                        <c:v>45912</c:v>
                      </c:pt>
                      <c:pt idx="85">
                        <c:v>45913</c:v>
                      </c:pt>
                      <c:pt idx="86">
                        <c:v>45914</c:v>
                      </c:pt>
                      <c:pt idx="87">
                        <c:v>45915</c:v>
                      </c:pt>
                      <c:pt idx="88">
                        <c:v>45916</c:v>
                      </c:pt>
                      <c:pt idx="89">
                        <c:v>45917</c:v>
                      </c:pt>
                      <c:pt idx="90">
                        <c:v>45918</c:v>
                      </c:pt>
                      <c:pt idx="91">
                        <c:v>45919</c:v>
                      </c:pt>
                      <c:pt idx="92">
                        <c:v>45920</c:v>
                      </c:pt>
                      <c:pt idx="93">
                        <c:v>45921</c:v>
                      </c:pt>
                      <c:pt idx="94">
                        <c:v>45922</c:v>
                      </c:pt>
                      <c:pt idx="95">
                        <c:v>45923</c:v>
                      </c:pt>
                      <c:pt idx="96">
                        <c:v>45924</c:v>
                      </c:pt>
                      <c:pt idx="97">
                        <c:v>45925</c:v>
                      </c:pt>
                      <c:pt idx="98">
                        <c:v>45926</c:v>
                      </c:pt>
                      <c:pt idx="99">
                        <c:v>45927</c:v>
                      </c:pt>
                      <c:pt idx="100">
                        <c:v>45928</c:v>
                      </c:pt>
                      <c:pt idx="101">
                        <c:v>45929</c:v>
                      </c:pt>
                      <c:pt idx="102">
                        <c:v>45930</c:v>
                      </c:pt>
                      <c:pt idx="103">
                        <c:v>45931</c:v>
                      </c:pt>
                      <c:pt idx="104">
                        <c:v>45932</c:v>
                      </c:pt>
                      <c:pt idx="105">
                        <c:v>45933</c:v>
                      </c:pt>
                      <c:pt idx="106">
                        <c:v>45934</c:v>
                      </c:pt>
                      <c:pt idx="107">
                        <c:v>45935</c:v>
                      </c:pt>
                      <c:pt idx="108">
                        <c:v>45936</c:v>
                      </c:pt>
                      <c:pt idx="109">
                        <c:v>45937</c:v>
                      </c:pt>
                      <c:pt idx="110">
                        <c:v>45938</c:v>
                      </c:pt>
                      <c:pt idx="111">
                        <c:v>45939</c:v>
                      </c:pt>
                      <c:pt idx="112">
                        <c:v>45940</c:v>
                      </c:pt>
                      <c:pt idx="113">
                        <c:v>45941</c:v>
                      </c:pt>
                      <c:pt idx="114">
                        <c:v>45942</c:v>
                      </c:pt>
                      <c:pt idx="115">
                        <c:v>45943</c:v>
                      </c:pt>
                      <c:pt idx="116">
                        <c:v>45944</c:v>
                      </c:pt>
                      <c:pt idx="117">
                        <c:v>45945</c:v>
                      </c:pt>
                      <c:pt idx="118">
                        <c:v>45946</c:v>
                      </c:pt>
                      <c:pt idx="119">
                        <c:v>45947</c:v>
                      </c:pt>
                      <c:pt idx="120">
                        <c:v>45948</c:v>
                      </c:pt>
                      <c:pt idx="121">
                        <c:v>45949</c:v>
                      </c:pt>
                      <c:pt idx="122">
                        <c:v>45950</c:v>
                      </c:pt>
                      <c:pt idx="123">
                        <c:v>45951</c:v>
                      </c:pt>
                      <c:pt idx="124">
                        <c:v>45952</c:v>
                      </c:pt>
                      <c:pt idx="125">
                        <c:v>45953</c:v>
                      </c:pt>
                      <c:pt idx="126">
                        <c:v>45954</c:v>
                      </c:pt>
                      <c:pt idx="127">
                        <c:v>45955</c:v>
                      </c:pt>
                      <c:pt idx="128">
                        <c:v>45956</c:v>
                      </c:pt>
                      <c:pt idx="129">
                        <c:v>45957</c:v>
                      </c:pt>
                      <c:pt idx="130">
                        <c:v>45958</c:v>
                      </c:pt>
                      <c:pt idx="131">
                        <c:v>45959</c:v>
                      </c:pt>
                      <c:pt idx="132">
                        <c:v>45960</c:v>
                      </c:pt>
                      <c:pt idx="133">
                        <c:v>45961</c:v>
                      </c:pt>
                      <c:pt idx="134">
                        <c:v>45962</c:v>
                      </c:pt>
                      <c:pt idx="135">
                        <c:v>45963</c:v>
                      </c:pt>
                      <c:pt idx="136">
                        <c:v>45964</c:v>
                      </c:pt>
                      <c:pt idx="137">
                        <c:v>45965</c:v>
                      </c:pt>
                      <c:pt idx="138">
                        <c:v>45966</c:v>
                      </c:pt>
                      <c:pt idx="139">
                        <c:v>45967</c:v>
                      </c:pt>
                      <c:pt idx="140">
                        <c:v>45968</c:v>
                      </c:pt>
                      <c:pt idx="141">
                        <c:v>45969</c:v>
                      </c:pt>
                      <c:pt idx="142">
                        <c:v>45970</c:v>
                      </c:pt>
                      <c:pt idx="143">
                        <c:v>45971</c:v>
                      </c:pt>
                      <c:pt idx="144">
                        <c:v>45972</c:v>
                      </c:pt>
                      <c:pt idx="145">
                        <c:v>45973</c:v>
                      </c:pt>
                      <c:pt idx="146">
                        <c:v>45974</c:v>
                      </c:pt>
                      <c:pt idx="147">
                        <c:v>45975</c:v>
                      </c:pt>
                      <c:pt idx="148">
                        <c:v>45976</c:v>
                      </c:pt>
                      <c:pt idx="149">
                        <c:v>45977</c:v>
                      </c:pt>
                      <c:pt idx="150">
                        <c:v>45978</c:v>
                      </c:pt>
                      <c:pt idx="151">
                        <c:v>45979</c:v>
                      </c:pt>
                      <c:pt idx="152">
                        <c:v>45980</c:v>
                      </c:pt>
                      <c:pt idx="153">
                        <c:v>45981</c:v>
                      </c:pt>
                      <c:pt idx="154">
                        <c:v>45982</c:v>
                      </c:pt>
                      <c:pt idx="155">
                        <c:v>45983</c:v>
                      </c:pt>
                      <c:pt idx="156">
                        <c:v>45984</c:v>
                      </c:pt>
                      <c:pt idx="157">
                        <c:v>45985</c:v>
                      </c:pt>
                      <c:pt idx="158">
                        <c:v>45986</c:v>
                      </c:pt>
                      <c:pt idx="159">
                        <c:v>45987</c:v>
                      </c:pt>
                      <c:pt idx="160">
                        <c:v>45988</c:v>
                      </c:pt>
                      <c:pt idx="161">
                        <c:v>45989</c:v>
                      </c:pt>
                      <c:pt idx="162">
                        <c:v>45990</c:v>
                      </c:pt>
                      <c:pt idx="163">
                        <c:v>45991</c:v>
                      </c:pt>
                      <c:pt idx="164">
                        <c:v>45992</c:v>
                      </c:pt>
                      <c:pt idx="165">
                        <c:v>45993</c:v>
                      </c:pt>
                      <c:pt idx="166">
                        <c:v>45994</c:v>
                      </c:pt>
                      <c:pt idx="167">
                        <c:v>45995</c:v>
                      </c:pt>
                      <c:pt idx="168">
                        <c:v>45996</c:v>
                      </c:pt>
                      <c:pt idx="169">
                        <c:v>45997</c:v>
                      </c:pt>
                      <c:pt idx="170">
                        <c:v>45998</c:v>
                      </c:pt>
                      <c:pt idx="171">
                        <c:v>45999</c:v>
                      </c:pt>
                      <c:pt idx="172">
                        <c:v>46000</c:v>
                      </c:pt>
                      <c:pt idx="173">
                        <c:v>46001</c:v>
                      </c:pt>
                      <c:pt idx="174">
                        <c:v>46002</c:v>
                      </c:pt>
                      <c:pt idx="175">
                        <c:v>46003</c:v>
                      </c:pt>
                      <c:pt idx="176">
                        <c:v>46004</c:v>
                      </c:pt>
                      <c:pt idx="177">
                        <c:v>46005</c:v>
                      </c:pt>
                      <c:pt idx="178">
                        <c:v>46006</c:v>
                      </c:pt>
                      <c:pt idx="179">
                        <c:v>46007</c:v>
                      </c:pt>
                      <c:pt idx="180">
                        <c:v>46008</c:v>
                      </c:pt>
                      <c:pt idx="181">
                        <c:v>46009</c:v>
                      </c:pt>
                      <c:pt idx="182">
                        <c:v>46010</c:v>
                      </c:pt>
                      <c:pt idx="183">
                        <c:v>46011</c:v>
                      </c:pt>
                      <c:pt idx="184">
                        <c:v>46012</c:v>
                      </c:pt>
                      <c:pt idx="185">
                        <c:v>46013</c:v>
                      </c:pt>
                      <c:pt idx="186">
                        <c:v>46014</c:v>
                      </c:pt>
                      <c:pt idx="187">
                        <c:v>46015</c:v>
                      </c:pt>
                      <c:pt idx="188">
                        <c:v>46016</c:v>
                      </c:pt>
                      <c:pt idx="189">
                        <c:v>46017</c:v>
                      </c:pt>
                      <c:pt idx="190">
                        <c:v>46018</c:v>
                      </c:pt>
                      <c:pt idx="191">
                        <c:v>46019</c:v>
                      </c:pt>
                      <c:pt idx="192">
                        <c:v>46020</c:v>
                      </c:pt>
                      <c:pt idx="193">
                        <c:v>46021</c:v>
                      </c:pt>
                      <c:pt idx="194">
                        <c:v>46022</c:v>
                      </c:pt>
                      <c:pt idx="195">
                        <c:v>46023</c:v>
                      </c:pt>
                      <c:pt idx="196">
                        <c:v>46024</c:v>
                      </c:pt>
                      <c:pt idx="197">
                        <c:v>46025</c:v>
                      </c:pt>
                      <c:pt idx="198">
                        <c:v>46026</c:v>
                      </c:pt>
                      <c:pt idx="199">
                        <c:v>46027</c:v>
                      </c:pt>
                      <c:pt idx="200">
                        <c:v>46028</c:v>
                      </c:pt>
                      <c:pt idx="201">
                        <c:v>46029</c:v>
                      </c:pt>
                      <c:pt idx="202">
                        <c:v>46030</c:v>
                      </c:pt>
                      <c:pt idx="203">
                        <c:v>46031</c:v>
                      </c:pt>
                      <c:pt idx="204">
                        <c:v>46032</c:v>
                      </c:pt>
                      <c:pt idx="205">
                        <c:v>46033</c:v>
                      </c:pt>
                      <c:pt idx="206">
                        <c:v>46034</c:v>
                      </c:pt>
                      <c:pt idx="207">
                        <c:v>46035</c:v>
                      </c:pt>
                      <c:pt idx="208">
                        <c:v>46036</c:v>
                      </c:pt>
                      <c:pt idx="209">
                        <c:v>46037</c:v>
                      </c:pt>
                      <c:pt idx="210">
                        <c:v>46038</c:v>
                      </c:pt>
                      <c:pt idx="211">
                        <c:v>46039</c:v>
                      </c:pt>
                      <c:pt idx="212">
                        <c:v>46040</c:v>
                      </c:pt>
                      <c:pt idx="213">
                        <c:v>46041</c:v>
                      </c:pt>
                      <c:pt idx="214">
                        <c:v>46042</c:v>
                      </c:pt>
                      <c:pt idx="215">
                        <c:v>46043</c:v>
                      </c:pt>
                      <c:pt idx="216">
                        <c:v>46044</c:v>
                      </c:pt>
                      <c:pt idx="217">
                        <c:v>46045</c:v>
                      </c:pt>
                      <c:pt idx="218">
                        <c:v>46046</c:v>
                      </c:pt>
                      <c:pt idx="219">
                        <c:v>46047</c:v>
                      </c:pt>
                      <c:pt idx="220">
                        <c:v>46048</c:v>
                      </c:pt>
                      <c:pt idx="221">
                        <c:v>46049</c:v>
                      </c:pt>
                      <c:pt idx="222">
                        <c:v>46050</c:v>
                      </c:pt>
                      <c:pt idx="223">
                        <c:v>46051</c:v>
                      </c:pt>
                      <c:pt idx="224">
                        <c:v>46052</c:v>
                      </c:pt>
                      <c:pt idx="225">
                        <c:v>46053</c:v>
                      </c:pt>
                      <c:pt idx="226">
                        <c:v>46054</c:v>
                      </c:pt>
                      <c:pt idx="227">
                        <c:v>46055</c:v>
                      </c:pt>
                      <c:pt idx="228">
                        <c:v>46056</c:v>
                      </c:pt>
                      <c:pt idx="229">
                        <c:v>46057</c:v>
                      </c:pt>
                      <c:pt idx="230">
                        <c:v>46058</c:v>
                      </c:pt>
                      <c:pt idx="231">
                        <c:v>46059</c:v>
                      </c:pt>
                      <c:pt idx="232">
                        <c:v>46060</c:v>
                      </c:pt>
                      <c:pt idx="233">
                        <c:v>46061</c:v>
                      </c:pt>
                      <c:pt idx="234">
                        <c:v>46062</c:v>
                      </c:pt>
                      <c:pt idx="235">
                        <c:v>46063</c:v>
                      </c:pt>
                      <c:pt idx="236">
                        <c:v>46064</c:v>
                      </c:pt>
                      <c:pt idx="237">
                        <c:v>46065</c:v>
                      </c:pt>
                      <c:pt idx="238">
                        <c:v>46066</c:v>
                      </c:pt>
                      <c:pt idx="239">
                        <c:v>46067</c:v>
                      </c:pt>
                      <c:pt idx="240">
                        <c:v>46068</c:v>
                      </c:pt>
                      <c:pt idx="241">
                        <c:v>46069</c:v>
                      </c:pt>
                      <c:pt idx="242">
                        <c:v>46070</c:v>
                      </c:pt>
                      <c:pt idx="243">
                        <c:v>46071</c:v>
                      </c:pt>
                      <c:pt idx="244">
                        <c:v>46072</c:v>
                      </c:pt>
                      <c:pt idx="245">
                        <c:v>46073</c:v>
                      </c:pt>
                      <c:pt idx="246">
                        <c:v>46074</c:v>
                      </c:pt>
                      <c:pt idx="247">
                        <c:v>46075</c:v>
                      </c:pt>
                      <c:pt idx="248">
                        <c:v>46076</c:v>
                      </c:pt>
                      <c:pt idx="249">
                        <c:v>46077</c:v>
                      </c:pt>
                      <c:pt idx="250">
                        <c:v>46078</c:v>
                      </c:pt>
                      <c:pt idx="251">
                        <c:v>46079</c:v>
                      </c:pt>
                      <c:pt idx="252">
                        <c:v>46080</c:v>
                      </c:pt>
                      <c:pt idx="253">
                        <c:v>46081</c:v>
                      </c:pt>
                      <c:pt idx="254">
                        <c:v>46082</c:v>
                      </c:pt>
                      <c:pt idx="255">
                        <c:v>46083</c:v>
                      </c:pt>
                      <c:pt idx="256">
                        <c:v>46084</c:v>
                      </c:pt>
                      <c:pt idx="257">
                        <c:v>46085</c:v>
                      </c:pt>
                      <c:pt idx="258">
                        <c:v>46086</c:v>
                      </c:pt>
                      <c:pt idx="259">
                        <c:v>46087</c:v>
                      </c:pt>
                      <c:pt idx="260">
                        <c:v>46088</c:v>
                      </c:pt>
                      <c:pt idx="261">
                        <c:v>46089</c:v>
                      </c:pt>
                      <c:pt idx="262">
                        <c:v>46090</c:v>
                      </c:pt>
                      <c:pt idx="263">
                        <c:v>46091</c:v>
                      </c:pt>
                      <c:pt idx="264">
                        <c:v>46092</c:v>
                      </c:pt>
                      <c:pt idx="265">
                        <c:v>46093</c:v>
                      </c:pt>
                      <c:pt idx="266">
                        <c:v>46094</c:v>
                      </c:pt>
                      <c:pt idx="267">
                        <c:v>46095</c:v>
                      </c:pt>
                      <c:pt idx="268">
                        <c:v>46096</c:v>
                      </c:pt>
                      <c:pt idx="269">
                        <c:v>46097</c:v>
                      </c:pt>
                      <c:pt idx="270">
                        <c:v>46098</c:v>
                      </c:pt>
                      <c:pt idx="271">
                        <c:v>46099</c:v>
                      </c:pt>
                      <c:pt idx="272">
                        <c:v>46100</c:v>
                      </c:pt>
                      <c:pt idx="273">
                        <c:v>46101</c:v>
                      </c:pt>
                      <c:pt idx="274">
                        <c:v>46102</c:v>
                      </c:pt>
                      <c:pt idx="275">
                        <c:v>46103</c:v>
                      </c:pt>
                      <c:pt idx="276">
                        <c:v>46104</c:v>
                      </c:pt>
                      <c:pt idx="277">
                        <c:v>46105</c:v>
                      </c:pt>
                      <c:pt idx="278">
                        <c:v>46106</c:v>
                      </c:pt>
                      <c:pt idx="279">
                        <c:v>46107</c:v>
                      </c:pt>
                      <c:pt idx="280">
                        <c:v>46108</c:v>
                      </c:pt>
                      <c:pt idx="281">
                        <c:v>46109</c:v>
                      </c:pt>
                      <c:pt idx="282">
                        <c:v>46110</c:v>
                      </c:pt>
                      <c:pt idx="283">
                        <c:v>46111</c:v>
                      </c:pt>
                      <c:pt idx="284">
                        <c:v>46112</c:v>
                      </c:pt>
                      <c:pt idx="285">
                        <c:v>46113</c:v>
                      </c:pt>
                      <c:pt idx="286">
                        <c:v>46114</c:v>
                      </c:pt>
                      <c:pt idx="287">
                        <c:v>46115</c:v>
                      </c:pt>
                      <c:pt idx="288">
                        <c:v>46116</c:v>
                      </c:pt>
                      <c:pt idx="289">
                        <c:v>46117</c:v>
                      </c:pt>
                      <c:pt idx="290">
                        <c:v>46118</c:v>
                      </c:pt>
                      <c:pt idx="291">
                        <c:v>46119</c:v>
                      </c:pt>
                      <c:pt idx="292">
                        <c:v>46120</c:v>
                      </c:pt>
                      <c:pt idx="293">
                        <c:v>46121</c:v>
                      </c:pt>
                      <c:pt idx="294">
                        <c:v>46122</c:v>
                      </c:pt>
                      <c:pt idx="295">
                        <c:v>46123</c:v>
                      </c:pt>
                      <c:pt idx="296">
                        <c:v>46124</c:v>
                      </c:pt>
                      <c:pt idx="297">
                        <c:v>46125</c:v>
                      </c:pt>
                      <c:pt idx="298">
                        <c:v>46126</c:v>
                      </c:pt>
                      <c:pt idx="299">
                        <c:v>46127</c:v>
                      </c:pt>
                      <c:pt idx="300">
                        <c:v>46128</c:v>
                      </c:pt>
                      <c:pt idx="301">
                        <c:v>46129</c:v>
                      </c:pt>
                      <c:pt idx="302">
                        <c:v>46130</c:v>
                      </c:pt>
                      <c:pt idx="303">
                        <c:v>46131</c:v>
                      </c:pt>
                      <c:pt idx="304">
                        <c:v>46132</c:v>
                      </c:pt>
                      <c:pt idx="305">
                        <c:v>46133</c:v>
                      </c:pt>
                      <c:pt idx="306">
                        <c:v>46134</c:v>
                      </c:pt>
                      <c:pt idx="307">
                        <c:v>46135</c:v>
                      </c:pt>
                      <c:pt idx="308">
                        <c:v>46136</c:v>
                      </c:pt>
                      <c:pt idx="309">
                        <c:v>46137</c:v>
                      </c:pt>
                      <c:pt idx="310">
                        <c:v>46138</c:v>
                      </c:pt>
                      <c:pt idx="311">
                        <c:v>46139</c:v>
                      </c:pt>
                      <c:pt idx="312">
                        <c:v>46140</c:v>
                      </c:pt>
                      <c:pt idx="313">
                        <c:v>46141</c:v>
                      </c:pt>
                      <c:pt idx="314">
                        <c:v>46142</c:v>
                      </c:pt>
                      <c:pt idx="315">
                        <c:v>46143</c:v>
                      </c:pt>
                      <c:pt idx="316">
                        <c:v>46144</c:v>
                      </c:pt>
                      <c:pt idx="317">
                        <c:v>46145</c:v>
                      </c:pt>
                      <c:pt idx="318">
                        <c:v>46146</c:v>
                      </c:pt>
                      <c:pt idx="319">
                        <c:v>46147</c:v>
                      </c:pt>
                      <c:pt idx="320">
                        <c:v>46148</c:v>
                      </c:pt>
                      <c:pt idx="321">
                        <c:v>46149</c:v>
                      </c:pt>
                      <c:pt idx="322">
                        <c:v>46150</c:v>
                      </c:pt>
                      <c:pt idx="323">
                        <c:v>46151</c:v>
                      </c:pt>
                      <c:pt idx="324">
                        <c:v>46152</c:v>
                      </c:pt>
                      <c:pt idx="325">
                        <c:v>46153</c:v>
                      </c:pt>
                      <c:pt idx="326">
                        <c:v>46154</c:v>
                      </c:pt>
                      <c:pt idx="327">
                        <c:v>46155</c:v>
                      </c:pt>
                      <c:pt idx="328">
                        <c:v>46156</c:v>
                      </c:pt>
                      <c:pt idx="329">
                        <c:v>46157</c:v>
                      </c:pt>
                      <c:pt idx="330">
                        <c:v>46158</c:v>
                      </c:pt>
                      <c:pt idx="331">
                        <c:v>46159</c:v>
                      </c:pt>
                      <c:pt idx="332">
                        <c:v>46160</c:v>
                      </c:pt>
                      <c:pt idx="333">
                        <c:v>46161</c:v>
                      </c:pt>
                      <c:pt idx="334">
                        <c:v>46162</c:v>
                      </c:pt>
                      <c:pt idx="335">
                        <c:v>46163</c:v>
                      </c:pt>
                      <c:pt idx="336">
                        <c:v>46164</c:v>
                      </c:pt>
                      <c:pt idx="337">
                        <c:v>46165</c:v>
                      </c:pt>
                      <c:pt idx="338">
                        <c:v>46166</c:v>
                      </c:pt>
                      <c:pt idx="339">
                        <c:v>46167</c:v>
                      </c:pt>
                      <c:pt idx="340">
                        <c:v>46168</c:v>
                      </c:pt>
                      <c:pt idx="341">
                        <c:v>46169</c:v>
                      </c:pt>
                      <c:pt idx="342">
                        <c:v>46170</c:v>
                      </c:pt>
                      <c:pt idx="343">
                        <c:v>46171</c:v>
                      </c:pt>
                      <c:pt idx="344">
                        <c:v>46172</c:v>
                      </c:pt>
                      <c:pt idx="345">
                        <c:v>46173</c:v>
                      </c:pt>
                      <c:pt idx="346">
                        <c:v>46174</c:v>
                      </c:pt>
                      <c:pt idx="347">
                        <c:v>46175</c:v>
                      </c:pt>
                      <c:pt idx="348">
                        <c:v>46176</c:v>
                      </c:pt>
                      <c:pt idx="349">
                        <c:v>46177</c:v>
                      </c:pt>
                      <c:pt idx="350">
                        <c:v>46178</c:v>
                      </c:pt>
                      <c:pt idx="351">
                        <c:v>46179</c:v>
                      </c:pt>
                      <c:pt idx="352">
                        <c:v>46180</c:v>
                      </c:pt>
                      <c:pt idx="353">
                        <c:v>46181</c:v>
                      </c:pt>
                      <c:pt idx="354">
                        <c:v>46182</c:v>
                      </c:pt>
                      <c:pt idx="355">
                        <c:v>46183</c:v>
                      </c:pt>
                      <c:pt idx="356">
                        <c:v>46184</c:v>
                      </c:pt>
                      <c:pt idx="357">
                        <c:v>46185</c:v>
                      </c:pt>
                      <c:pt idx="358">
                        <c:v>46186</c:v>
                      </c:pt>
                      <c:pt idx="359">
                        <c:v>46187</c:v>
                      </c:pt>
                      <c:pt idx="360">
                        <c:v>46188</c:v>
                      </c:pt>
                      <c:pt idx="361">
                        <c:v>46189</c:v>
                      </c:pt>
                      <c:pt idx="362">
                        <c:v>46190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G!$E$2:$E$364</c15:sqref>
                        </c15:formulaRef>
                      </c:ext>
                    </c:extLst>
                    <c:numCache>
                      <c:formatCode>General</c:formatCode>
                      <c:ptCount val="363"/>
                      <c:pt idx="0">
                        <c:v>23416.5324</c:v>
                      </c:pt>
                      <c:pt idx="1">
                        <c:v>23345.115099999999</c:v>
                      </c:pt>
                      <c:pt idx="2">
                        <c:v>22471.462899999999</c:v>
                      </c:pt>
                      <c:pt idx="3">
                        <c:v>24234.395400000001</c:v>
                      </c:pt>
                      <c:pt idx="4">
                        <c:v>23733.750899999999</c:v>
                      </c:pt>
                      <c:pt idx="5">
                        <c:v>24437.941699999999</c:v>
                      </c:pt>
                      <c:pt idx="6">
                        <c:v>24051.354800000001</c:v>
                      </c:pt>
                      <c:pt idx="7">
                        <c:v>23464.252700000001</c:v>
                      </c:pt>
                      <c:pt idx="8">
                        <c:v>23091.922399999999</c:v>
                      </c:pt>
                      <c:pt idx="9">
                        <c:v>22443.5124</c:v>
                      </c:pt>
                      <c:pt idx="10">
                        <c:v>25041.737300000001</c:v>
                      </c:pt>
                      <c:pt idx="11">
                        <c:v>24452.499599999999</c:v>
                      </c:pt>
                      <c:pt idx="12">
                        <c:v>24360.4686</c:v>
                      </c:pt>
                      <c:pt idx="13">
                        <c:v>24241.315299999998</c:v>
                      </c:pt>
                      <c:pt idx="14">
                        <c:v>23989.704399999999</c:v>
                      </c:pt>
                      <c:pt idx="15">
                        <c:v>23534.718400000002</c:v>
                      </c:pt>
                      <c:pt idx="16">
                        <c:v>22809.922299999998</c:v>
                      </c:pt>
                      <c:pt idx="17">
                        <c:v>24993.0517</c:v>
                      </c:pt>
                      <c:pt idx="18">
                        <c:v>24607.712800000001</c:v>
                      </c:pt>
                      <c:pt idx="19">
                        <c:v>24492.155200000001</c:v>
                      </c:pt>
                      <c:pt idx="20">
                        <c:v>22343.088199999998</c:v>
                      </c:pt>
                      <c:pt idx="21">
                        <c:v>25503.0972</c:v>
                      </c:pt>
                      <c:pt idx="22">
                        <c:v>23845.427</c:v>
                      </c:pt>
                      <c:pt idx="23">
                        <c:v>22709.866099999999</c:v>
                      </c:pt>
                      <c:pt idx="24">
                        <c:v>24980.9031</c:v>
                      </c:pt>
                      <c:pt idx="25">
                        <c:v>24651.783299999999</c:v>
                      </c:pt>
                      <c:pt idx="26">
                        <c:v>23976.680799999998</c:v>
                      </c:pt>
                      <c:pt idx="27">
                        <c:v>23874.028200000001</c:v>
                      </c:pt>
                      <c:pt idx="28">
                        <c:v>23719.431700000001</c:v>
                      </c:pt>
                      <c:pt idx="29">
                        <c:v>23000.723999999998</c:v>
                      </c:pt>
                      <c:pt idx="30">
                        <c:v>22180.085599999999</c:v>
                      </c:pt>
                      <c:pt idx="31">
                        <c:v>24541.137699999999</c:v>
                      </c:pt>
                      <c:pt idx="32">
                        <c:v>24166.678199999998</c:v>
                      </c:pt>
                      <c:pt idx="33">
                        <c:v>23798.168900000001</c:v>
                      </c:pt>
                      <c:pt idx="34">
                        <c:v>23992.111700000001</c:v>
                      </c:pt>
                      <c:pt idx="35">
                        <c:v>23621.869699999999</c:v>
                      </c:pt>
                      <c:pt idx="36">
                        <c:v>23247.028900000001</c:v>
                      </c:pt>
                      <c:pt idx="37">
                        <c:v>22292.301299999999</c:v>
                      </c:pt>
                      <c:pt idx="38">
                        <c:v>24724.651999999998</c:v>
                      </c:pt>
                      <c:pt idx="39">
                        <c:v>24299.9601</c:v>
                      </c:pt>
                      <c:pt idx="40">
                        <c:v>24493.6888</c:v>
                      </c:pt>
                      <c:pt idx="41">
                        <c:v>24773.796200000001</c:v>
                      </c:pt>
                      <c:pt idx="42">
                        <c:v>24282.047900000001</c:v>
                      </c:pt>
                      <c:pt idx="43">
                        <c:v>22995.4758</c:v>
                      </c:pt>
                      <c:pt idx="44">
                        <c:v>22679.263999999999</c:v>
                      </c:pt>
                      <c:pt idx="45">
                        <c:v>25060.657599999999</c:v>
                      </c:pt>
                      <c:pt idx="46">
                        <c:v>24416.860499999999</c:v>
                      </c:pt>
                      <c:pt idx="47">
                        <c:v>24330.933499999999</c:v>
                      </c:pt>
                      <c:pt idx="48">
                        <c:v>24329.6675</c:v>
                      </c:pt>
                      <c:pt idx="49">
                        <c:v>21665.942899999998</c:v>
                      </c:pt>
                      <c:pt idx="50">
                        <c:v>23084.713500000002</c:v>
                      </c:pt>
                      <c:pt idx="51">
                        <c:v>22703.438200000001</c:v>
                      </c:pt>
                      <c:pt idx="52">
                        <c:v>24685.191200000001</c:v>
                      </c:pt>
                      <c:pt idx="53">
                        <c:v>24054.108400000001</c:v>
                      </c:pt>
                      <c:pt idx="54">
                        <c:v>24277.1734</c:v>
                      </c:pt>
                      <c:pt idx="55">
                        <c:v>24137.486099999998</c:v>
                      </c:pt>
                      <c:pt idx="56">
                        <c:v>23295.1747</c:v>
                      </c:pt>
                      <c:pt idx="57">
                        <c:v>23528.266100000001</c:v>
                      </c:pt>
                      <c:pt idx="58">
                        <c:v>22713.400799999999</c:v>
                      </c:pt>
                      <c:pt idx="59">
                        <c:v>24974.5592</c:v>
                      </c:pt>
                      <c:pt idx="60">
                        <c:v>24712.234100000001</c:v>
                      </c:pt>
                      <c:pt idx="61">
                        <c:v>24396.539700000001</c:v>
                      </c:pt>
                      <c:pt idx="62">
                        <c:v>24584.278600000001</c:v>
                      </c:pt>
                      <c:pt idx="63">
                        <c:v>23627.7497</c:v>
                      </c:pt>
                      <c:pt idx="64">
                        <c:v>22900.086899999998</c:v>
                      </c:pt>
                      <c:pt idx="65">
                        <c:v>22364.879099999998</c:v>
                      </c:pt>
                      <c:pt idx="66">
                        <c:v>24506.844099999998</c:v>
                      </c:pt>
                      <c:pt idx="67">
                        <c:v>24337.250199999999</c:v>
                      </c:pt>
                      <c:pt idx="68">
                        <c:v>23671.722300000001</c:v>
                      </c:pt>
                      <c:pt idx="69">
                        <c:v>24341.289199999999</c:v>
                      </c:pt>
                      <c:pt idx="70">
                        <c:v>23563.429700000001</c:v>
                      </c:pt>
                      <c:pt idx="71">
                        <c:v>23342.9908</c:v>
                      </c:pt>
                      <c:pt idx="72">
                        <c:v>22768.343799999999</c:v>
                      </c:pt>
                      <c:pt idx="73">
                        <c:v>24543.245999999999</c:v>
                      </c:pt>
                      <c:pt idx="74">
                        <c:v>24540.326799999999</c:v>
                      </c:pt>
                      <c:pt idx="75">
                        <c:v>24179.299900000002</c:v>
                      </c:pt>
                      <c:pt idx="76">
                        <c:v>25454.703399999999</c:v>
                      </c:pt>
                      <c:pt idx="77">
                        <c:v>22378.8675</c:v>
                      </c:pt>
                      <c:pt idx="78">
                        <c:v>23295.544399999999</c:v>
                      </c:pt>
                      <c:pt idx="79">
                        <c:v>22239.941800000001</c:v>
                      </c:pt>
                      <c:pt idx="80">
                        <c:v>24257.5445</c:v>
                      </c:pt>
                      <c:pt idx="81">
                        <c:v>24094.706099999999</c:v>
                      </c:pt>
                      <c:pt idx="82">
                        <c:v>24302.408500000001</c:v>
                      </c:pt>
                      <c:pt idx="83">
                        <c:v>24461.7173</c:v>
                      </c:pt>
                      <c:pt idx="84">
                        <c:v>23440.877199999999</c:v>
                      </c:pt>
                      <c:pt idx="85">
                        <c:v>23375.49</c:v>
                      </c:pt>
                      <c:pt idx="86">
                        <c:v>22657.894899999999</c:v>
                      </c:pt>
                      <c:pt idx="87">
                        <c:v>24702.903999999999</c:v>
                      </c:pt>
                      <c:pt idx="88">
                        <c:v>24130.793300000001</c:v>
                      </c:pt>
                      <c:pt idx="89">
                        <c:v>24078.667799999999</c:v>
                      </c:pt>
                      <c:pt idx="90">
                        <c:v>23966.4437</c:v>
                      </c:pt>
                      <c:pt idx="91">
                        <c:v>23371.0072</c:v>
                      </c:pt>
                      <c:pt idx="92">
                        <c:v>23042.017800000001</c:v>
                      </c:pt>
                      <c:pt idx="93">
                        <c:v>22499.1626</c:v>
                      </c:pt>
                      <c:pt idx="94">
                        <c:v>24255.606400000001</c:v>
                      </c:pt>
                      <c:pt idx="95">
                        <c:v>24239.773399999998</c:v>
                      </c:pt>
                      <c:pt idx="96">
                        <c:v>24098.2055</c:v>
                      </c:pt>
                      <c:pt idx="97">
                        <c:v>24236.170300000002</c:v>
                      </c:pt>
                      <c:pt idx="98">
                        <c:v>23520.484199999999</c:v>
                      </c:pt>
                      <c:pt idx="99">
                        <c:v>23404.537700000001</c:v>
                      </c:pt>
                      <c:pt idx="100">
                        <c:v>22550.158800000001</c:v>
                      </c:pt>
                      <c:pt idx="101">
                        <c:v>24735.6188</c:v>
                      </c:pt>
                      <c:pt idx="102">
                        <c:v>25203.891199999998</c:v>
                      </c:pt>
                      <c:pt idx="103">
                        <c:v>24419.030500000001</c:v>
                      </c:pt>
                      <c:pt idx="104">
                        <c:v>24530.251899999999</c:v>
                      </c:pt>
                      <c:pt idx="105">
                        <c:v>23858.6247</c:v>
                      </c:pt>
                      <c:pt idx="106">
                        <c:v>22728.4107</c:v>
                      </c:pt>
                      <c:pt idx="107">
                        <c:v>22604.270400000001</c:v>
                      </c:pt>
                      <c:pt idx="108">
                        <c:v>22479.383900000001</c:v>
                      </c:pt>
                      <c:pt idx="109">
                        <c:v>24541.487799999999</c:v>
                      </c:pt>
                      <c:pt idx="110">
                        <c:v>24052.333200000001</c:v>
                      </c:pt>
                      <c:pt idx="111">
                        <c:v>24253.379300000001</c:v>
                      </c:pt>
                      <c:pt idx="112">
                        <c:v>23848.4836</c:v>
                      </c:pt>
                      <c:pt idx="113">
                        <c:v>23635.257699999998</c:v>
                      </c:pt>
                      <c:pt idx="114">
                        <c:v>22666.5592</c:v>
                      </c:pt>
                      <c:pt idx="115">
                        <c:v>24341.647799999999</c:v>
                      </c:pt>
                      <c:pt idx="116">
                        <c:v>23833.425599999999</c:v>
                      </c:pt>
                      <c:pt idx="117">
                        <c:v>23402.754700000001</c:v>
                      </c:pt>
                      <c:pt idx="118">
                        <c:v>17806.329099999999</c:v>
                      </c:pt>
                      <c:pt idx="119">
                        <c:v>21682.687999999998</c:v>
                      </c:pt>
                      <c:pt idx="120">
                        <c:v>22498.413100000002</c:v>
                      </c:pt>
                      <c:pt idx="121">
                        <c:v>21404.624400000001</c:v>
                      </c:pt>
                      <c:pt idx="122">
                        <c:v>23039.399399999998</c:v>
                      </c:pt>
                      <c:pt idx="123">
                        <c:v>24297.4584</c:v>
                      </c:pt>
                      <c:pt idx="124">
                        <c:v>23406.051599999999</c:v>
                      </c:pt>
                      <c:pt idx="125">
                        <c:v>23229.8904</c:v>
                      </c:pt>
                      <c:pt idx="126">
                        <c:v>21599.371800000001</c:v>
                      </c:pt>
                      <c:pt idx="127">
                        <c:v>22996.613600000001</c:v>
                      </c:pt>
                      <c:pt idx="128">
                        <c:v>21842.389800000001</c:v>
                      </c:pt>
                      <c:pt idx="129">
                        <c:v>22637.329399999999</c:v>
                      </c:pt>
                      <c:pt idx="130">
                        <c:v>23672.243699999999</c:v>
                      </c:pt>
                      <c:pt idx="131">
                        <c:v>22843.466799999998</c:v>
                      </c:pt>
                      <c:pt idx="132">
                        <c:v>24084.085500000001</c:v>
                      </c:pt>
                      <c:pt idx="133">
                        <c:v>23442.7179</c:v>
                      </c:pt>
                      <c:pt idx="134">
                        <c:v>23543.322</c:v>
                      </c:pt>
                      <c:pt idx="135">
                        <c:v>21060.503700000001</c:v>
                      </c:pt>
                      <c:pt idx="136">
                        <c:v>24306.371200000001</c:v>
                      </c:pt>
                      <c:pt idx="137">
                        <c:v>24073.2709</c:v>
                      </c:pt>
                      <c:pt idx="138">
                        <c:v>22381.047600000002</c:v>
                      </c:pt>
                      <c:pt idx="139">
                        <c:v>9809.7332000000006</c:v>
                      </c:pt>
                      <c:pt idx="140">
                        <c:v>21472.242200000001</c:v>
                      </c:pt>
                      <c:pt idx="141">
                        <c:v>22692.546699999999</c:v>
                      </c:pt>
                      <c:pt idx="142">
                        <c:v>21969.786400000001</c:v>
                      </c:pt>
                      <c:pt idx="143">
                        <c:v>23588.3688</c:v>
                      </c:pt>
                      <c:pt idx="144">
                        <c:v>23523.764500000001</c:v>
                      </c:pt>
                      <c:pt idx="145">
                        <c:v>23396.827000000001</c:v>
                      </c:pt>
                      <c:pt idx="146">
                        <c:v>23350.104200000002</c:v>
                      </c:pt>
                      <c:pt idx="147">
                        <c:v>22720.582299999998</c:v>
                      </c:pt>
                      <c:pt idx="148">
                        <c:v>22846.402900000001</c:v>
                      </c:pt>
                      <c:pt idx="149">
                        <c:v>21805.015500000001</c:v>
                      </c:pt>
                      <c:pt idx="150">
                        <c:v>23543.880799999999</c:v>
                      </c:pt>
                      <c:pt idx="151">
                        <c:v>23218.1358</c:v>
                      </c:pt>
                      <c:pt idx="152">
                        <c:v>24139.360799999999</c:v>
                      </c:pt>
                      <c:pt idx="153">
                        <c:v>23437.1139</c:v>
                      </c:pt>
                      <c:pt idx="154">
                        <c:v>22643.014999999999</c:v>
                      </c:pt>
                      <c:pt idx="155">
                        <c:v>22399.593199999999</c:v>
                      </c:pt>
                      <c:pt idx="156">
                        <c:v>22169.879499999999</c:v>
                      </c:pt>
                      <c:pt idx="157">
                        <c:v>23987.536100000001</c:v>
                      </c:pt>
                      <c:pt idx="158">
                        <c:v>24242.324100000002</c:v>
                      </c:pt>
                      <c:pt idx="159">
                        <c:v>24368.893100000001</c:v>
                      </c:pt>
                      <c:pt idx="160">
                        <c:v>27875.2287</c:v>
                      </c:pt>
                      <c:pt idx="161">
                        <c:v>16912.2431</c:v>
                      </c:pt>
                      <c:pt idx="162">
                        <c:v>6347.3595999999998</c:v>
                      </c:pt>
                      <c:pt idx="163">
                        <c:v>11960.948399999999</c:v>
                      </c:pt>
                      <c:pt idx="164">
                        <c:v>22427.646000000001</c:v>
                      </c:pt>
                      <c:pt idx="165">
                        <c:v>23267.394700000001</c:v>
                      </c:pt>
                      <c:pt idx="166">
                        <c:v>23912.916799999999</c:v>
                      </c:pt>
                      <c:pt idx="167">
                        <c:v>24376.614099999999</c:v>
                      </c:pt>
                      <c:pt idx="168">
                        <c:v>24929.026300000001</c:v>
                      </c:pt>
                      <c:pt idx="169">
                        <c:v>24669.4198</c:v>
                      </c:pt>
                      <c:pt idx="170">
                        <c:v>23391.631000000001</c:v>
                      </c:pt>
                      <c:pt idx="171">
                        <c:v>25177.331999999999</c:v>
                      </c:pt>
                      <c:pt idx="172">
                        <c:v>24870.980500000001</c:v>
                      </c:pt>
                      <c:pt idx="173">
                        <c:v>24026.727999999999</c:v>
                      </c:pt>
                      <c:pt idx="174">
                        <c:v>24883.375599999999</c:v>
                      </c:pt>
                      <c:pt idx="175">
                        <c:v>24123.1757</c:v>
                      </c:pt>
                      <c:pt idx="176">
                        <c:v>23673.248200000002</c:v>
                      </c:pt>
                      <c:pt idx="177">
                        <c:v>23185.414199999999</c:v>
                      </c:pt>
                      <c:pt idx="178">
                        <c:v>25726.594099999998</c:v>
                      </c:pt>
                      <c:pt idx="179">
                        <c:v>25824.426500000001</c:v>
                      </c:pt>
                      <c:pt idx="180">
                        <c:v>25385.257699999998</c:v>
                      </c:pt>
                      <c:pt idx="181">
                        <c:v>25876.140100000001</c:v>
                      </c:pt>
                      <c:pt idx="182">
                        <c:v>25152.039400000001</c:v>
                      </c:pt>
                      <c:pt idx="183">
                        <c:v>23899.8086</c:v>
                      </c:pt>
                      <c:pt idx="184">
                        <c:v>22772.0124</c:v>
                      </c:pt>
                      <c:pt idx="185">
                        <c:v>25322.320100000001</c:v>
                      </c:pt>
                      <c:pt idx="186">
                        <c:v>25473.607599999999</c:v>
                      </c:pt>
                      <c:pt idx="187">
                        <c:v>25749.410599999999</c:v>
                      </c:pt>
                      <c:pt idx="188">
                        <c:v>23380.0789</c:v>
                      </c:pt>
                      <c:pt idx="189">
                        <c:v>23692.738799999999</c:v>
                      </c:pt>
                      <c:pt idx="190">
                        <c:v>24111.557400000002</c:v>
                      </c:pt>
                      <c:pt idx="191">
                        <c:v>23126.201799999999</c:v>
                      </c:pt>
                      <c:pt idx="192">
                        <c:v>25101.6378</c:v>
                      </c:pt>
                      <c:pt idx="193">
                        <c:v>25471.633699999998</c:v>
                      </c:pt>
                      <c:pt idx="194">
                        <c:v>25017.5157</c:v>
                      </c:pt>
                      <c:pt idx="195">
                        <c:v>26161.560399999998</c:v>
                      </c:pt>
                      <c:pt idx="196">
                        <c:v>23204.121800000001</c:v>
                      </c:pt>
                      <c:pt idx="197">
                        <c:v>21712.886900000001</c:v>
                      </c:pt>
                      <c:pt idx="198">
                        <c:v>22624.287100000001</c:v>
                      </c:pt>
                      <c:pt idx="199">
                        <c:v>24598.061399999999</c:v>
                      </c:pt>
                      <c:pt idx="200">
                        <c:v>24492.399300000001</c:v>
                      </c:pt>
                      <c:pt idx="201">
                        <c:v>24083.033299999999</c:v>
                      </c:pt>
                      <c:pt idx="202">
                        <c:v>23500.926299999999</c:v>
                      </c:pt>
                      <c:pt idx="203">
                        <c:v>22713.8966</c:v>
                      </c:pt>
                      <c:pt idx="204">
                        <c:v>22077.169699999999</c:v>
                      </c:pt>
                      <c:pt idx="205">
                        <c:v>22142.178899999999</c:v>
                      </c:pt>
                      <c:pt idx="206">
                        <c:v>24268.356800000001</c:v>
                      </c:pt>
                      <c:pt idx="207">
                        <c:v>23990.445</c:v>
                      </c:pt>
                      <c:pt idx="208">
                        <c:v>24353.727599999998</c:v>
                      </c:pt>
                      <c:pt idx="209">
                        <c:v>23330.3122</c:v>
                      </c:pt>
                      <c:pt idx="210">
                        <c:v>23175.280500000001</c:v>
                      </c:pt>
                      <c:pt idx="211">
                        <c:v>22961.3397</c:v>
                      </c:pt>
                      <c:pt idx="212">
                        <c:v>22085.518700000001</c:v>
                      </c:pt>
                      <c:pt idx="213">
                        <c:v>24440.591400000001</c:v>
                      </c:pt>
                      <c:pt idx="214">
                        <c:v>24321.522300000001</c:v>
                      </c:pt>
                      <c:pt idx="215">
                        <c:v>24610.542700000002</c:v>
                      </c:pt>
                      <c:pt idx="216">
                        <c:v>24626.317899999998</c:v>
                      </c:pt>
                      <c:pt idx="217">
                        <c:v>23642.343099999998</c:v>
                      </c:pt>
                      <c:pt idx="218">
                        <c:v>23164.767500000002</c:v>
                      </c:pt>
                      <c:pt idx="219">
                        <c:v>17030.051899999999</c:v>
                      </c:pt>
                      <c:pt idx="220">
                        <c:v>19019.775900000001</c:v>
                      </c:pt>
                      <c:pt idx="221">
                        <c:v>24505.360100000002</c:v>
                      </c:pt>
                      <c:pt idx="222">
                        <c:v>24584.6237</c:v>
                      </c:pt>
                      <c:pt idx="223">
                        <c:v>22973.236000000001</c:v>
                      </c:pt>
                      <c:pt idx="224">
                        <c:v>23669.5661</c:v>
                      </c:pt>
                      <c:pt idx="225">
                        <c:v>23625.93</c:v>
                      </c:pt>
                      <c:pt idx="226">
                        <c:v>22215.129700000001</c:v>
                      </c:pt>
                      <c:pt idx="227">
                        <c:v>25108.047200000001</c:v>
                      </c:pt>
                      <c:pt idx="228">
                        <c:v>24593.439699999999</c:v>
                      </c:pt>
                      <c:pt idx="229">
                        <c:v>23057.472600000001</c:v>
                      </c:pt>
                      <c:pt idx="230">
                        <c:v>24488.715100000001</c:v>
                      </c:pt>
                      <c:pt idx="231">
                        <c:v>23741.487099999998</c:v>
                      </c:pt>
                      <c:pt idx="232">
                        <c:v>23604.472600000001</c:v>
                      </c:pt>
                      <c:pt idx="233">
                        <c:v>22613.997500000001</c:v>
                      </c:pt>
                      <c:pt idx="234">
                        <c:v>24854.033100000001</c:v>
                      </c:pt>
                      <c:pt idx="235">
                        <c:v>24600.457600000002</c:v>
                      </c:pt>
                      <c:pt idx="236">
                        <c:v>24488.837899999999</c:v>
                      </c:pt>
                      <c:pt idx="237">
                        <c:v>24687.3439</c:v>
                      </c:pt>
                      <c:pt idx="238">
                        <c:v>23979.002499999999</c:v>
                      </c:pt>
                      <c:pt idx="239">
                        <c:v>23796.174800000001</c:v>
                      </c:pt>
                      <c:pt idx="240">
                        <c:v>22698.144</c:v>
                      </c:pt>
                      <c:pt idx="241">
                        <c:v>24519.1351</c:v>
                      </c:pt>
                      <c:pt idx="242">
                        <c:v>24255.399600000001</c:v>
                      </c:pt>
                      <c:pt idx="243">
                        <c:v>24594.5615</c:v>
                      </c:pt>
                      <c:pt idx="244">
                        <c:v>23031.497899999998</c:v>
                      </c:pt>
                      <c:pt idx="245">
                        <c:v>22247.630700000002</c:v>
                      </c:pt>
                      <c:pt idx="246">
                        <c:v>22150.1849</c:v>
                      </c:pt>
                      <c:pt idx="247">
                        <c:v>21711.133900000001</c:v>
                      </c:pt>
                      <c:pt idx="248">
                        <c:v>23566.281800000001</c:v>
                      </c:pt>
                      <c:pt idx="249">
                        <c:v>23486.661</c:v>
                      </c:pt>
                      <c:pt idx="250">
                        <c:v>23414.284199999998</c:v>
                      </c:pt>
                      <c:pt idx="251">
                        <c:v>23553.4244</c:v>
                      </c:pt>
                      <c:pt idx="252">
                        <c:v>22945.037499999999</c:v>
                      </c:pt>
                      <c:pt idx="253">
                        <c:v>23037.0245</c:v>
                      </c:pt>
                      <c:pt idx="254">
                        <c:v>22327.458900000001</c:v>
                      </c:pt>
                      <c:pt idx="255">
                        <c:v>22185.324400000001</c:v>
                      </c:pt>
                      <c:pt idx="256">
                        <c:v>23893.784199999998</c:v>
                      </c:pt>
                      <c:pt idx="257">
                        <c:v>23595.407899999998</c:v>
                      </c:pt>
                      <c:pt idx="258">
                        <c:v>23575.2893</c:v>
                      </c:pt>
                      <c:pt idx="259">
                        <c:v>23431.53</c:v>
                      </c:pt>
                      <c:pt idx="260">
                        <c:v>23309.8351</c:v>
                      </c:pt>
                      <c:pt idx="261">
                        <c:v>22155.330699999999</c:v>
                      </c:pt>
                      <c:pt idx="262">
                        <c:v>24167.288400000001</c:v>
                      </c:pt>
                      <c:pt idx="263">
                        <c:v>24128.520400000001</c:v>
                      </c:pt>
                      <c:pt idx="264">
                        <c:v>23528.1718</c:v>
                      </c:pt>
                      <c:pt idx="265">
                        <c:v>24023.514200000001</c:v>
                      </c:pt>
                      <c:pt idx="266">
                        <c:v>23158.847900000001</c:v>
                      </c:pt>
                      <c:pt idx="267">
                        <c:v>23169.746200000001</c:v>
                      </c:pt>
                      <c:pt idx="268">
                        <c:v>23282.8963</c:v>
                      </c:pt>
                      <c:pt idx="269">
                        <c:v>25345.619900000002</c:v>
                      </c:pt>
                      <c:pt idx="270">
                        <c:v>25806.901099999999</c:v>
                      </c:pt>
                      <c:pt idx="271">
                        <c:v>24960.686300000001</c:v>
                      </c:pt>
                      <c:pt idx="272">
                        <c:v>25763.744699999999</c:v>
                      </c:pt>
                      <c:pt idx="273">
                        <c:v>24912.7853</c:v>
                      </c:pt>
                      <c:pt idx="274">
                        <c:v>23221.3995</c:v>
                      </c:pt>
                      <c:pt idx="275">
                        <c:v>22433.327099999999</c:v>
                      </c:pt>
                      <c:pt idx="276">
                        <c:v>24569.715400000001</c:v>
                      </c:pt>
                      <c:pt idx="277">
                        <c:v>24702.024099999999</c:v>
                      </c:pt>
                      <c:pt idx="278">
                        <c:v>24004.270799999998</c:v>
                      </c:pt>
                      <c:pt idx="279">
                        <c:v>24737.7058</c:v>
                      </c:pt>
                      <c:pt idx="280">
                        <c:v>23779.037799999998</c:v>
                      </c:pt>
                      <c:pt idx="281">
                        <c:v>23703.075000000001</c:v>
                      </c:pt>
                      <c:pt idx="282">
                        <c:v>22829.048500000001</c:v>
                      </c:pt>
                      <c:pt idx="283">
                        <c:v>25730.6332</c:v>
                      </c:pt>
                      <c:pt idx="284">
                        <c:v>25614.357800000002</c:v>
                      </c:pt>
                      <c:pt idx="285">
                        <c:v>24370.588800000001</c:v>
                      </c:pt>
                      <c:pt idx="286">
                        <c:v>24516.896799999999</c:v>
                      </c:pt>
                      <c:pt idx="287">
                        <c:v>22042.1567</c:v>
                      </c:pt>
                      <c:pt idx="288">
                        <c:v>23474.942800000001</c:v>
                      </c:pt>
                      <c:pt idx="289">
                        <c:v>23053.918900000001</c:v>
                      </c:pt>
                      <c:pt idx="290">
                        <c:v>25203.084200000001</c:v>
                      </c:pt>
                      <c:pt idx="291">
                        <c:v>25037.462599999999</c:v>
                      </c:pt>
                      <c:pt idx="292">
                        <c:v>24850.4408</c:v>
                      </c:pt>
                      <c:pt idx="293">
                        <c:v>25467.5239</c:v>
                      </c:pt>
                      <c:pt idx="294">
                        <c:v>25113.017199999998</c:v>
                      </c:pt>
                      <c:pt idx="295">
                        <c:v>24310.698100000001</c:v>
                      </c:pt>
                      <c:pt idx="296">
                        <c:v>22340.431700000001</c:v>
                      </c:pt>
                      <c:pt idx="297">
                        <c:v>20587.862799999999</c:v>
                      </c:pt>
                      <c:pt idx="298">
                        <c:v>21082.075199999999</c:v>
                      </c:pt>
                      <c:pt idx="299">
                        <c:v>22258.147499999999</c:v>
                      </c:pt>
                      <c:pt idx="300">
                        <c:v>22857.039000000001</c:v>
                      </c:pt>
                      <c:pt idx="301">
                        <c:v>22467.1518</c:v>
                      </c:pt>
                      <c:pt idx="302">
                        <c:v>22894.760900000001</c:v>
                      </c:pt>
                      <c:pt idx="303">
                        <c:v>22465.112799999999</c:v>
                      </c:pt>
                      <c:pt idx="304">
                        <c:v>24452.0003</c:v>
                      </c:pt>
                      <c:pt idx="305">
                        <c:v>24535.067899999998</c:v>
                      </c:pt>
                      <c:pt idx="306">
                        <c:v>24494.886999999999</c:v>
                      </c:pt>
                      <c:pt idx="307">
                        <c:v>24216.080900000001</c:v>
                      </c:pt>
                      <c:pt idx="308">
                        <c:v>23869.036100000001</c:v>
                      </c:pt>
                      <c:pt idx="309">
                        <c:v>23150.2925</c:v>
                      </c:pt>
                      <c:pt idx="310">
                        <c:v>21984.981800000001</c:v>
                      </c:pt>
                      <c:pt idx="311">
                        <c:v>23572.990900000001</c:v>
                      </c:pt>
                      <c:pt idx="312">
                        <c:v>24019.588500000002</c:v>
                      </c:pt>
                      <c:pt idx="313">
                        <c:v>24064.990600000001</c:v>
                      </c:pt>
                      <c:pt idx="314">
                        <c:v>24343.967000000001</c:v>
                      </c:pt>
                      <c:pt idx="315">
                        <c:v>21639.0527</c:v>
                      </c:pt>
                      <c:pt idx="316">
                        <c:v>22895.310399999998</c:v>
                      </c:pt>
                      <c:pt idx="317">
                        <c:v>22171.0537</c:v>
                      </c:pt>
                      <c:pt idx="318">
                        <c:v>24669.883600000001</c:v>
                      </c:pt>
                      <c:pt idx="319">
                        <c:v>24001.498200000002</c:v>
                      </c:pt>
                      <c:pt idx="320">
                        <c:v>23046.8151</c:v>
                      </c:pt>
                      <c:pt idx="321">
                        <c:v>24443.444200000002</c:v>
                      </c:pt>
                      <c:pt idx="322">
                        <c:v>22179.156800000001</c:v>
                      </c:pt>
                      <c:pt idx="323">
                        <c:v>22736.8969</c:v>
                      </c:pt>
                      <c:pt idx="324">
                        <c:v>22129.400799999999</c:v>
                      </c:pt>
                      <c:pt idx="325">
                        <c:v>24258.420900000001</c:v>
                      </c:pt>
                      <c:pt idx="326">
                        <c:v>23661.237700000001</c:v>
                      </c:pt>
                      <c:pt idx="327">
                        <c:v>25387.896100000002</c:v>
                      </c:pt>
                      <c:pt idx="328">
                        <c:v>23834.9961</c:v>
                      </c:pt>
                      <c:pt idx="329">
                        <c:v>23586.599399999999</c:v>
                      </c:pt>
                      <c:pt idx="330">
                        <c:v>22974.802100000001</c:v>
                      </c:pt>
                      <c:pt idx="331">
                        <c:v>22166.945599999999</c:v>
                      </c:pt>
                      <c:pt idx="332">
                        <c:v>24423.940299999998</c:v>
                      </c:pt>
                      <c:pt idx="333">
                        <c:v>24175.786800000002</c:v>
                      </c:pt>
                      <c:pt idx="334">
                        <c:v>24464.917600000001</c:v>
                      </c:pt>
                      <c:pt idx="335">
                        <c:v>24456.695899999999</c:v>
                      </c:pt>
                      <c:pt idx="336">
                        <c:v>24380.015500000001</c:v>
                      </c:pt>
                      <c:pt idx="337">
                        <c:v>23385.4931</c:v>
                      </c:pt>
                      <c:pt idx="338">
                        <c:v>22444.248</c:v>
                      </c:pt>
                      <c:pt idx="339">
                        <c:v>25274.6384</c:v>
                      </c:pt>
                      <c:pt idx="340">
                        <c:v>24541.3194</c:v>
                      </c:pt>
                      <c:pt idx="341">
                        <c:v>25279.6561</c:v>
                      </c:pt>
                      <c:pt idx="342">
                        <c:v>23412.628700000001</c:v>
                      </c:pt>
                      <c:pt idx="343">
                        <c:v>23152.426599999999</c:v>
                      </c:pt>
                      <c:pt idx="344">
                        <c:v>19685.793399999999</c:v>
                      </c:pt>
                      <c:pt idx="345">
                        <c:v>21420.870599999998</c:v>
                      </c:pt>
                      <c:pt idx="346">
                        <c:v>23839.7912</c:v>
                      </c:pt>
                      <c:pt idx="347">
                        <c:v>23790.469799999999</c:v>
                      </c:pt>
                      <c:pt idx="348">
                        <c:v>23703.958999999999</c:v>
                      </c:pt>
                      <c:pt idx="349">
                        <c:v>23577.210999999999</c:v>
                      </c:pt>
                      <c:pt idx="350">
                        <c:v>22541.338299999999</c:v>
                      </c:pt>
                      <c:pt idx="351">
                        <c:v>22587.887699999999</c:v>
                      </c:pt>
                      <c:pt idx="352">
                        <c:v>21746.080600000001</c:v>
                      </c:pt>
                      <c:pt idx="353">
                        <c:v>23583.068299999999</c:v>
                      </c:pt>
                      <c:pt idx="354">
                        <c:v>22940.154699999999</c:v>
                      </c:pt>
                      <c:pt idx="355">
                        <c:v>23095.981199999998</c:v>
                      </c:pt>
                      <c:pt idx="356">
                        <c:v>23111.6702</c:v>
                      </c:pt>
                      <c:pt idx="357">
                        <c:v>22167.699499999999</c:v>
                      </c:pt>
                      <c:pt idx="358">
                        <c:v>21888.447800000002</c:v>
                      </c:pt>
                      <c:pt idx="359">
                        <c:v>21457.472399999999</c:v>
                      </c:pt>
                      <c:pt idx="360">
                        <c:v>23361.511500000001</c:v>
                      </c:pt>
                      <c:pt idx="361">
                        <c:v>22979.962800000001</c:v>
                      </c:pt>
                      <c:pt idx="362">
                        <c:v>23082.1093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41E1-4F20-B019-4C6AAC520BE6}"/>
                  </c:ext>
                </c:extLst>
              </c15:ser>
            </c15:filteredLineSeries>
            <c15:filteredLine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G!$F$1</c15:sqref>
                        </c15:formulaRef>
                      </c:ext>
                    </c:extLst>
                    <c:strCache>
                      <c:ptCount val="1"/>
                      <c:pt idx="0">
                        <c:v>GAM Region</c:v>
                      </c:pt>
                    </c:strCache>
                  </c:strRef>
                </c:tx>
                <c:spPr>
                  <a:ln w="28575" cap="rnd">
                    <a:solidFill>
                      <a:schemeClr val="accent5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G!$A$2:$A$364</c15:sqref>
                        </c15:formulaRef>
                      </c:ext>
                    </c:extLst>
                    <c:numCache>
                      <c:formatCode>m/d/yyyy</c:formatCode>
                      <c:ptCount val="363"/>
                      <c:pt idx="0">
                        <c:v>45828</c:v>
                      </c:pt>
                      <c:pt idx="1">
                        <c:v>45829</c:v>
                      </c:pt>
                      <c:pt idx="2">
                        <c:v>45830</c:v>
                      </c:pt>
                      <c:pt idx="3">
                        <c:v>45831</c:v>
                      </c:pt>
                      <c:pt idx="4">
                        <c:v>45832</c:v>
                      </c:pt>
                      <c:pt idx="5">
                        <c:v>45833</c:v>
                      </c:pt>
                      <c:pt idx="6">
                        <c:v>45834</c:v>
                      </c:pt>
                      <c:pt idx="7">
                        <c:v>45835</c:v>
                      </c:pt>
                      <c:pt idx="8">
                        <c:v>45836</c:v>
                      </c:pt>
                      <c:pt idx="9">
                        <c:v>45837</c:v>
                      </c:pt>
                      <c:pt idx="10">
                        <c:v>45838</c:v>
                      </c:pt>
                      <c:pt idx="11">
                        <c:v>45839</c:v>
                      </c:pt>
                      <c:pt idx="12">
                        <c:v>45840</c:v>
                      </c:pt>
                      <c:pt idx="13">
                        <c:v>45841</c:v>
                      </c:pt>
                      <c:pt idx="14">
                        <c:v>45842</c:v>
                      </c:pt>
                      <c:pt idx="15">
                        <c:v>45843</c:v>
                      </c:pt>
                      <c:pt idx="16">
                        <c:v>45844</c:v>
                      </c:pt>
                      <c:pt idx="17">
                        <c:v>45845</c:v>
                      </c:pt>
                      <c:pt idx="18">
                        <c:v>45846</c:v>
                      </c:pt>
                      <c:pt idx="19">
                        <c:v>45847</c:v>
                      </c:pt>
                      <c:pt idx="20">
                        <c:v>45848</c:v>
                      </c:pt>
                      <c:pt idx="21">
                        <c:v>45849</c:v>
                      </c:pt>
                      <c:pt idx="22">
                        <c:v>45850</c:v>
                      </c:pt>
                      <c:pt idx="23">
                        <c:v>45851</c:v>
                      </c:pt>
                      <c:pt idx="24">
                        <c:v>45852</c:v>
                      </c:pt>
                      <c:pt idx="25">
                        <c:v>45853</c:v>
                      </c:pt>
                      <c:pt idx="26">
                        <c:v>45854</c:v>
                      </c:pt>
                      <c:pt idx="27">
                        <c:v>45855</c:v>
                      </c:pt>
                      <c:pt idx="28">
                        <c:v>45856</c:v>
                      </c:pt>
                      <c:pt idx="29">
                        <c:v>45857</c:v>
                      </c:pt>
                      <c:pt idx="30">
                        <c:v>45858</c:v>
                      </c:pt>
                      <c:pt idx="31">
                        <c:v>45859</c:v>
                      </c:pt>
                      <c:pt idx="32">
                        <c:v>45860</c:v>
                      </c:pt>
                      <c:pt idx="33">
                        <c:v>45861</c:v>
                      </c:pt>
                      <c:pt idx="34">
                        <c:v>45862</c:v>
                      </c:pt>
                      <c:pt idx="35">
                        <c:v>45863</c:v>
                      </c:pt>
                      <c:pt idx="36">
                        <c:v>45864</c:v>
                      </c:pt>
                      <c:pt idx="37">
                        <c:v>45865</c:v>
                      </c:pt>
                      <c:pt idx="38">
                        <c:v>45866</c:v>
                      </c:pt>
                      <c:pt idx="39">
                        <c:v>45867</c:v>
                      </c:pt>
                      <c:pt idx="40">
                        <c:v>45868</c:v>
                      </c:pt>
                      <c:pt idx="41">
                        <c:v>45869</c:v>
                      </c:pt>
                      <c:pt idx="42">
                        <c:v>45870</c:v>
                      </c:pt>
                      <c:pt idx="43">
                        <c:v>45871</c:v>
                      </c:pt>
                      <c:pt idx="44">
                        <c:v>45872</c:v>
                      </c:pt>
                      <c:pt idx="45">
                        <c:v>45873</c:v>
                      </c:pt>
                      <c:pt idx="46">
                        <c:v>45874</c:v>
                      </c:pt>
                      <c:pt idx="47">
                        <c:v>45875</c:v>
                      </c:pt>
                      <c:pt idx="48">
                        <c:v>45876</c:v>
                      </c:pt>
                      <c:pt idx="49">
                        <c:v>45877</c:v>
                      </c:pt>
                      <c:pt idx="50">
                        <c:v>45878</c:v>
                      </c:pt>
                      <c:pt idx="51">
                        <c:v>45879</c:v>
                      </c:pt>
                      <c:pt idx="52">
                        <c:v>45880</c:v>
                      </c:pt>
                      <c:pt idx="53">
                        <c:v>45881</c:v>
                      </c:pt>
                      <c:pt idx="54">
                        <c:v>45882</c:v>
                      </c:pt>
                      <c:pt idx="55">
                        <c:v>45883</c:v>
                      </c:pt>
                      <c:pt idx="56">
                        <c:v>45884</c:v>
                      </c:pt>
                      <c:pt idx="57">
                        <c:v>45885</c:v>
                      </c:pt>
                      <c:pt idx="58">
                        <c:v>45886</c:v>
                      </c:pt>
                      <c:pt idx="59">
                        <c:v>45887</c:v>
                      </c:pt>
                      <c:pt idx="60">
                        <c:v>45888</c:v>
                      </c:pt>
                      <c:pt idx="61">
                        <c:v>45889</c:v>
                      </c:pt>
                      <c:pt idx="62">
                        <c:v>45890</c:v>
                      </c:pt>
                      <c:pt idx="63">
                        <c:v>45891</c:v>
                      </c:pt>
                      <c:pt idx="64">
                        <c:v>45892</c:v>
                      </c:pt>
                      <c:pt idx="65">
                        <c:v>45893</c:v>
                      </c:pt>
                      <c:pt idx="66">
                        <c:v>45894</c:v>
                      </c:pt>
                      <c:pt idx="67">
                        <c:v>45895</c:v>
                      </c:pt>
                      <c:pt idx="68">
                        <c:v>45896</c:v>
                      </c:pt>
                      <c:pt idx="69">
                        <c:v>45897</c:v>
                      </c:pt>
                      <c:pt idx="70">
                        <c:v>45898</c:v>
                      </c:pt>
                      <c:pt idx="71">
                        <c:v>45899</c:v>
                      </c:pt>
                      <c:pt idx="72">
                        <c:v>45900</c:v>
                      </c:pt>
                      <c:pt idx="73">
                        <c:v>45901</c:v>
                      </c:pt>
                      <c:pt idx="74">
                        <c:v>45902</c:v>
                      </c:pt>
                      <c:pt idx="75">
                        <c:v>45903</c:v>
                      </c:pt>
                      <c:pt idx="76">
                        <c:v>45904</c:v>
                      </c:pt>
                      <c:pt idx="77">
                        <c:v>45905</c:v>
                      </c:pt>
                      <c:pt idx="78">
                        <c:v>45906</c:v>
                      </c:pt>
                      <c:pt idx="79">
                        <c:v>45907</c:v>
                      </c:pt>
                      <c:pt idx="80">
                        <c:v>45908</c:v>
                      </c:pt>
                      <c:pt idx="81">
                        <c:v>45909</c:v>
                      </c:pt>
                      <c:pt idx="82">
                        <c:v>45910</c:v>
                      </c:pt>
                      <c:pt idx="83">
                        <c:v>45911</c:v>
                      </c:pt>
                      <c:pt idx="84">
                        <c:v>45912</c:v>
                      </c:pt>
                      <c:pt idx="85">
                        <c:v>45913</c:v>
                      </c:pt>
                      <c:pt idx="86">
                        <c:v>45914</c:v>
                      </c:pt>
                      <c:pt idx="87">
                        <c:v>45915</c:v>
                      </c:pt>
                      <c:pt idx="88">
                        <c:v>45916</c:v>
                      </c:pt>
                      <c:pt idx="89">
                        <c:v>45917</c:v>
                      </c:pt>
                      <c:pt idx="90">
                        <c:v>45918</c:v>
                      </c:pt>
                      <c:pt idx="91">
                        <c:v>45919</c:v>
                      </c:pt>
                      <c:pt idx="92">
                        <c:v>45920</c:v>
                      </c:pt>
                      <c:pt idx="93">
                        <c:v>45921</c:v>
                      </c:pt>
                      <c:pt idx="94">
                        <c:v>45922</c:v>
                      </c:pt>
                      <c:pt idx="95">
                        <c:v>45923</c:v>
                      </c:pt>
                      <c:pt idx="96">
                        <c:v>45924</c:v>
                      </c:pt>
                      <c:pt idx="97">
                        <c:v>45925</c:v>
                      </c:pt>
                      <c:pt idx="98">
                        <c:v>45926</c:v>
                      </c:pt>
                      <c:pt idx="99">
                        <c:v>45927</c:v>
                      </c:pt>
                      <c:pt idx="100">
                        <c:v>45928</c:v>
                      </c:pt>
                      <c:pt idx="101">
                        <c:v>45929</c:v>
                      </c:pt>
                      <c:pt idx="102">
                        <c:v>45930</c:v>
                      </c:pt>
                      <c:pt idx="103">
                        <c:v>45931</c:v>
                      </c:pt>
                      <c:pt idx="104">
                        <c:v>45932</c:v>
                      </c:pt>
                      <c:pt idx="105">
                        <c:v>45933</c:v>
                      </c:pt>
                      <c:pt idx="106">
                        <c:v>45934</c:v>
                      </c:pt>
                      <c:pt idx="107">
                        <c:v>45935</c:v>
                      </c:pt>
                      <c:pt idx="108">
                        <c:v>45936</c:v>
                      </c:pt>
                      <c:pt idx="109">
                        <c:v>45937</c:v>
                      </c:pt>
                      <c:pt idx="110">
                        <c:v>45938</c:v>
                      </c:pt>
                      <c:pt idx="111">
                        <c:v>45939</c:v>
                      </c:pt>
                      <c:pt idx="112">
                        <c:v>45940</c:v>
                      </c:pt>
                      <c:pt idx="113">
                        <c:v>45941</c:v>
                      </c:pt>
                      <c:pt idx="114">
                        <c:v>45942</c:v>
                      </c:pt>
                      <c:pt idx="115">
                        <c:v>45943</c:v>
                      </c:pt>
                      <c:pt idx="116">
                        <c:v>45944</c:v>
                      </c:pt>
                      <c:pt idx="117">
                        <c:v>45945</c:v>
                      </c:pt>
                      <c:pt idx="118">
                        <c:v>45946</c:v>
                      </c:pt>
                      <c:pt idx="119">
                        <c:v>45947</c:v>
                      </c:pt>
                      <c:pt idx="120">
                        <c:v>45948</c:v>
                      </c:pt>
                      <c:pt idx="121">
                        <c:v>45949</c:v>
                      </c:pt>
                      <c:pt idx="122">
                        <c:v>45950</c:v>
                      </c:pt>
                      <c:pt idx="123">
                        <c:v>45951</c:v>
                      </c:pt>
                      <c:pt idx="124">
                        <c:v>45952</c:v>
                      </c:pt>
                      <c:pt idx="125">
                        <c:v>45953</c:v>
                      </c:pt>
                      <c:pt idx="126">
                        <c:v>45954</c:v>
                      </c:pt>
                      <c:pt idx="127">
                        <c:v>45955</c:v>
                      </c:pt>
                      <c:pt idx="128">
                        <c:v>45956</c:v>
                      </c:pt>
                      <c:pt idx="129">
                        <c:v>45957</c:v>
                      </c:pt>
                      <c:pt idx="130">
                        <c:v>45958</c:v>
                      </c:pt>
                      <c:pt idx="131">
                        <c:v>45959</c:v>
                      </c:pt>
                      <c:pt idx="132">
                        <c:v>45960</c:v>
                      </c:pt>
                      <c:pt idx="133">
                        <c:v>45961</c:v>
                      </c:pt>
                      <c:pt idx="134">
                        <c:v>45962</c:v>
                      </c:pt>
                      <c:pt idx="135">
                        <c:v>45963</c:v>
                      </c:pt>
                      <c:pt idx="136">
                        <c:v>45964</c:v>
                      </c:pt>
                      <c:pt idx="137">
                        <c:v>45965</c:v>
                      </c:pt>
                      <c:pt idx="138">
                        <c:v>45966</c:v>
                      </c:pt>
                      <c:pt idx="139">
                        <c:v>45967</c:v>
                      </c:pt>
                      <c:pt idx="140">
                        <c:v>45968</c:v>
                      </c:pt>
                      <c:pt idx="141">
                        <c:v>45969</c:v>
                      </c:pt>
                      <c:pt idx="142">
                        <c:v>45970</c:v>
                      </c:pt>
                      <c:pt idx="143">
                        <c:v>45971</c:v>
                      </c:pt>
                      <c:pt idx="144">
                        <c:v>45972</c:v>
                      </c:pt>
                      <c:pt idx="145">
                        <c:v>45973</c:v>
                      </c:pt>
                      <c:pt idx="146">
                        <c:v>45974</c:v>
                      </c:pt>
                      <c:pt idx="147">
                        <c:v>45975</c:v>
                      </c:pt>
                      <c:pt idx="148">
                        <c:v>45976</c:v>
                      </c:pt>
                      <c:pt idx="149">
                        <c:v>45977</c:v>
                      </c:pt>
                      <c:pt idx="150">
                        <c:v>45978</c:v>
                      </c:pt>
                      <c:pt idx="151">
                        <c:v>45979</c:v>
                      </c:pt>
                      <c:pt idx="152">
                        <c:v>45980</c:v>
                      </c:pt>
                      <c:pt idx="153">
                        <c:v>45981</c:v>
                      </c:pt>
                      <c:pt idx="154">
                        <c:v>45982</c:v>
                      </c:pt>
                      <c:pt idx="155">
                        <c:v>45983</c:v>
                      </c:pt>
                      <c:pt idx="156">
                        <c:v>45984</c:v>
                      </c:pt>
                      <c:pt idx="157">
                        <c:v>45985</c:v>
                      </c:pt>
                      <c:pt idx="158">
                        <c:v>45986</c:v>
                      </c:pt>
                      <c:pt idx="159">
                        <c:v>45987</c:v>
                      </c:pt>
                      <c:pt idx="160">
                        <c:v>45988</c:v>
                      </c:pt>
                      <c:pt idx="161">
                        <c:v>45989</c:v>
                      </c:pt>
                      <c:pt idx="162">
                        <c:v>45990</c:v>
                      </c:pt>
                      <c:pt idx="163">
                        <c:v>45991</c:v>
                      </c:pt>
                      <c:pt idx="164">
                        <c:v>45992</c:v>
                      </c:pt>
                      <c:pt idx="165">
                        <c:v>45993</c:v>
                      </c:pt>
                      <c:pt idx="166">
                        <c:v>45994</c:v>
                      </c:pt>
                      <c:pt idx="167">
                        <c:v>45995</c:v>
                      </c:pt>
                      <c:pt idx="168">
                        <c:v>45996</c:v>
                      </c:pt>
                      <c:pt idx="169">
                        <c:v>45997</c:v>
                      </c:pt>
                      <c:pt idx="170">
                        <c:v>45998</c:v>
                      </c:pt>
                      <c:pt idx="171">
                        <c:v>45999</c:v>
                      </c:pt>
                      <c:pt idx="172">
                        <c:v>46000</c:v>
                      </c:pt>
                      <c:pt idx="173">
                        <c:v>46001</c:v>
                      </c:pt>
                      <c:pt idx="174">
                        <c:v>46002</c:v>
                      </c:pt>
                      <c:pt idx="175">
                        <c:v>46003</c:v>
                      </c:pt>
                      <c:pt idx="176">
                        <c:v>46004</c:v>
                      </c:pt>
                      <c:pt idx="177">
                        <c:v>46005</c:v>
                      </c:pt>
                      <c:pt idx="178">
                        <c:v>46006</c:v>
                      </c:pt>
                      <c:pt idx="179">
                        <c:v>46007</c:v>
                      </c:pt>
                      <c:pt idx="180">
                        <c:v>46008</c:v>
                      </c:pt>
                      <c:pt idx="181">
                        <c:v>46009</c:v>
                      </c:pt>
                      <c:pt idx="182">
                        <c:v>46010</c:v>
                      </c:pt>
                      <c:pt idx="183">
                        <c:v>46011</c:v>
                      </c:pt>
                      <c:pt idx="184">
                        <c:v>46012</c:v>
                      </c:pt>
                      <c:pt idx="185">
                        <c:v>46013</c:v>
                      </c:pt>
                      <c:pt idx="186">
                        <c:v>46014</c:v>
                      </c:pt>
                      <c:pt idx="187">
                        <c:v>46015</c:v>
                      </c:pt>
                      <c:pt idx="188">
                        <c:v>46016</c:v>
                      </c:pt>
                      <c:pt idx="189">
                        <c:v>46017</c:v>
                      </c:pt>
                      <c:pt idx="190">
                        <c:v>46018</c:v>
                      </c:pt>
                      <c:pt idx="191">
                        <c:v>46019</c:v>
                      </c:pt>
                      <c:pt idx="192">
                        <c:v>46020</c:v>
                      </c:pt>
                      <c:pt idx="193">
                        <c:v>46021</c:v>
                      </c:pt>
                      <c:pt idx="194">
                        <c:v>46022</c:v>
                      </c:pt>
                      <c:pt idx="195">
                        <c:v>46023</c:v>
                      </c:pt>
                      <c:pt idx="196">
                        <c:v>46024</c:v>
                      </c:pt>
                      <c:pt idx="197">
                        <c:v>46025</c:v>
                      </c:pt>
                      <c:pt idx="198">
                        <c:v>46026</c:v>
                      </c:pt>
                      <c:pt idx="199">
                        <c:v>46027</c:v>
                      </c:pt>
                      <c:pt idx="200">
                        <c:v>46028</c:v>
                      </c:pt>
                      <c:pt idx="201">
                        <c:v>46029</c:v>
                      </c:pt>
                      <c:pt idx="202">
                        <c:v>46030</c:v>
                      </c:pt>
                      <c:pt idx="203">
                        <c:v>46031</c:v>
                      </c:pt>
                      <c:pt idx="204">
                        <c:v>46032</c:v>
                      </c:pt>
                      <c:pt idx="205">
                        <c:v>46033</c:v>
                      </c:pt>
                      <c:pt idx="206">
                        <c:v>46034</c:v>
                      </c:pt>
                      <c:pt idx="207">
                        <c:v>46035</c:v>
                      </c:pt>
                      <c:pt idx="208">
                        <c:v>46036</c:v>
                      </c:pt>
                      <c:pt idx="209">
                        <c:v>46037</c:v>
                      </c:pt>
                      <c:pt idx="210">
                        <c:v>46038</c:v>
                      </c:pt>
                      <c:pt idx="211">
                        <c:v>46039</c:v>
                      </c:pt>
                      <c:pt idx="212">
                        <c:v>46040</c:v>
                      </c:pt>
                      <c:pt idx="213">
                        <c:v>46041</c:v>
                      </c:pt>
                      <c:pt idx="214">
                        <c:v>46042</c:v>
                      </c:pt>
                      <c:pt idx="215">
                        <c:v>46043</c:v>
                      </c:pt>
                      <c:pt idx="216">
                        <c:v>46044</c:v>
                      </c:pt>
                      <c:pt idx="217">
                        <c:v>46045</c:v>
                      </c:pt>
                      <c:pt idx="218">
                        <c:v>46046</c:v>
                      </c:pt>
                      <c:pt idx="219">
                        <c:v>46047</c:v>
                      </c:pt>
                      <c:pt idx="220">
                        <c:v>46048</c:v>
                      </c:pt>
                      <c:pt idx="221">
                        <c:v>46049</c:v>
                      </c:pt>
                      <c:pt idx="222">
                        <c:v>46050</c:v>
                      </c:pt>
                      <c:pt idx="223">
                        <c:v>46051</c:v>
                      </c:pt>
                      <c:pt idx="224">
                        <c:v>46052</c:v>
                      </c:pt>
                      <c:pt idx="225">
                        <c:v>46053</c:v>
                      </c:pt>
                      <c:pt idx="226">
                        <c:v>46054</c:v>
                      </c:pt>
                      <c:pt idx="227">
                        <c:v>46055</c:v>
                      </c:pt>
                      <c:pt idx="228">
                        <c:v>46056</c:v>
                      </c:pt>
                      <c:pt idx="229">
                        <c:v>46057</c:v>
                      </c:pt>
                      <c:pt idx="230">
                        <c:v>46058</c:v>
                      </c:pt>
                      <c:pt idx="231">
                        <c:v>46059</c:v>
                      </c:pt>
                      <c:pt idx="232">
                        <c:v>46060</c:v>
                      </c:pt>
                      <c:pt idx="233">
                        <c:v>46061</c:v>
                      </c:pt>
                      <c:pt idx="234">
                        <c:v>46062</c:v>
                      </c:pt>
                      <c:pt idx="235">
                        <c:v>46063</c:v>
                      </c:pt>
                      <c:pt idx="236">
                        <c:v>46064</c:v>
                      </c:pt>
                      <c:pt idx="237">
                        <c:v>46065</c:v>
                      </c:pt>
                      <c:pt idx="238">
                        <c:v>46066</c:v>
                      </c:pt>
                      <c:pt idx="239">
                        <c:v>46067</c:v>
                      </c:pt>
                      <c:pt idx="240">
                        <c:v>46068</c:v>
                      </c:pt>
                      <c:pt idx="241">
                        <c:v>46069</c:v>
                      </c:pt>
                      <c:pt idx="242">
                        <c:v>46070</c:v>
                      </c:pt>
                      <c:pt idx="243">
                        <c:v>46071</c:v>
                      </c:pt>
                      <c:pt idx="244">
                        <c:v>46072</c:v>
                      </c:pt>
                      <c:pt idx="245">
                        <c:v>46073</c:v>
                      </c:pt>
                      <c:pt idx="246">
                        <c:v>46074</c:v>
                      </c:pt>
                      <c:pt idx="247">
                        <c:v>46075</c:v>
                      </c:pt>
                      <c:pt idx="248">
                        <c:v>46076</c:v>
                      </c:pt>
                      <c:pt idx="249">
                        <c:v>46077</c:v>
                      </c:pt>
                      <c:pt idx="250">
                        <c:v>46078</c:v>
                      </c:pt>
                      <c:pt idx="251">
                        <c:v>46079</c:v>
                      </c:pt>
                      <c:pt idx="252">
                        <c:v>46080</c:v>
                      </c:pt>
                      <c:pt idx="253">
                        <c:v>46081</c:v>
                      </c:pt>
                      <c:pt idx="254">
                        <c:v>46082</c:v>
                      </c:pt>
                      <c:pt idx="255">
                        <c:v>46083</c:v>
                      </c:pt>
                      <c:pt idx="256">
                        <c:v>46084</c:v>
                      </c:pt>
                      <c:pt idx="257">
                        <c:v>46085</c:v>
                      </c:pt>
                      <c:pt idx="258">
                        <c:v>46086</c:v>
                      </c:pt>
                      <c:pt idx="259">
                        <c:v>46087</c:v>
                      </c:pt>
                      <c:pt idx="260">
                        <c:v>46088</c:v>
                      </c:pt>
                      <c:pt idx="261">
                        <c:v>46089</c:v>
                      </c:pt>
                      <c:pt idx="262">
                        <c:v>46090</c:v>
                      </c:pt>
                      <c:pt idx="263">
                        <c:v>46091</c:v>
                      </c:pt>
                      <c:pt idx="264">
                        <c:v>46092</c:v>
                      </c:pt>
                      <c:pt idx="265">
                        <c:v>46093</c:v>
                      </c:pt>
                      <c:pt idx="266">
                        <c:v>46094</c:v>
                      </c:pt>
                      <c:pt idx="267">
                        <c:v>46095</c:v>
                      </c:pt>
                      <c:pt idx="268">
                        <c:v>46096</c:v>
                      </c:pt>
                      <c:pt idx="269">
                        <c:v>46097</c:v>
                      </c:pt>
                      <c:pt idx="270">
                        <c:v>46098</c:v>
                      </c:pt>
                      <c:pt idx="271">
                        <c:v>46099</c:v>
                      </c:pt>
                      <c:pt idx="272">
                        <c:v>46100</c:v>
                      </c:pt>
                      <c:pt idx="273">
                        <c:v>46101</c:v>
                      </c:pt>
                      <c:pt idx="274">
                        <c:v>46102</c:v>
                      </c:pt>
                      <c:pt idx="275">
                        <c:v>46103</c:v>
                      </c:pt>
                      <c:pt idx="276">
                        <c:v>46104</c:v>
                      </c:pt>
                      <c:pt idx="277">
                        <c:v>46105</c:v>
                      </c:pt>
                      <c:pt idx="278">
                        <c:v>46106</c:v>
                      </c:pt>
                      <c:pt idx="279">
                        <c:v>46107</c:v>
                      </c:pt>
                      <c:pt idx="280">
                        <c:v>46108</c:v>
                      </c:pt>
                      <c:pt idx="281">
                        <c:v>46109</c:v>
                      </c:pt>
                      <c:pt idx="282">
                        <c:v>46110</c:v>
                      </c:pt>
                      <c:pt idx="283">
                        <c:v>46111</c:v>
                      </c:pt>
                      <c:pt idx="284">
                        <c:v>46112</c:v>
                      </c:pt>
                      <c:pt idx="285">
                        <c:v>46113</c:v>
                      </c:pt>
                      <c:pt idx="286">
                        <c:v>46114</c:v>
                      </c:pt>
                      <c:pt idx="287">
                        <c:v>46115</c:v>
                      </c:pt>
                      <c:pt idx="288">
                        <c:v>46116</c:v>
                      </c:pt>
                      <c:pt idx="289">
                        <c:v>46117</c:v>
                      </c:pt>
                      <c:pt idx="290">
                        <c:v>46118</c:v>
                      </c:pt>
                      <c:pt idx="291">
                        <c:v>46119</c:v>
                      </c:pt>
                      <c:pt idx="292">
                        <c:v>46120</c:v>
                      </c:pt>
                      <c:pt idx="293">
                        <c:v>46121</c:v>
                      </c:pt>
                      <c:pt idx="294">
                        <c:v>46122</c:v>
                      </c:pt>
                      <c:pt idx="295">
                        <c:v>46123</c:v>
                      </c:pt>
                      <c:pt idx="296">
                        <c:v>46124</c:v>
                      </c:pt>
                      <c:pt idx="297">
                        <c:v>46125</c:v>
                      </c:pt>
                      <c:pt idx="298">
                        <c:v>46126</c:v>
                      </c:pt>
                      <c:pt idx="299">
                        <c:v>46127</c:v>
                      </c:pt>
                      <c:pt idx="300">
                        <c:v>46128</c:v>
                      </c:pt>
                      <c:pt idx="301">
                        <c:v>46129</c:v>
                      </c:pt>
                      <c:pt idx="302">
                        <c:v>46130</c:v>
                      </c:pt>
                      <c:pt idx="303">
                        <c:v>46131</c:v>
                      </c:pt>
                      <c:pt idx="304">
                        <c:v>46132</c:v>
                      </c:pt>
                      <c:pt idx="305">
                        <c:v>46133</c:v>
                      </c:pt>
                      <c:pt idx="306">
                        <c:v>46134</c:v>
                      </c:pt>
                      <c:pt idx="307">
                        <c:v>46135</c:v>
                      </c:pt>
                      <c:pt idx="308">
                        <c:v>46136</c:v>
                      </c:pt>
                      <c:pt idx="309">
                        <c:v>46137</c:v>
                      </c:pt>
                      <c:pt idx="310">
                        <c:v>46138</c:v>
                      </c:pt>
                      <c:pt idx="311">
                        <c:v>46139</c:v>
                      </c:pt>
                      <c:pt idx="312">
                        <c:v>46140</c:v>
                      </c:pt>
                      <c:pt idx="313">
                        <c:v>46141</c:v>
                      </c:pt>
                      <c:pt idx="314">
                        <c:v>46142</c:v>
                      </c:pt>
                      <c:pt idx="315">
                        <c:v>46143</c:v>
                      </c:pt>
                      <c:pt idx="316">
                        <c:v>46144</c:v>
                      </c:pt>
                      <c:pt idx="317">
                        <c:v>46145</c:v>
                      </c:pt>
                      <c:pt idx="318">
                        <c:v>46146</c:v>
                      </c:pt>
                      <c:pt idx="319">
                        <c:v>46147</c:v>
                      </c:pt>
                      <c:pt idx="320">
                        <c:v>46148</c:v>
                      </c:pt>
                      <c:pt idx="321">
                        <c:v>46149</c:v>
                      </c:pt>
                      <c:pt idx="322">
                        <c:v>46150</c:v>
                      </c:pt>
                      <c:pt idx="323">
                        <c:v>46151</c:v>
                      </c:pt>
                      <c:pt idx="324">
                        <c:v>46152</c:v>
                      </c:pt>
                      <c:pt idx="325">
                        <c:v>46153</c:v>
                      </c:pt>
                      <c:pt idx="326">
                        <c:v>46154</c:v>
                      </c:pt>
                      <c:pt idx="327">
                        <c:v>46155</c:v>
                      </c:pt>
                      <c:pt idx="328">
                        <c:v>46156</c:v>
                      </c:pt>
                      <c:pt idx="329">
                        <c:v>46157</c:v>
                      </c:pt>
                      <c:pt idx="330">
                        <c:v>46158</c:v>
                      </c:pt>
                      <c:pt idx="331">
                        <c:v>46159</c:v>
                      </c:pt>
                      <c:pt idx="332">
                        <c:v>46160</c:v>
                      </c:pt>
                      <c:pt idx="333">
                        <c:v>46161</c:v>
                      </c:pt>
                      <c:pt idx="334">
                        <c:v>46162</c:v>
                      </c:pt>
                      <c:pt idx="335">
                        <c:v>46163</c:v>
                      </c:pt>
                      <c:pt idx="336">
                        <c:v>46164</c:v>
                      </c:pt>
                      <c:pt idx="337">
                        <c:v>46165</c:v>
                      </c:pt>
                      <c:pt idx="338">
                        <c:v>46166</c:v>
                      </c:pt>
                      <c:pt idx="339">
                        <c:v>46167</c:v>
                      </c:pt>
                      <c:pt idx="340">
                        <c:v>46168</c:v>
                      </c:pt>
                      <c:pt idx="341">
                        <c:v>46169</c:v>
                      </c:pt>
                      <c:pt idx="342">
                        <c:v>46170</c:v>
                      </c:pt>
                      <c:pt idx="343">
                        <c:v>46171</c:v>
                      </c:pt>
                      <c:pt idx="344">
                        <c:v>46172</c:v>
                      </c:pt>
                      <c:pt idx="345">
                        <c:v>46173</c:v>
                      </c:pt>
                      <c:pt idx="346">
                        <c:v>46174</c:v>
                      </c:pt>
                      <c:pt idx="347">
                        <c:v>46175</c:v>
                      </c:pt>
                      <c:pt idx="348">
                        <c:v>46176</c:v>
                      </c:pt>
                      <c:pt idx="349">
                        <c:v>46177</c:v>
                      </c:pt>
                      <c:pt idx="350">
                        <c:v>46178</c:v>
                      </c:pt>
                      <c:pt idx="351">
                        <c:v>46179</c:v>
                      </c:pt>
                      <c:pt idx="352">
                        <c:v>46180</c:v>
                      </c:pt>
                      <c:pt idx="353">
                        <c:v>46181</c:v>
                      </c:pt>
                      <c:pt idx="354">
                        <c:v>46182</c:v>
                      </c:pt>
                      <c:pt idx="355">
                        <c:v>46183</c:v>
                      </c:pt>
                      <c:pt idx="356">
                        <c:v>46184</c:v>
                      </c:pt>
                      <c:pt idx="357">
                        <c:v>46185</c:v>
                      </c:pt>
                      <c:pt idx="358">
                        <c:v>46186</c:v>
                      </c:pt>
                      <c:pt idx="359">
                        <c:v>46187</c:v>
                      </c:pt>
                      <c:pt idx="360">
                        <c:v>46188</c:v>
                      </c:pt>
                      <c:pt idx="361">
                        <c:v>46189</c:v>
                      </c:pt>
                      <c:pt idx="362">
                        <c:v>46190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G!$F$2:$F$364</c15:sqref>
                        </c15:formulaRef>
                      </c:ext>
                    </c:extLst>
                    <c:numCache>
                      <c:formatCode>General</c:formatCode>
                      <c:ptCount val="363"/>
                      <c:pt idx="0">
                        <c:v>120662.7739</c:v>
                      </c:pt>
                      <c:pt idx="1">
                        <c:v>115556.0998</c:v>
                      </c:pt>
                      <c:pt idx="2">
                        <c:v>111553.167</c:v>
                      </c:pt>
                      <c:pt idx="3">
                        <c:v>122011.9371</c:v>
                      </c:pt>
                      <c:pt idx="4">
                        <c:v>119431.58</c:v>
                      </c:pt>
                      <c:pt idx="5">
                        <c:v>120543.5102</c:v>
                      </c:pt>
                      <c:pt idx="6">
                        <c:v>120150.98850000001</c:v>
                      </c:pt>
                      <c:pt idx="7">
                        <c:v>119554.35950000001</c:v>
                      </c:pt>
                      <c:pt idx="8">
                        <c:v>114340.0714</c:v>
                      </c:pt>
                      <c:pt idx="9">
                        <c:v>109847.14290000001</c:v>
                      </c:pt>
                      <c:pt idx="10">
                        <c:v>122341.7317</c:v>
                      </c:pt>
                      <c:pt idx="11">
                        <c:v>120302.1617</c:v>
                      </c:pt>
                      <c:pt idx="12">
                        <c:v>119691.96249999999</c:v>
                      </c:pt>
                      <c:pt idx="13">
                        <c:v>120629.91379999999</c:v>
                      </c:pt>
                      <c:pt idx="14">
                        <c:v>119733.19749999999</c:v>
                      </c:pt>
                      <c:pt idx="15">
                        <c:v>114032.06479999999</c:v>
                      </c:pt>
                      <c:pt idx="16">
                        <c:v>110299.7677</c:v>
                      </c:pt>
                      <c:pt idx="17">
                        <c:v>120416.0802</c:v>
                      </c:pt>
                      <c:pt idx="18">
                        <c:v>119238.105</c:v>
                      </c:pt>
                      <c:pt idx="19">
                        <c:v>119994.30070000001</c:v>
                      </c:pt>
                      <c:pt idx="20">
                        <c:v>102643.91899999999</c:v>
                      </c:pt>
                      <c:pt idx="21">
                        <c:v>126253.43670000001</c:v>
                      </c:pt>
                      <c:pt idx="22">
                        <c:v>113686.2176</c:v>
                      </c:pt>
                      <c:pt idx="23">
                        <c:v>108670.6231</c:v>
                      </c:pt>
                      <c:pt idx="24">
                        <c:v>120630.38989999999</c:v>
                      </c:pt>
                      <c:pt idx="25">
                        <c:v>119237.641</c:v>
                      </c:pt>
                      <c:pt idx="26">
                        <c:v>117130.651</c:v>
                      </c:pt>
                      <c:pt idx="27">
                        <c:v>117227.9803</c:v>
                      </c:pt>
                      <c:pt idx="28">
                        <c:v>116669.96219999999</c:v>
                      </c:pt>
                      <c:pt idx="29">
                        <c:v>111481.5987</c:v>
                      </c:pt>
                      <c:pt idx="30">
                        <c:v>107030.6792</c:v>
                      </c:pt>
                      <c:pt idx="31">
                        <c:v>117450.7957</c:v>
                      </c:pt>
                      <c:pt idx="32">
                        <c:v>115784.3165</c:v>
                      </c:pt>
                      <c:pt idx="33">
                        <c:v>116119.76850000001</c:v>
                      </c:pt>
                      <c:pt idx="34">
                        <c:v>115499.9994</c:v>
                      </c:pt>
                      <c:pt idx="35">
                        <c:v>115874.3633</c:v>
                      </c:pt>
                      <c:pt idx="36">
                        <c:v>111557.2257</c:v>
                      </c:pt>
                      <c:pt idx="37">
                        <c:v>106311.4332</c:v>
                      </c:pt>
                      <c:pt idx="38">
                        <c:v>116466.9423</c:v>
                      </c:pt>
                      <c:pt idx="39">
                        <c:v>115359.91559999999</c:v>
                      </c:pt>
                      <c:pt idx="40">
                        <c:v>115575.28939999999</c:v>
                      </c:pt>
                      <c:pt idx="41">
                        <c:v>116724.0189</c:v>
                      </c:pt>
                      <c:pt idx="42">
                        <c:v>115930.6862</c:v>
                      </c:pt>
                      <c:pt idx="43">
                        <c:v>108456.6436</c:v>
                      </c:pt>
                      <c:pt idx="44">
                        <c:v>106047.19010000001</c:v>
                      </c:pt>
                      <c:pt idx="45">
                        <c:v>115889.889</c:v>
                      </c:pt>
                      <c:pt idx="46">
                        <c:v>115950.61629999999</c:v>
                      </c:pt>
                      <c:pt idx="47">
                        <c:v>115836.7648</c:v>
                      </c:pt>
                      <c:pt idx="48">
                        <c:v>115980.016</c:v>
                      </c:pt>
                      <c:pt idx="49">
                        <c:v>97185.2261</c:v>
                      </c:pt>
                      <c:pt idx="50">
                        <c:v>105764.7211</c:v>
                      </c:pt>
                      <c:pt idx="51">
                        <c:v>105100.34570000001</c:v>
                      </c:pt>
                      <c:pt idx="52">
                        <c:v>116124.2227</c:v>
                      </c:pt>
                      <c:pt idx="53">
                        <c:v>114581.1462</c:v>
                      </c:pt>
                      <c:pt idx="54">
                        <c:v>113871.68769999999</c:v>
                      </c:pt>
                      <c:pt idx="55">
                        <c:v>113144.7257</c:v>
                      </c:pt>
                      <c:pt idx="56">
                        <c:v>112360.4503</c:v>
                      </c:pt>
                      <c:pt idx="57">
                        <c:v>108834.4711</c:v>
                      </c:pt>
                      <c:pt idx="58">
                        <c:v>105669.94439999999</c:v>
                      </c:pt>
                      <c:pt idx="59">
                        <c:v>116959.3398</c:v>
                      </c:pt>
                      <c:pt idx="60">
                        <c:v>115951.6734</c:v>
                      </c:pt>
                      <c:pt idx="61">
                        <c:v>114661.47139999999</c:v>
                      </c:pt>
                      <c:pt idx="62">
                        <c:v>113740.68640000001</c:v>
                      </c:pt>
                      <c:pt idx="63">
                        <c:v>112049.0716</c:v>
                      </c:pt>
                      <c:pt idx="64">
                        <c:v>106459.9801</c:v>
                      </c:pt>
                      <c:pt idx="65">
                        <c:v>102990.31230000001</c:v>
                      </c:pt>
                      <c:pt idx="66">
                        <c:v>113715.4712</c:v>
                      </c:pt>
                      <c:pt idx="67">
                        <c:v>112524.61990000001</c:v>
                      </c:pt>
                      <c:pt idx="68">
                        <c:v>111592.57399999999</c:v>
                      </c:pt>
                      <c:pt idx="69">
                        <c:v>112458.7325</c:v>
                      </c:pt>
                      <c:pt idx="70">
                        <c:v>111180.921</c:v>
                      </c:pt>
                      <c:pt idx="71">
                        <c:v>107782.4445</c:v>
                      </c:pt>
                      <c:pt idx="72">
                        <c:v>104539.9838</c:v>
                      </c:pt>
                      <c:pt idx="73">
                        <c:v>113457.9133</c:v>
                      </c:pt>
                      <c:pt idx="74">
                        <c:v>113770.3167</c:v>
                      </c:pt>
                      <c:pt idx="75">
                        <c:v>113197.5116</c:v>
                      </c:pt>
                      <c:pt idx="76">
                        <c:v>118848.32279999999</c:v>
                      </c:pt>
                      <c:pt idx="77">
                        <c:v>102528.67290000001</c:v>
                      </c:pt>
                      <c:pt idx="78">
                        <c:v>102524.1591</c:v>
                      </c:pt>
                      <c:pt idx="79">
                        <c:v>95144.211500000005</c:v>
                      </c:pt>
                      <c:pt idx="80">
                        <c:v>110832.8839</c:v>
                      </c:pt>
                      <c:pt idx="81">
                        <c:v>111712.7856</c:v>
                      </c:pt>
                      <c:pt idx="82">
                        <c:v>113375.2377</c:v>
                      </c:pt>
                      <c:pt idx="83">
                        <c:v>114091.033</c:v>
                      </c:pt>
                      <c:pt idx="84">
                        <c:v>111318.7282</c:v>
                      </c:pt>
                      <c:pt idx="85">
                        <c:v>106242.4979</c:v>
                      </c:pt>
                      <c:pt idx="86">
                        <c:v>102902.7435</c:v>
                      </c:pt>
                      <c:pt idx="87">
                        <c:v>113253.644</c:v>
                      </c:pt>
                      <c:pt idx="88">
                        <c:v>112212.63649999999</c:v>
                      </c:pt>
                      <c:pt idx="89">
                        <c:v>112031.3481</c:v>
                      </c:pt>
                      <c:pt idx="90">
                        <c:v>110797.2167</c:v>
                      </c:pt>
                      <c:pt idx="91">
                        <c:v>109982.99069999999</c:v>
                      </c:pt>
                      <c:pt idx="92">
                        <c:v>104402.2991</c:v>
                      </c:pt>
                      <c:pt idx="93">
                        <c:v>102369.77740000001</c:v>
                      </c:pt>
                      <c:pt idx="94">
                        <c:v>112411.83010000001</c:v>
                      </c:pt>
                      <c:pt idx="95">
                        <c:v>111636.55899999999</c:v>
                      </c:pt>
                      <c:pt idx="96">
                        <c:v>111779.1073</c:v>
                      </c:pt>
                      <c:pt idx="97">
                        <c:v>113338.5202</c:v>
                      </c:pt>
                      <c:pt idx="98">
                        <c:v>112618.26979999999</c:v>
                      </c:pt>
                      <c:pt idx="99">
                        <c:v>106136.7648</c:v>
                      </c:pt>
                      <c:pt idx="100">
                        <c:v>102732.8512</c:v>
                      </c:pt>
                      <c:pt idx="101">
                        <c:v>113568.18859999999</c:v>
                      </c:pt>
                      <c:pt idx="102">
                        <c:v>115394.0428</c:v>
                      </c:pt>
                      <c:pt idx="103">
                        <c:v>112303.2096</c:v>
                      </c:pt>
                      <c:pt idx="104">
                        <c:v>113183.75659999999</c:v>
                      </c:pt>
                      <c:pt idx="105">
                        <c:v>110971.5315</c:v>
                      </c:pt>
                      <c:pt idx="106">
                        <c:v>104885.50930000001</c:v>
                      </c:pt>
                      <c:pt idx="107">
                        <c:v>101738.959</c:v>
                      </c:pt>
                      <c:pt idx="108">
                        <c:v>95649.857900000003</c:v>
                      </c:pt>
                      <c:pt idx="109">
                        <c:v>112841.20110000001</c:v>
                      </c:pt>
                      <c:pt idx="110">
                        <c:v>111289.5088</c:v>
                      </c:pt>
                      <c:pt idx="111">
                        <c:v>112620.30469999999</c:v>
                      </c:pt>
                      <c:pt idx="112">
                        <c:v>112648.9336</c:v>
                      </c:pt>
                      <c:pt idx="113">
                        <c:v>108293.76820000001</c:v>
                      </c:pt>
                      <c:pt idx="114">
                        <c:v>103009.4473</c:v>
                      </c:pt>
                      <c:pt idx="115">
                        <c:v>111638.90399999999</c:v>
                      </c:pt>
                      <c:pt idx="116">
                        <c:v>111425.39780000001</c:v>
                      </c:pt>
                      <c:pt idx="117">
                        <c:v>111371.9801</c:v>
                      </c:pt>
                      <c:pt idx="118">
                        <c:v>103033.2114</c:v>
                      </c:pt>
                      <c:pt idx="119">
                        <c:v>108346.2561</c:v>
                      </c:pt>
                      <c:pt idx="120">
                        <c:v>104046.5493</c:v>
                      </c:pt>
                      <c:pt idx="121">
                        <c:v>99643.238599999997</c:v>
                      </c:pt>
                      <c:pt idx="122">
                        <c:v>105758.13890000001</c:v>
                      </c:pt>
                      <c:pt idx="123">
                        <c:v>112585.52529999999</c:v>
                      </c:pt>
                      <c:pt idx="124">
                        <c:v>109752.05989999999</c:v>
                      </c:pt>
                      <c:pt idx="125">
                        <c:v>109467.61780000001</c:v>
                      </c:pt>
                      <c:pt idx="126">
                        <c:v>107843.6032</c:v>
                      </c:pt>
                      <c:pt idx="127">
                        <c:v>107543.4382</c:v>
                      </c:pt>
                      <c:pt idx="128">
                        <c:v>100175.07799999999</c:v>
                      </c:pt>
                      <c:pt idx="129">
                        <c:v>109264.43090000001</c:v>
                      </c:pt>
                      <c:pt idx="130">
                        <c:v>111086.94010000001</c:v>
                      </c:pt>
                      <c:pt idx="131">
                        <c:v>109622.38679999999</c:v>
                      </c:pt>
                      <c:pt idx="132">
                        <c:v>111523.06510000001</c:v>
                      </c:pt>
                      <c:pt idx="133">
                        <c:v>110940.4966</c:v>
                      </c:pt>
                      <c:pt idx="134">
                        <c:v>106717.29610000001</c:v>
                      </c:pt>
                      <c:pt idx="135">
                        <c:v>101147.7947</c:v>
                      </c:pt>
                      <c:pt idx="136">
                        <c:v>112446.28419999999</c:v>
                      </c:pt>
                      <c:pt idx="137">
                        <c:v>111670.8192</c:v>
                      </c:pt>
                      <c:pt idx="138">
                        <c:v>98532.463799999998</c:v>
                      </c:pt>
                      <c:pt idx="139">
                        <c:v>94790.624500000005</c:v>
                      </c:pt>
                      <c:pt idx="140">
                        <c:v>107351.77740000001</c:v>
                      </c:pt>
                      <c:pt idx="141">
                        <c:v>103975.3547</c:v>
                      </c:pt>
                      <c:pt idx="142">
                        <c:v>101816.9385</c:v>
                      </c:pt>
                      <c:pt idx="143">
                        <c:v>111273.0145</c:v>
                      </c:pt>
                      <c:pt idx="144">
                        <c:v>110317.8294</c:v>
                      </c:pt>
                      <c:pt idx="145">
                        <c:v>110524.40640000001</c:v>
                      </c:pt>
                      <c:pt idx="146">
                        <c:v>109924.89810000001</c:v>
                      </c:pt>
                      <c:pt idx="147">
                        <c:v>108570.46189999999</c:v>
                      </c:pt>
                      <c:pt idx="148">
                        <c:v>105590.89939999999</c:v>
                      </c:pt>
                      <c:pt idx="149">
                        <c:v>101315.1495</c:v>
                      </c:pt>
                      <c:pt idx="150">
                        <c:v>109851.63989999999</c:v>
                      </c:pt>
                      <c:pt idx="151">
                        <c:v>110151.52989999999</c:v>
                      </c:pt>
                      <c:pt idx="152">
                        <c:v>110771.84789999999</c:v>
                      </c:pt>
                      <c:pt idx="153">
                        <c:v>109525.232</c:v>
                      </c:pt>
                      <c:pt idx="154">
                        <c:v>107885.1</c:v>
                      </c:pt>
                      <c:pt idx="155">
                        <c:v>105556.8803</c:v>
                      </c:pt>
                      <c:pt idx="156">
                        <c:v>102846.97659999999</c:v>
                      </c:pt>
                      <c:pt idx="157">
                        <c:v>111898.6814</c:v>
                      </c:pt>
                      <c:pt idx="158">
                        <c:v>111818.62450000001</c:v>
                      </c:pt>
                      <c:pt idx="159">
                        <c:v>115852.7684</c:v>
                      </c:pt>
                      <c:pt idx="160">
                        <c:v>126589.7032</c:v>
                      </c:pt>
                      <c:pt idx="161">
                        <c:v>128175.54859999999</c:v>
                      </c:pt>
                      <c:pt idx="162">
                        <c:v>99455.520499999999</c:v>
                      </c:pt>
                      <c:pt idx="163">
                        <c:v>104863.6352</c:v>
                      </c:pt>
                      <c:pt idx="164">
                        <c:v>118506.7074</c:v>
                      </c:pt>
                      <c:pt idx="165">
                        <c:v>117991.9893</c:v>
                      </c:pt>
                      <c:pt idx="166">
                        <c:v>116705.5567</c:v>
                      </c:pt>
                      <c:pt idx="167">
                        <c:v>105934.9846</c:v>
                      </c:pt>
                      <c:pt idx="168">
                        <c:v>114892.25659999999</c:v>
                      </c:pt>
                      <c:pt idx="169">
                        <c:v>110977.81</c:v>
                      </c:pt>
                      <c:pt idx="170">
                        <c:v>104818.08470000001</c:v>
                      </c:pt>
                      <c:pt idx="171">
                        <c:v>115882.55409999999</c:v>
                      </c:pt>
                      <c:pt idx="172">
                        <c:v>114155.44289999999</c:v>
                      </c:pt>
                      <c:pt idx="173">
                        <c:v>113311.4795</c:v>
                      </c:pt>
                      <c:pt idx="174">
                        <c:v>114611.22040000001</c:v>
                      </c:pt>
                      <c:pt idx="175">
                        <c:v>112238.75719999999</c:v>
                      </c:pt>
                      <c:pt idx="176">
                        <c:v>108888.4776</c:v>
                      </c:pt>
                      <c:pt idx="177">
                        <c:v>105377.26760000001</c:v>
                      </c:pt>
                      <c:pt idx="178">
                        <c:v>115532.4078</c:v>
                      </c:pt>
                      <c:pt idx="179">
                        <c:v>114639.27310000001</c:v>
                      </c:pt>
                      <c:pt idx="180">
                        <c:v>114579.3082</c:v>
                      </c:pt>
                      <c:pt idx="181">
                        <c:v>116601.8183</c:v>
                      </c:pt>
                      <c:pt idx="182">
                        <c:v>115266.90979999999</c:v>
                      </c:pt>
                      <c:pt idx="183">
                        <c:v>109874.40889999999</c:v>
                      </c:pt>
                      <c:pt idx="184">
                        <c:v>104878.6149</c:v>
                      </c:pt>
                      <c:pt idx="185">
                        <c:v>115114.45</c:v>
                      </c:pt>
                      <c:pt idx="186">
                        <c:v>115574.8461</c:v>
                      </c:pt>
                      <c:pt idx="187">
                        <c:v>114468.3429</c:v>
                      </c:pt>
                      <c:pt idx="188">
                        <c:v>102569.3265</c:v>
                      </c:pt>
                      <c:pt idx="189">
                        <c:v>107494.99770000001</c:v>
                      </c:pt>
                      <c:pt idx="190">
                        <c:v>105706.3702</c:v>
                      </c:pt>
                      <c:pt idx="191">
                        <c:v>102789.9454</c:v>
                      </c:pt>
                      <c:pt idx="192">
                        <c:v>113899.1388</c:v>
                      </c:pt>
                      <c:pt idx="193">
                        <c:v>114731.0909</c:v>
                      </c:pt>
                      <c:pt idx="194">
                        <c:v>115120.5638</c:v>
                      </c:pt>
                      <c:pt idx="195">
                        <c:v>126929.13370000001</c:v>
                      </c:pt>
                      <c:pt idx="196">
                        <c:v>111023.30250000001</c:v>
                      </c:pt>
                      <c:pt idx="197">
                        <c:v>96781.609500000006</c:v>
                      </c:pt>
                      <c:pt idx="198">
                        <c:v>102848.23759999999</c:v>
                      </c:pt>
                      <c:pt idx="199">
                        <c:v>113315.6602</c:v>
                      </c:pt>
                      <c:pt idx="200">
                        <c:v>113746.42290000001</c:v>
                      </c:pt>
                      <c:pt idx="201">
                        <c:v>112033.09759999999</c:v>
                      </c:pt>
                      <c:pt idx="202">
                        <c:v>110676.9754</c:v>
                      </c:pt>
                      <c:pt idx="203">
                        <c:v>110890.3713</c:v>
                      </c:pt>
                      <c:pt idx="204">
                        <c:v>107454.66740000001</c:v>
                      </c:pt>
                      <c:pt idx="205">
                        <c:v>102165.5866</c:v>
                      </c:pt>
                      <c:pt idx="206">
                        <c:v>114325.2533</c:v>
                      </c:pt>
                      <c:pt idx="207">
                        <c:v>111607.4097</c:v>
                      </c:pt>
                      <c:pt idx="208">
                        <c:v>113249.51300000001</c:v>
                      </c:pt>
                      <c:pt idx="209">
                        <c:v>106191.3955</c:v>
                      </c:pt>
                      <c:pt idx="210">
                        <c:v>109597.67140000001</c:v>
                      </c:pt>
                      <c:pt idx="211">
                        <c:v>104845.7254</c:v>
                      </c:pt>
                      <c:pt idx="212">
                        <c:v>101485.4154</c:v>
                      </c:pt>
                      <c:pt idx="213">
                        <c:v>112630.8521</c:v>
                      </c:pt>
                      <c:pt idx="214">
                        <c:v>112457.4682</c:v>
                      </c:pt>
                      <c:pt idx="215">
                        <c:v>113033.183</c:v>
                      </c:pt>
                      <c:pt idx="216">
                        <c:v>112264.4642</c:v>
                      </c:pt>
                      <c:pt idx="217">
                        <c:v>111532.1474</c:v>
                      </c:pt>
                      <c:pt idx="218">
                        <c:v>107477.3026</c:v>
                      </c:pt>
                      <c:pt idx="219">
                        <c:v>97673.827900000004</c:v>
                      </c:pt>
                      <c:pt idx="220">
                        <c:v>107826.257</c:v>
                      </c:pt>
                      <c:pt idx="221">
                        <c:v>114236.73450000001</c:v>
                      </c:pt>
                      <c:pt idx="222">
                        <c:v>113676.63710000001</c:v>
                      </c:pt>
                      <c:pt idx="223">
                        <c:v>111402.851</c:v>
                      </c:pt>
                      <c:pt idx="224">
                        <c:v>111540.75350000001</c:v>
                      </c:pt>
                      <c:pt idx="225">
                        <c:v>109554.1102</c:v>
                      </c:pt>
                      <c:pt idx="226">
                        <c:v>98070.590500000006</c:v>
                      </c:pt>
                      <c:pt idx="227">
                        <c:v>115412.9708</c:v>
                      </c:pt>
                      <c:pt idx="228">
                        <c:v>114073.16590000001</c:v>
                      </c:pt>
                      <c:pt idx="229">
                        <c:v>103490.539</c:v>
                      </c:pt>
                      <c:pt idx="230">
                        <c:v>112763.8447</c:v>
                      </c:pt>
                      <c:pt idx="231">
                        <c:v>111702.2703</c:v>
                      </c:pt>
                      <c:pt idx="232">
                        <c:v>107925.4933</c:v>
                      </c:pt>
                      <c:pt idx="233">
                        <c:v>102646.5016</c:v>
                      </c:pt>
                      <c:pt idx="234">
                        <c:v>113075.3092</c:v>
                      </c:pt>
                      <c:pt idx="235">
                        <c:v>113586.1217</c:v>
                      </c:pt>
                      <c:pt idx="236">
                        <c:v>113020.97319999999</c:v>
                      </c:pt>
                      <c:pt idx="237">
                        <c:v>113150.1173</c:v>
                      </c:pt>
                      <c:pt idx="238">
                        <c:v>112712.5171</c:v>
                      </c:pt>
                      <c:pt idx="239">
                        <c:v>108170.5716</c:v>
                      </c:pt>
                      <c:pt idx="240">
                        <c:v>102455.9271</c:v>
                      </c:pt>
                      <c:pt idx="241">
                        <c:v>111917.48020000001</c:v>
                      </c:pt>
                      <c:pt idx="242">
                        <c:v>111542.7444</c:v>
                      </c:pt>
                      <c:pt idx="243">
                        <c:v>111208.4393</c:v>
                      </c:pt>
                      <c:pt idx="244">
                        <c:v>109126.3101</c:v>
                      </c:pt>
                      <c:pt idx="245">
                        <c:v>108918.2629</c:v>
                      </c:pt>
                      <c:pt idx="246">
                        <c:v>105119.4491</c:v>
                      </c:pt>
                      <c:pt idx="247">
                        <c:v>102414.5738</c:v>
                      </c:pt>
                      <c:pt idx="248">
                        <c:v>111539.8836</c:v>
                      </c:pt>
                      <c:pt idx="249">
                        <c:v>111643.50780000001</c:v>
                      </c:pt>
                      <c:pt idx="250">
                        <c:v>111594.2653</c:v>
                      </c:pt>
                      <c:pt idx="251">
                        <c:v>112876.4022</c:v>
                      </c:pt>
                      <c:pt idx="252">
                        <c:v>111478.87239999999</c:v>
                      </c:pt>
                      <c:pt idx="253">
                        <c:v>108196.628</c:v>
                      </c:pt>
                      <c:pt idx="254">
                        <c:v>103846.4129</c:v>
                      </c:pt>
                      <c:pt idx="255">
                        <c:v>98000.313800000004</c:v>
                      </c:pt>
                      <c:pt idx="256">
                        <c:v>113676.5989</c:v>
                      </c:pt>
                      <c:pt idx="257">
                        <c:v>111715.8701</c:v>
                      </c:pt>
                      <c:pt idx="258">
                        <c:v>111089.9482</c:v>
                      </c:pt>
                      <c:pt idx="259">
                        <c:v>111188.3201</c:v>
                      </c:pt>
                      <c:pt idx="260">
                        <c:v>106968.1395</c:v>
                      </c:pt>
                      <c:pt idx="261">
                        <c:v>102204.0383</c:v>
                      </c:pt>
                      <c:pt idx="262">
                        <c:v>113212.59880000001</c:v>
                      </c:pt>
                      <c:pt idx="263">
                        <c:v>115162.0972</c:v>
                      </c:pt>
                      <c:pt idx="264">
                        <c:v>114239.23480000001</c:v>
                      </c:pt>
                      <c:pt idx="265">
                        <c:v>113634.29120000001</c:v>
                      </c:pt>
                      <c:pt idx="266">
                        <c:v>112073.0708</c:v>
                      </c:pt>
                      <c:pt idx="267">
                        <c:v>107911.41190000001</c:v>
                      </c:pt>
                      <c:pt idx="268">
                        <c:v>107503.2469</c:v>
                      </c:pt>
                      <c:pt idx="269">
                        <c:v>118152.9304</c:v>
                      </c:pt>
                      <c:pt idx="270">
                        <c:v>118461.7643</c:v>
                      </c:pt>
                      <c:pt idx="271">
                        <c:v>114672.92200000001</c:v>
                      </c:pt>
                      <c:pt idx="272">
                        <c:v>115824.0347</c:v>
                      </c:pt>
                      <c:pt idx="273">
                        <c:v>113866.9173</c:v>
                      </c:pt>
                      <c:pt idx="274">
                        <c:v>106971.4112</c:v>
                      </c:pt>
                      <c:pt idx="275">
                        <c:v>103504.6373</c:v>
                      </c:pt>
                      <c:pt idx="276">
                        <c:v>114119.8893</c:v>
                      </c:pt>
                      <c:pt idx="277">
                        <c:v>113227.80989999999</c:v>
                      </c:pt>
                      <c:pt idx="278">
                        <c:v>111310.7276</c:v>
                      </c:pt>
                      <c:pt idx="279">
                        <c:v>114156.26519999999</c:v>
                      </c:pt>
                      <c:pt idx="280">
                        <c:v>112607.67230000001</c:v>
                      </c:pt>
                      <c:pt idx="281">
                        <c:v>108915.916</c:v>
                      </c:pt>
                      <c:pt idx="282">
                        <c:v>104659.477</c:v>
                      </c:pt>
                      <c:pt idx="283">
                        <c:v>115926.73699999999</c:v>
                      </c:pt>
                      <c:pt idx="284">
                        <c:v>116519.3474</c:v>
                      </c:pt>
                      <c:pt idx="285">
                        <c:v>109330.1018</c:v>
                      </c:pt>
                      <c:pt idx="286">
                        <c:v>112548.26330000001</c:v>
                      </c:pt>
                      <c:pt idx="287">
                        <c:v>106136.8719</c:v>
                      </c:pt>
                      <c:pt idx="288">
                        <c:v>108230.2873</c:v>
                      </c:pt>
                      <c:pt idx="289">
                        <c:v>105349.05190000001</c:v>
                      </c:pt>
                      <c:pt idx="290">
                        <c:v>115606.1188</c:v>
                      </c:pt>
                      <c:pt idx="291">
                        <c:v>115554.74649999999</c:v>
                      </c:pt>
                      <c:pt idx="292">
                        <c:v>115075.6952</c:v>
                      </c:pt>
                      <c:pt idx="293">
                        <c:v>117176.13280000001</c:v>
                      </c:pt>
                      <c:pt idx="294">
                        <c:v>117112.08560000001</c:v>
                      </c:pt>
                      <c:pt idx="295">
                        <c:v>108649.304</c:v>
                      </c:pt>
                      <c:pt idx="296">
                        <c:v>96210.082800000004</c:v>
                      </c:pt>
                      <c:pt idx="297">
                        <c:v>86013.165900000007</c:v>
                      </c:pt>
                      <c:pt idx="298">
                        <c:v>87989.782000000007</c:v>
                      </c:pt>
                      <c:pt idx="299">
                        <c:v>86310.295199999993</c:v>
                      </c:pt>
                      <c:pt idx="300">
                        <c:v>90993.905700000003</c:v>
                      </c:pt>
                      <c:pt idx="301">
                        <c:v>94395.356</c:v>
                      </c:pt>
                      <c:pt idx="302">
                        <c:v>96053.217699999994</c:v>
                      </c:pt>
                      <c:pt idx="303">
                        <c:v>96899.965899999996</c:v>
                      </c:pt>
                      <c:pt idx="304">
                        <c:v>109777.6666</c:v>
                      </c:pt>
                      <c:pt idx="305">
                        <c:v>112845.269</c:v>
                      </c:pt>
                      <c:pt idx="306">
                        <c:v>111871.8962</c:v>
                      </c:pt>
                      <c:pt idx="307">
                        <c:v>112012.86</c:v>
                      </c:pt>
                      <c:pt idx="308">
                        <c:v>112977.1572</c:v>
                      </c:pt>
                      <c:pt idx="309">
                        <c:v>107752.6836</c:v>
                      </c:pt>
                      <c:pt idx="310">
                        <c:v>101888.4584</c:v>
                      </c:pt>
                      <c:pt idx="311">
                        <c:v>113207.6177</c:v>
                      </c:pt>
                      <c:pt idx="312">
                        <c:v>112344.4277</c:v>
                      </c:pt>
                      <c:pt idx="313">
                        <c:v>112979.8465</c:v>
                      </c:pt>
                      <c:pt idx="314">
                        <c:v>114933.0457</c:v>
                      </c:pt>
                      <c:pt idx="315">
                        <c:v>96327.764200000005</c:v>
                      </c:pt>
                      <c:pt idx="316">
                        <c:v>103791.5569</c:v>
                      </c:pt>
                      <c:pt idx="317">
                        <c:v>101660.3164</c:v>
                      </c:pt>
                      <c:pt idx="318">
                        <c:v>114120.71679999999</c:v>
                      </c:pt>
                      <c:pt idx="319">
                        <c:v>112991.3104</c:v>
                      </c:pt>
                      <c:pt idx="320">
                        <c:v>109436.82369999999</c:v>
                      </c:pt>
                      <c:pt idx="321">
                        <c:v>112243.18060000001</c:v>
                      </c:pt>
                      <c:pt idx="322">
                        <c:v>109647.89230000001</c:v>
                      </c:pt>
                      <c:pt idx="323">
                        <c:v>107154.83319999999</c:v>
                      </c:pt>
                      <c:pt idx="324">
                        <c:v>103165.48609999999</c:v>
                      </c:pt>
                      <c:pt idx="325">
                        <c:v>113674.9731</c:v>
                      </c:pt>
                      <c:pt idx="326">
                        <c:v>111778.9425</c:v>
                      </c:pt>
                      <c:pt idx="327">
                        <c:v>116797.1623</c:v>
                      </c:pt>
                      <c:pt idx="328">
                        <c:v>111755.7074</c:v>
                      </c:pt>
                      <c:pt idx="329">
                        <c:v>111107.3811</c:v>
                      </c:pt>
                      <c:pt idx="330">
                        <c:v>105908.8407</c:v>
                      </c:pt>
                      <c:pt idx="331">
                        <c:v>102676.3121</c:v>
                      </c:pt>
                      <c:pt idx="332">
                        <c:v>113404.7509</c:v>
                      </c:pt>
                      <c:pt idx="333">
                        <c:v>112894.12609999999</c:v>
                      </c:pt>
                      <c:pt idx="334">
                        <c:v>113499.7904</c:v>
                      </c:pt>
                      <c:pt idx="335">
                        <c:v>112316.70540000001</c:v>
                      </c:pt>
                      <c:pt idx="336">
                        <c:v>121688.0672</c:v>
                      </c:pt>
                      <c:pt idx="337">
                        <c:v>108255.5603</c:v>
                      </c:pt>
                      <c:pt idx="338">
                        <c:v>103595.56269999999</c:v>
                      </c:pt>
                      <c:pt idx="339">
                        <c:v>115186.20849999999</c:v>
                      </c:pt>
                      <c:pt idx="340">
                        <c:v>114237.11780000001</c:v>
                      </c:pt>
                      <c:pt idx="341">
                        <c:v>114677.77830000001</c:v>
                      </c:pt>
                      <c:pt idx="342">
                        <c:v>108834.78079999999</c:v>
                      </c:pt>
                      <c:pt idx="343">
                        <c:v>111330.64139999999</c:v>
                      </c:pt>
                      <c:pt idx="344">
                        <c:v>88626.540599999993</c:v>
                      </c:pt>
                      <c:pt idx="345">
                        <c:v>96875.966799999995</c:v>
                      </c:pt>
                      <c:pt idx="346">
                        <c:v>112188.80530000001</c:v>
                      </c:pt>
                      <c:pt idx="347">
                        <c:v>113445.63400000001</c:v>
                      </c:pt>
                      <c:pt idx="348">
                        <c:v>113484.4782</c:v>
                      </c:pt>
                      <c:pt idx="349">
                        <c:v>112151.2087</c:v>
                      </c:pt>
                      <c:pt idx="350">
                        <c:v>110107.0257</c:v>
                      </c:pt>
                      <c:pt idx="351">
                        <c:v>106374.5526</c:v>
                      </c:pt>
                      <c:pt idx="352">
                        <c:v>101672.6645</c:v>
                      </c:pt>
                      <c:pt idx="353">
                        <c:v>111232.5705</c:v>
                      </c:pt>
                      <c:pt idx="354">
                        <c:v>109998.20940000001</c:v>
                      </c:pt>
                      <c:pt idx="355">
                        <c:v>110587.9957</c:v>
                      </c:pt>
                      <c:pt idx="356">
                        <c:v>110663.6894</c:v>
                      </c:pt>
                      <c:pt idx="357">
                        <c:v>109899.84540000001</c:v>
                      </c:pt>
                      <c:pt idx="358">
                        <c:v>104229.5871</c:v>
                      </c:pt>
                      <c:pt idx="359">
                        <c:v>99397.085999999996</c:v>
                      </c:pt>
                      <c:pt idx="360">
                        <c:v>109868.0883</c:v>
                      </c:pt>
                      <c:pt idx="361">
                        <c:v>109179.2787</c:v>
                      </c:pt>
                      <c:pt idx="362">
                        <c:v>108639.3033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41E1-4F20-B019-4C6AAC520BE6}"/>
                  </c:ext>
                </c:extLst>
              </c15:ser>
            </c15:filteredLineSeries>
          </c:ext>
        </c:extLst>
      </c:lineChart>
      <c:lineChart>
        <c:grouping val="standard"/>
        <c:varyColors val="0"/>
        <c:ser>
          <c:idx val="0"/>
          <c:order val="0"/>
          <c:tx>
            <c:strRef>
              <c:f>G!$B$1</c:f>
              <c:strCache>
                <c:ptCount val="1"/>
                <c:pt idx="0">
                  <c:v>Total Network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G!$A$2:$A$364</c:f>
              <c:numCache>
                <c:formatCode>m/d/yyyy</c:formatCode>
                <c:ptCount val="363"/>
                <c:pt idx="0">
                  <c:v>45828</c:v>
                </c:pt>
                <c:pt idx="1">
                  <c:v>45829</c:v>
                </c:pt>
                <c:pt idx="2">
                  <c:v>45830</c:v>
                </c:pt>
                <c:pt idx="3">
                  <c:v>45831</c:v>
                </c:pt>
                <c:pt idx="4">
                  <c:v>45832</c:v>
                </c:pt>
                <c:pt idx="5">
                  <c:v>45833</c:v>
                </c:pt>
                <c:pt idx="6">
                  <c:v>45834</c:v>
                </c:pt>
                <c:pt idx="7">
                  <c:v>45835</c:v>
                </c:pt>
                <c:pt idx="8">
                  <c:v>45836</c:v>
                </c:pt>
                <c:pt idx="9">
                  <c:v>45837</c:v>
                </c:pt>
                <c:pt idx="10">
                  <c:v>45838</c:v>
                </c:pt>
                <c:pt idx="11">
                  <c:v>45839</c:v>
                </c:pt>
                <c:pt idx="12">
                  <c:v>45840</c:v>
                </c:pt>
                <c:pt idx="13">
                  <c:v>45841</c:v>
                </c:pt>
                <c:pt idx="14">
                  <c:v>45842</c:v>
                </c:pt>
                <c:pt idx="15">
                  <c:v>45843</c:v>
                </c:pt>
                <c:pt idx="16">
                  <c:v>45844</c:v>
                </c:pt>
                <c:pt idx="17">
                  <c:v>45845</c:v>
                </c:pt>
                <c:pt idx="18">
                  <c:v>45846</c:v>
                </c:pt>
                <c:pt idx="19">
                  <c:v>45847</c:v>
                </c:pt>
                <c:pt idx="20">
                  <c:v>45848</c:v>
                </c:pt>
                <c:pt idx="21">
                  <c:v>45849</c:v>
                </c:pt>
                <c:pt idx="22">
                  <c:v>45850</c:v>
                </c:pt>
                <c:pt idx="23">
                  <c:v>45851</c:v>
                </c:pt>
                <c:pt idx="24">
                  <c:v>45852</c:v>
                </c:pt>
                <c:pt idx="25">
                  <c:v>45853</c:v>
                </c:pt>
                <c:pt idx="26">
                  <c:v>45854</c:v>
                </c:pt>
                <c:pt idx="27">
                  <c:v>45855</c:v>
                </c:pt>
                <c:pt idx="28">
                  <c:v>45856</c:v>
                </c:pt>
                <c:pt idx="29">
                  <c:v>45857</c:v>
                </c:pt>
                <c:pt idx="30">
                  <c:v>45858</c:v>
                </c:pt>
                <c:pt idx="31">
                  <c:v>45859</c:v>
                </c:pt>
                <c:pt idx="32">
                  <c:v>45860</c:v>
                </c:pt>
                <c:pt idx="33">
                  <c:v>45861</c:v>
                </c:pt>
                <c:pt idx="34">
                  <c:v>45862</c:v>
                </c:pt>
                <c:pt idx="35">
                  <c:v>45863</c:v>
                </c:pt>
                <c:pt idx="36">
                  <c:v>45864</c:v>
                </c:pt>
                <c:pt idx="37">
                  <c:v>45865</c:v>
                </c:pt>
                <c:pt idx="38">
                  <c:v>45866</c:v>
                </c:pt>
                <c:pt idx="39">
                  <c:v>45867</c:v>
                </c:pt>
                <c:pt idx="40">
                  <c:v>45868</c:v>
                </c:pt>
                <c:pt idx="41">
                  <c:v>45869</c:v>
                </c:pt>
                <c:pt idx="42">
                  <c:v>45870</c:v>
                </c:pt>
                <c:pt idx="43">
                  <c:v>45871</c:v>
                </c:pt>
                <c:pt idx="44">
                  <c:v>45872</c:v>
                </c:pt>
                <c:pt idx="45">
                  <c:v>45873</c:v>
                </c:pt>
                <c:pt idx="46">
                  <c:v>45874</c:v>
                </c:pt>
                <c:pt idx="47">
                  <c:v>45875</c:v>
                </c:pt>
                <c:pt idx="48">
                  <c:v>45876</c:v>
                </c:pt>
                <c:pt idx="49">
                  <c:v>45877</c:v>
                </c:pt>
                <c:pt idx="50">
                  <c:v>45878</c:v>
                </c:pt>
                <c:pt idx="51">
                  <c:v>45879</c:v>
                </c:pt>
                <c:pt idx="52">
                  <c:v>45880</c:v>
                </c:pt>
                <c:pt idx="53">
                  <c:v>45881</c:v>
                </c:pt>
                <c:pt idx="54">
                  <c:v>45882</c:v>
                </c:pt>
                <c:pt idx="55">
                  <c:v>45883</c:v>
                </c:pt>
                <c:pt idx="56">
                  <c:v>45884</c:v>
                </c:pt>
                <c:pt idx="57">
                  <c:v>45885</c:v>
                </c:pt>
                <c:pt idx="58">
                  <c:v>45886</c:v>
                </c:pt>
                <c:pt idx="59">
                  <c:v>45887</c:v>
                </c:pt>
                <c:pt idx="60">
                  <c:v>45888</c:v>
                </c:pt>
                <c:pt idx="61">
                  <c:v>45889</c:v>
                </c:pt>
                <c:pt idx="62">
                  <c:v>45890</c:v>
                </c:pt>
                <c:pt idx="63">
                  <c:v>45891</c:v>
                </c:pt>
                <c:pt idx="64">
                  <c:v>45892</c:v>
                </c:pt>
                <c:pt idx="65">
                  <c:v>45893</c:v>
                </c:pt>
                <c:pt idx="66">
                  <c:v>45894</c:v>
                </c:pt>
                <c:pt idx="67">
                  <c:v>45895</c:v>
                </c:pt>
                <c:pt idx="68">
                  <c:v>45896</c:v>
                </c:pt>
                <c:pt idx="69">
                  <c:v>45897</c:v>
                </c:pt>
                <c:pt idx="70">
                  <c:v>45898</c:v>
                </c:pt>
                <c:pt idx="71">
                  <c:v>45899</c:v>
                </c:pt>
                <c:pt idx="72">
                  <c:v>45900</c:v>
                </c:pt>
                <c:pt idx="73">
                  <c:v>45901</c:v>
                </c:pt>
                <c:pt idx="74">
                  <c:v>45902</c:v>
                </c:pt>
                <c:pt idx="75">
                  <c:v>45903</c:v>
                </c:pt>
                <c:pt idx="76">
                  <c:v>45904</c:v>
                </c:pt>
                <c:pt idx="77">
                  <c:v>45905</c:v>
                </c:pt>
                <c:pt idx="78">
                  <c:v>45906</c:v>
                </c:pt>
                <c:pt idx="79">
                  <c:v>45907</c:v>
                </c:pt>
                <c:pt idx="80">
                  <c:v>45908</c:v>
                </c:pt>
                <c:pt idx="81">
                  <c:v>45909</c:v>
                </c:pt>
                <c:pt idx="82">
                  <c:v>45910</c:v>
                </c:pt>
                <c:pt idx="83">
                  <c:v>45911</c:v>
                </c:pt>
                <c:pt idx="84">
                  <c:v>45912</c:v>
                </c:pt>
                <c:pt idx="85">
                  <c:v>45913</c:v>
                </c:pt>
                <c:pt idx="86">
                  <c:v>45914</c:v>
                </c:pt>
                <c:pt idx="87">
                  <c:v>45915</c:v>
                </c:pt>
                <c:pt idx="88">
                  <c:v>45916</c:v>
                </c:pt>
                <c:pt idx="89">
                  <c:v>45917</c:v>
                </c:pt>
                <c:pt idx="90">
                  <c:v>45918</c:v>
                </c:pt>
                <c:pt idx="91">
                  <c:v>45919</c:v>
                </c:pt>
                <c:pt idx="92">
                  <c:v>45920</c:v>
                </c:pt>
                <c:pt idx="93">
                  <c:v>45921</c:v>
                </c:pt>
                <c:pt idx="94">
                  <c:v>45922</c:v>
                </c:pt>
                <c:pt idx="95">
                  <c:v>45923</c:v>
                </c:pt>
                <c:pt idx="96">
                  <c:v>45924</c:v>
                </c:pt>
                <c:pt idx="97">
                  <c:v>45925</c:v>
                </c:pt>
                <c:pt idx="98">
                  <c:v>45926</c:v>
                </c:pt>
                <c:pt idx="99">
                  <c:v>45927</c:v>
                </c:pt>
                <c:pt idx="100">
                  <c:v>45928</c:v>
                </c:pt>
                <c:pt idx="101">
                  <c:v>45929</c:v>
                </c:pt>
                <c:pt idx="102">
                  <c:v>45930</c:v>
                </c:pt>
                <c:pt idx="103">
                  <c:v>45931</c:v>
                </c:pt>
                <c:pt idx="104">
                  <c:v>45932</c:v>
                </c:pt>
                <c:pt idx="105">
                  <c:v>45933</c:v>
                </c:pt>
                <c:pt idx="106">
                  <c:v>45934</c:v>
                </c:pt>
                <c:pt idx="107">
                  <c:v>45935</c:v>
                </c:pt>
                <c:pt idx="108">
                  <c:v>45936</c:v>
                </c:pt>
                <c:pt idx="109">
                  <c:v>45937</c:v>
                </c:pt>
                <c:pt idx="110">
                  <c:v>45938</c:v>
                </c:pt>
                <c:pt idx="111">
                  <c:v>45939</c:v>
                </c:pt>
                <c:pt idx="112">
                  <c:v>45940</c:v>
                </c:pt>
                <c:pt idx="113">
                  <c:v>45941</c:v>
                </c:pt>
                <c:pt idx="114">
                  <c:v>45942</c:v>
                </c:pt>
                <c:pt idx="115">
                  <c:v>45943</c:v>
                </c:pt>
                <c:pt idx="116">
                  <c:v>45944</c:v>
                </c:pt>
                <c:pt idx="117">
                  <c:v>45945</c:v>
                </c:pt>
                <c:pt idx="118">
                  <c:v>45946</c:v>
                </c:pt>
                <c:pt idx="119">
                  <c:v>45947</c:v>
                </c:pt>
                <c:pt idx="120">
                  <c:v>45948</c:v>
                </c:pt>
                <c:pt idx="121">
                  <c:v>45949</c:v>
                </c:pt>
                <c:pt idx="122">
                  <c:v>45950</c:v>
                </c:pt>
                <c:pt idx="123">
                  <c:v>45951</c:v>
                </c:pt>
                <c:pt idx="124">
                  <c:v>45952</c:v>
                </c:pt>
                <c:pt idx="125">
                  <c:v>45953</c:v>
                </c:pt>
                <c:pt idx="126">
                  <c:v>45954</c:v>
                </c:pt>
                <c:pt idx="127">
                  <c:v>45955</c:v>
                </c:pt>
                <c:pt idx="128">
                  <c:v>45956</c:v>
                </c:pt>
                <c:pt idx="129">
                  <c:v>45957</c:v>
                </c:pt>
                <c:pt idx="130">
                  <c:v>45958</c:v>
                </c:pt>
                <c:pt idx="131">
                  <c:v>45959</c:v>
                </c:pt>
                <c:pt idx="132">
                  <c:v>45960</c:v>
                </c:pt>
                <c:pt idx="133">
                  <c:v>45961</c:v>
                </c:pt>
                <c:pt idx="134">
                  <c:v>45962</c:v>
                </c:pt>
                <c:pt idx="135">
                  <c:v>45963</c:v>
                </c:pt>
                <c:pt idx="136">
                  <c:v>45964</c:v>
                </c:pt>
                <c:pt idx="137">
                  <c:v>45965</c:v>
                </c:pt>
                <c:pt idx="138">
                  <c:v>45966</c:v>
                </c:pt>
                <c:pt idx="139">
                  <c:v>45967</c:v>
                </c:pt>
                <c:pt idx="140">
                  <c:v>45968</c:v>
                </c:pt>
                <c:pt idx="141">
                  <c:v>45969</c:v>
                </c:pt>
                <c:pt idx="142">
                  <c:v>45970</c:v>
                </c:pt>
                <c:pt idx="143">
                  <c:v>45971</c:v>
                </c:pt>
                <c:pt idx="144">
                  <c:v>45972</c:v>
                </c:pt>
                <c:pt idx="145">
                  <c:v>45973</c:v>
                </c:pt>
                <c:pt idx="146">
                  <c:v>45974</c:v>
                </c:pt>
                <c:pt idx="147">
                  <c:v>45975</c:v>
                </c:pt>
                <c:pt idx="148">
                  <c:v>45976</c:v>
                </c:pt>
                <c:pt idx="149">
                  <c:v>45977</c:v>
                </c:pt>
                <c:pt idx="150">
                  <c:v>45978</c:v>
                </c:pt>
                <c:pt idx="151">
                  <c:v>45979</c:v>
                </c:pt>
                <c:pt idx="152">
                  <c:v>45980</c:v>
                </c:pt>
                <c:pt idx="153">
                  <c:v>45981</c:v>
                </c:pt>
                <c:pt idx="154">
                  <c:v>45982</c:v>
                </c:pt>
                <c:pt idx="155">
                  <c:v>45983</c:v>
                </c:pt>
                <c:pt idx="156">
                  <c:v>45984</c:v>
                </c:pt>
                <c:pt idx="157">
                  <c:v>45985</c:v>
                </c:pt>
                <c:pt idx="158">
                  <c:v>45986</c:v>
                </c:pt>
                <c:pt idx="159">
                  <c:v>45987</c:v>
                </c:pt>
                <c:pt idx="160">
                  <c:v>45988</c:v>
                </c:pt>
                <c:pt idx="161">
                  <c:v>45989</c:v>
                </c:pt>
                <c:pt idx="162">
                  <c:v>45990</c:v>
                </c:pt>
                <c:pt idx="163">
                  <c:v>45991</c:v>
                </c:pt>
                <c:pt idx="164">
                  <c:v>45992</c:v>
                </c:pt>
                <c:pt idx="165">
                  <c:v>45993</c:v>
                </c:pt>
                <c:pt idx="166">
                  <c:v>45994</c:v>
                </c:pt>
                <c:pt idx="167">
                  <c:v>45995</c:v>
                </c:pt>
                <c:pt idx="168">
                  <c:v>45996</c:v>
                </c:pt>
                <c:pt idx="169">
                  <c:v>45997</c:v>
                </c:pt>
                <c:pt idx="170">
                  <c:v>45998</c:v>
                </c:pt>
                <c:pt idx="171">
                  <c:v>45999</c:v>
                </c:pt>
                <c:pt idx="172">
                  <c:v>46000</c:v>
                </c:pt>
                <c:pt idx="173">
                  <c:v>46001</c:v>
                </c:pt>
                <c:pt idx="174">
                  <c:v>46002</c:v>
                </c:pt>
                <c:pt idx="175">
                  <c:v>46003</c:v>
                </c:pt>
                <c:pt idx="176">
                  <c:v>46004</c:v>
                </c:pt>
                <c:pt idx="177">
                  <c:v>46005</c:v>
                </c:pt>
                <c:pt idx="178">
                  <c:v>46006</c:v>
                </c:pt>
                <c:pt idx="179">
                  <c:v>46007</c:v>
                </c:pt>
                <c:pt idx="180">
                  <c:v>46008</c:v>
                </c:pt>
                <c:pt idx="181">
                  <c:v>46009</c:v>
                </c:pt>
                <c:pt idx="182">
                  <c:v>46010</c:v>
                </c:pt>
                <c:pt idx="183">
                  <c:v>46011</c:v>
                </c:pt>
                <c:pt idx="184">
                  <c:v>46012</c:v>
                </c:pt>
                <c:pt idx="185">
                  <c:v>46013</c:v>
                </c:pt>
                <c:pt idx="186">
                  <c:v>46014</c:v>
                </c:pt>
                <c:pt idx="187">
                  <c:v>46015</c:v>
                </c:pt>
                <c:pt idx="188">
                  <c:v>46016</c:v>
                </c:pt>
                <c:pt idx="189">
                  <c:v>46017</c:v>
                </c:pt>
                <c:pt idx="190">
                  <c:v>46018</c:v>
                </c:pt>
                <c:pt idx="191">
                  <c:v>46019</c:v>
                </c:pt>
                <c:pt idx="192">
                  <c:v>46020</c:v>
                </c:pt>
                <c:pt idx="193">
                  <c:v>46021</c:v>
                </c:pt>
                <c:pt idx="194">
                  <c:v>46022</c:v>
                </c:pt>
                <c:pt idx="195">
                  <c:v>46023</c:v>
                </c:pt>
                <c:pt idx="196">
                  <c:v>46024</c:v>
                </c:pt>
                <c:pt idx="197">
                  <c:v>46025</c:v>
                </c:pt>
                <c:pt idx="198">
                  <c:v>46026</c:v>
                </c:pt>
                <c:pt idx="199">
                  <c:v>46027</c:v>
                </c:pt>
                <c:pt idx="200">
                  <c:v>46028</c:v>
                </c:pt>
                <c:pt idx="201">
                  <c:v>46029</c:v>
                </c:pt>
                <c:pt idx="202">
                  <c:v>46030</c:v>
                </c:pt>
                <c:pt idx="203">
                  <c:v>46031</c:v>
                </c:pt>
                <c:pt idx="204">
                  <c:v>46032</c:v>
                </c:pt>
                <c:pt idx="205">
                  <c:v>46033</c:v>
                </c:pt>
                <c:pt idx="206">
                  <c:v>46034</c:v>
                </c:pt>
                <c:pt idx="207">
                  <c:v>46035</c:v>
                </c:pt>
                <c:pt idx="208">
                  <c:v>46036</c:v>
                </c:pt>
                <c:pt idx="209">
                  <c:v>46037</c:v>
                </c:pt>
                <c:pt idx="210">
                  <c:v>46038</c:v>
                </c:pt>
                <c:pt idx="211">
                  <c:v>46039</c:v>
                </c:pt>
                <c:pt idx="212">
                  <c:v>46040</c:v>
                </c:pt>
                <c:pt idx="213">
                  <c:v>46041</c:v>
                </c:pt>
                <c:pt idx="214">
                  <c:v>46042</c:v>
                </c:pt>
                <c:pt idx="215">
                  <c:v>46043</c:v>
                </c:pt>
                <c:pt idx="216">
                  <c:v>46044</c:v>
                </c:pt>
                <c:pt idx="217">
                  <c:v>46045</c:v>
                </c:pt>
                <c:pt idx="218">
                  <c:v>46046</c:v>
                </c:pt>
                <c:pt idx="219">
                  <c:v>46047</c:v>
                </c:pt>
                <c:pt idx="220">
                  <c:v>46048</c:v>
                </c:pt>
                <c:pt idx="221">
                  <c:v>46049</c:v>
                </c:pt>
                <c:pt idx="222">
                  <c:v>46050</c:v>
                </c:pt>
                <c:pt idx="223">
                  <c:v>46051</c:v>
                </c:pt>
                <c:pt idx="224">
                  <c:v>46052</c:v>
                </c:pt>
                <c:pt idx="225">
                  <c:v>46053</c:v>
                </c:pt>
                <c:pt idx="226">
                  <c:v>46054</c:v>
                </c:pt>
                <c:pt idx="227">
                  <c:v>46055</c:v>
                </c:pt>
                <c:pt idx="228">
                  <c:v>46056</c:v>
                </c:pt>
                <c:pt idx="229">
                  <c:v>46057</c:v>
                </c:pt>
                <c:pt idx="230">
                  <c:v>46058</c:v>
                </c:pt>
                <c:pt idx="231">
                  <c:v>46059</c:v>
                </c:pt>
                <c:pt idx="232">
                  <c:v>46060</c:v>
                </c:pt>
                <c:pt idx="233">
                  <c:v>46061</c:v>
                </c:pt>
                <c:pt idx="234">
                  <c:v>46062</c:v>
                </c:pt>
                <c:pt idx="235">
                  <c:v>46063</c:v>
                </c:pt>
                <c:pt idx="236">
                  <c:v>46064</c:v>
                </c:pt>
                <c:pt idx="237">
                  <c:v>46065</c:v>
                </c:pt>
                <c:pt idx="238">
                  <c:v>46066</c:v>
                </c:pt>
                <c:pt idx="239">
                  <c:v>46067</c:v>
                </c:pt>
                <c:pt idx="240">
                  <c:v>46068</c:v>
                </c:pt>
                <c:pt idx="241">
                  <c:v>46069</c:v>
                </c:pt>
                <c:pt idx="242">
                  <c:v>46070</c:v>
                </c:pt>
                <c:pt idx="243">
                  <c:v>46071</c:v>
                </c:pt>
                <c:pt idx="244">
                  <c:v>46072</c:v>
                </c:pt>
                <c:pt idx="245">
                  <c:v>46073</c:v>
                </c:pt>
                <c:pt idx="246">
                  <c:v>46074</c:v>
                </c:pt>
                <c:pt idx="247">
                  <c:v>46075</c:v>
                </c:pt>
                <c:pt idx="248">
                  <c:v>46076</c:v>
                </c:pt>
                <c:pt idx="249">
                  <c:v>46077</c:v>
                </c:pt>
                <c:pt idx="250">
                  <c:v>46078</c:v>
                </c:pt>
                <c:pt idx="251">
                  <c:v>46079</c:v>
                </c:pt>
                <c:pt idx="252">
                  <c:v>46080</c:v>
                </c:pt>
                <c:pt idx="253">
                  <c:v>46081</c:v>
                </c:pt>
                <c:pt idx="254">
                  <c:v>46082</c:v>
                </c:pt>
                <c:pt idx="255">
                  <c:v>46083</c:v>
                </c:pt>
                <c:pt idx="256">
                  <c:v>46084</c:v>
                </c:pt>
                <c:pt idx="257">
                  <c:v>46085</c:v>
                </c:pt>
                <c:pt idx="258">
                  <c:v>46086</c:v>
                </c:pt>
                <c:pt idx="259">
                  <c:v>46087</c:v>
                </c:pt>
                <c:pt idx="260">
                  <c:v>46088</c:v>
                </c:pt>
                <c:pt idx="261">
                  <c:v>46089</c:v>
                </c:pt>
                <c:pt idx="262">
                  <c:v>46090</c:v>
                </c:pt>
                <c:pt idx="263">
                  <c:v>46091</c:v>
                </c:pt>
                <c:pt idx="264">
                  <c:v>46092</c:v>
                </c:pt>
                <c:pt idx="265">
                  <c:v>46093</c:v>
                </c:pt>
                <c:pt idx="266">
                  <c:v>46094</c:v>
                </c:pt>
                <c:pt idx="267">
                  <c:v>46095</c:v>
                </c:pt>
                <c:pt idx="268">
                  <c:v>46096</c:v>
                </c:pt>
                <c:pt idx="269">
                  <c:v>46097</c:v>
                </c:pt>
                <c:pt idx="270">
                  <c:v>46098</c:v>
                </c:pt>
                <c:pt idx="271">
                  <c:v>46099</c:v>
                </c:pt>
                <c:pt idx="272">
                  <c:v>46100</c:v>
                </c:pt>
                <c:pt idx="273">
                  <c:v>46101</c:v>
                </c:pt>
                <c:pt idx="274">
                  <c:v>46102</c:v>
                </c:pt>
                <c:pt idx="275">
                  <c:v>46103</c:v>
                </c:pt>
                <c:pt idx="276">
                  <c:v>46104</c:v>
                </c:pt>
                <c:pt idx="277">
                  <c:v>46105</c:v>
                </c:pt>
                <c:pt idx="278">
                  <c:v>46106</c:v>
                </c:pt>
                <c:pt idx="279">
                  <c:v>46107</c:v>
                </c:pt>
                <c:pt idx="280">
                  <c:v>46108</c:v>
                </c:pt>
                <c:pt idx="281">
                  <c:v>46109</c:v>
                </c:pt>
                <c:pt idx="282">
                  <c:v>46110</c:v>
                </c:pt>
                <c:pt idx="283">
                  <c:v>46111</c:v>
                </c:pt>
                <c:pt idx="284">
                  <c:v>46112</c:v>
                </c:pt>
                <c:pt idx="285">
                  <c:v>46113</c:v>
                </c:pt>
                <c:pt idx="286">
                  <c:v>46114</c:v>
                </c:pt>
                <c:pt idx="287">
                  <c:v>46115</c:v>
                </c:pt>
                <c:pt idx="288">
                  <c:v>46116</c:v>
                </c:pt>
                <c:pt idx="289">
                  <c:v>46117</c:v>
                </c:pt>
                <c:pt idx="290">
                  <c:v>46118</c:v>
                </c:pt>
                <c:pt idx="291">
                  <c:v>46119</c:v>
                </c:pt>
                <c:pt idx="292">
                  <c:v>46120</c:v>
                </c:pt>
                <c:pt idx="293">
                  <c:v>46121</c:v>
                </c:pt>
                <c:pt idx="294">
                  <c:v>46122</c:v>
                </c:pt>
                <c:pt idx="295">
                  <c:v>46123</c:v>
                </c:pt>
                <c:pt idx="296">
                  <c:v>46124</c:v>
                </c:pt>
                <c:pt idx="297">
                  <c:v>46125</c:v>
                </c:pt>
                <c:pt idx="298">
                  <c:v>46126</c:v>
                </c:pt>
                <c:pt idx="299">
                  <c:v>46127</c:v>
                </c:pt>
                <c:pt idx="300">
                  <c:v>46128</c:v>
                </c:pt>
                <c:pt idx="301">
                  <c:v>46129</c:v>
                </c:pt>
                <c:pt idx="302">
                  <c:v>46130</c:v>
                </c:pt>
                <c:pt idx="303">
                  <c:v>46131</c:v>
                </c:pt>
                <c:pt idx="304">
                  <c:v>46132</c:v>
                </c:pt>
                <c:pt idx="305">
                  <c:v>46133</c:v>
                </c:pt>
                <c:pt idx="306">
                  <c:v>46134</c:v>
                </c:pt>
                <c:pt idx="307">
                  <c:v>46135</c:v>
                </c:pt>
                <c:pt idx="308">
                  <c:v>46136</c:v>
                </c:pt>
                <c:pt idx="309">
                  <c:v>46137</c:v>
                </c:pt>
                <c:pt idx="310">
                  <c:v>46138</c:v>
                </c:pt>
                <c:pt idx="311">
                  <c:v>46139</c:v>
                </c:pt>
                <c:pt idx="312">
                  <c:v>46140</c:v>
                </c:pt>
                <c:pt idx="313">
                  <c:v>46141</c:v>
                </c:pt>
                <c:pt idx="314">
                  <c:v>46142</c:v>
                </c:pt>
                <c:pt idx="315">
                  <c:v>46143</c:v>
                </c:pt>
                <c:pt idx="316">
                  <c:v>46144</c:v>
                </c:pt>
                <c:pt idx="317">
                  <c:v>46145</c:v>
                </c:pt>
                <c:pt idx="318">
                  <c:v>46146</c:v>
                </c:pt>
                <c:pt idx="319">
                  <c:v>46147</c:v>
                </c:pt>
                <c:pt idx="320">
                  <c:v>46148</c:v>
                </c:pt>
                <c:pt idx="321">
                  <c:v>46149</c:v>
                </c:pt>
                <c:pt idx="322">
                  <c:v>46150</c:v>
                </c:pt>
                <c:pt idx="323">
                  <c:v>46151</c:v>
                </c:pt>
                <c:pt idx="324">
                  <c:v>46152</c:v>
                </c:pt>
                <c:pt idx="325">
                  <c:v>46153</c:v>
                </c:pt>
                <c:pt idx="326">
                  <c:v>46154</c:v>
                </c:pt>
                <c:pt idx="327">
                  <c:v>46155</c:v>
                </c:pt>
                <c:pt idx="328">
                  <c:v>46156</c:v>
                </c:pt>
                <c:pt idx="329">
                  <c:v>46157</c:v>
                </c:pt>
                <c:pt idx="330">
                  <c:v>46158</c:v>
                </c:pt>
                <c:pt idx="331">
                  <c:v>46159</c:v>
                </c:pt>
                <c:pt idx="332">
                  <c:v>46160</c:v>
                </c:pt>
                <c:pt idx="333">
                  <c:v>46161</c:v>
                </c:pt>
                <c:pt idx="334">
                  <c:v>46162</c:v>
                </c:pt>
                <c:pt idx="335">
                  <c:v>46163</c:v>
                </c:pt>
                <c:pt idx="336">
                  <c:v>46164</c:v>
                </c:pt>
                <c:pt idx="337">
                  <c:v>46165</c:v>
                </c:pt>
                <c:pt idx="338">
                  <c:v>46166</c:v>
                </c:pt>
                <c:pt idx="339">
                  <c:v>46167</c:v>
                </c:pt>
                <c:pt idx="340">
                  <c:v>46168</c:v>
                </c:pt>
                <c:pt idx="341">
                  <c:v>46169</c:v>
                </c:pt>
                <c:pt idx="342">
                  <c:v>46170</c:v>
                </c:pt>
                <c:pt idx="343">
                  <c:v>46171</c:v>
                </c:pt>
                <c:pt idx="344">
                  <c:v>46172</c:v>
                </c:pt>
                <c:pt idx="345">
                  <c:v>46173</c:v>
                </c:pt>
                <c:pt idx="346">
                  <c:v>46174</c:v>
                </c:pt>
                <c:pt idx="347">
                  <c:v>46175</c:v>
                </c:pt>
                <c:pt idx="348">
                  <c:v>46176</c:v>
                </c:pt>
                <c:pt idx="349">
                  <c:v>46177</c:v>
                </c:pt>
                <c:pt idx="350">
                  <c:v>46178</c:v>
                </c:pt>
                <c:pt idx="351">
                  <c:v>46179</c:v>
                </c:pt>
                <c:pt idx="352">
                  <c:v>46180</c:v>
                </c:pt>
                <c:pt idx="353">
                  <c:v>46181</c:v>
                </c:pt>
                <c:pt idx="354">
                  <c:v>46182</c:v>
                </c:pt>
                <c:pt idx="355">
                  <c:v>46183</c:v>
                </c:pt>
                <c:pt idx="356">
                  <c:v>46184</c:v>
                </c:pt>
                <c:pt idx="357">
                  <c:v>46185</c:v>
                </c:pt>
                <c:pt idx="358">
                  <c:v>46186</c:v>
                </c:pt>
                <c:pt idx="359">
                  <c:v>46187</c:v>
                </c:pt>
                <c:pt idx="360">
                  <c:v>46188</c:v>
                </c:pt>
                <c:pt idx="361">
                  <c:v>46189</c:v>
                </c:pt>
                <c:pt idx="362">
                  <c:v>46190</c:v>
                </c:pt>
              </c:numCache>
            </c:numRef>
          </c:cat>
          <c:val>
            <c:numRef>
              <c:f>G!$B$2:$B$364</c:f>
              <c:numCache>
                <c:formatCode>General</c:formatCode>
                <c:ptCount val="363"/>
                <c:pt idx="0">
                  <c:v>668933.69810000004</c:v>
                </c:pt>
                <c:pt idx="1">
                  <c:v>638855.55969999998</c:v>
                </c:pt>
                <c:pt idx="2">
                  <c:v>613869.93610000005</c:v>
                </c:pt>
                <c:pt idx="3">
                  <c:v>675931.8334</c:v>
                </c:pt>
                <c:pt idx="4">
                  <c:v>666647.03610000003</c:v>
                </c:pt>
                <c:pt idx="5">
                  <c:v>681523.14780000004</c:v>
                </c:pt>
                <c:pt idx="6">
                  <c:v>678110.96550000005</c:v>
                </c:pt>
                <c:pt idx="7">
                  <c:v>671752.62899999996</c:v>
                </c:pt>
                <c:pt idx="8">
                  <c:v>642132.71990000003</c:v>
                </c:pt>
                <c:pt idx="9">
                  <c:v>617444.24159999995</c:v>
                </c:pt>
                <c:pt idx="10">
                  <c:v>689030.57019999996</c:v>
                </c:pt>
                <c:pt idx="11">
                  <c:v>680269.13060000003</c:v>
                </c:pt>
                <c:pt idx="12">
                  <c:v>678844.28729999997</c:v>
                </c:pt>
                <c:pt idx="13">
                  <c:v>680862.29689999996</c:v>
                </c:pt>
                <c:pt idx="14">
                  <c:v>675382.58</c:v>
                </c:pt>
                <c:pt idx="15">
                  <c:v>640400.49120000005</c:v>
                </c:pt>
                <c:pt idx="16">
                  <c:v>624059.50589999999</c:v>
                </c:pt>
                <c:pt idx="17">
                  <c:v>687437.70830000006</c:v>
                </c:pt>
                <c:pt idx="18">
                  <c:v>681671.31660000002</c:v>
                </c:pt>
                <c:pt idx="19">
                  <c:v>686487.86869999999</c:v>
                </c:pt>
                <c:pt idx="20">
                  <c:v>582305.07649999997</c:v>
                </c:pt>
                <c:pt idx="21">
                  <c:v>731558.52179999999</c:v>
                </c:pt>
                <c:pt idx="22">
                  <c:v>646676.89170000004</c:v>
                </c:pt>
                <c:pt idx="23">
                  <c:v>621548.82189999998</c:v>
                </c:pt>
                <c:pt idx="24">
                  <c:v>691331.68350000004</c:v>
                </c:pt>
                <c:pt idx="25">
                  <c:v>687520.41700000002</c:v>
                </c:pt>
                <c:pt idx="26">
                  <c:v>675820.65830000001</c:v>
                </c:pt>
                <c:pt idx="27">
                  <c:v>677665.11459999997</c:v>
                </c:pt>
                <c:pt idx="28">
                  <c:v>673049.98230000003</c:v>
                </c:pt>
                <c:pt idx="29">
                  <c:v>635887.74609999999</c:v>
                </c:pt>
                <c:pt idx="30">
                  <c:v>615784.52500000002</c:v>
                </c:pt>
                <c:pt idx="31">
                  <c:v>676136.70279999997</c:v>
                </c:pt>
                <c:pt idx="32">
                  <c:v>672015.61439999996</c:v>
                </c:pt>
                <c:pt idx="33">
                  <c:v>673439.46250000002</c:v>
                </c:pt>
                <c:pt idx="34">
                  <c:v>670382.82059999998</c:v>
                </c:pt>
                <c:pt idx="35">
                  <c:v>673579.89859999996</c:v>
                </c:pt>
                <c:pt idx="36">
                  <c:v>636086.36040000001</c:v>
                </c:pt>
                <c:pt idx="37">
                  <c:v>613564.51729999995</c:v>
                </c:pt>
                <c:pt idx="38">
                  <c:v>676741.50419999997</c:v>
                </c:pt>
                <c:pt idx="39">
                  <c:v>674840.02639999997</c:v>
                </c:pt>
                <c:pt idx="40">
                  <c:v>676050.2892</c:v>
                </c:pt>
                <c:pt idx="41">
                  <c:v>677954.24540000001</c:v>
                </c:pt>
                <c:pt idx="42">
                  <c:v>669981.33279999997</c:v>
                </c:pt>
                <c:pt idx="43">
                  <c:v>630430.23789999995</c:v>
                </c:pt>
                <c:pt idx="44">
                  <c:v>616185.62650000001</c:v>
                </c:pt>
                <c:pt idx="45">
                  <c:v>672345.92220000003</c:v>
                </c:pt>
                <c:pt idx="46">
                  <c:v>677823.64630000002</c:v>
                </c:pt>
                <c:pt idx="47">
                  <c:v>675859.33039999998</c:v>
                </c:pt>
                <c:pt idx="48">
                  <c:v>679021.33829999994</c:v>
                </c:pt>
                <c:pt idx="49">
                  <c:v>568696.62309999997</c:v>
                </c:pt>
                <c:pt idx="50">
                  <c:v>622155.07880000002</c:v>
                </c:pt>
                <c:pt idx="51">
                  <c:v>615244.2513</c:v>
                </c:pt>
                <c:pt idx="52">
                  <c:v>678502.5577</c:v>
                </c:pt>
                <c:pt idx="53">
                  <c:v>672365.7023</c:v>
                </c:pt>
                <c:pt idx="54">
                  <c:v>666830.99239999999</c:v>
                </c:pt>
                <c:pt idx="55">
                  <c:v>666907.06940000004</c:v>
                </c:pt>
                <c:pt idx="56">
                  <c:v>661793.11560000002</c:v>
                </c:pt>
                <c:pt idx="57">
                  <c:v>633399.77709999995</c:v>
                </c:pt>
                <c:pt idx="58">
                  <c:v>618458.7304</c:v>
                </c:pt>
                <c:pt idx="59">
                  <c:v>679679.84219999996</c:v>
                </c:pt>
                <c:pt idx="60">
                  <c:v>677505.88809999998</c:v>
                </c:pt>
                <c:pt idx="61">
                  <c:v>671281.071</c:v>
                </c:pt>
                <c:pt idx="62">
                  <c:v>669528.72930000001</c:v>
                </c:pt>
                <c:pt idx="63">
                  <c:v>657900.77720000001</c:v>
                </c:pt>
                <c:pt idx="64">
                  <c:v>625444.36800000002</c:v>
                </c:pt>
                <c:pt idx="65">
                  <c:v>608025.53170000005</c:v>
                </c:pt>
                <c:pt idx="66">
                  <c:v>667396.02670000005</c:v>
                </c:pt>
                <c:pt idx="67">
                  <c:v>667740.97620000003</c:v>
                </c:pt>
                <c:pt idx="68">
                  <c:v>664456.18160000001</c:v>
                </c:pt>
                <c:pt idx="69">
                  <c:v>665043.72100000002</c:v>
                </c:pt>
                <c:pt idx="70">
                  <c:v>657706.70680000004</c:v>
                </c:pt>
                <c:pt idx="71">
                  <c:v>631563.5601</c:v>
                </c:pt>
                <c:pt idx="72">
                  <c:v>611942.92460000003</c:v>
                </c:pt>
                <c:pt idx="73">
                  <c:v>670496.84959999996</c:v>
                </c:pt>
                <c:pt idx="74">
                  <c:v>671631.99589999998</c:v>
                </c:pt>
                <c:pt idx="75">
                  <c:v>667576.99699999997</c:v>
                </c:pt>
                <c:pt idx="76">
                  <c:v>704826.01450000005</c:v>
                </c:pt>
                <c:pt idx="77">
                  <c:v>610813.47210000001</c:v>
                </c:pt>
                <c:pt idx="78">
                  <c:v>607072.73010000004</c:v>
                </c:pt>
                <c:pt idx="79">
                  <c:v>561208.18339999998</c:v>
                </c:pt>
                <c:pt idx="80">
                  <c:v>650899.87899999996</c:v>
                </c:pt>
                <c:pt idx="81">
                  <c:v>658055.20220000006</c:v>
                </c:pt>
                <c:pt idx="82">
                  <c:v>666648.70330000005</c:v>
                </c:pt>
                <c:pt idx="83">
                  <c:v>671641.34809999994</c:v>
                </c:pt>
                <c:pt idx="84">
                  <c:v>659733.84219999996</c:v>
                </c:pt>
                <c:pt idx="85">
                  <c:v>626435.50560000003</c:v>
                </c:pt>
                <c:pt idx="86">
                  <c:v>606948.95700000005</c:v>
                </c:pt>
                <c:pt idx="87">
                  <c:v>663194.84290000005</c:v>
                </c:pt>
                <c:pt idx="88">
                  <c:v>660430.15079999994</c:v>
                </c:pt>
                <c:pt idx="89">
                  <c:v>657162.26020000002</c:v>
                </c:pt>
                <c:pt idx="90">
                  <c:v>651791.2818</c:v>
                </c:pt>
                <c:pt idx="91">
                  <c:v>646024.39359999995</c:v>
                </c:pt>
                <c:pt idx="92">
                  <c:v>612661.92559999996</c:v>
                </c:pt>
                <c:pt idx="93">
                  <c:v>599757.2879</c:v>
                </c:pt>
                <c:pt idx="94">
                  <c:v>658271.48019999999</c:v>
                </c:pt>
                <c:pt idx="95">
                  <c:v>654982.92709999997</c:v>
                </c:pt>
                <c:pt idx="96">
                  <c:v>655917.97869999998</c:v>
                </c:pt>
                <c:pt idx="97">
                  <c:v>662606.50309999997</c:v>
                </c:pt>
                <c:pt idx="98">
                  <c:v>655179.15749999997</c:v>
                </c:pt>
                <c:pt idx="99">
                  <c:v>616337.92720000003</c:v>
                </c:pt>
                <c:pt idx="100">
                  <c:v>600443.49849999999</c:v>
                </c:pt>
                <c:pt idx="101">
                  <c:v>665903.84259999997</c:v>
                </c:pt>
                <c:pt idx="102">
                  <c:v>679338.40090000001</c:v>
                </c:pt>
                <c:pt idx="103">
                  <c:v>661821.51269999996</c:v>
                </c:pt>
                <c:pt idx="104">
                  <c:v>663737.86199999996</c:v>
                </c:pt>
                <c:pt idx="105">
                  <c:v>649128.74029999995</c:v>
                </c:pt>
                <c:pt idx="106">
                  <c:v>614963.69649999996</c:v>
                </c:pt>
                <c:pt idx="107">
                  <c:v>594803.17079999996</c:v>
                </c:pt>
                <c:pt idx="108">
                  <c:v>554383.00080000004</c:v>
                </c:pt>
                <c:pt idx="109">
                  <c:v>659177.54520000005</c:v>
                </c:pt>
                <c:pt idx="110">
                  <c:v>652091.22180000006</c:v>
                </c:pt>
                <c:pt idx="111">
                  <c:v>663204.95940000005</c:v>
                </c:pt>
                <c:pt idx="112">
                  <c:v>659074.84680000006</c:v>
                </c:pt>
                <c:pt idx="113">
                  <c:v>628073.71699999995</c:v>
                </c:pt>
                <c:pt idx="114">
                  <c:v>600848.98869999999</c:v>
                </c:pt>
                <c:pt idx="115">
                  <c:v>649261.83319999999</c:v>
                </c:pt>
                <c:pt idx="116">
                  <c:v>658386.50910000002</c:v>
                </c:pt>
                <c:pt idx="117">
                  <c:v>653758.03350000002</c:v>
                </c:pt>
                <c:pt idx="118">
                  <c:v>621127.48860000004</c:v>
                </c:pt>
                <c:pt idx="119">
                  <c:v>636988.00870000001</c:v>
                </c:pt>
                <c:pt idx="120">
                  <c:v>604057.53949999996</c:v>
                </c:pt>
                <c:pt idx="121">
                  <c:v>583955.64650000003</c:v>
                </c:pt>
                <c:pt idx="122">
                  <c:v>608155.54779999994</c:v>
                </c:pt>
                <c:pt idx="123">
                  <c:v>652641.28000000003</c:v>
                </c:pt>
                <c:pt idx="124">
                  <c:v>646590.22120000003</c:v>
                </c:pt>
                <c:pt idx="125">
                  <c:v>643217.28029999998</c:v>
                </c:pt>
                <c:pt idx="126">
                  <c:v>624017.14769999997</c:v>
                </c:pt>
                <c:pt idx="127">
                  <c:v>620832.91359999997</c:v>
                </c:pt>
                <c:pt idx="128">
                  <c:v>584465.27839999995</c:v>
                </c:pt>
                <c:pt idx="129">
                  <c:v>632420.80059999996</c:v>
                </c:pt>
                <c:pt idx="130">
                  <c:v>652191.24809999997</c:v>
                </c:pt>
                <c:pt idx="131">
                  <c:v>635079.88809999998</c:v>
                </c:pt>
                <c:pt idx="132">
                  <c:v>654555.01359999995</c:v>
                </c:pt>
                <c:pt idx="133">
                  <c:v>653218.38119999995</c:v>
                </c:pt>
                <c:pt idx="134">
                  <c:v>618396.72710000002</c:v>
                </c:pt>
                <c:pt idx="135">
                  <c:v>584142.82700000005</c:v>
                </c:pt>
                <c:pt idx="136">
                  <c:v>656486.0416</c:v>
                </c:pt>
                <c:pt idx="137">
                  <c:v>656534.59530000004</c:v>
                </c:pt>
                <c:pt idx="138">
                  <c:v>568937.48270000005</c:v>
                </c:pt>
                <c:pt idx="139">
                  <c:v>520609.33189999999</c:v>
                </c:pt>
                <c:pt idx="140">
                  <c:v>621867.36690000002</c:v>
                </c:pt>
                <c:pt idx="141">
                  <c:v>603035.05370000005</c:v>
                </c:pt>
                <c:pt idx="142">
                  <c:v>591252.55460000003</c:v>
                </c:pt>
                <c:pt idx="143">
                  <c:v>646879.34499999997</c:v>
                </c:pt>
                <c:pt idx="144">
                  <c:v>645494.33499999996</c:v>
                </c:pt>
                <c:pt idx="145">
                  <c:v>643086.55359999998</c:v>
                </c:pt>
                <c:pt idx="146">
                  <c:v>641067.66</c:v>
                </c:pt>
                <c:pt idx="147">
                  <c:v>632284.83750000002</c:v>
                </c:pt>
                <c:pt idx="148">
                  <c:v>609528.65960000001</c:v>
                </c:pt>
                <c:pt idx="149">
                  <c:v>585553.99540000001</c:v>
                </c:pt>
                <c:pt idx="150">
                  <c:v>636509.12150000001</c:v>
                </c:pt>
                <c:pt idx="151">
                  <c:v>637820.90170000005</c:v>
                </c:pt>
                <c:pt idx="152">
                  <c:v>642492.46750000003</c:v>
                </c:pt>
                <c:pt idx="153">
                  <c:v>635882.65800000005</c:v>
                </c:pt>
                <c:pt idx="154">
                  <c:v>622158.39820000005</c:v>
                </c:pt>
                <c:pt idx="155">
                  <c:v>608470.88890000002</c:v>
                </c:pt>
                <c:pt idx="156">
                  <c:v>587585.57109999994</c:v>
                </c:pt>
                <c:pt idx="157">
                  <c:v>645486.50540000002</c:v>
                </c:pt>
                <c:pt idx="158">
                  <c:v>654064.78469999996</c:v>
                </c:pt>
                <c:pt idx="159">
                  <c:v>672788.52560000005</c:v>
                </c:pt>
                <c:pt idx="160">
                  <c:v>710335.95030000003</c:v>
                </c:pt>
                <c:pt idx="161">
                  <c:v>604160.6875</c:v>
                </c:pt>
                <c:pt idx="162">
                  <c:v>568863.68810000003</c:v>
                </c:pt>
                <c:pt idx="163">
                  <c:v>639470.92279999994</c:v>
                </c:pt>
                <c:pt idx="164">
                  <c:v>692869.17649999994</c:v>
                </c:pt>
                <c:pt idx="165">
                  <c:v>679363.00679999997</c:v>
                </c:pt>
                <c:pt idx="166">
                  <c:v>679994.81869999995</c:v>
                </c:pt>
                <c:pt idx="167">
                  <c:v>603406.68090000004</c:v>
                </c:pt>
                <c:pt idx="168">
                  <c:v>658044.08169999998</c:v>
                </c:pt>
                <c:pt idx="169">
                  <c:v>629121.49190000002</c:v>
                </c:pt>
                <c:pt idx="170">
                  <c:v>605982.97</c:v>
                </c:pt>
                <c:pt idx="171">
                  <c:v>667035.28960000002</c:v>
                </c:pt>
                <c:pt idx="172">
                  <c:v>665173.00029999996</c:v>
                </c:pt>
                <c:pt idx="173">
                  <c:v>657392.69270000001</c:v>
                </c:pt>
                <c:pt idx="174">
                  <c:v>663197.35560000001</c:v>
                </c:pt>
                <c:pt idx="175">
                  <c:v>647837.66910000006</c:v>
                </c:pt>
                <c:pt idx="176">
                  <c:v>620025.93559999997</c:v>
                </c:pt>
                <c:pt idx="177">
                  <c:v>605457.70140000002</c:v>
                </c:pt>
                <c:pt idx="178">
                  <c:v>660464.69850000006</c:v>
                </c:pt>
                <c:pt idx="179">
                  <c:v>660326.83490000002</c:v>
                </c:pt>
                <c:pt idx="180">
                  <c:v>657013.54489999998</c:v>
                </c:pt>
                <c:pt idx="181">
                  <c:v>666891.07400000002</c:v>
                </c:pt>
                <c:pt idx="182">
                  <c:v>659098.02439999999</c:v>
                </c:pt>
                <c:pt idx="183">
                  <c:v>622759.24190000002</c:v>
                </c:pt>
                <c:pt idx="184">
                  <c:v>597575.15989999997</c:v>
                </c:pt>
                <c:pt idx="185">
                  <c:v>654229.07609999995</c:v>
                </c:pt>
                <c:pt idx="186">
                  <c:v>656259.02899999998</c:v>
                </c:pt>
                <c:pt idx="187">
                  <c:v>650263.28040000005</c:v>
                </c:pt>
                <c:pt idx="188">
                  <c:v>586482.85499999998</c:v>
                </c:pt>
                <c:pt idx="189">
                  <c:v>628772.74170000001</c:v>
                </c:pt>
                <c:pt idx="190">
                  <c:v>607635.69799999997</c:v>
                </c:pt>
                <c:pt idx="191">
                  <c:v>591724.53189999994</c:v>
                </c:pt>
                <c:pt idx="192">
                  <c:v>655748.14159999997</c:v>
                </c:pt>
                <c:pt idx="193">
                  <c:v>660162.49569999997</c:v>
                </c:pt>
                <c:pt idx="194">
                  <c:v>670258.27830000001</c:v>
                </c:pt>
                <c:pt idx="195">
                  <c:v>748223.93660000002</c:v>
                </c:pt>
                <c:pt idx="196">
                  <c:v>643657.37300000002</c:v>
                </c:pt>
                <c:pt idx="197">
                  <c:v>556546.63309999998</c:v>
                </c:pt>
                <c:pt idx="198">
                  <c:v>594717.96759999997</c:v>
                </c:pt>
                <c:pt idx="199">
                  <c:v>656946.98270000005</c:v>
                </c:pt>
                <c:pt idx="200">
                  <c:v>659545.7267</c:v>
                </c:pt>
                <c:pt idx="201">
                  <c:v>641120.16260000004</c:v>
                </c:pt>
                <c:pt idx="202">
                  <c:v>645256.44039999996</c:v>
                </c:pt>
                <c:pt idx="203">
                  <c:v>645379.80599999998</c:v>
                </c:pt>
                <c:pt idx="204">
                  <c:v>605832.40729999996</c:v>
                </c:pt>
                <c:pt idx="205">
                  <c:v>591499.72530000005</c:v>
                </c:pt>
                <c:pt idx="206">
                  <c:v>655227.58640000003</c:v>
                </c:pt>
                <c:pt idx="207">
                  <c:v>643891.27249999996</c:v>
                </c:pt>
                <c:pt idx="208">
                  <c:v>648383.36329999997</c:v>
                </c:pt>
                <c:pt idx="209">
                  <c:v>604087.78350000002</c:v>
                </c:pt>
                <c:pt idx="210">
                  <c:v>627662.62589999998</c:v>
                </c:pt>
                <c:pt idx="211">
                  <c:v>598626.92260000005</c:v>
                </c:pt>
                <c:pt idx="212">
                  <c:v>581488.6213</c:v>
                </c:pt>
                <c:pt idx="213">
                  <c:v>643295.55469999998</c:v>
                </c:pt>
                <c:pt idx="214">
                  <c:v>645205.2942</c:v>
                </c:pt>
                <c:pt idx="215">
                  <c:v>647538.40020000003</c:v>
                </c:pt>
                <c:pt idx="216">
                  <c:v>640781.20479999995</c:v>
                </c:pt>
                <c:pt idx="217">
                  <c:v>637545.31030000001</c:v>
                </c:pt>
                <c:pt idx="218">
                  <c:v>606346.43059999996</c:v>
                </c:pt>
                <c:pt idx="219">
                  <c:v>568301.27480000001</c:v>
                </c:pt>
                <c:pt idx="220">
                  <c:v>625967.00749999995</c:v>
                </c:pt>
                <c:pt idx="221">
                  <c:v>649309.13379999995</c:v>
                </c:pt>
                <c:pt idx="222">
                  <c:v>648984.90529999998</c:v>
                </c:pt>
                <c:pt idx="223">
                  <c:v>623235.32830000005</c:v>
                </c:pt>
                <c:pt idx="224">
                  <c:v>642438.83490000002</c:v>
                </c:pt>
                <c:pt idx="225">
                  <c:v>619483.14910000004</c:v>
                </c:pt>
                <c:pt idx="226">
                  <c:v>553002.90689999994</c:v>
                </c:pt>
                <c:pt idx="227">
                  <c:v>655882.20750000002</c:v>
                </c:pt>
                <c:pt idx="228">
                  <c:v>650811.01500000001</c:v>
                </c:pt>
                <c:pt idx="229">
                  <c:v>590084.25670000003</c:v>
                </c:pt>
                <c:pt idx="230">
                  <c:v>644195.46429999999</c:v>
                </c:pt>
                <c:pt idx="231">
                  <c:v>632034.3247</c:v>
                </c:pt>
                <c:pt idx="232">
                  <c:v>599007.35900000005</c:v>
                </c:pt>
                <c:pt idx="233">
                  <c:v>574286.54220000003</c:v>
                </c:pt>
                <c:pt idx="234">
                  <c:v>634366.70090000005</c:v>
                </c:pt>
                <c:pt idx="235">
                  <c:v>641587.49970000004</c:v>
                </c:pt>
                <c:pt idx="236">
                  <c:v>639198.87760000001</c:v>
                </c:pt>
                <c:pt idx="237">
                  <c:v>634402.61840000004</c:v>
                </c:pt>
                <c:pt idx="238">
                  <c:v>636900.39769999997</c:v>
                </c:pt>
                <c:pt idx="239">
                  <c:v>607021.45120000001</c:v>
                </c:pt>
                <c:pt idx="240">
                  <c:v>576010.1189</c:v>
                </c:pt>
                <c:pt idx="241">
                  <c:v>626532.13650000002</c:v>
                </c:pt>
                <c:pt idx="242">
                  <c:v>631952.3321</c:v>
                </c:pt>
                <c:pt idx="243">
                  <c:v>630048.10690000001</c:v>
                </c:pt>
                <c:pt idx="244">
                  <c:v>612007.9044</c:v>
                </c:pt>
                <c:pt idx="245">
                  <c:v>616479.93839999998</c:v>
                </c:pt>
                <c:pt idx="246">
                  <c:v>584831.65249999997</c:v>
                </c:pt>
                <c:pt idx="247">
                  <c:v>577013.9351</c:v>
                </c:pt>
                <c:pt idx="248">
                  <c:v>623795.98470000003</c:v>
                </c:pt>
                <c:pt idx="249">
                  <c:v>627109.77170000004</c:v>
                </c:pt>
                <c:pt idx="250">
                  <c:v>626756.74529999995</c:v>
                </c:pt>
                <c:pt idx="251">
                  <c:v>634349.19350000005</c:v>
                </c:pt>
                <c:pt idx="252">
                  <c:v>630427.50950000004</c:v>
                </c:pt>
                <c:pt idx="253">
                  <c:v>608901.79269999999</c:v>
                </c:pt>
                <c:pt idx="254">
                  <c:v>590772.4804</c:v>
                </c:pt>
                <c:pt idx="255">
                  <c:v>544608.50650000002</c:v>
                </c:pt>
                <c:pt idx="256">
                  <c:v>641820.01509999996</c:v>
                </c:pt>
                <c:pt idx="257">
                  <c:v>634120.73250000004</c:v>
                </c:pt>
                <c:pt idx="258">
                  <c:v>628297.1973</c:v>
                </c:pt>
                <c:pt idx="259">
                  <c:v>627881.41850000003</c:v>
                </c:pt>
                <c:pt idx="260">
                  <c:v>599145.8358</c:v>
                </c:pt>
                <c:pt idx="261">
                  <c:v>577868.85080000001</c:v>
                </c:pt>
                <c:pt idx="262">
                  <c:v>637867.4486</c:v>
                </c:pt>
                <c:pt idx="263">
                  <c:v>648661.8541</c:v>
                </c:pt>
                <c:pt idx="264">
                  <c:v>646229.77399999998</c:v>
                </c:pt>
                <c:pt idx="265">
                  <c:v>644509.42229999998</c:v>
                </c:pt>
                <c:pt idx="266">
                  <c:v>638034.32660000003</c:v>
                </c:pt>
                <c:pt idx="267">
                  <c:v>611938.5699</c:v>
                </c:pt>
                <c:pt idx="268">
                  <c:v>611372.43429999996</c:v>
                </c:pt>
                <c:pt idx="269">
                  <c:v>669471.35609999998</c:v>
                </c:pt>
                <c:pt idx="270">
                  <c:v>671310.63390000002</c:v>
                </c:pt>
                <c:pt idx="271">
                  <c:v>643865.5773</c:v>
                </c:pt>
                <c:pt idx="272">
                  <c:v>656746.58829999994</c:v>
                </c:pt>
                <c:pt idx="273">
                  <c:v>649187.56000000006</c:v>
                </c:pt>
                <c:pt idx="274">
                  <c:v>607222.99210000003</c:v>
                </c:pt>
                <c:pt idx="275">
                  <c:v>593656.02769999998</c:v>
                </c:pt>
                <c:pt idx="276">
                  <c:v>654115.89749999996</c:v>
                </c:pt>
                <c:pt idx="277">
                  <c:v>652418.48459999997</c:v>
                </c:pt>
                <c:pt idx="278">
                  <c:v>634633.84699999995</c:v>
                </c:pt>
                <c:pt idx="279">
                  <c:v>655515.15480000002</c:v>
                </c:pt>
                <c:pt idx="280">
                  <c:v>644991.14899999998</c:v>
                </c:pt>
                <c:pt idx="281">
                  <c:v>612220.98670000001</c:v>
                </c:pt>
                <c:pt idx="282">
                  <c:v>593956.10930000001</c:v>
                </c:pt>
                <c:pt idx="283">
                  <c:v>657292.50040000002</c:v>
                </c:pt>
                <c:pt idx="284">
                  <c:v>662557.47019999998</c:v>
                </c:pt>
                <c:pt idx="285">
                  <c:v>620164.48789999995</c:v>
                </c:pt>
                <c:pt idx="286">
                  <c:v>645211.35809999995</c:v>
                </c:pt>
                <c:pt idx="287">
                  <c:v>604459.73970000003</c:v>
                </c:pt>
                <c:pt idx="288">
                  <c:v>604068.72019999998</c:v>
                </c:pt>
                <c:pt idx="289">
                  <c:v>593470.71340000001</c:v>
                </c:pt>
                <c:pt idx="290">
                  <c:v>652985.01800000004</c:v>
                </c:pt>
                <c:pt idx="291">
                  <c:v>655472.18640000001</c:v>
                </c:pt>
                <c:pt idx="292">
                  <c:v>654752.3273</c:v>
                </c:pt>
                <c:pt idx="293">
                  <c:v>660827.60869999998</c:v>
                </c:pt>
                <c:pt idx="294">
                  <c:v>662207.62829999998</c:v>
                </c:pt>
                <c:pt idx="295">
                  <c:v>618794.28480000002</c:v>
                </c:pt>
                <c:pt idx="296">
                  <c:v>567029.13890000002</c:v>
                </c:pt>
                <c:pt idx="297">
                  <c:v>513223.98550000001</c:v>
                </c:pt>
                <c:pt idx="298">
                  <c:v>542261.14439999999</c:v>
                </c:pt>
                <c:pt idx="299">
                  <c:v>517930.85800000001</c:v>
                </c:pt>
                <c:pt idx="300">
                  <c:v>539308.75899999996</c:v>
                </c:pt>
                <c:pt idx="301">
                  <c:v>556864.32369999995</c:v>
                </c:pt>
                <c:pt idx="302">
                  <c:v>556932.90359999996</c:v>
                </c:pt>
                <c:pt idx="303">
                  <c:v>559756.59439999994</c:v>
                </c:pt>
                <c:pt idx="304">
                  <c:v>621658.22979999997</c:v>
                </c:pt>
                <c:pt idx="305">
                  <c:v>641742.65549999999</c:v>
                </c:pt>
                <c:pt idx="306">
                  <c:v>634379.17760000005</c:v>
                </c:pt>
                <c:pt idx="307">
                  <c:v>637923.6703</c:v>
                </c:pt>
                <c:pt idx="308">
                  <c:v>643740.21829999995</c:v>
                </c:pt>
                <c:pt idx="309">
                  <c:v>604389.43850000005</c:v>
                </c:pt>
                <c:pt idx="310">
                  <c:v>574246.64480000001</c:v>
                </c:pt>
                <c:pt idx="311">
                  <c:v>637986.33660000004</c:v>
                </c:pt>
                <c:pt idx="312">
                  <c:v>638821.10719999997</c:v>
                </c:pt>
                <c:pt idx="313">
                  <c:v>636599.10179999995</c:v>
                </c:pt>
                <c:pt idx="314">
                  <c:v>649431.13069999998</c:v>
                </c:pt>
                <c:pt idx="315">
                  <c:v>543434.67139999999</c:v>
                </c:pt>
                <c:pt idx="316">
                  <c:v>587104.8541</c:v>
                </c:pt>
                <c:pt idx="317">
                  <c:v>578656.43660000002</c:v>
                </c:pt>
                <c:pt idx="318">
                  <c:v>640585.21719999996</c:v>
                </c:pt>
                <c:pt idx="319">
                  <c:v>641982.58200000005</c:v>
                </c:pt>
                <c:pt idx="320">
                  <c:v>629589.04110000003</c:v>
                </c:pt>
                <c:pt idx="321">
                  <c:v>630013.69149999996</c:v>
                </c:pt>
                <c:pt idx="322">
                  <c:v>623548.44299999997</c:v>
                </c:pt>
                <c:pt idx="323">
                  <c:v>596857.18200000003</c:v>
                </c:pt>
                <c:pt idx="324">
                  <c:v>579875.72380000004</c:v>
                </c:pt>
                <c:pt idx="325">
                  <c:v>638604.41630000004</c:v>
                </c:pt>
                <c:pt idx="326">
                  <c:v>631846.54399999999</c:v>
                </c:pt>
                <c:pt idx="327">
                  <c:v>652209.01630000002</c:v>
                </c:pt>
                <c:pt idx="328">
                  <c:v>628306.30339999998</c:v>
                </c:pt>
                <c:pt idx="329">
                  <c:v>622961.80460000003</c:v>
                </c:pt>
                <c:pt idx="330">
                  <c:v>589937.89419999998</c:v>
                </c:pt>
                <c:pt idx="331">
                  <c:v>574058.3456</c:v>
                </c:pt>
                <c:pt idx="332">
                  <c:v>636556.83929999999</c:v>
                </c:pt>
                <c:pt idx="333">
                  <c:v>638189.29449999996</c:v>
                </c:pt>
                <c:pt idx="334">
                  <c:v>642215.55070000002</c:v>
                </c:pt>
                <c:pt idx="335">
                  <c:v>637823.1202</c:v>
                </c:pt>
                <c:pt idx="336">
                  <c:v>656451.74190000002</c:v>
                </c:pt>
                <c:pt idx="337">
                  <c:v>602332.17559999996</c:v>
                </c:pt>
                <c:pt idx="338">
                  <c:v>584011.57660000003</c:v>
                </c:pt>
                <c:pt idx="339">
                  <c:v>648294.49919999996</c:v>
                </c:pt>
                <c:pt idx="340">
                  <c:v>644788.42290000001</c:v>
                </c:pt>
                <c:pt idx="341">
                  <c:v>641140.52520000003</c:v>
                </c:pt>
                <c:pt idx="342">
                  <c:v>605420.17249999999</c:v>
                </c:pt>
                <c:pt idx="343">
                  <c:v>625256.83330000006</c:v>
                </c:pt>
                <c:pt idx="344">
                  <c:v>496544.05619999999</c:v>
                </c:pt>
                <c:pt idx="345">
                  <c:v>553464.90560000006</c:v>
                </c:pt>
                <c:pt idx="346">
                  <c:v>641675.91159999999</c:v>
                </c:pt>
                <c:pt idx="347">
                  <c:v>648430.30519999994</c:v>
                </c:pt>
                <c:pt idx="348">
                  <c:v>644761.77399999998</c:v>
                </c:pt>
                <c:pt idx="349">
                  <c:v>636416.1605</c:v>
                </c:pt>
                <c:pt idx="350">
                  <c:v>625080.01069999998</c:v>
                </c:pt>
                <c:pt idx="351">
                  <c:v>594705.41460000002</c:v>
                </c:pt>
                <c:pt idx="352">
                  <c:v>572064.65060000005</c:v>
                </c:pt>
                <c:pt idx="353">
                  <c:v>627528.17590000003</c:v>
                </c:pt>
                <c:pt idx="354">
                  <c:v>621547.20449999999</c:v>
                </c:pt>
                <c:pt idx="355">
                  <c:v>625884.77870000002</c:v>
                </c:pt>
                <c:pt idx="356">
                  <c:v>621768.20689999999</c:v>
                </c:pt>
                <c:pt idx="357">
                  <c:v>616397.6899</c:v>
                </c:pt>
                <c:pt idx="358">
                  <c:v>580993.49939999997</c:v>
                </c:pt>
                <c:pt idx="359">
                  <c:v>558663.50509999995</c:v>
                </c:pt>
                <c:pt idx="360">
                  <c:v>618343.5172</c:v>
                </c:pt>
                <c:pt idx="361">
                  <c:v>617956.24540000001</c:v>
                </c:pt>
                <c:pt idx="362">
                  <c:v>613333.06660000002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1E1-4F20-B019-4C6AAC520B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67271520"/>
        <c:axId val="567272480"/>
      </c:lineChart>
      <c:dateAx>
        <c:axId val="925611775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5612255"/>
        <c:crosses val="autoZero"/>
        <c:auto val="1"/>
        <c:lblOffset val="100"/>
        <c:baseTimeUnit val="days"/>
      </c:dateAx>
      <c:valAx>
        <c:axId val="925612255"/>
        <c:scaling>
          <c:orientation val="minMax"/>
          <c:min val="40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District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5611775"/>
        <c:crosses val="autoZero"/>
        <c:crossBetween val="between"/>
        <c:majorUnit val="10000"/>
      </c:valAx>
      <c:valAx>
        <c:axId val="567272480"/>
        <c:scaling>
          <c:orientation val="minMax"/>
          <c:min val="300000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Total Network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7271520"/>
        <c:crosses val="max"/>
        <c:crossBetween val="between"/>
      </c:valAx>
      <c:dateAx>
        <c:axId val="567271520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567272480"/>
        <c:crosses val="autoZero"/>
        <c:auto val="1"/>
        <c:lblOffset val="100"/>
        <c:baseTimeUnit val="days"/>
        <c:majorUnit val="1"/>
        <c:minorUnit val="1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3G VOICE TRAFFIC(Erl)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1"/>
          <c:order val="1"/>
          <c:tx>
            <c:strRef>
              <c:f>G!$C$1</c:f>
              <c:strCache>
                <c:ptCount val="1"/>
                <c:pt idx="0">
                  <c:v>GAM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numRef>
              <c:f>G!$A$2:$A$364</c:f>
              <c:numCache>
                <c:formatCode>m/d/yyyy</c:formatCode>
                <c:ptCount val="363"/>
                <c:pt idx="0">
                  <c:v>45828</c:v>
                </c:pt>
                <c:pt idx="1">
                  <c:v>45829</c:v>
                </c:pt>
                <c:pt idx="2">
                  <c:v>45830</c:v>
                </c:pt>
                <c:pt idx="3">
                  <c:v>45831</c:v>
                </c:pt>
                <c:pt idx="4">
                  <c:v>45832</c:v>
                </c:pt>
                <c:pt idx="5">
                  <c:v>45833</c:v>
                </c:pt>
                <c:pt idx="6">
                  <c:v>45834</c:v>
                </c:pt>
                <c:pt idx="7">
                  <c:v>45835</c:v>
                </c:pt>
                <c:pt idx="8">
                  <c:v>45836</c:v>
                </c:pt>
                <c:pt idx="9">
                  <c:v>45837</c:v>
                </c:pt>
                <c:pt idx="10">
                  <c:v>45838</c:v>
                </c:pt>
                <c:pt idx="11">
                  <c:v>45839</c:v>
                </c:pt>
                <c:pt idx="12">
                  <c:v>45840</c:v>
                </c:pt>
                <c:pt idx="13">
                  <c:v>45841</c:v>
                </c:pt>
                <c:pt idx="14">
                  <c:v>45842</c:v>
                </c:pt>
                <c:pt idx="15">
                  <c:v>45843</c:v>
                </c:pt>
                <c:pt idx="16">
                  <c:v>45844</c:v>
                </c:pt>
                <c:pt idx="17">
                  <c:v>45845</c:v>
                </c:pt>
                <c:pt idx="18">
                  <c:v>45846</c:v>
                </c:pt>
                <c:pt idx="19">
                  <c:v>45847</c:v>
                </c:pt>
                <c:pt idx="20">
                  <c:v>45848</c:v>
                </c:pt>
                <c:pt idx="21">
                  <c:v>45849</c:v>
                </c:pt>
                <c:pt idx="22">
                  <c:v>45850</c:v>
                </c:pt>
                <c:pt idx="23">
                  <c:v>45851</c:v>
                </c:pt>
                <c:pt idx="24">
                  <c:v>45852</c:v>
                </c:pt>
                <c:pt idx="25">
                  <c:v>45853</c:v>
                </c:pt>
                <c:pt idx="26">
                  <c:v>45854</c:v>
                </c:pt>
                <c:pt idx="27">
                  <c:v>45855</c:v>
                </c:pt>
                <c:pt idx="28">
                  <c:v>45856</c:v>
                </c:pt>
                <c:pt idx="29">
                  <c:v>45857</c:v>
                </c:pt>
                <c:pt idx="30">
                  <c:v>45858</c:v>
                </c:pt>
                <c:pt idx="31">
                  <c:v>45859</c:v>
                </c:pt>
                <c:pt idx="32">
                  <c:v>45860</c:v>
                </c:pt>
                <c:pt idx="33">
                  <c:v>45861</c:v>
                </c:pt>
                <c:pt idx="34">
                  <c:v>45862</c:v>
                </c:pt>
                <c:pt idx="35">
                  <c:v>45863</c:v>
                </c:pt>
                <c:pt idx="36">
                  <c:v>45864</c:v>
                </c:pt>
                <c:pt idx="37">
                  <c:v>45865</c:v>
                </c:pt>
                <c:pt idx="38">
                  <c:v>45866</c:v>
                </c:pt>
                <c:pt idx="39">
                  <c:v>45867</c:v>
                </c:pt>
                <c:pt idx="40">
                  <c:v>45868</c:v>
                </c:pt>
                <c:pt idx="41">
                  <c:v>45869</c:v>
                </c:pt>
                <c:pt idx="42">
                  <c:v>45870</c:v>
                </c:pt>
                <c:pt idx="43">
                  <c:v>45871</c:v>
                </c:pt>
                <c:pt idx="44">
                  <c:v>45872</c:v>
                </c:pt>
                <c:pt idx="45">
                  <c:v>45873</c:v>
                </c:pt>
                <c:pt idx="46">
                  <c:v>45874</c:v>
                </c:pt>
                <c:pt idx="47">
                  <c:v>45875</c:v>
                </c:pt>
                <c:pt idx="48">
                  <c:v>45876</c:v>
                </c:pt>
                <c:pt idx="49">
                  <c:v>45877</c:v>
                </c:pt>
                <c:pt idx="50">
                  <c:v>45878</c:v>
                </c:pt>
                <c:pt idx="51">
                  <c:v>45879</c:v>
                </c:pt>
                <c:pt idx="52">
                  <c:v>45880</c:v>
                </c:pt>
                <c:pt idx="53">
                  <c:v>45881</c:v>
                </c:pt>
                <c:pt idx="54">
                  <c:v>45882</c:v>
                </c:pt>
                <c:pt idx="55">
                  <c:v>45883</c:v>
                </c:pt>
                <c:pt idx="56">
                  <c:v>45884</c:v>
                </c:pt>
                <c:pt idx="57">
                  <c:v>45885</c:v>
                </c:pt>
                <c:pt idx="58">
                  <c:v>45886</c:v>
                </c:pt>
                <c:pt idx="59">
                  <c:v>45887</c:v>
                </c:pt>
                <c:pt idx="60">
                  <c:v>45888</c:v>
                </c:pt>
                <c:pt idx="61">
                  <c:v>45889</c:v>
                </c:pt>
                <c:pt idx="62">
                  <c:v>45890</c:v>
                </c:pt>
                <c:pt idx="63">
                  <c:v>45891</c:v>
                </c:pt>
                <c:pt idx="64">
                  <c:v>45892</c:v>
                </c:pt>
                <c:pt idx="65">
                  <c:v>45893</c:v>
                </c:pt>
                <c:pt idx="66">
                  <c:v>45894</c:v>
                </c:pt>
                <c:pt idx="67">
                  <c:v>45895</c:v>
                </c:pt>
                <c:pt idx="68">
                  <c:v>45896</c:v>
                </c:pt>
                <c:pt idx="69">
                  <c:v>45897</c:v>
                </c:pt>
                <c:pt idx="70">
                  <c:v>45898</c:v>
                </c:pt>
                <c:pt idx="71">
                  <c:v>45899</c:v>
                </c:pt>
                <c:pt idx="72">
                  <c:v>45900</c:v>
                </c:pt>
                <c:pt idx="73">
                  <c:v>45901</c:v>
                </c:pt>
                <c:pt idx="74">
                  <c:v>45902</c:v>
                </c:pt>
                <c:pt idx="75">
                  <c:v>45903</c:v>
                </c:pt>
                <c:pt idx="76">
                  <c:v>45904</c:v>
                </c:pt>
                <c:pt idx="77">
                  <c:v>45905</c:v>
                </c:pt>
                <c:pt idx="78">
                  <c:v>45906</c:v>
                </c:pt>
                <c:pt idx="79">
                  <c:v>45907</c:v>
                </c:pt>
                <c:pt idx="80">
                  <c:v>45908</c:v>
                </c:pt>
                <c:pt idx="81">
                  <c:v>45909</c:v>
                </c:pt>
                <c:pt idx="82">
                  <c:v>45910</c:v>
                </c:pt>
                <c:pt idx="83">
                  <c:v>45911</c:v>
                </c:pt>
                <c:pt idx="84">
                  <c:v>45912</c:v>
                </c:pt>
                <c:pt idx="85">
                  <c:v>45913</c:v>
                </c:pt>
                <c:pt idx="86">
                  <c:v>45914</c:v>
                </c:pt>
                <c:pt idx="87">
                  <c:v>45915</c:v>
                </c:pt>
                <c:pt idx="88">
                  <c:v>45916</c:v>
                </c:pt>
                <c:pt idx="89">
                  <c:v>45917</c:v>
                </c:pt>
                <c:pt idx="90">
                  <c:v>45918</c:v>
                </c:pt>
                <c:pt idx="91">
                  <c:v>45919</c:v>
                </c:pt>
                <c:pt idx="92">
                  <c:v>45920</c:v>
                </c:pt>
                <c:pt idx="93">
                  <c:v>45921</c:v>
                </c:pt>
                <c:pt idx="94">
                  <c:v>45922</c:v>
                </c:pt>
                <c:pt idx="95">
                  <c:v>45923</c:v>
                </c:pt>
                <c:pt idx="96">
                  <c:v>45924</c:v>
                </c:pt>
                <c:pt idx="97">
                  <c:v>45925</c:v>
                </c:pt>
                <c:pt idx="98">
                  <c:v>45926</c:v>
                </c:pt>
                <c:pt idx="99">
                  <c:v>45927</c:v>
                </c:pt>
                <c:pt idx="100">
                  <c:v>45928</c:v>
                </c:pt>
                <c:pt idx="101">
                  <c:v>45929</c:v>
                </c:pt>
                <c:pt idx="102">
                  <c:v>45930</c:v>
                </c:pt>
                <c:pt idx="103">
                  <c:v>45931</c:v>
                </c:pt>
                <c:pt idx="104">
                  <c:v>45932</c:v>
                </c:pt>
                <c:pt idx="105">
                  <c:v>45933</c:v>
                </c:pt>
                <c:pt idx="106">
                  <c:v>45934</c:v>
                </c:pt>
                <c:pt idx="107">
                  <c:v>45935</c:v>
                </c:pt>
                <c:pt idx="108">
                  <c:v>45936</c:v>
                </c:pt>
                <c:pt idx="109">
                  <c:v>45937</c:v>
                </c:pt>
                <c:pt idx="110">
                  <c:v>45938</c:v>
                </c:pt>
                <c:pt idx="111">
                  <c:v>45939</c:v>
                </c:pt>
                <c:pt idx="112">
                  <c:v>45940</c:v>
                </c:pt>
                <c:pt idx="113">
                  <c:v>45941</c:v>
                </c:pt>
                <c:pt idx="114">
                  <c:v>45942</c:v>
                </c:pt>
                <c:pt idx="115">
                  <c:v>45943</c:v>
                </c:pt>
                <c:pt idx="116">
                  <c:v>45944</c:v>
                </c:pt>
                <c:pt idx="117">
                  <c:v>45945</c:v>
                </c:pt>
                <c:pt idx="118">
                  <c:v>45946</c:v>
                </c:pt>
                <c:pt idx="119">
                  <c:v>45947</c:v>
                </c:pt>
                <c:pt idx="120">
                  <c:v>45948</c:v>
                </c:pt>
                <c:pt idx="121">
                  <c:v>45949</c:v>
                </c:pt>
                <c:pt idx="122">
                  <c:v>45950</c:v>
                </c:pt>
                <c:pt idx="123">
                  <c:v>45951</c:v>
                </c:pt>
                <c:pt idx="124">
                  <c:v>45952</c:v>
                </c:pt>
                <c:pt idx="125">
                  <c:v>45953</c:v>
                </c:pt>
                <c:pt idx="126">
                  <c:v>45954</c:v>
                </c:pt>
                <c:pt idx="127">
                  <c:v>45955</c:v>
                </c:pt>
                <c:pt idx="128">
                  <c:v>45956</c:v>
                </c:pt>
                <c:pt idx="129">
                  <c:v>45957</c:v>
                </c:pt>
                <c:pt idx="130">
                  <c:v>45958</c:v>
                </c:pt>
                <c:pt idx="131">
                  <c:v>45959</c:v>
                </c:pt>
                <c:pt idx="132">
                  <c:v>45960</c:v>
                </c:pt>
                <c:pt idx="133">
                  <c:v>45961</c:v>
                </c:pt>
                <c:pt idx="134">
                  <c:v>45962</c:v>
                </c:pt>
                <c:pt idx="135">
                  <c:v>45963</c:v>
                </c:pt>
                <c:pt idx="136">
                  <c:v>45964</c:v>
                </c:pt>
                <c:pt idx="137">
                  <c:v>45965</c:v>
                </c:pt>
                <c:pt idx="138">
                  <c:v>45966</c:v>
                </c:pt>
                <c:pt idx="139">
                  <c:v>45967</c:v>
                </c:pt>
                <c:pt idx="140">
                  <c:v>45968</c:v>
                </c:pt>
                <c:pt idx="141">
                  <c:v>45969</c:v>
                </c:pt>
                <c:pt idx="142">
                  <c:v>45970</c:v>
                </c:pt>
                <c:pt idx="143">
                  <c:v>45971</c:v>
                </c:pt>
                <c:pt idx="144">
                  <c:v>45972</c:v>
                </c:pt>
                <c:pt idx="145">
                  <c:v>45973</c:v>
                </c:pt>
                <c:pt idx="146">
                  <c:v>45974</c:v>
                </c:pt>
                <c:pt idx="147">
                  <c:v>45975</c:v>
                </c:pt>
                <c:pt idx="148">
                  <c:v>45976</c:v>
                </c:pt>
                <c:pt idx="149">
                  <c:v>45977</c:v>
                </c:pt>
                <c:pt idx="150">
                  <c:v>45978</c:v>
                </c:pt>
                <c:pt idx="151">
                  <c:v>45979</c:v>
                </c:pt>
                <c:pt idx="152">
                  <c:v>45980</c:v>
                </c:pt>
                <c:pt idx="153">
                  <c:v>45981</c:v>
                </c:pt>
                <c:pt idx="154">
                  <c:v>45982</c:v>
                </c:pt>
                <c:pt idx="155">
                  <c:v>45983</c:v>
                </c:pt>
                <c:pt idx="156">
                  <c:v>45984</c:v>
                </c:pt>
                <c:pt idx="157">
                  <c:v>45985</c:v>
                </c:pt>
                <c:pt idx="158">
                  <c:v>45986</c:v>
                </c:pt>
                <c:pt idx="159">
                  <c:v>45987</c:v>
                </c:pt>
                <c:pt idx="160">
                  <c:v>45988</c:v>
                </c:pt>
                <c:pt idx="161">
                  <c:v>45989</c:v>
                </c:pt>
                <c:pt idx="162">
                  <c:v>45990</c:v>
                </c:pt>
                <c:pt idx="163">
                  <c:v>45991</c:v>
                </c:pt>
                <c:pt idx="164">
                  <c:v>45992</c:v>
                </c:pt>
                <c:pt idx="165">
                  <c:v>45993</c:v>
                </c:pt>
                <c:pt idx="166">
                  <c:v>45994</c:v>
                </c:pt>
                <c:pt idx="167">
                  <c:v>45995</c:v>
                </c:pt>
                <c:pt idx="168">
                  <c:v>45996</c:v>
                </c:pt>
                <c:pt idx="169">
                  <c:v>45997</c:v>
                </c:pt>
                <c:pt idx="170">
                  <c:v>45998</c:v>
                </c:pt>
                <c:pt idx="171">
                  <c:v>45999</c:v>
                </c:pt>
                <c:pt idx="172">
                  <c:v>46000</c:v>
                </c:pt>
                <c:pt idx="173">
                  <c:v>46001</c:v>
                </c:pt>
                <c:pt idx="174">
                  <c:v>46002</c:v>
                </c:pt>
                <c:pt idx="175">
                  <c:v>46003</c:v>
                </c:pt>
                <c:pt idx="176">
                  <c:v>46004</c:v>
                </c:pt>
                <c:pt idx="177">
                  <c:v>46005</c:v>
                </c:pt>
                <c:pt idx="178">
                  <c:v>46006</c:v>
                </c:pt>
                <c:pt idx="179">
                  <c:v>46007</c:v>
                </c:pt>
                <c:pt idx="180">
                  <c:v>46008</c:v>
                </c:pt>
                <c:pt idx="181">
                  <c:v>46009</c:v>
                </c:pt>
                <c:pt idx="182">
                  <c:v>46010</c:v>
                </c:pt>
                <c:pt idx="183">
                  <c:v>46011</c:v>
                </c:pt>
                <c:pt idx="184">
                  <c:v>46012</c:v>
                </c:pt>
                <c:pt idx="185">
                  <c:v>46013</c:v>
                </c:pt>
                <c:pt idx="186">
                  <c:v>46014</c:v>
                </c:pt>
                <c:pt idx="187">
                  <c:v>46015</c:v>
                </c:pt>
                <c:pt idx="188">
                  <c:v>46016</c:v>
                </c:pt>
                <c:pt idx="189">
                  <c:v>46017</c:v>
                </c:pt>
                <c:pt idx="190">
                  <c:v>46018</c:v>
                </c:pt>
                <c:pt idx="191">
                  <c:v>46019</c:v>
                </c:pt>
                <c:pt idx="192">
                  <c:v>46020</c:v>
                </c:pt>
                <c:pt idx="193">
                  <c:v>46021</c:v>
                </c:pt>
                <c:pt idx="194">
                  <c:v>46022</c:v>
                </c:pt>
                <c:pt idx="195">
                  <c:v>46023</c:v>
                </c:pt>
                <c:pt idx="196">
                  <c:v>46024</c:v>
                </c:pt>
                <c:pt idx="197">
                  <c:v>46025</c:v>
                </c:pt>
                <c:pt idx="198">
                  <c:v>46026</c:v>
                </c:pt>
                <c:pt idx="199">
                  <c:v>46027</c:v>
                </c:pt>
                <c:pt idx="200">
                  <c:v>46028</c:v>
                </c:pt>
                <c:pt idx="201">
                  <c:v>46029</c:v>
                </c:pt>
                <c:pt idx="202">
                  <c:v>46030</c:v>
                </c:pt>
                <c:pt idx="203">
                  <c:v>46031</c:v>
                </c:pt>
                <c:pt idx="204">
                  <c:v>46032</c:v>
                </c:pt>
                <c:pt idx="205">
                  <c:v>46033</c:v>
                </c:pt>
                <c:pt idx="206">
                  <c:v>46034</c:v>
                </c:pt>
                <c:pt idx="207">
                  <c:v>46035</c:v>
                </c:pt>
                <c:pt idx="208">
                  <c:v>46036</c:v>
                </c:pt>
                <c:pt idx="209">
                  <c:v>46037</c:v>
                </c:pt>
                <c:pt idx="210">
                  <c:v>46038</c:v>
                </c:pt>
                <c:pt idx="211">
                  <c:v>46039</c:v>
                </c:pt>
                <c:pt idx="212">
                  <c:v>46040</c:v>
                </c:pt>
                <c:pt idx="213">
                  <c:v>46041</c:v>
                </c:pt>
                <c:pt idx="214">
                  <c:v>46042</c:v>
                </c:pt>
                <c:pt idx="215">
                  <c:v>46043</c:v>
                </c:pt>
                <c:pt idx="216">
                  <c:v>46044</c:v>
                </c:pt>
                <c:pt idx="217">
                  <c:v>46045</c:v>
                </c:pt>
                <c:pt idx="218">
                  <c:v>46046</c:v>
                </c:pt>
                <c:pt idx="219">
                  <c:v>46047</c:v>
                </c:pt>
                <c:pt idx="220">
                  <c:v>46048</c:v>
                </c:pt>
                <c:pt idx="221">
                  <c:v>46049</c:v>
                </c:pt>
                <c:pt idx="222">
                  <c:v>46050</c:v>
                </c:pt>
                <c:pt idx="223">
                  <c:v>46051</c:v>
                </c:pt>
                <c:pt idx="224">
                  <c:v>46052</c:v>
                </c:pt>
                <c:pt idx="225">
                  <c:v>46053</c:v>
                </c:pt>
                <c:pt idx="226">
                  <c:v>46054</c:v>
                </c:pt>
                <c:pt idx="227">
                  <c:v>46055</c:v>
                </c:pt>
                <c:pt idx="228">
                  <c:v>46056</c:v>
                </c:pt>
                <c:pt idx="229">
                  <c:v>46057</c:v>
                </c:pt>
                <c:pt idx="230">
                  <c:v>46058</c:v>
                </c:pt>
                <c:pt idx="231">
                  <c:v>46059</c:v>
                </c:pt>
                <c:pt idx="232">
                  <c:v>46060</c:v>
                </c:pt>
                <c:pt idx="233">
                  <c:v>46061</c:v>
                </c:pt>
                <c:pt idx="234">
                  <c:v>46062</c:v>
                </c:pt>
                <c:pt idx="235">
                  <c:v>46063</c:v>
                </c:pt>
                <c:pt idx="236">
                  <c:v>46064</c:v>
                </c:pt>
                <c:pt idx="237">
                  <c:v>46065</c:v>
                </c:pt>
                <c:pt idx="238">
                  <c:v>46066</c:v>
                </c:pt>
                <c:pt idx="239">
                  <c:v>46067</c:v>
                </c:pt>
                <c:pt idx="240">
                  <c:v>46068</c:v>
                </c:pt>
                <c:pt idx="241">
                  <c:v>46069</c:v>
                </c:pt>
                <c:pt idx="242">
                  <c:v>46070</c:v>
                </c:pt>
                <c:pt idx="243">
                  <c:v>46071</c:v>
                </c:pt>
                <c:pt idx="244">
                  <c:v>46072</c:v>
                </c:pt>
                <c:pt idx="245">
                  <c:v>46073</c:v>
                </c:pt>
                <c:pt idx="246">
                  <c:v>46074</c:v>
                </c:pt>
                <c:pt idx="247">
                  <c:v>46075</c:v>
                </c:pt>
                <c:pt idx="248">
                  <c:v>46076</c:v>
                </c:pt>
                <c:pt idx="249">
                  <c:v>46077</c:v>
                </c:pt>
                <c:pt idx="250">
                  <c:v>46078</c:v>
                </c:pt>
                <c:pt idx="251">
                  <c:v>46079</c:v>
                </c:pt>
                <c:pt idx="252">
                  <c:v>46080</c:v>
                </c:pt>
                <c:pt idx="253">
                  <c:v>46081</c:v>
                </c:pt>
                <c:pt idx="254">
                  <c:v>46082</c:v>
                </c:pt>
                <c:pt idx="255">
                  <c:v>46083</c:v>
                </c:pt>
                <c:pt idx="256">
                  <c:v>46084</c:v>
                </c:pt>
                <c:pt idx="257">
                  <c:v>46085</c:v>
                </c:pt>
                <c:pt idx="258">
                  <c:v>46086</c:v>
                </c:pt>
                <c:pt idx="259">
                  <c:v>46087</c:v>
                </c:pt>
                <c:pt idx="260">
                  <c:v>46088</c:v>
                </c:pt>
                <c:pt idx="261">
                  <c:v>46089</c:v>
                </c:pt>
                <c:pt idx="262">
                  <c:v>46090</c:v>
                </c:pt>
                <c:pt idx="263">
                  <c:v>46091</c:v>
                </c:pt>
                <c:pt idx="264">
                  <c:v>46092</c:v>
                </c:pt>
                <c:pt idx="265">
                  <c:v>46093</c:v>
                </c:pt>
                <c:pt idx="266">
                  <c:v>46094</c:v>
                </c:pt>
                <c:pt idx="267">
                  <c:v>46095</c:v>
                </c:pt>
                <c:pt idx="268">
                  <c:v>46096</c:v>
                </c:pt>
                <c:pt idx="269">
                  <c:v>46097</c:v>
                </c:pt>
                <c:pt idx="270">
                  <c:v>46098</c:v>
                </c:pt>
                <c:pt idx="271">
                  <c:v>46099</c:v>
                </c:pt>
                <c:pt idx="272">
                  <c:v>46100</c:v>
                </c:pt>
                <c:pt idx="273">
                  <c:v>46101</c:v>
                </c:pt>
                <c:pt idx="274">
                  <c:v>46102</c:v>
                </c:pt>
                <c:pt idx="275">
                  <c:v>46103</c:v>
                </c:pt>
                <c:pt idx="276">
                  <c:v>46104</c:v>
                </c:pt>
                <c:pt idx="277">
                  <c:v>46105</c:v>
                </c:pt>
                <c:pt idx="278">
                  <c:v>46106</c:v>
                </c:pt>
                <c:pt idx="279">
                  <c:v>46107</c:v>
                </c:pt>
                <c:pt idx="280">
                  <c:v>46108</c:v>
                </c:pt>
                <c:pt idx="281">
                  <c:v>46109</c:v>
                </c:pt>
                <c:pt idx="282">
                  <c:v>46110</c:v>
                </c:pt>
                <c:pt idx="283">
                  <c:v>46111</c:v>
                </c:pt>
                <c:pt idx="284">
                  <c:v>46112</c:v>
                </c:pt>
                <c:pt idx="285">
                  <c:v>46113</c:v>
                </c:pt>
                <c:pt idx="286">
                  <c:v>46114</c:v>
                </c:pt>
                <c:pt idx="287">
                  <c:v>46115</c:v>
                </c:pt>
                <c:pt idx="288">
                  <c:v>46116</c:v>
                </c:pt>
                <c:pt idx="289">
                  <c:v>46117</c:v>
                </c:pt>
                <c:pt idx="290">
                  <c:v>46118</c:v>
                </c:pt>
                <c:pt idx="291">
                  <c:v>46119</c:v>
                </c:pt>
                <c:pt idx="292">
                  <c:v>46120</c:v>
                </c:pt>
                <c:pt idx="293">
                  <c:v>46121</c:v>
                </c:pt>
                <c:pt idx="294">
                  <c:v>46122</c:v>
                </c:pt>
                <c:pt idx="295">
                  <c:v>46123</c:v>
                </c:pt>
                <c:pt idx="296">
                  <c:v>46124</c:v>
                </c:pt>
                <c:pt idx="297">
                  <c:v>46125</c:v>
                </c:pt>
                <c:pt idx="298">
                  <c:v>46126</c:v>
                </c:pt>
                <c:pt idx="299">
                  <c:v>46127</c:v>
                </c:pt>
                <c:pt idx="300">
                  <c:v>46128</c:v>
                </c:pt>
                <c:pt idx="301">
                  <c:v>46129</c:v>
                </c:pt>
                <c:pt idx="302">
                  <c:v>46130</c:v>
                </c:pt>
                <c:pt idx="303">
                  <c:v>46131</c:v>
                </c:pt>
                <c:pt idx="304">
                  <c:v>46132</c:v>
                </c:pt>
                <c:pt idx="305">
                  <c:v>46133</c:v>
                </c:pt>
                <c:pt idx="306">
                  <c:v>46134</c:v>
                </c:pt>
                <c:pt idx="307">
                  <c:v>46135</c:v>
                </c:pt>
                <c:pt idx="308">
                  <c:v>46136</c:v>
                </c:pt>
                <c:pt idx="309">
                  <c:v>46137</c:v>
                </c:pt>
                <c:pt idx="310">
                  <c:v>46138</c:v>
                </c:pt>
                <c:pt idx="311">
                  <c:v>46139</c:v>
                </c:pt>
                <c:pt idx="312">
                  <c:v>46140</c:v>
                </c:pt>
                <c:pt idx="313">
                  <c:v>46141</c:v>
                </c:pt>
                <c:pt idx="314">
                  <c:v>46142</c:v>
                </c:pt>
                <c:pt idx="315">
                  <c:v>46143</c:v>
                </c:pt>
                <c:pt idx="316">
                  <c:v>46144</c:v>
                </c:pt>
                <c:pt idx="317">
                  <c:v>46145</c:v>
                </c:pt>
                <c:pt idx="318">
                  <c:v>46146</c:v>
                </c:pt>
                <c:pt idx="319">
                  <c:v>46147</c:v>
                </c:pt>
                <c:pt idx="320">
                  <c:v>46148</c:v>
                </c:pt>
                <c:pt idx="321">
                  <c:v>46149</c:v>
                </c:pt>
                <c:pt idx="322">
                  <c:v>46150</c:v>
                </c:pt>
                <c:pt idx="323">
                  <c:v>46151</c:v>
                </c:pt>
                <c:pt idx="324">
                  <c:v>46152</c:v>
                </c:pt>
                <c:pt idx="325">
                  <c:v>46153</c:v>
                </c:pt>
                <c:pt idx="326">
                  <c:v>46154</c:v>
                </c:pt>
                <c:pt idx="327">
                  <c:v>46155</c:v>
                </c:pt>
                <c:pt idx="328">
                  <c:v>46156</c:v>
                </c:pt>
                <c:pt idx="329">
                  <c:v>46157</c:v>
                </c:pt>
                <c:pt idx="330">
                  <c:v>46158</c:v>
                </c:pt>
                <c:pt idx="331">
                  <c:v>46159</c:v>
                </c:pt>
                <c:pt idx="332">
                  <c:v>46160</c:v>
                </c:pt>
                <c:pt idx="333">
                  <c:v>46161</c:v>
                </c:pt>
                <c:pt idx="334">
                  <c:v>46162</c:v>
                </c:pt>
                <c:pt idx="335">
                  <c:v>46163</c:v>
                </c:pt>
                <c:pt idx="336">
                  <c:v>46164</c:v>
                </c:pt>
                <c:pt idx="337">
                  <c:v>46165</c:v>
                </c:pt>
                <c:pt idx="338">
                  <c:v>46166</c:v>
                </c:pt>
                <c:pt idx="339">
                  <c:v>46167</c:v>
                </c:pt>
                <c:pt idx="340">
                  <c:v>46168</c:v>
                </c:pt>
                <c:pt idx="341">
                  <c:v>46169</c:v>
                </c:pt>
                <c:pt idx="342">
                  <c:v>46170</c:v>
                </c:pt>
                <c:pt idx="343">
                  <c:v>46171</c:v>
                </c:pt>
                <c:pt idx="344">
                  <c:v>46172</c:v>
                </c:pt>
                <c:pt idx="345">
                  <c:v>46173</c:v>
                </c:pt>
                <c:pt idx="346">
                  <c:v>46174</c:v>
                </c:pt>
                <c:pt idx="347">
                  <c:v>46175</c:v>
                </c:pt>
                <c:pt idx="348">
                  <c:v>46176</c:v>
                </c:pt>
                <c:pt idx="349">
                  <c:v>46177</c:v>
                </c:pt>
                <c:pt idx="350">
                  <c:v>46178</c:v>
                </c:pt>
                <c:pt idx="351">
                  <c:v>46179</c:v>
                </c:pt>
                <c:pt idx="352">
                  <c:v>46180</c:v>
                </c:pt>
                <c:pt idx="353">
                  <c:v>46181</c:v>
                </c:pt>
                <c:pt idx="354">
                  <c:v>46182</c:v>
                </c:pt>
                <c:pt idx="355">
                  <c:v>46183</c:v>
                </c:pt>
                <c:pt idx="356">
                  <c:v>46184</c:v>
                </c:pt>
                <c:pt idx="357">
                  <c:v>46185</c:v>
                </c:pt>
                <c:pt idx="358">
                  <c:v>46186</c:v>
                </c:pt>
                <c:pt idx="359">
                  <c:v>46187</c:v>
                </c:pt>
                <c:pt idx="360">
                  <c:v>46188</c:v>
                </c:pt>
                <c:pt idx="361">
                  <c:v>46189</c:v>
                </c:pt>
                <c:pt idx="362">
                  <c:v>46190</c:v>
                </c:pt>
              </c:numCache>
            </c:numRef>
          </c:cat>
          <c:val>
            <c:numRef>
              <c:f>G!$C$2:$C$364</c:f>
              <c:numCache>
                <c:formatCode>General</c:formatCode>
                <c:ptCount val="363"/>
                <c:pt idx="0">
                  <c:v>30995.221799999999</c:v>
                </c:pt>
                <c:pt idx="1">
                  <c:v>29109.049800000001</c:v>
                </c:pt>
                <c:pt idx="2">
                  <c:v>27148.244999999999</c:v>
                </c:pt>
                <c:pt idx="3">
                  <c:v>31749.2634</c:v>
                </c:pt>
                <c:pt idx="4">
                  <c:v>30137.994999999999</c:v>
                </c:pt>
                <c:pt idx="5">
                  <c:v>30494.2435</c:v>
                </c:pt>
                <c:pt idx="6">
                  <c:v>29789.878700000001</c:v>
                </c:pt>
                <c:pt idx="7">
                  <c:v>30510.037100000001</c:v>
                </c:pt>
                <c:pt idx="8">
                  <c:v>28676.9005</c:v>
                </c:pt>
                <c:pt idx="9">
                  <c:v>26998.895400000001</c:v>
                </c:pt>
                <c:pt idx="10">
                  <c:v>31190.774700000002</c:v>
                </c:pt>
                <c:pt idx="11">
                  <c:v>30672.452399999998</c:v>
                </c:pt>
                <c:pt idx="12">
                  <c:v>30586.697800000002</c:v>
                </c:pt>
                <c:pt idx="13">
                  <c:v>30764.296200000001</c:v>
                </c:pt>
                <c:pt idx="14">
                  <c:v>30776.467100000002</c:v>
                </c:pt>
                <c:pt idx="15">
                  <c:v>27952.848099999999</c:v>
                </c:pt>
                <c:pt idx="16">
                  <c:v>26209.534899999999</c:v>
                </c:pt>
                <c:pt idx="17">
                  <c:v>29206.222000000002</c:v>
                </c:pt>
                <c:pt idx="18">
                  <c:v>28964.487099999998</c:v>
                </c:pt>
                <c:pt idx="19">
                  <c:v>30003.121899999998</c:v>
                </c:pt>
                <c:pt idx="20">
                  <c:v>24249.459599999998</c:v>
                </c:pt>
                <c:pt idx="21">
                  <c:v>30440.4283</c:v>
                </c:pt>
                <c:pt idx="22">
                  <c:v>27103.109100000001</c:v>
                </c:pt>
                <c:pt idx="23">
                  <c:v>25323.814999999999</c:v>
                </c:pt>
                <c:pt idx="24">
                  <c:v>26514.4352</c:v>
                </c:pt>
                <c:pt idx="25">
                  <c:v>23963.661199999999</c:v>
                </c:pt>
                <c:pt idx="26">
                  <c:v>23438.124299999999</c:v>
                </c:pt>
                <c:pt idx="27">
                  <c:v>23507.831900000001</c:v>
                </c:pt>
                <c:pt idx="28">
                  <c:v>23392.948400000001</c:v>
                </c:pt>
                <c:pt idx="29">
                  <c:v>21695.649300000001</c:v>
                </c:pt>
                <c:pt idx="30">
                  <c:v>20506.142100000001</c:v>
                </c:pt>
                <c:pt idx="31">
                  <c:v>23559.324000000001</c:v>
                </c:pt>
                <c:pt idx="32">
                  <c:v>22560.4866</c:v>
                </c:pt>
                <c:pt idx="33">
                  <c:v>22119.54</c:v>
                </c:pt>
                <c:pt idx="34">
                  <c:v>22681.510600000001</c:v>
                </c:pt>
                <c:pt idx="35">
                  <c:v>22472.6021</c:v>
                </c:pt>
                <c:pt idx="36">
                  <c:v>20634.9833</c:v>
                </c:pt>
                <c:pt idx="37">
                  <c:v>18838.055</c:v>
                </c:pt>
                <c:pt idx="38">
                  <c:v>21281.943800000001</c:v>
                </c:pt>
                <c:pt idx="39">
                  <c:v>15218.542799999999</c:v>
                </c:pt>
                <c:pt idx="40">
                  <c:v>14987.3642</c:v>
                </c:pt>
                <c:pt idx="41">
                  <c:v>15190.6214</c:v>
                </c:pt>
                <c:pt idx="42">
                  <c:v>15261.229499999999</c:v>
                </c:pt>
                <c:pt idx="43">
                  <c:v>13694.216</c:v>
                </c:pt>
                <c:pt idx="44">
                  <c:v>12972.6127</c:v>
                </c:pt>
                <c:pt idx="45">
                  <c:v>14838.7618</c:v>
                </c:pt>
                <c:pt idx="46">
                  <c:v>14841.3478</c:v>
                </c:pt>
                <c:pt idx="47">
                  <c:v>15353.3457</c:v>
                </c:pt>
                <c:pt idx="48">
                  <c:v>15439.2698</c:v>
                </c:pt>
                <c:pt idx="49">
                  <c:v>12344.634599999999</c:v>
                </c:pt>
                <c:pt idx="50">
                  <c:v>13765.9233</c:v>
                </c:pt>
                <c:pt idx="51">
                  <c:v>13745.8341</c:v>
                </c:pt>
                <c:pt idx="52">
                  <c:v>14663.308199999999</c:v>
                </c:pt>
                <c:pt idx="53">
                  <c:v>14578.8176</c:v>
                </c:pt>
                <c:pt idx="54">
                  <c:v>14541.796399999999</c:v>
                </c:pt>
                <c:pt idx="55">
                  <c:v>14349.232099999999</c:v>
                </c:pt>
                <c:pt idx="56">
                  <c:v>14389.542100000001</c:v>
                </c:pt>
                <c:pt idx="57">
                  <c:v>13720.856599999999</c:v>
                </c:pt>
                <c:pt idx="58">
                  <c:v>13138.3112</c:v>
                </c:pt>
                <c:pt idx="59">
                  <c:v>15129.236500000001</c:v>
                </c:pt>
                <c:pt idx="60">
                  <c:v>15118.0934</c:v>
                </c:pt>
                <c:pt idx="61">
                  <c:v>14980.611199999999</c:v>
                </c:pt>
                <c:pt idx="62">
                  <c:v>9327.6327999999994</c:v>
                </c:pt>
                <c:pt idx="63">
                  <c:v>9287.3737000000001</c:v>
                </c:pt>
                <c:pt idx="64">
                  <c:v>8846.7931000000008</c:v>
                </c:pt>
                <c:pt idx="65">
                  <c:v>8501.6903999999995</c:v>
                </c:pt>
                <c:pt idx="66">
                  <c:v>9431.7237000000005</c:v>
                </c:pt>
                <c:pt idx="67">
                  <c:v>9157.6083999999992</c:v>
                </c:pt>
                <c:pt idx="68">
                  <c:v>8992.2597999999998</c:v>
                </c:pt>
                <c:pt idx="69">
                  <c:v>8809.2474999999995</c:v>
                </c:pt>
                <c:pt idx="70">
                  <c:v>8763.5985999999994</c:v>
                </c:pt>
                <c:pt idx="71">
                  <c:v>8647.3425999999999</c:v>
                </c:pt>
                <c:pt idx="72">
                  <c:v>8145.3986999999997</c:v>
                </c:pt>
                <c:pt idx="73">
                  <c:v>9004.2322999999997</c:v>
                </c:pt>
                <c:pt idx="74">
                  <c:v>9021.0578000000005</c:v>
                </c:pt>
                <c:pt idx="75">
                  <c:v>8932.6525999999994</c:v>
                </c:pt>
                <c:pt idx="76">
                  <c:v>9422.9073000000008</c:v>
                </c:pt>
                <c:pt idx="77">
                  <c:v>8050.2380999999996</c:v>
                </c:pt>
                <c:pt idx="78">
                  <c:v>8073.19</c:v>
                </c:pt>
                <c:pt idx="79">
                  <c:v>7128.8958000000002</c:v>
                </c:pt>
                <c:pt idx="80">
                  <c:v>8782.1375000000007</c:v>
                </c:pt>
                <c:pt idx="81">
                  <c:v>8605.6059999999998</c:v>
                </c:pt>
                <c:pt idx="82">
                  <c:v>9079.2893000000004</c:v>
                </c:pt>
                <c:pt idx="83">
                  <c:v>9174.5876000000007</c:v>
                </c:pt>
                <c:pt idx="84">
                  <c:v>8886.8510000000006</c:v>
                </c:pt>
                <c:pt idx="85">
                  <c:v>8446.7042999999994</c:v>
                </c:pt>
                <c:pt idx="86">
                  <c:v>8132.2480999999998</c:v>
                </c:pt>
                <c:pt idx="87">
                  <c:v>8845.1077000000005</c:v>
                </c:pt>
                <c:pt idx="88">
                  <c:v>8636.9999000000007</c:v>
                </c:pt>
                <c:pt idx="89">
                  <c:v>8364.6877999999997</c:v>
                </c:pt>
                <c:pt idx="90">
                  <c:v>8061.2087000000001</c:v>
                </c:pt>
                <c:pt idx="91">
                  <c:v>8123.4521000000004</c:v>
                </c:pt>
                <c:pt idx="92">
                  <c:v>7894.8846000000003</c:v>
                </c:pt>
                <c:pt idx="93">
                  <c:v>7425.9790999999996</c:v>
                </c:pt>
                <c:pt idx="94">
                  <c:v>8446.2828000000009</c:v>
                </c:pt>
                <c:pt idx="95">
                  <c:v>8484.8914000000004</c:v>
                </c:pt>
                <c:pt idx="96">
                  <c:v>8371.8397000000004</c:v>
                </c:pt>
                <c:pt idx="97">
                  <c:v>8303.6589999999997</c:v>
                </c:pt>
                <c:pt idx="98">
                  <c:v>8238.7525000000005</c:v>
                </c:pt>
                <c:pt idx="99">
                  <c:v>7957.8806000000004</c:v>
                </c:pt>
                <c:pt idx="100">
                  <c:v>7632.7187999999996</c:v>
                </c:pt>
                <c:pt idx="101">
                  <c:v>8709.2893999999997</c:v>
                </c:pt>
                <c:pt idx="102">
                  <c:v>8894.61</c:v>
                </c:pt>
                <c:pt idx="103">
                  <c:v>8836.9184000000005</c:v>
                </c:pt>
                <c:pt idx="104">
                  <c:v>8976.2307999999994</c:v>
                </c:pt>
                <c:pt idx="105">
                  <c:v>8832.7065000000002</c:v>
                </c:pt>
                <c:pt idx="106">
                  <c:v>7589.3773000000001</c:v>
                </c:pt>
                <c:pt idx="107">
                  <c:v>7532.6251000000002</c:v>
                </c:pt>
                <c:pt idx="108">
                  <c:v>6990.3697000000002</c:v>
                </c:pt>
                <c:pt idx="109">
                  <c:v>8859.6082999999999</c:v>
                </c:pt>
                <c:pt idx="110">
                  <c:v>8548.5339999999997</c:v>
                </c:pt>
                <c:pt idx="111">
                  <c:v>8808.3796000000002</c:v>
                </c:pt>
                <c:pt idx="112">
                  <c:v>9011.2345999999998</c:v>
                </c:pt>
                <c:pt idx="113">
                  <c:v>8531.0522999999994</c:v>
                </c:pt>
                <c:pt idx="114">
                  <c:v>7963.4278999999997</c:v>
                </c:pt>
                <c:pt idx="115">
                  <c:v>8414.8870000000006</c:v>
                </c:pt>
                <c:pt idx="116">
                  <c:v>8415.2623000000003</c:v>
                </c:pt>
                <c:pt idx="117">
                  <c:v>8199.2759999999998</c:v>
                </c:pt>
                <c:pt idx="118">
                  <c:v>8135.4984999999997</c:v>
                </c:pt>
                <c:pt idx="119">
                  <c:v>8098.5971</c:v>
                </c:pt>
                <c:pt idx="120">
                  <c:v>7812.1062000000002</c:v>
                </c:pt>
                <c:pt idx="121">
                  <c:v>6893.8446000000004</c:v>
                </c:pt>
                <c:pt idx="122">
                  <c:v>7437.4717000000001</c:v>
                </c:pt>
                <c:pt idx="123">
                  <c:v>7779.9354000000003</c:v>
                </c:pt>
                <c:pt idx="124">
                  <c:v>7655.6075000000001</c:v>
                </c:pt>
                <c:pt idx="125">
                  <c:v>7811.7973000000002</c:v>
                </c:pt>
                <c:pt idx="126">
                  <c:v>7685.3955999999998</c:v>
                </c:pt>
                <c:pt idx="127">
                  <c:v>7518.7475000000004</c:v>
                </c:pt>
                <c:pt idx="128">
                  <c:v>7246.6593999999996</c:v>
                </c:pt>
                <c:pt idx="129">
                  <c:v>8107.3774000000003</c:v>
                </c:pt>
                <c:pt idx="130">
                  <c:v>8336.4017999999996</c:v>
                </c:pt>
                <c:pt idx="131">
                  <c:v>8325.8896000000004</c:v>
                </c:pt>
                <c:pt idx="132">
                  <c:v>8620.7674000000006</c:v>
                </c:pt>
                <c:pt idx="133">
                  <c:v>8820.8850000000002</c:v>
                </c:pt>
                <c:pt idx="134">
                  <c:v>8393.0925000000007</c:v>
                </c:pt>
                <c:pt idx="135">
                  <c:v>7819.8719000000001</c:v>
                </c:pt>
                <c:pt idx="136">
                  <c:v>8781.5300999999999</c:v>
                </c:pt>
                <c:pt idx="137">
                  <c:v>8804.9779999999992</c:v>
                </c:pt>
                <c:pt idx="138">
                  <c:v>7093.9476000000004</c:v>
                </c:pt>
                <c:pt idx="139">
                  <c:v>7359.9522999999999</c:v>
                </c:pt>
                <c:pt idx="140">
                  <c:v>8216.8814000000002</c:v>
                </c:pt>
                <c:pt idx="141">
                  <c:v>7976.4741000000004</c:v>
                </c:pt>
                <c:pt idx="142">
                  <c:v>7785.9017000000003</c:v>
                </c:pt>
                <c:pt idx="143">
                  <c:v>8723.6450000000004</c:v>
                </c:pt>
                <c:pt idx="144">
                  <c:v>8642.1465000000007</c:v>
                </c:pt>
                <c:pt idx="145">
                  <c:v>8456.0611000000008</c:v>
                </c:pt>
                <c:pt idx="146">
                  <c:v>8505.7816999999995</c:v>
                </c:pt>
                <c:pt idx="147">
                  <c:v>8392.5481999999993</c:v>
                </c:pt>
                <c:pt idx="148">
                  <c:v>8336.7150000000001</c:v>
                </c:pt>
                <c:pt idx="149">
                  <c:v>7619.1194999999998</c:v>
                </c:pt>
                <c:pt idx="150">
                  <c:v>8214.0133999999998</c:v>
                </c:pt>
                <c:pt idx="151">
                  <c:v>1663.1159</c:v>
                </c:pt>
                <c:pt idx="152">
                  <c:v>1741.2313999999999</c:v>
                </c:pt>
                <c:pt idx="153">
                  <c:v>1637.8783000000001</c:v>
                </c:pt>
                <c:pt idx="154">
                  <c:v>1617.9966999999999</c:v>
                </c:pt>
                <c:pt idx="155">
                  <c:v>1611.6348</c:v>
                </c:pt>
                <c:pt idx="156">
                  <c:v>1533.3209999999999</c:v>
                </c:pt>
                <c:pt idx="157">
                  <c:v>1674.3199</c:v>
                </c:pt>
                <c:pt idx="158">
                  <c:v>0.83120000000000005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0</c:v>
                </c:pt>
                <c:pt idx="220">
                  <c:v>0</c:v>
                </c:pt>
                <c:pt idx="221">
                  <c:v>0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</c:v>
                </c:pt>
                <c:pt idx="228">
                  <c:v>0</c:v>
                </c:pt>
                <c:pt idx="229">
                  <c:v>0</c:v>
                </c:pt>
                <c:pt idx="230">
                  <c:v>0</c:v>
                </c:pt>
                <c:pt idx="231">
                  <c:v>0</c:v>
                </c:pt>
                <c:pt idx="232">
                  <c:v>0</c:v>
                </c:pt>
                <c:pt idx="233">
                  <c:v>0</c:v>
                </c:pt>
                <c:pt idx="234">
                  <c:v>0</c:v>
                </c:pt>
                <c:pt idx="235">
                  <c:v>0</c:v>
                </c:pt>
                <c:pt idx="236">
                  <c:v>0</c:v>
                </c:pt>
                <c:pt idx="237">
                  <c:v>0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  <c:pt idx="250">
                  <c:v>0</c:v>
                </c:pt>
                <c:pt idx="251">
                  <c:v>0</c:v>
                </c:pt>
                <c:pt idx="252">
                  <c:v>0</c:v>
                </c:pt>
                <c:pt idx="253">
                  <c:v>0</c:v>
                </c:pt>
                <c:pt idx="254">
                  <c:v>0</c:v>
                </c:pt>
                <c:pt idx="255">
                  <c:v>0</c:v>
                </c:pt>
                <c:pt idx="256">
                  <c:v>0</c:v>
                </c:pt>
                <c:pt idx="257">
                  <c:v>0</c:v>
                </c:pt>
                <c:pt idx="258">
                  <c:v>0</c:v>
                </c:pt>
                <c:pt idx="259">
                  <c:v>0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0</c:v>
                </c:pt>
                <c:pt idx="264">
                  <c:v>0</c:v>
                </c:pt>
                <c:pt idx="265">
                  <c:v>0</c:v>
                </c:pt>
                <c:pt idx="266">
                  <c:v>0</c:v>
                </c:pt>
                <c:pt idx="267">
                  <c:v>0</c:v>
                </c:pt>
                <c:pt idx="268">
                  <c:v>0</c:v>
                </c:pt>
                <c:pt idx="269">
                  <c:v>0</c:v>
                </c:pt>
                <c:pt idx="270">
                  <c:v>0</c:v>
                </c:pt>
                <c:pt idx="271">
                  <c:v>0</c:v>
                </c:pt>
                <c:pt idx="272">
                  <c:v>0</c:v>
                </c:pt>
                <c:pt idx="273">
                  <c:v>0</c:v>
                </c:pt>
                <c:pt idx="274">
                  <c:v>0</c:v>
                </c:pt>
                <c:pt idx="275">
                  <c:v>0</c:v>
                </c:pt>
                <c:pt idx="276">
                  <c:v>0</c:v>
                </c:pt>
                <c:pt idx="277">
                  <c:v>0</c:v>
                </c:pt>
                <c:pt idx="278">
                  <c:v>0</c:v>
                </c:pt>
                <c:pt idx="279">
                  <c:v>0</c:v>
                </c:pt>
                <c:pt idx="280">
                  <c:v>0</c:v>
                </c:pt>
                <c:pt idx="281">
                  <c:v>0</c:v>
                </c:pt>
                <c:pt idx="282">
                  <c:v>0</c:v>
                </c:pt>
                <c:pt idx="283">
                  <c:v>0</c:v>
                </c:pt>
                <c:pt idx="284">
                  <c:v>0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0</c:v>
                </c:pt>
                <c:pt idx="289">
                  <c:v>0</c:v>
                </c:pt>
                <c:pt idx="290">
                  <c:v>0</c:v>
                </c:pt>
                <c:pt idx="291">
                  <c:v>0</c:v>
                </c:pt>
                <c:pt idx="292">
                  <c:v>0</c:v>
                </c:pt>
                <c:pt idx="293">
                  <c:v>0</c:v>
                </c:pt>
                <c:pt idx="294">
                  <c:v>0</c:v>
                </c:pt>
                <c:pt idx="295">
                  <c:v>0</c:v>
                </c:pt>
                <c:pt idx="296">
                  <c:v>0</c:v>
                </c:pt>
                <c:pt idx="297">
                  <c:v>0</c:v>
                </c:pt>
                <c:pt idx="298">
                  <c:v>0</c:v>
                </c:pt>
                <c:pt idx="299">
                  <c:v>0</c:v>
                </c:pt>
                <c:pt idx="300">
                  <c:v>0</c:v>
                </c:pt>
                <c:pt idx="301">
                  <c:v>0</c:v>
                </c:pt>
                <c:pt idx="302">
                  <c:v>0</c:v>
                </c:pt>
                <c:pt idx="303">
                  <c:v>0</c:v>
                </c:pt>
                <c:pt idx="304">
                  <c:v>0</c:v>
                </c:pt>
                <c:pt idx="305">
                  <c:v>0</c:v>
                </c:pt>
                <c:pt idx="306">
                  <c:v>0</c:v>
                </c:pt>
                <c:pt idx="307">
                  <c:v>0</c:v>
                </c:pt>
                <c:pt idx="308">
                  <c:v>0</c:v>
                </c:pt>
                <c:pt idx="309">
                  <c:v>0</c:v>
                </c:pt>
                <c:pt idx="310">
                  <c:v>0</c:v>
                </c:pt>
                <c:pt idx="311">
                  <c:v>0</c:v>
                </c:pt>
                <c:pt idx="312">
                  <c:v>0</c:v>
                </c:pt>
                <c:pt idx="313">
                  <c:v>0</c:v>
                </c:pt>
                <c:pt idx="314">
                  <c:v>0</c:v>
                </c:pt>
                <c:pt idx="315">
                  <c:v>0</c:v>
                </c:pt>
                <c:pt idx="316">
                  <c:v>0</c:v>
                </c:pt>
                <c:pt idx="317">
                  <c:v>0</c:v>
                </c:pt>
                <c:pt idx="318">
                  <c:v>0</c:v>
                </c:pt>
                <c:pt idx="319">
                  <c:v>0</c:v>
                </c:pt>
                <c:pt idx="320">
                  <c:v>0</c:v>
                </c:pt>
                <c:pt idx="321">
                  <c:v>0</c:v>
                </c:pt>
                <c:pt idx="322">
                  <c:v>0</c:v>
                </c:pt>
                <c:pt idx="323">
                  <c:v>0</c:v>
                </c:pt>
                <c:pt idx="324">
                  <c:v>0</c:v>
                </c:pt>
                <c:pt idx="325">
                  <c:v>0</c:v>
                </c:pt>
                <c:pt idx="326">
                  <c:v>0</c:v>
                </c:pt>
                <c:pt idx="327">
                  <c:v>0</c:v>
                </c:pt>
                <c:pt idx="328">
                  <c:v>0</c:v>
                </c:pt>
                <c:pt idx="329">
                  <c:v>0</c:v>
                </c:pt>
                <c:pt idx="330">
                  <c:v>0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0</c:v>
                </c:pt>
                <c:pt idx="335">
                  <c:v>0</c:v>
                </c:pt>
                <c:pt idx="336">
                  <c:v>0</c:v>
                </c:pt>
                <c:pt idx="337">
                  <c:v>0</c:v>
                </c:pt>
                <c:pt idx="338">
                  <c:v>0</c:v>
                </c:pt>
                <c:pt idx="339">
                  <c:v>0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0</c:v>
                </c:pt>
                <c:pt idx="355">
                  <c:v>0</c:v>
                </c:pt>
                <c:pt idx="356">
                  <c:v>0</c:v>
                </c:pt>
                <c:pt idx="357">
                  <c:v>0</c:v>
                </c:pt>
                <c:pt idx="358">
                  <c:v>0</c:v>
                </c:pt>
                <c:pt idx="359">
                  <c:v>0</c:v>
                </c:pt>
                <c:pt idx="360">
                  <c:v>0</c:v>
                </c:pt>
                <c:pt idx="361">
                  <c:v>0</c:v>
                </c:pt>
                <c:pt idx="362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FA5-4150-BB5E-3E31479BD0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9830079"/>
        <c:axId val="59827679"/>
        <c:extLst>
          <c:ext xmlns:c15="http://schemas.microsoft.com/office/drawing/2012/chart" uri="{02D57815-91ED-43cb-92C2-25804820EDAC}">
            <c15:filteredLine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G!$D$1</c15:sqref>
                        </c15:formulaRef>
                      </c:ext>
                    </c:extLst>
                    <c:strCache>
                      <c:ptCount val="1"/>
                      <c:pt idx="0">
                        <c:v>KEG</c:v>
                      </c:pt>
                    </c:strCache>
                  </c:strRef>
                </c:tx>
                <c:spPr>
                  <a:ln w="28575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G!$A$2:$A$364</c15:sqref>
                        </c15:formulaRef>
                      </c:ext>
                    </c:extLst>
                    <c:numCache>
                      <c:formatCode>m/d/yyyy</c:formatCode>
                      <c:ptCount val="363"/>
                      <c:pt idx="0">
                        <c:v>45828</c:v>
                      </c:pt>
                      <c:pt idx="1">
                        <c:v>45829</c:v>
                      </c:pt>
                      <c:pt idx="2">
                        <c:v>45830</c:v>
                      </c:pt>
                      <c:pt idx="3">
                        <c:v>45831</c:v>
                      </c:pt>
                      <c:pt idx="4">
                        <c:v>45832</c:v>
                      </c:pt>
                      <c:pt idx="5">
                        <c:v>45833</c:v>
                      </c:pt>
                      <c:pt idx="6">
                        <c:v>45834</c:v>
                      </c:pt>
                      <c:pt idx="7">
                        <c:v>45835</c:v>
                      </c:pt>
                      <c:pt idx="8">
                        <c:v>45836</c:v>
                      </c:pt>
                      <c:pt idx="9">
                        <c:v>45837</c:v>
                      </c:pt>
                      <c:pt idx="10">
                        <c:v>45838</c:v>
                      </c:pt>
                      <c:pt idx="11">
                        <c:v>45839</c:v>
                      </c:pt>
                      <c:pt idx="12">
                        <c:v>45840</c:v>
                      </c:pt>
                      <c:pt idx="13">
                        <c:v>45841</c:v>
                      </c:pt>
                      <c:pt idx="14">
                        <c:v>45842</c:v>
                      </c:pt>
                      <c:pt idx="15">
                        <c:v>45843</c:v>
                      </c:pt>
                      <c:pt idx="16">
                        <c:v>45844</c:v>
                      </c:pt>
                      <c:pt idx="17">
                        <c:v>45845</c:v>
                      </c:pt>
                      <c:pt idx="18">
                        <c:v>45846</c:v>
                      </c:pt>
                      <c:pt idx="19">
                        <c:v>45847</c:v>
                      </c:pt>
                      <c:pt idx="20">
                        <c:v>45848</c:v>
                      </c:pt>
                      <c:pt idx="21">
                        <c:v>45849</c:v>
                      </c:pt>
                      <c:pt idx="22">
                        <c:v>45850</c:v>
                      </c:pt>
                      <c:pt idx="23">
                        <c:v>45851</c:v>
                      </c:pt>
                      <c:pt idx="24">
                        <c:v>45852</c:v>
                      </c:pt>
                      <c:pt idx="25">
                        <c:v>45853</c:v>
                      </c:pt>
                      <c:pt idx="26">
                        <c:v>45854</c:v>
                      </c:pt>
                      <c:pt idx="27">
                        <c:v>45855</c:v>
                      </c:pt>
                      <c:pt idx="28">
                        <c:v>45856</c:v>
                      </c:pt>
                      <c:pt idx="29">
                        <c:v>45857</c:v>
                      </c:pt>
                      <c:pt idx="30">
                        <c:v>45858</c:v>
                      </c:pt>
                      <c:pt idx="31">
                        <c:v>45859</c:v>
                      </c:pt>
                      <c:pt idx="32">
                        <c:v>45860</c:v>
                      </c:pt>
                      <c:pt idx="33">
                        <c:v>45861</c:v>
                      </c:pt>
                      <c:pt idx="34">
                        <c:v>45862</c:v>
                      </c:pt>
                      <c:pt idx="35">
                        <c:v>45863</c:v>
                      </c:pt>
                      <c:pt idx="36">
                        <c:v>45864</c:v>
                      </c:pt>
                      <c:pt idx="37">
                        <c:v>45865</c:v>
                      </c:pt>
                      <c:pt idx="38">
                        <c:v>45866</c:v>
                      </c:pt>
                      <c:pt idx="39">
                        <c:v>45867</c:v>
                      </c:pt>
                      <c:pt idx="40">
                        <c:v>45868</c:v>
                      </c:pt>
                      <c:pt idx="41">
                        <c:v>45869</c:v>
                      </c:pt>
                      <c:pt idx="42">
                        <c:v>45870</c:v>
                      </c:pt>
                      <c:pt idx="43">
                        <c:v>45871</c:v>
                      </c:pt>
                      <c:pt idx="44">
                        <c:v>45872</c:v>
                      </c:pt>
                      <c:pt idx="45">
                        <c:v>45873</c:v>
                      </c:pt>
                      <c:pt idx="46">
                        <c:v>45874</c:v>
                      </c:pt>
                      <c:pt idx="47">
                        <c:v>45875</c:v>
                      </c:pt>
                      <c:pt idx="48">
                        <c:v>45876</c:v>
                      </c:pt>
                      <c:pt idx="49">
                        <c:v>45877</c:v>
                      </c:pt>
                      <c:pt idx="50">
                        <c:v>45878</c:v>
                      </c:pt>
                      <c:pt idx="51">
                        <c:v>45879</c:v>
                      </c:pt>
                      <c:pt idx="52">
                        <c:v>45880</c:v>
                      </c:pt>
                      <c:pt idx="53">
                        <c:v>45881</c:v>
                      </c:pt>
                      <c:pt idx="54">
                        <c:v>45882</c:v>
                      </c:pt>
                      <c:pt idx="55">
                        <c:v>45883</c:v>
                      </c:pt>
                      <c:pt idx="56">
                        <c:v>45884</c:v>
                      </c:pt>
                      <c:pt idx="57">
                        <c:v>45885</c:v>
                      </c:pt>
                      <c:pt idx="58">
                        <c:v>45886</c:v>
                      </c:pt>
                      <c:pt idx="59">
                        <c:v>45887</c:v>
                      </c:pt>
                      <c:pt idx="60">
                        <c:v>45888</c:v>
                      </c:pt>
                      <c:pt idx="61">
                        <c:v>45889</c:v>
                      </c:pt>
                      <c:pt idx="62">
                        <c:v>45890</c:v>
                      </c:pt>
                      <c:pt idx="63">
                        <c:v>45891</c:v>
                      </c:pt>
                      <c:pt idx="64">
                        <c:v>45892</c:v>
                      </c:pt>
                      <c:pt idx="65">
                        <c:v>45893</c:v>
                      </c:pt>
                      <c:pt idx="66">
                        <c:v>45894</c:v>
                      </c:pt>
                      <c:pt idx="67">
                        <c:v>45895</c:v>
                      </c:pt>
                      <c:pt idx="68">
                        <c:v>45896</c:v>
                      </c:pt>
                      <c:pt idx="69">
                        <c:v>45897</c:v>
                      </c:pt>
                      <c:pt idx="70">
                        <c:v>45898</c:v>
                      </c:pt>
                      <c:pt idx="71">
                        <c:v>45899</c:v>
                      </c:pt>
                      <c:pt idx="72">
                        <c:v>45900</c:v>
                      </c:pt>
                      <c:pt idx="73">
                        <c:v>45901</c:v>
                      </c:pt>
                      <c:pt idx="74">
                        <c:v>45902</c:v>
                      </c:pt>
                      <c:pt idx="75">
                        <c:v>45903</c:v>
                      </c:pt>
                      <c:pt idx="76">
                        <c:v>45904</c:v>
                      </c:pt>
                      <c:pt idx="77">
                        <c:v>45905</c:v>
                      </c:pt>
                      <c:pt idx="78">
                        <c:v>45906</c:v>
                      </c:pt>
                      <c:pt idx="79">
                        <c:v>45907</c:v>
                      </c:pt>
                      <c:pt idx="80">
                        <c:v>45908</c:v>
                      </c:pt>
                      <c:pt idx="81">
                        <c:v>45909</c:v>
                      </c:pt>
                      <c:pt idx="82">
                        <c:v>45910</c:v>
                      </c:pt>
                      <c:pt idx="83">
                        <c:v>45911</c:v>
                      </c:pt>
                      <c:pt idx="84">
                        <c:v>45912</c:v>
                      </c:pt>
                      <c:pt idx="85">
                        <c:v>45913</c:v>
                      </c:pt>
                      <c:pt idx="86">
                        <c:v>45914</c:v>
                      </c:pt>
                      <c:pt idx="87">
                        <c:v>45915</c:v>
                      </c:pt>
                      <c:pt idx="88">
                        <c:v>45916</c:v>
                      </c:pt>
                      <c:pt idx="89">
                        <c:v>45917</c:v>
                      </c:pt>
                      <c:pt idx="90">
                        <c:v>45918</c:v>
                      </c:pt>
                      <c:pt idx="91">
                        <c:v>45919</c:v>
                      </c:pt>
                      <c:pt idx="92">
                        <c:v>45920</c:v>
                      </c:pt>
                      <c:pt idx="93">
                        <c:v>45921</c:v>
                      </c:pt>
                      <c:pt idx="94">
                        <c:v>45922</c:v>
                      </c:pt>
                      <c:pt idx="95">
                        <c:v>45923</c:v>
                      </c:pt>
                      <c:pt idx="96">
                        <c:v>45924</c:v>
                      </c:pt>
                      <c:pt idx="97">
                        <c:v>45925</c:v>
                      </c:pt>
                      <c:pt idx="98">
                        <c:v>45926</c:v>
                      </c:pt>
                      <c:pt idx="99">
                        <c:v>45927</c:v>
                      </c:pt>
                      <c:pt idx="100">
                        <c:v>45928</c:v>
                      </c:pt>
                      <c:pt idx="101">
                        <c:v>45929</c:v>
                      </c:pt>
                      <c:pt idx="102">
                        <c:v>45930</c:v>
                      </c:pt>
                      <c:pt idx="103">
                        <c:v>45931</c:v>
                      </c:pt>
                      <c:pt idx="104">
                        <c:v>45932</c:v>
                      </c:pt>
                      <c:pt idx="105">
                        <c:v>45933</c:v>
                      </c:pt>
                      <c:pt idx="106">
                        <c:v>45934</c:v>
                      </c:pt>
                      <c:pt idx="107">
                        <c:v>45935</c:v>
                      </c:pt>
                      <c:pt idx="108">
                        <c:v>45936</c:v>
                      </c:pt>
                      <c:pt idx="109">
                        <c:v>45937</c:v>
                      </c:pt>
                      <c:pt idx="110">
                        <c:v>45938</c:v>
                      </c:pt>
                      <c:pt idx="111">
                        <c:v>45939</c:v>
                      </c:pt>
                      <c:pt idx="112">
                        <c:v>45940</c:v>
                      </c:pt>
                      <c:pt idx="113">
                        <c:v>45941</c:v>
                      </c:pt>
                      <c:pt idx="114">
                        <c:v>45942</c:v>
                      </c:pt>
                      <c:pt idx="115">
                        <c:v>45943</c:v>
                      </c:pt>
                      <c:pt idx="116">
                        <c:v>45944</c:v>
                      </c:pt>
                      <c:pt idx="117">
                        <c:v>45945</c:v>
                      </c:pt>
                      <c:pt idx="118">
                        <c:v>45946</c:v>
                      </c:pt>
                      <c:pt idx="119">
                        <c:v>45947</c:v>
                      </c:pt>
                      <c:pt idx="120">
                        <c:v>45948</c:v>
                      </c:pt>
                      <c:pt idx="121">
                        <c:v>45949</c:v>
                      </c:pt>
                      <c:pt idx="122">
                        <c:v>45950</c:v>
                      </c:pt>
                      <c:pt idx="123">
                        <c:v>45951</c:v>
                      </c:pt>
                      <c:pt idx="124">
                        <c:v>45952</c:v>
                      </c:pt>
                      <c:pt idx="125">
                        <c:v>45953</c:v>
                      </c:pt>
                      <c:pt idx="126">
                        <c:v>45954</c:v>
                      </c:pt>
                      <c:pt idx="127">
                        <c:v>45955</c:v>
                      </c:pt>
                      <c:pt idx="128">
                        <c:v>45956</c:v>
                      </c:pt>
                      <c:pt idx="129">
                        <c:v>45957</c:v>
                      </c:pt>
                      <c:pt idx="130">
                        <c:v>45958</c:v>
                      </c:pt>
                      <c:pt idx="131">
                        <c:v>45959</c:v>
                      </c:pt>
                      <c:pt idx="132">
                        <c:v>45960</c:v>
                      </c:pt>
                      <c:pt idx="133">
                        <c:v>45961</c:v>
                      </c:pt>
                      <c:pt idx="134">
                        <c:v>45962</c:v>
                      </c:pt>
                      <c:pt idx="135">
                        <c:v>45963</c:v>
                      </c:pt>
                      <c:pt idx="136">
                        <c:v>45964</c:v>
                      </c:pt>
                      <c:pt idx="137">
                        <c:v>45965</c:v>
                      </c:pt>
                      <c:pt idx="138">
                        <c:v>45966</c:v>
                      </c:pt>
                      <c:pt idx="139">
                        <c:v>45967</c:v>
                      </c:pt>
                      <c:pt idx="140">
                        <c:v>45968</c:v>
                      </c:pt>
                      <c:pt idx="141">
                        <c:v>45969</c:v>
                      </c:pt>
                      <c:pt idx="142">
                        <c:v>45970</c:v>
                      </c:pt>
                      <c:pt idx="143">
                        <c:v>45971</c:v>
                      </c:pt>
                      <c:pt idx="144">
                        <c:v>45972</c:v>
                      </c:pt>
                      <c:pt idx="145">
                        <c:v>45973</c:v>
                      </c:pt>
                      <c:pt idx="146">
                        <c:v>45974</c:v>
                      </c:pt>
                      <c:pt idx="147">
                        <c:v>45975</c:v>
                      </c:pt>
                      <c:pt idx="148">
                        <c:v>45976</c:v>
                      </c:pt>
                      <c:pt idx="149">
                        <c:v>45977</c:v>
                      </c:pt>
                      <c:pt idx="150">
                        <c:v>45978</c:v>
                      </c:pt>
                      <c:pt idx="151">
                        <c:v>45979</c:v>
                      </c:pt>
                      <c:pt idx="152">
                        <c:v>45980</c:v>
                      </c:pt>
                      <c:pt idx="153">
                        <c:v>45981</c:v>
                      </c:pt>
                      <c:pt idx="154">
                        <c:v>45982</c:v>
                      </c:pt>
                      <c:pt idx="155">
                        <c:v>45983</c:v>
                      </c:pt>
                      <c:pt idx="156">
                        <c:v>45984</c:v>
                      </c:pt>
                      <c:pt idx="157">
                        <c:v>45985</c:v>
                      </c:pt>
                      <c:pt idx="158">
                        <c:v>45986</c:v>
                      </c:pt>
                      <c:pt idx="159">
                        <c:v>45987</c:v>
                      </c:pt>
                      <c:pt idx="160">
                        <c:v>45988</c:v>
                      </c:pt>
                      <c:pt idx="161">
                        <c:v>45989</c:v>
                      </c:pt>
                      <c:pt idx="162">
                        <c:v>45990</c:v>
                      </c:pt>
                      <c:pt idx="163">
                        <c:v>45991</c:v>
                      </c:pt>
                      <c:pt idx="164">
                        <c:v>45992</c:v>
                      </c:pt>
                      <c:pt idx="165">
                        <c:v>45993</c:v>
                      </c:pt>
                      <c:pt idx="166">
                        <c:v>45994</c:v>
                      </c:pt>
                      <c:pt idx="167">
                        <c:v>45995</c:v>
                      </c:pt>
                      <c:pt idx="168">
                        <c:v>45996</c:v>
                      </c:pt>
                      <c:pt idx="169">
                        <c:v>45997</c:v>
                      </c:pt>
                      <c:pt idx="170">
                        <c:v>45998</c:v>
                      </c:pt>
                      <c:pt idx="171">
                        <c:v>45999</c:v>
                      </c:pt>
                      <c:pt idx="172">
                        <c:v>46000</c:v>
                      </c:pt>
                      <c:pt idx="173">
                        <c:v>46001</c:v>
                      </c:pt>
                      <c:pt idx="174">
                        <c:v>46002</c:v>
                      </c:pt>
                      <c:pt idx="175">
                        <c:v>46003</c:v>
                      </c:pt>
                      <c:pt idx="176">
                        <c:v>46004</c:v>
                      </c:pt>
                      <c:pt idx="177">
                        <c:v>46005</c:v>
                      </c:pt>
                      <c:pt idx="178">
                        <c:v>46006</c:v>
                      </c:pt>
                      <c:pt idx="179">
                        <c:v>46007</c:v>
                      </c:pt>
                      <c:pt idx="180">
                        <c:v>46008</c:v>
                      </c:pt>
                      <c:pt idx="181">
                        <c:v>46009</c:v>
                      </c:pt>
                      <c:pt idx="182">
                        <c:v>46010</c:v>
                      </c:pt>
                      <c:pt idx="183">
                        <c:v>46011</c:v>
                      </c:pt>
                      <c:pt idx="184">
                        <c:v>46012</c:v>
                      </c:pt>
                      <c:pt idx="185">
                        <c:v>46013</c:v>
                      </c:pt>
                      <c:pt idx="186">
                        <c:v>46014</c:v>
                      </c:pt>
                      <c:pt idx="187">
                        <c:v>46015</c:v>
                      </c:pt>
                      <c:pt idx="188">
                        <c:v>46016</c:v>
                      </c:pt>
                      <c:pt idx="189">
                        <c:v>46017</c:v>
                      </c:pt>
                      <c:pt idx="190">
                        <c:v>46018</c:v>
                      </c:pt>
                      <c:pt idx="191">
                        <c:v>46019</c:v>
                      </c:pt>
                      <c:pt idx="192">
                        <c:v>46020</c:v>
                      </c:pt>
                      <c:pt idx="193">
                        <c:v>46021</c:v>
                      </c:pt>
                      <c:pt idx="194">
                        <c:v>46022</c:v>
                      </c:pt>
                      <c:pt idx="195">
                        <c:v>46023</c:v>
                      </c:pt>
                      <c:pt idx="196">
                        <c:v>46024</c:v>
                      </c:pt>
                      <c:pt idx="197">
                        <c:v>46025</c:v>
                      </c:pt>
                      <c:pt idx="198">
                        <c:v>46026</c:v>
                      </c:pt>
                      <c:pt idx="199">
                        <c:v>46027</c:v>
                      </c:pt>
                      <c:pt idx="200">
                        <c:v>46028</c:v>
                      </c:pt>
                      <c:pt idx="201">
                        <c:v>46029</c:v>
                      </c:pt>
                      <c:pt idx="202">
                        <c:v>46030</c:v>
                      </c:pt>
                      <c:pt idx="203">
                        <c:v>46031</c:v>
                      </c:pt>
                      <c:pt idx="204">
                        <c:v>46032</c:v>
                      </c:pt>
                      <c:pt idx="205">
                        <c:v>46033</c:v>
                      </c:pt>
                      <c:pt idx="206">
                        <c:v>46034</c:v>
                      </c:pt>
                      <c:pt idx="207">
                        <c:v>46035</c:v>
                      </c:pt>
                      <c:pt idx="208">
                        <c:v>46036</c:v>
                      </c:pt>
                      <c:pt idx="209">
                        <c:v>46037</c:v>
                      </c:pt>
                      <c:pt idx="210">
                        <c:v>46038</c:v>
                      </c:pt>
                      <c:pt idx="211">
                        <c:v>46039</c:v>
                      </c:pt>
                      <c:pt idx="212">
                        <c:v>46040</c:v>
                      </c:pt>
                      <c:pt idx="213">
                        <c:v>46041</c:v>
                      </c:pt>
                      <c:pt idx="214">
                        <c:v>46042</c:v>
                      </c:pt>
                      <c:pt idx="215">
                        <c:v>46043</c:v>
                      </c:pt>
                      <c:pt idx="216">
                        <c:v>46044</c:v>
                      </c:pt>
                      <c:pt idx="217">
                        <c:v>46045</c:v>
                      </c:pt>
                      <c:pt idx="218">
                        <c:v>46046</c:v>
                      </c:pt>
                      <c:pt idx="219">
                        <c:v>46047</c:v>
                      </c:pt>
                      <c:pt idx="220">
                        <c:v>46048</c:v>
                      </c:pt>
                      <c:pt idx="221">
                        <c:v>46049</c:v>
                      </c:pt>
                      <c:pt idx="222">
                        <c:v>46050</c:v>
                      </c:pt>
                      <c:pt idx="223">
                        <c:v>46051</c:v>
                      </c:pt>
                      <c:pt idx="224">
                        <c:v>46052</c:v>
                      </c:pt>
                      <c:pt idx="225">
                        <c:v>46053</c:v>
                      </c:pt>
                      <c:pt idx="226">
                        <c:v>46054</c:v>
                      </c:pt>
                      <c:pt idx="227">
                        <c:v>46055</c:v>
                      </c:pt>
                      <c:pt idx="228">
                        <c:v>46056</c:v>
                      </c:pt>
                      <c:pt idx="229">
                        <c:v>46057</c:v>
                      </c:pt>
                      <c:pt idx="230">
                        <c:v>46058</c:v>
                      </c:pt>
                      <c:pt idx="231">
                        <c:v>46059</c:v>
                      </c:pt>
                      <c:pt idx="232">
                        <c:v>46060</c:v>
                      </c:pt>
                      <c:pt idx="233">
                        <c:v>46061</c:v>
                      </c:pt>
                      <c:pt idx="234">
                        <c:v>46062</c:v>
                      </c:pt>
                      <c:pt idx="235">
                        <c:v>46063</c:v>
                      </c:pt>
                      <c:pt idx="236">
                        <c:v>46064</c:v>
                      </c:pt>
                      <c:pt idx="237">
                        <c:v>46065</c:v>
                      </c:pt>
                      <c:pt idx="238">
                        <c:v>46066</c:v>
                      </c:pt>
                      <c:pt idx="239">
                        <c:v>46067</c:v>
                      </c:pt>
                      <c:pt idx="240">
                        <c:v>46068</c:v>
                      </c:pt>
                      <c:pt idx="241">
                        <c:v>46069</c:v>
                      </c:pt>
                      <c:pt idx="242">
                        <c:v>46070</c:v>
                      </c:pt>
                      <c:pt idx="243">
                        <c:v>46071</c:v>
                      </c:pt>
                      <c:pt idx="244">
                        <c:v>46072</c:v>
                      </c:pt>
                      <c:pt idx="245">
                        <c:v>46073</c:v>
                      </c:pt>
                      <c:pt idx="246">
                        <c:v>46074</c:v>
                      </c:pt>
                      <c:pt idx="247">
                        <c:v>46075</c:v>
                      </c:pt>
                      <c:pt idx="248">
                        <c:v>46076</c:v>
                      </c:pt>
                      <c:pt idx="249">
                        <c:v>46077</c:v>
                      </c:pt>
                      <c:pt idx="250">
                        <c:v>46078</c:v>
                      </c:pt>
                      <c:pt idx="251">
                        <c:v>46079</c:v>
                      </c:pt>
                      <c:pt idx="252">
                        <c:v>46080</c:v>
                      </c:pt>
                      <c:pt idx="253">
                        <c:v>46081</c:v>
                      </c:pt>
                      <c:pt idx="254">
                        <c:v>46082</c:v>
                      </c:pt>
                      <c:pt idx="255">
                        <c:v>46083</c:v>
                      </c:pt>
                      <c:pt idx="256">
                        <c:v>46084</c:v>
                      </c:pt>
                      <c:pt idx="257">
                        <c:v>46085</c:v>
                      </c:pt>
                      <c:pt idx="258">
                        <c:v>46086</c:v>
                      </c:pt>
                      <c:pt idx="259">
                        <c:v>46087</c:v>
                      </c:pt>
                      <c:pt idx="260">
                        <c:v>46088</c:v>
                      </c:pt>
                      <c:pt idx="261">
                        <c:v>46089</c:v>
                      </c:pt>
                      <c:pt idx="262">
                        <c:v>46090</c:v>
                      </c:pt>
                      <c:pt idx="263">
                        <c:v>46091</c:v>
                      </c:pt>
                      <c:pt idx="264">
                        <c:v>46092</c:v>
                      </c:pt>
                      <c:pt idx="265">
                        <c:v>46093</c:v>
                      </c:pt>
                      <c:pt idx="266">
                        <c:v>46094</c:v>
                      </c:pt>
                      <c:pt idx="267">
                        <c:v>46095</c:v>
                      </c:pt>
                      <c:pt idx="268">
                        <c:v>46096</c:v>
                      </c:pt>
                      <c:pt idx="269">
                        <c:v>46097</c:v>
                      </c:pt>
                      <c:pt idx="270">
                        <c:v>46098</c:v>
                      </c:pt>
                      <c:pt idx="271">
                        <c:v>46099</c:v>
                      </c:pt>
                      <c:pt idx="272">
                        <c:v>46100</c:v>
                      </c:pt>
                      <c:pt idx="273">
                        <c:v>46101</c:v>
                      </c:pt>
                      <c:pt idx="274">
                        <c:v>46102</c:v>
                      </c:pt>
                      <c:pt idx="275">
                        <c:v>46103</c:v>
                      </c:pt>
                      <c:pt idx="276">
                        <c:v>46104</c:v>
                      </c:pt>
                      <c:pt idx="277">
                        <c:v>46105</c:v>
                      </c:pt>
                      <c:pt idx="278">
                        <c:v>46106</c:v>
                      </c:pt>
                      <c:pt idx="279">
                        <c:v>46107</c:v>
                      </c:pt>
                      <c:pt idx="280">
                        <c:v>46108</c:v>
                      </c:pt>
                      <c:pt idx="281">
                        <c:v>46109</c:v>
                      </c:pt>
                      <c:pt idx="282">
                        <c:v>46110</c:v>
                      </c:pt>
                      <c:pt idx="283">
                        <c:v>46111</c:v>
                      </c:pt>
                      <c:pt idx="284">
                        <c:v>46112</c:v>
                      </c:pt>
                      <c:pt idx="285">
                        <c:v>46113</c:v>
                      </c:pt>
                      <c:pt idx="286">
                        <c:v>46114</c:v>
                      </c:pt>
                      <c:pt idx="287">
                        <c:v>46115</c:v>
                      </c:pt>
                      <c:pt idx="288">
                        <c:v>46116</c:v>
                      </c:pt>
                      <c:pt idx="289">
                        <c:v>46117</c:v>
                      </c:pt>
                      <c:pt idx="290">
                        <c:v>46118</c:v>
                      </c:pt>
                      <c:pt idx="291">
                        <c:v>46119</c:v>
                      </c:pt>
                      <c:pt idx="292">
                        <c:v>46120</c:v>
                      </c:pt>
                      <c:pt idx="293">
                        <c:v>46121</c:v>
                      </c:pt>
                      <c:pt idx="294">
                        <c:v>46122</c:v>
                      </c:pt>
                      <c:pt idx="295">
                        <c:v>46123</c:v>
                      </c:pt>
                      <c:pt idx="296">
                        <c:v>46124</c:v>
                      </c:pt>
                      <c:pt idx="297">
                        <c:v>46125</c:v>
                      </c:pt>
                      <c:pt idx="298">
                        <c:v>46126</c:v>
                      </c:pt>
                      <c:pt idx="299">
                        <c:v>46127</c:v>
                      </c:pt>
                      <c:pt idx="300">
                        <c:v>46128</c:v>
                      </c:pt>
                      <c:pt idx="301">
                        <c:v>46129</c:v>
                      </c:pt>
                      <c:pt idx="302">
                        <c:v>46130</c:v>
                      </c:pt>
                      <c:pt idx="303">
                        <c:v>46131</c:v>
                      </c:pt>
                      <c:pt idx="304">
                        <c:v>46132</c:v>
                      </c:pt>
                      <c:pt idx="305">
                        <c:v>46133</c:v>
                      </c:pt>
                      <c:pt idx="306">
                        <c:v>46134</c:v>
                      </c:pt>
                      <c:pt idx="307">
                        <c:v>46135</c:v>
                      </c:pt>
                      <c:pt idx="308">
                        <c:v>46136</c:v>
                      </c:pt>
                      <c:pt idx="309">
                        <c:v>46137</c:v>
                      </c:pt>
                      <c:pt idx="310">
                        <c:v>46138</c:v>
                      </c:pt>
                      <c:pt idx="311">
                        <c:v>46139</c:v>
                      </c:pt>
                      <c:pt idx="312">
                        <c:v>46140</c:v>
                      </c:pt>
                      <c:pt idx="313">
                        <c:v>46141</c:v>
                      </c:pt>
                      <c:pt idx="314">
                        <c:v>46142</c:v>
                      </c:pt>
                      <c:pt idx="315">
                        <c:v>46143</c:v>
                      </c:pt>
                      <c:pt idx="316">
                        <c:v>46144</c:v>
                      </c:pt>
                      <c:pt idx="317">
                        <c:v>46145</c:v>
                      </c:pt>
                      <c:pt idx="318">
                        <c:v>46146</c:v>
                      </c:pt>
                      <c:pt idx="319">
                        <c:v>46147</c:v>
                      </c:pt>
                      <c:pt idx="320">
                        <c:v>46148</c:v>
                      </c:pt>
                      <c:pt idx="321">
                        <c:v>46149</c:v>
                      </c:pt>
                      <c:pt idx="322">
                        <c:v>46150</c:v>
                      </c:pt>
                      <c:pt idx="323">
                        <c:v>46151</c:v>
                      </c:pt>
                      <c:pt idx="324">
                        <c:v>46152</c:v>
                      </c:pt>
                      <c:pt idx="325">
                        <c:v>46153</c:v>
                      </c:pt>
                      <c:pt idx="326">
                        <c:v>46154</c:v>
                      </c:pt>
                      <c:pt idx="327">
                        <c:v>46155</c:v>
                      </c:pt>
                      <c:pt idx="328">
                        <c:v>46156</c:v>
                      </c:pt>
                      <c:pt idx="329">
                        <c:v>46157</c:v>
                      </c:pt>
                      <c:pt idx="330">
                        <c:v>46158</c:v>
                      </c:pt>
                      <c:pt idx="331">
                        <c:v>46159</c:v>
                      </c:pt>
                      <c:pt idx="332">
                        <c:v>46160</c:v>
                      </c:pt>
                      <c:pt idx="333">
                        <c:v>46161</c:v>
                      </c:pt>
                      <c:pt idx="334">
                        <c:v>46162</c:v>
                      </c:pt>
                      <c:pt idx="335">
                        <c:v>46163</c:v>
                      </c:pt>
                      <c:pt idx="336">
                        <c:v>46164</c:v>
                      </c:pt>
                      <c:pt idx="337">
                        <c:v>46165</c:v>
                      </c:pt>
                      <c:pt idx="338">
                        <c:v>46166</c:v>
                      </c:pt>
                      <c:pt idx="339">
                        <c:v>46167</c:v>
                      </c:pt>
                      <c:pt idx="340">
                        <c:v>46168</c:v>
                      </c:pt>
                      <c:pt idx="341">
                        <c:v>46169</c:v>
                      </c:pt>
                      <c:pt idx="342">
                        <c:v>46170</c:v>
                      </c:pt>
                      <c:pt idx="343">
                        <c:v>46171</c:v>
                      </c:pt>
                      <c:pt idx="344">
                        <c:v>46172</c:v>
                      </c:pt>
                      <c:pt idx="345">
                        <c:v>46173</c:v>
                      </c:pt>
                      <c:pt idx="346">
                        <c:v>46174</c:v>
                      </c:pt>
                      <c:pt idx="347">
                        <c:v>46175</c:v>
                      </c:pt>
                      <c:pt idx="348">
                        <c:v>46176</c:v>
                      </c:pt>
                      <c:pt idx="349">
                        <c:v>46177</c:v>
                      </c:pt>
                      <c:pt idx="350">
                        <c:v>46178</c:v>
                      </c:pt>
                      <c:pt idx="351">
                        <c:v>46179</c:v>
                      </c:pt>
                      <c:pt idx="352">
                        <c:v>46180</c:v>
                      </c:pt>
                      <c:pt idx="353">
                        <c:v>46181</c:v>
                      </c:pt>
                      <c:pt idx="354">
                        <c:v>46182</c:v>
                      </c:pt>
                      <c:pt idx="355">
                        <c:v>46183</c:v>
                      </c:pt>
                      <c:pt idx="356">
                        <c:v>46184</c:v>
                      </c:pt>
                      <c:pt idx="357">
                        <c:v>46185</c:v>
                      </c:pt>
                      <c:pt idx="358">
                        <c:v>46186</c:v>
                      </c:pt>
                      <c:pt idx="359">
                        <c:v>46187</c:v>
                      </c:pt>
                      <c:pt idx="360">
                        <c:v>46188</c:v>
                      </c:pt>
                      <c:pt idx="361">
                        <c:v>46189</c:v>
                      </c:pt>
                      <c:pt idx="362">
                        <c:v>46190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G!$D$2:$D$364</c15:sqref>
                        </c15:formulaRef>
                      </c:ext>
                    </c:extLst>
                    <c:numCache>
                      <c:formatCode>General</c:formatCode>
                      <c:ptCount val="363"/>
                      <c:pt idx="0">
                        <c:v>4022.0864999999999</c:v>
                      </c:pt>
                      <c:pt idx="1">
                        <c:v>3697.0594000000001</c:v>
                      </c:pt>
                      <c:pt idx="2">
                        <c:v>3354.2811999999999</c:v>
                      </c:pt>
                      <c:pt idx="3">
                        <c:v>3962.1493999999998</c:v>
                      </c:pt>
                      <c:pt idx="4">
                        <c:v>3915.6278000000002</c:v>
                      </c:pt>
                      <c:pt idx="5">
                        <c:v>3999.3546999999999</c:v>
                      </c:pt>
                      <c:pt idx="6">
                        <c:v>3911.1464000000001</c:v>
                      </c:pt>
                      <c:pt idx="7">
                        <c:v>3968.3948</c:v>
                      </c:pt>
                      <c:pt idx="8">
                        <c:v>3812.5309999999999</c:v>
                      </c:pt>
                      <c:pt idx="9">
                        <c:v>3616.3986</c:v>
                      </c:pt>
                      <c:pt idx="10">
                        <c:v>4116.5330999999996</c:v>
                      </c:pt>
                      <c:pt idx="11">
                        <c:v>3959.5176999999999</c:v>
                      </c:pt>
                      <c:pt idx="12">
                        <c:v>3980.2995000000001</c:v>
                      </c:pt>
                      <c:pt idx="13">
                        <c:v>4056.7910999999999</c:v>
                      </c:pt>
                      <c:pt idx="14">
                        <c:v>4013.9252999999999</c:v>
                      </c:pt>
                      <c:pt idx="15">
                        <c:v>3902.346</c:v>
                      </c:pt>
                      <c:pt idx="16">
                        <c:v>3666.0455000000002</c:v>
                      </c:pt>
                      <c:pt idx="17">
                        <c:v>4210.4795999999997</c:v>
                      </c:pt>
                      <c:pt idx="18">
                        <c:v>4212.4861000000001</c:v>
                      </c:pt>
                      <c:pt idx="19">
                        <c:v>4510.8801999999996</c:v>
                      </c:pt>
                      <c:pt idx="20">
                        <c:v>3603.9204</c:v>
                      </c:pt>
                      <c:pt idx="21">
                        <c:v>4899.6022999999996</c:v>
                      </c:pt>
                      <c:pt idx="22">
                        <c:v>4176.3962000000001</c:v>
                      </c:pt>
                      <c:pt idx="23">
                        <c:v>3856.9810000000002</c:v>
                      </c:pt>
                      <c:pt idx="24">
                        <c:v>4275.8413</c:v>
                      </c:pt>
                      <c:pt idx="25">
                        <c:v>4173.1107000000002</c:v>
                      </c:pt>
                      <c:pt idx="26">
                        <c:v>4142.6219000000001</c:v>
                      </c:pt>
                      <c:pt idx="27">
                        <c:v>4150.4775</c:v>
                      </c:pt>
                      <c:pt idx="28">
                        <c:v>4215.058</c:v>
                      </c:pt>
                      <c:pt idx="29">
                        <c:v>3871.9911999999999</c:v>
                      </c:pt>
                      <c:pt idx="30">
                        <c:v>3658.8609000000001</c:v>
                      </c:pt>
                      <c:pt idx="31">
                        <c:v>4034.5245</c:v>
                      </c:pt>
                      <c:pt idx="32">
                        <c:v>3917.5662000000002</c:v>
                      </c:pt>
                      <c:pt idx="33">
                        <c:v>3970.3663999999999</c:v>
                      </c:pt>
                      <c:pt idx="34">
                        <c:v>4016.5711999999999</c:v>
                      </c:pt>
                      <c:pt idx="35">
                        <c:v>4089.0176000000001</c:v>
                      </c:pt>
                      <c:pt idx="36">
                        <c:v>3860.0592000000001</c:v>
                      </c:pt>
                      <c:pt idx="37">
                        <c:v>3727.2242000000001</c:v>
                      </c:pt>
                      <c:pt idx="38">
                        <c:v>4136.4213</c:v>
                      </c:pt>
                      <c:pt idx="39">
                        <c:v>4195.2344999999996</c:v>
                      </c:pt>
                      <c:pt idx="40">
                        <c:v>4114.6301999999996</c:v>
                      </c:pt>
                      <c:pt idx="41">
                        <c:v>4167.6921000000002</c:v>
                      </c:pt>
                      <c:pt idx="42">
                        <c:v>4231.4297999999999</c:v>
                      </c:pt>
                      <c:pt idx="43">
                        <c:v>3903.8186999999998</c:v>
                      </c:pt>
                      <c:pt idx="44">
                        <c:v>3650.2501999999999</c:v>
                      </c:pt>
                      <c:pt idx="45">
                        <c:v>4105.0122000000001</c:v>
                      </c:pt>
                      <c:pt idx="46">
                        <c:v>4084.8726999999999</c:v>
                      </c:pt>
                      <c:pt idx="47">
                        <c:v>4190.9459999999999</c:v>
                      </c:pt>
                      <c:pt idx="48">
                        <c:v>4366.7591000000002</c:v>
                      </c:pt>
                      <c:pt idx="49">
                        <c:v>3438.2552999999998</c:v>
                      </c:pt>
                      <c:pt idx="50">
                        <c:v>3944.9726000000001</c:v>
                      </c:pt>
                      <c:pt idx="51">
                        <c:v>3912.3045999999999</c:v>
                      </c:pt>
                      <c:pt idx="52">
                        <c:v>4104.2298000000001</c:v>
                      </c:pt>
                      <c:pt idx="53">
                        <c:v>3958.0369000000001</c:v>
                      </c:pt>
                      <c:pt idx="54">
                        <c:v>4062.9299000000001</c:v>
                      </c:pt>
                      <c:pt idx="55">
                        <c:v>4065.3932</c:v>
                      </c:pt>
                      <c:pt idx="56">
                        <c:v>4001.5144</c:v>
                      </c:pt>
                      <c:pt idx="57">
                        <c:v>3853.7793000000001</c:v>
                      </c:pt>
                      <c:pt idx="58">
                        <c:v>3671.0065</c:v>
                      </c:pt>
                      <c:pt idx="59">
                        <c:v>4103.1010999999999</c:v>
                      </c:pt>
                      <c:pt idx="60">
                        <c:v>4151.2920000000004</c:v>
                      </c:pt>
                      <c:pt idx="61">
                        <c:v>4181.5554000000002</c:v>
                      </c:pt>
                      <c:pt idx="62">
                        <c:v>4195.7173000000003</c:v>
                      </c:pt>
                      <c:pt idx="63">
                        <c:v>4163.3495000000003</c:v>
                      </c:pt>
                      <c:pt idx="64">
                        <c:v>3866.7134000000001</c:v>
                      </c:pt>
                      <c:pt idx="65">
                        <c:v>3837.4279000000001</c:v>
                      </c:pt>
                      <c:pt idx="66">
                        <c:v>4279.5973000000004</c:v>
                      </c:pt>
                      <c:pt idx="67">
                        <c:v>4160.4979000000003</c:v>
                      </c:pt>
                      <c:pt idx="68">
                        <c:v>4109.5216</c:v>
                      </c:pt>
                      <c:pt idx="69">
                        <c:v>4139.7130999999999</c:v>
                      </c:pt>
                      <c:pt idx="70">
                        <c:v>4019.3375000000001</c:v>
                      </c:pt>
                      <c:pt idx="71">
                        <c:v>3953.7006000000001</c:v>
                      </c:pt>
                      <c:pt idx="72">
                        <c:v>3783.9214999999999</c:v>
                      </c:pt>
                      <c:pt idx="73">
                        <c:v>4143.8490000000002</c:v>
                      </c:pt>
                      <c:pt idx="74">
                        <c:v>4183.9431999999997</c:v>
                      </c:pt>
                      <c:pt idx="75">
                        <c:v>4186.1036999999997</c:v>
                      </c:pt>
                      <c:pt idx="76">
                        <c:v>4543.0234</c:v>
                      </c:pt>
                      <c:pt idx="77">
                        <c:v>3861.1219000000001</c:v>
                      </c:pt>
                      <c:pt idx="78">
                        <c:v>3864.877</c:v>
                      </c:pt>
                      <c:pt idx="79">
                        <c:v>3438.7939999999999</c:v>
                      </c:pt>
                      <c:pt idx="80">
                        <c:v>3919.0297</c:v>
                      </c:pt>
                      <c:pt idx="81">
                        <c:v>4080.2510000000002</c:v>
                      </c:pt>
                      <c:pt idx="82">
                        <c:v>4189.268</c:v>
                      </c:pt>
                      <c:pt idx="83">
                        <c:v>4221.9489999999996</c:v>
                      </c:pt>
                      <c:pt idx="84">
                        <c:v>4157.4422000000004</c:v>
                      </c:pt>
                      <c:pt idx="85">
                        <c:v>3920.4706999999999</c:v>
                      </c:pt>
                      <c:pt idx="86">
                        <c:v>3900.6902</c:v>
                      </c:pt>
                      <c:pt idx="87">
                        <c:v>4226.0686999999998</c:v>
                      </c:pt>
                      <c:pt idx="88">
                        <c:v>4105.7209000000003</c:v>
                      </c:pt>
                      <c:pt idx="89">
                        <c:v>3876.9798999999998</c:v>
                      </c:pt>
                      <c:pt idx="90">
                        <c:v>3913.2779999999998</c:v>
                      </c:pt>
                      <c:pt idx="91">
                        <c:v>3832.7397999999998</c:v>
                      </c:pt>
                      <c:pt idx="92">
                        <c:v>3718.9373999999998</c:v>
                      </c:pt>
                      <c:pt idx="93">
                        <c:v>3564.2233000000001</c:v>
                      </c:pt>
                      <c:pt idx="94">
                        <c:v>4056.8620999999998</c:v>
                      </c:pt>
                      <c:pt idx="95">
                        <c:v>3996.8166999999999</c:v>
                      </c:pt>
                      <c:pt idx="96">
                        <c:v>3926.9002999999998</c:v>
                      </c:pt>
                      <c:pt idx="97">
                        <c:v>3982.9258</c:v>
                      </c:pt>
                      <c:pt idx="98">
                        <c:v>3889.2166999999999</c:v>
                      </c:pt>
                      <c:pt idx="99">
                        <c:v>3757.3314999999998</c:v>
                      </c:pt>
                      <c:pt idx="100">
                        <c:v>3707.4791</c:v>
                      </c:pt>
                      <c:pt idx="101">
                        <c:v>4163.2188999999998</c:v>
                      </c:pt>
                      <c:pt idx="102">
                        <c:v>4284.0483999999997</c:v>
                      </c:pt>
                      <c:pt idx="103">
                        <c:v>4237.8011999999999</c:v>
                      </c:pt>
                      <c:pt idx="104">
                        <c:v>4257.3774999999996</c:v>
                      </c:pt>
                      <c:pt idx="105">
                        <c:v>4232.7538000000004</c:v>
                      </c:pt>
                      <c:pt idx="106">
                        <c:v>3844.9657000000002</c:v>
                      </c:pt>
                      <c:pt idx="107">
                        <c:v>3813.6006000000002</c:v>
                      </c:pt>
                      <c:pt idx="108">
                        <c:v>3440.2444999999998</c:v>
                      </c:pt>
                      <c:pt idx="109">
                        <c:v>4248.6572999999999</c:v>
                      </c:pt>
                      <c:pt idx="110">
                        <c:v>4146.8905000000004</c:v>
                      </c:pt>
                      <c:pt idx="111">
                        <c:v>4284.0577000000003</c:v>
                      </c:pt>
                      <c:pt idx="112">
                        <c:v>4305.0183999999999</c:v>
                      </c:pt>
                      <c:pt idx="113">
                        <c:v>4087.8148999999999</c:v>
                      </c:pt>
                      <c:pt idx="114">
                        <c:v>3822.2029000000002</c:v>
                      </c:pt>
                      <c:pt idx="115">
                        <c:v>4081.6087000000002</c:v>
                      </c:pt>
                      <c:pt idx="116">
                        <c:v>4125.2119000000002</c:v>
                      </c:pt>
                      <c:pt idx="117">
                        <c:v>4046.2822000000001</c:v>
                      </c:pt>
                      <c:pt idx="118">
                        <c:v>4033.0515</c:v>
                      </c:pt>
                      <c:pt idx="119">
                        <c:v>3938.4068000000002</c:v>
                      </c:pt>
                      <c:pt idx="120">
                        <c:v>3889.5944</c:v>
                      </c:pt>
                      <c:pt idx="121">
                        <c:v>3535.4776999999999</c:v>
                      </c:pt>
                      <c:pt idx="122">
                        <c:v>3694.2546000000002</c:v>
                      </c:pt>
                      <c:pt idx="123">
                        <c:v>3959.5082000000002</c:v>
                      </c:pt>
                      <c:pt idx="124">
                        <c:v>3951.2381</c:v>
                      </c:pt>
                      <c:pt idx="125">
                        <c:v>3824.2012</c:v>
                      </c:pt>
                      <c:pt idx="126">
                        <c:v>3926.1104999999998</c:v>
                      </c:pt>
                      <c:pt idx="127">
                        <c:v>3873.8044</c:v>
                      </c:pt>
                      <c:pt idx="128">
                        <c:v>3701.7183</c:v>
                      </c:pt>
                      <c:pt idx="129">
                        <c:v>4108.2632000000003</c:v>
                      </c:pt>
                      <c:pt idx="130">
                        <c:v>4163.1623</c:v>
                      </c:pt>
                      <c:pt idx="131">
                        <c:v>4186.6426000000001</c:v>
                      </c:pt>
                      <c:pt idx="132">
                        <c:v>4266.9174000000003</c:v>
                      </c:pt>
                      <c:pt idx="133">
                        <c:v>4395.1207999999997</c:v>
                      </c:pt>
                      <c:pt idx="134">
                        <c:v>4068.1649000000002</c:v>
                      </c:pt>
                      <c:pt idx="135">
                        <c:v>3813.3031999999998</c:v>
                      </c:pt>
                      <c:pt idx="136">
                        <c:v>4400.8608999999997</c:v>
                      </c:pt>
                      <c:pt idx="137">
                        <c:v>4378.3100000000004</c:v>
                      </c:pt>
                      <c:pt idx="138">
                        <c:v>3593.2820999999999</c:v>
                      </c:pt>
                      <c:pt idx="139">
                        <c:v>3753.1781999999998</c:v>
                      </c:pt>
                      <c:pt idx="140">
                        <c:v>4067.8141000000001</c:v>
                      </c:pt>
                      <c:pt idx="141">
                        <c:v>3771.6817000000001</c:v>
                      </c:pt>
                      <c:pt idx="142">
                        <c:v>3716.6641</c:v>
                      </c:pt>
                      <c:pt idx="143">
                        <c:v>4136.5016999999998</c:v>
                      </c:pt>
                      <c:pt idx="144">
                        <c:v>4031.9481999999998</c:v>
                      </c:pt>
                      <c:pt idx="145">
                        <c:v>4065.4126999999999</c:v>
                      </c:pt>
                      <c:pt idx="146">
                        <c:v>4022.5664999999999</c:v>
                      </c:pt>
                      <c:pt idx="147">
                        <c:v>4034.3851</c:v>
                      </c:pt>
                      <c:pt idx="148">
                        <c:v>3937.4816999999998</c:v>
                      </c:pt>
                      <c:pt idx="149">
                        <c:v>3743.4414000000002</c:v>
                      </c:pt>
                      <c:pt idx="150">
                        <c:v>4012.1583000000001</c:v>
                      </c:pt>
                      <c:pt idx="151">
                        <c:v>3658.2851000000001</c:v>
                      </c:pt>
                      <c:pt idx="152">
                        <c:v>3788.9027000000001</c:v>
                      </c:pt>
                      <c:pt idx="153">
                        <c:v>3714.5529000000001</c:v>
                      </c:pt>
                      <c:pt idx="154">
                        <c:v>3635.7667999999999</c:v>
                      </c:pt>
                      <c:pt idx="155">
                        <c:v>3571.9430000000002</c:v>
                      </c:pt>
                      <c:pt idx="156">
                        <c:v>3311.9924999999998</c:v>
                      </c:pt>
                      <c:pt idx="157">
                        <c:v>3695.9421000000002</c:v>
                      </c:pt>
                      <c:pt idx="158">
                        <c:v>3695.3883999999998</c:v>
                      </c:pt>
                      <c:pt idx="159">
                        <c:v>3537.0688</c:v>
                      </c:pt>
                      <c:pt idx="160">
                        <c:v>3624.098</c:v>
                      </c:pt>
                      <c:pt idx="161">
                        <c:v>3406.4567000000002</c:v>
                      </c:pt>
                      <c:pt idx="162">
                        <c:v>2608.3726999999999</c:v>
                      </c:pt>
                      <c:pt idx="163">
                        <c:v>4071.0214000000001</c:v>
                      </c:pt>
                      <c:pt idx="164">
                        <c:v>4204.6466</c:v>
                      </c:pt>
                      <c:pt idx="165">
                        <c:v>4313.0479999999998</c:v>
                      </c:pt>
                      <c:pt idx="166">
                        <c:v>4353.1162000000004</c:v>
                      </c:pt>
                      <c:pt idx="167">
                        <c:v>3624.6306</c:v>
                      </c:pt>
                      <c:pt idx="168">
                        <c:v>4048.2121999999999</c:v>
                      </c:pt>
                      <c:pt idx="169">
                        <c:v>3907.5142999999998</c:v>
                      </c:pt>
                      <c:pt idx="170">
                        <c:v>3632.9429</c:v>
                      </c:pt>
                      <c:pt idx="171">
                        <c:v>4145.6949000000004</c:v>
                      </c:pt>
                      <c:pt idx="172">
                        <c:v>4009.5491999999999</c:v>
                      </c:pt>
                      <c:pt idx="173">
                        <c:v>3916.0210000000002</c:v>
                      </c:pt>
                      <c:pt idx="174">
                        <c:v>3897.6680999999999</c:v>
                      </c:pt>
                      <c:pt idx="175">
                        <c:v>3926.6734999999999</c:v>
                      </c:pt>
                      <c:pt idx="176">
                        <c:v>3729.7424000000001</c:v>
                      </c:pt>
                      <c:pt idx="177">
                        <c:v>3672.3011999999999</c:v>
                      </c:pt>
                      <c:pt idx="178">
                        <c:v>4097.4970000000003</c:v>
                      </c:pt>
                      <c:pt idx="179">
                        <c:v>4075.4526999999998</c:v>
                      </c:pt>
                      <c:pt idx="180">
                        <c:v>4032.8964000000001</c:v>
                      </c:pt>
                      <c:pt idx="181">
                        <c:v>3954.4162999999999</c:v>
                      </c:pt>
                      <c:pt idx="182">
                        <c:v>3858.7779</c:v>
                      </c:pt>
                      <c:pt idx="183">
                        <c:v>3779.3006999999998</c:v>
                      </c:pt>
                      <c:pt idx="184">
                        <c:v>3616.1138999999998</c:v>
                      </c:pt>
                      <c:pt idx="185">
                        <c:v>4087.8078999999998</c:v>
                      </c:pt>
                      <c:pt idx="186">
                        <c:v>4135.1895999999997</c:v>
                      </c:pt>
                      <c:pt idx="187">
                        <c:v>4122.1890999999996</c:v>
                      </c:pt>
                      <c:pt idx="188">
                        <c:v>3528.4214999999999</c:v>
                      </c:pt>
                      <c:pt idx="189">
                        <c:v>4140.1343999999999</c:v>
                      </c:pt>
                      <c:pt idx="190">
                        <c:v>3944.1931</c:v>
                      </c:pt>
                      <c:pt idx="191">
                        <c:v>3781.6896999999999</c:v>
                      </c:pt>
                      <c:pt idx="192">
                        <c:v>4126.6944000000003</c:v>
                      </c:pt>
                      <c:pt idx="193">
                        <c:v>4154.3312999999998</c:v>
                      </c:pt>
                      <c:pt idx="194">
                        <c:v>4274.4930999999997</c:v>
                      </c:pt>
                      <c:pt idx="195">
                        <c:v>4423.5623999999998</c:v>
                      </c:pt>
                      <c:pt idx="196">
                        <c:v>4087.2008000000001</c:v>
                      </c:pt>
                      <c:pt idx="197">
                        <c:v>3368.9686000000002</c:v>
                      </c:pt>
                      <c:pt idx="198">
                        <c:v>3804.0952000000002</c:v>
                      </c:pt>
                      <c:pt idx="199">
                        <c:v>4158.0230000000001</c:v>
                      </c:pt>
                      <c:pt idx="200">
                        <c:v>3965.0005999999998</c:v>
                      </c:pt>
                      <c:pt idx="201">
                        <c:v>3929.6621</c:v>
                      </c:pt>
                      <c:pt idx="202">
                        <c:v>3860.7950000000001</c:v>
                      </c:pt>
                      <c:pt idx="203">
                        <c:v>3937.8670999999999</c:v>
                      </c:pt>
                      <c:pt idx="204">
                        <c:v>3813.7267000000002</c:v>
                      </c:pt>
                      <c:pt idx="205">
                        <c:v>3642.7972</c:v>
                      </c:pt>
                      <c:pt idx="206">
                        <c:v>4109.8585999999996</c:v>
                      </c:pt>
                      <c:pt idx="207">
                        <c:v>4006.7624999999998</c:v>
                      </c:pt>
                      <c:pt idx="208">
                        <c:v>4103.7044999999998</c:v>
                      </c:pt>
                      <c:pt idx="209">
                        <c:v>3667.0727000000002</c:v>
                      </c:pt>
                      <c:pt idx="210">
                        <c:v>4067.4429</c:v>
                      </c:pt>
                      <c:pt idx="211">
                        <c:v>3955.1958</c:v>
                      </c:pt>
                      <c:pt idx="212">
                        <c:v>3844.8445000000002</c:v>
                      </c:pt>
                      <c:pt idx="213">
                        <c:v>4205.9236000000001</c:v>
                      </c:pt>
                      <c:pt idx="214">
                        <c:v>4197.8224</c:v>
                      </c:pt>
                      <c:pt idx="215">
                        <c:v>4078.3444</c:v>
                      </c:pt>
                      <c:pt idx="216">
                        <c:v>4097.8873999999996</c:v>
                      </c:pt>
                      <c:pt idx="217">
                        <c:v>4017.0313000000001</c:v>
                      </c:pt>
                      <c:pt idx="218">
                        <c:v>3839.1210999999998</c:v>
                      </c:pt>
                      <c:pt idx="219">
                        <c:v>3885.5754999999999</c:v>
                      </c:pt>
                      <c:pt idx="220">
                        <c:v>4187.0522000000001</c:v>
                      </c:pt>
                      <c:pt idx="221">
                        <c:v>4060.5970000000002</c:v>
                      </c:pt>
                      <c:pt idx="222">
                        <c:v>4183.7879000000003</c:v>
                      </c:pt>
                      <c:pt idx="223">
                        <c:v>4065.8164000000002</c:v>
                      </c:pt>
                      <c:pt idx="224">
                        <c:v>4039.9007999999999</c:v>
                      </c:pt>
                      <c:pt idx="225">
                        <c:v>3929.4591999999998</c:v>
                      </c:pt>
                      <c:pt idx="226">
                        <c:v>3478.8337999999999</c:v>
                      </c:pt>
                      <c:pt idx="227">
                        <c:v>4192.9947000000002</c:v>
                      </c:pt>
                      <c:pt idx="228">
                        <c:v>4209.5536000000002</c:v>
                      </c:pt>
                      <c:pt idx="229">
                        <c:v>3489.0308</c:v>
                      </c:pt>
                      <c:pt idx="230">
                        <c:v>4139.7245999999996</c:v>
                      </c:pt>
                      <c:pt idx="231">
                        <c:v>4021.3220000000001</c:v>
                      </c:pt>
                      <c:pt idx="232">
                        <c:v>3785.7633000000001</c:v>
                      </c:pt>
                      <c:pt idx="233">
                        <c:v>3723.9245000000001</c:v>
                      </c:pt>
                      <c:pt idx="234">
                        <c:v>4078.5311999999999</c:v>
                      </c:pt>
                      <c:pt idx="235">
                        <c:v>4148.4722000000002</c:v>
                      </c:pt>
                      <c:pt idx="236">
                        <c:v>4193.3816999999999</c:v>
                      </c:pt>
                      <c:pt idx="237">
                        <c:v>4059.203</c:v>
                      </c:pt>
                      <c:pt idx="238">
                        <c:v>4164.9355999999998</c:v>
                      </c:pt>
                      <c:pt idx="239">
                        <c:v>3955.2725999999998</c:v>
                      </c:pt>
                      <c:pt idx="240">
                        <c:v>3770.8020999999999</c:v>
                      </c:pt>
                      <c:pt idx="241">
                        <c:v>4175.1004000000003</c:v>
                      </c:pt>
                      <c:pt idx="242">
                        <c:v>4010.5983999999999</c:v>
                      </c:pt>
                      <c:pt idx="243">
                        <c:v>3921.9917</c:v>
                      </c:pt>
                      <c:pt idx="244">
                        <c:v>3933.5729999999999</c:v>
                      </c:pt>
                      <c:pt idx="245">
                        <c:v>3990.1653999999999</c:v>
                      </c:pt>
                      <c:pt idx="246">
                        <c:v>3657.8398999999999</c:v>
                      </c:pt>
                      <c:pt idx="247">
                        <c:v>3629.9699000000001</c:v>
                      </c:pt>
                      <c:pt idx="248">
                        <c:v>3965.5243</c:v>
                      </c:pt>
                      <c:pt idx="249">
                        <c:v>3922.1570999999999</c:v>
                      </c:pt>
                      <c:pt idx="250">
                        <c:v>4008.8425000000002</c:v>
                      </c:pt>
                      <c:pt idx="251">
                        <c:v>4049.1572999999999</c:v>
                      </c:pt>
                      <c:pt idx="252">
                        <c:v>4085.8589999999999</c:v>
                      </c:pt>
                      <c:pt idx="253">
                        <c:v>4110.9521999999997</c:v>
                      </c:pt>
                      <c:pt idx="254">
                        <c:v>4029.5333000000001</c:v>
                      </c:pt>
                      <c:pt idx="255">
                        <c:v>3529.4270999999999</c:v>
                      </c:pt>
                      <c:pt idx="256">
                        <c:v>4285.5502999999999</c:v>
                      </c:pt>
                      <c:pt idx="257">
                        <c:v>4037.9131000000002</c:v>
                      </c:pt>
                      <c:pt idx="258">
                        <c:v>4115.5600000000004</c:v>
                      </c:pt>
                      <c:pt idx="259">
                        <c:v>4072.5529000000001</c:v>
                      </c:pt>
                      <c:pt idx="260">
                        <c:v>3922.3521999999998</c:v>
                      </c:pt>
                      <c:pt idx="261">
                        <c:v>3927.3730999999998</c:v>
                      </c:pt>
                      <c:pt idx="262">
                        <c:v>4245.2664999999997</c:v>
                      </c:pt>
                      <c:pt idx="263">
                        <c:v>4115.3334999999997</c:v>
                      </c:pt>
                      <c:pt idx="264">
                        <c:v>3843.1550999999999</c:v>
                      </c:pt>
                      <c:pt idx="265">
                        <c:v>4065.5212000000001</c:v>
                      </c:pt>
                      <c:pt idx="266">
                        <c:v>4049.4782</c:v>
                      </c:pt>
                      <c:pt idx="267">
                        <c:v>3993.8474000000001</c:v>
                      </c:pt>
                      <c:pt idx="268">
                        <c:v>4071.4697999999999</c:v>
                      </c:pt>
                      <c:pt idx="269">
                        <c:v>4391.8478999999998</c:v>
                      </c:pt>
                      <c:pt idx="270">
                        <c:v>4376.2983000000004</c:v>
                      </c:pt>
                      <c:pt idx="271">
                        <c:v>4093.5234999999998</c:v>
                      </c:pt>
                      <c:pt idx="272">
                        <c:v>4237.0865000000003</c:v>
                      </c:pt>
                      <c:pt idx="273">
                        <c:v>4254.5727999999999</c:v>
                      </c:pt>
                      <c:pt idx="274">
                        <c:v>3904.7773000000002</c:v>
                      </c:pt>
                      <c:pt idx="275">
                        <c:v>3831.424</c:v>
                      </c:pt>
                      <c:pt idx="276">
                        <c:v>4266.8899000000001</c:v>
                      </c:pt>
                      <c:pt idx="277">
                        <c:v>4096.3994000000002</c:v>
                      </c:pt>
                      <c:pt idx="278">
                        <c:v>4073.0817000000002</c:v>
                      </c:pt>
                      <c:pt idx="279">
                        <c:v>4242.7583000000004</c:v>
                      </c:pt>
                      <c:pt idx="280">
                        <c:v>4169.1677</c:v>
                      </c:pt>
                      <c:pt idx="281">
                        <c:v>4001.3587000000002</c:v>
                      </c:pt>
                      <c:pt idx="282">
                        <c:v>3856.453</c:v>
                      </c:pt>
                      <c:pt idx="283">
                        <c:v>4329.9247999999998</c:v>
                      </c:pt>
                      <c:pt idx="284">
                        <c:v>4306.9112999999998</c:v>
                      </c:pt>
                      <c:pt idx="285">
                        <c:v>3876.9591999999998</c:v>
                      </c:pt>
                      <c:pt idx="286">
                        <c:v>4026.5972000000002</c:v>
                      </c:pt>
                      <c:pt idx="287">
                        <c:v>3591.0565000000001</c:v>
                      </c:pt>
                      <c:pt idx="288">
                        <c:v>3799.7595999999999</c:v>
                      </c:pt>
                      <c:pt idx="289">
                        <c:v>3793.4902000000002</c:v>
                      </c:pt>
                      <c:pt idx="290">
                        <c:v>4115.2156000000004</c:v>
                      </c:pt>
                      <c:pt idx="291">
                        <c:v>4166.2803000000004</c:v>
                      </c:pt>
                      <c:pt idx="292">
                        <c:v>4041.9123</c:v>
                      </c:pt>
                      <c:pt idx="293">
                        <c:v>4319.7483000000002</c:v>
                      </c:pt>
                      <c:pt idx="294">
                        <c:v>4530.1580999999996</c:v>
                      </c:pt>
                      <c:pt idx="295">
                        <c:v>4393.6265000000003</c:v>
                      </c:pt>
                      <c:pt idx="296">
                        <c:v>4020.5987</c:v>
                      </c:pt>
                      <c:pt idx="297">
                        <c:v>3477.1678999999999</c:v>
                      </c:pt>
                      <c:pt idx="298">
                        <c:v>3238.9411</c:v>
                      </c:pt>
                      <c:pt idx="299">
                        <c:v>3417.2896999999998</c:v>
                      </c:pt>
                      <c:pt idx="300">
                        <c:v>3571.308</c:v>
                      </c:pt>
                      <c:pt idx="301">
                        <c:v>3753.0862000000002</c:v>
                      </c:pt>
                      <c:pt idx="302">
                        <c:v>3817.2797</c:v>
                      </c:pt>
                      <c:pt idx="303">
                        <c:v>3711.9816000000001</c:v>
                      </c:pt>
                      <c:pt idx="304">
                        <c:v>3903.4924999999998</c:v>
                      </c:pt>
                      <c:pt idx="305">
                        <c:v>4165.7096000000001</c:v>
                      </c:pt>
                      <c:pt idx="306">
                        <c:v>4015.1646000000001</c:v>
                      </c:pt>
                      <c:pt idx="307">
                        <c:v>3945.1268</c:v>
                      </c:pt>
                      <c:pt idx="308">
                        <c:v>4244.0922</c:v>
                      </c:pt>
                      <c:pt idx="309">
                        <c:v>3791.6336999999999</c:v>
                      </c:pt>
                      <c:pt idx="310">
                        <c:v>3589.9598000000001</c:v>
                      </c:pt>
                      <c:pt idx="311">
                        <c:v>3919.9169000000002</c:v>
                      </c:pt>
                      <c:pt idx="312">
                        <c:v>3941.8182999999999</c:v>
                      </c:pt>
                      <c:pt idx="313">
                        <c:v>3870.0862000000002</c:v>
                      </c:pt>
                      <c:pt idx="314">
                        <c:v>4137.8148000000001</c:v>
                      </c:pt>
                      <c:pt idx="315">
                        <c:v>3278.5835000000002</c:v>
                      </c:pt>
                      <c:pt idx="316">
                        <c:v>3703.3263000000002</c:v>
                      </c:pt>
                      <c:pt idx="317">
                        <c:v>3680.8108999999999</c:v>
                      </c:pt>
                      <c:pt idx="318">
                        <c:v>3977.5967000000001</c:v>
                      </c:pt>
                      <c:pt idx="319">
                        <c:v>4066.0610999999999</c:v>
                      </c:pt>
                      <c:pt idx="320">
                        <c:v>3795.5697</c:v>
                      </c:pt>
                      <c:pt idx="321">
                        <c:v>3724.8928999999998</c:v>
                      </c:pt>
                      <c:pt idx="322">
                        <c:v>3856.8505</c:v>
                      </c:pt>
                      <c:pt idx="323">
                        <c:v>3561.8334</c:v>
                      </c:pt>
                      <c:pt idx="324">
                        <c:v>3546.2779999999998</c:v>
                      </c:pt>
                      <c:pt idx="325">
                        <c:v>3944.5700999999999</c:v>
                      </c:pt>
                      <c:pt idx="326">
                        <c:v>3837.7781</c:v>
                      </c:pt>
                      <c:pt idx="327">
                        <c:v>3852.2619</c:v>
                      </c:pt>
                      <c:pt idx="328">
                        <c:v>3640.7249999999999</c:v>
                      </c:pt>
                      <c:pt idx="329">
                        <c:v>3696.2669000000001</c:v>
                      </c:pt>
                      <c:pt idx="330">
                        <c:v>3478.8620999999998</c:v>
                      </c:pt>
                      <c:pt idx="331">
                        <c:v>3404.6651000000002</c:v>
                      </c:pt>
                      <c:pt idx="332">
                        <c:v>3886.9340999999999</c:v>
                      </c:pt>
                      <c:pt idx="333">
                        <c:v>3781.4926999999998</c:v>
                      </c:pt>
                      <c:pt idx="334">
                        <c:v>3777.2177999999999</c:v>
                      </c:pt>
                      <c:pt idx="335">
                        <c:v>3746.9456</c:v>
                      </c:pt>
                      <c:pt idx="336">
                        <c:v>3968.4877999999999</c:v>
                      </c:pt>
                      <c:pt idx="337">
                        <c:v>3509.15</c:v>
                      </c:pt>
                      <c:pt idx="338">
                        <c:v>3457.0587999999998</c:v>
                      </c:pt>
                      <c:pt idx="339">
                        <c:v>3934.2244000000001</c:v>
                      </c:pt>
                      <c:pt idx="340">
                        <c:v>3985.9947000000002</c:v>
                      </c:pt>
                      <c:pt idx="341">
                        <c:v>4000.3616000000002</c:v>
                      </c:pt>
                      <c:pt idx="342">
                        <c:v>3729.2809000000002</c:v>
                      </c:pt>
                      <c:pt idx="343">
                        <c:v>4155.0982000000004</c:v>
                      </c:pt>
                      <c:pt idx="344">
                        <c:v>3269.2105000000001</c:v>
                      </c:pt>
                      <c:pt idx="345">
                        <c:v>3375.8168999999998</c:v>
                      </c:pt>
                      <c:pt idx="346">
                        <c:v>4129.5685000000003</c:v>
                      </c:pt>
                      <c:pt idx="347">
                        <c:v>3985.7428</c:v>
                      </c:pt>
                      <c:pt idx="348">
                        <c:v>3803.8665000000001</c:v>
                      </c:pt>
                      <c:pt idx="349">
                        <c:v>3744.8465000000001</c:v>
                      </c:pt>
                      <c:pt idx="350">
                        <c:v>3594.8523</c:v>
                      </c:pt>
                      <c:pt idx="351">
                        <c:v>3504.4194000000002</c:v>
                      </c:pt>
                      <c:pt idx="352">
                        <c:v>3305.5502000000001</c:v>
                      </c:pt>
                      <c:pt idx="353">
                        <c:v>3669.0309999999999</c:v>
                      </c:pt>
                      <c:pt idx="354">
                        <c:v>3659.4861999999998</c:v>
                      </c:pt>
                      <c:pt idx="355">
                        <c:v>3729.4175</c:v>
                      </c:pt>
                      <c:pt idx="356">
                        <c:v>3515.9744000000001</c:v>
                      </c:pt>
                      <c:pt idx="357">
                        <c:v>3505.0825</c:v>
                      </c:pt>
                      <c:pt idx="358">
                        <c:v>3425.4259999999999</c:v>
                      </c:pt>
                      <c:pt idx="359">
                        <c:v>3394.1118999999999</c:v>
                      </c:pt>
                      <c:pt idx="360">
                        <c:v>3846.5596</c:v>
                      </c:pt>
                      <c:pt idx="361">
                        <c:v>3709.3708999999999</c:v>
                      </c:pt>
                      <c:pt idx="362">
                        <c:v>3661.4566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2-DFA5-4150-BB5E-3E31479BD08B}"/>
                  </c:ext>
                </c:extLst>
              </c15:ser>
            </c15:filteredLineSeries>
            <c15:filteredLine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G!$E$1</c15:sqref>
                        </c15:formulaRef>
                      </c:ext>
                    </c:extLst>
                    <c:strCache>
                      <c:ptCount val="1"/>
                      <c:pt idx="0">
                        <c:v>PUT</c:v>
                      </c:pt>
                    </c:strCache>
                  </c:strRef>
                </c:tx>
                <c:spPr>
                  <a:ln w="28575" cap="rnd">
                    <a:solidFill>
                      <a:schemeClr val="accent4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G!$A$2:$A$364</c15:sqref>
                        </c15:formulaRef>
                      </c:ext>
                    </c:extLst>
                    <c:numCache>
                      <c:formatCode>m/d/yyyy</c:formatCode>
                      <c:ptCount val="363"/>
                      <c:pt idx="0">
                        <c:v>45828</c:v>
                      </c:pt>
                      <c:pt idx="1">
                        <c:v>45829</c:v>
                      </c:pt>
                      <c:pt idx="2">
                        <c:v>45830</c:v>
                      </c:pt>
                      <c:pt idx="3">
                        <c:v>45831</c:v>
                      </c:pt>
                      <c:pt idx="4">
                        <c:v>45832</c:v>
                      </c:pt>
                      <c:pt idx="5">
                        <c:v>45833</c:v>
                      </c:pt>
                      <c:pt idx="6">
                        <c:v>45834</c:v>
                      </c:pt>
                      <c:pt idx="7">
                        <c:v>45835</c:v>
                      </c:pt>
                      <c:pt idx="8">
                        <c:v>45836</c:v>
                      </c:pt>
                      <c:pt idx="9">
                        <c:v>45837</c:v>
                      </c:pt>
                      <c:pt idx="10">
                        <c:v>45838</c:v>
                      </c:pt>
                      <c:pt idx="11">
                        <c:v>45839</c:v>
                      </c:pt>
                      <c:pt idx="12">
                        <c:v>45840</c:v>
                      </c:pt>
                      <c:pt idx="13">
                        <c:v>45841</c:v>
                      </c:pt>
                      <c:pt idx="14">
                        <c:v>45842</c:v>
                      </c:pt>
                      <c:pt idx="15">
                        <c:v>45843</c:v>
                      </c:pt>
                      <c:pt idx="16">
                        <c:v>45844</c:v>
                      </c:pt>
                      <c:pt idx="17">
                        <c:v>45845</c:v>
                      </c:pt>
                      <c:pt idx="18">
                        <c:v>45846</c:v>
                      </c:pt>
                      <c:pt idx="19">
                        <c:v>45847</c:v>
                      </c:pt>
                      <c:pt idx="20">
                        <c:v>45848</c:v>
                      </c:pt>
                      <c:pt idx="21">
                        <c:v>45849</c:v>
                      </c:pt>
                      <c:pt idx="22">
                        <c:v>45850</c:v>
                      </c:pt>
                      <c:pt idx="23">
                        <c:v>45851</c:v>
                      </c:pt>
                      <c:pt idx="24">
                        <c:v>45852</c:v>
                      </c:pt>
                      <c:pt idx="25">
                        <c:v>45853</c:v>
                      </c:pt>
                      <c:pt idx="26">
                        <c:v>45854</c:v>
                      </c:pt>
                      <c:pt idx="27">
                        <c:v>45855</c:v>
                      </c:pt>
                      <c:pt idx="28">
                        <c:v>45856</c:v>
                      </c:pt>
                      <c:pt idx="29">
                        <c:v>45857</c:v>
                      </c:pt>
                      <c:pt idx="30">
                        <c:v>45858</c:v>
                      </c:pt>
                      <c:pt idx="31">
                        <c:v>45859</c:v>
                      </c:pt>
                      <c:pt idx="32">
                        <c:v>45860</c:v>
                      </c:pt>
                      <c:pt idx="33">
                        <c:v>45861</c:v>
                      </c:pt>
                      <c:pt idx="34">
                        <c:v>45862</c:v>
                      </c:pt>
                      <c:pt idx="35">
                        <c:v>45863</c:v>
                      </c:pt>
                      <c:pt idx="36">
                        <c:v>45864</c:v>
                      </c:pt>
                      <c:pt idx="37">
                        <c:v>45865</c:v>
                      </c:pt>
                      <c:pt idx="38">
                        <c:v>45866</c:v>
                      </c:pt>
                      <c:pt idx="39">
                        <c:v>45867</c:v>
                      </c:pt>
                      <c:pt idx="40">
                        <c:v>45868</c:v>
                      </c:pt>
                      <c:pt idx="41">
                        <c:v>45869</c:v>
                      </c:pt>
                      <c:pt idx="42">
                        <c:v>45870</c:v>
                      </c:pt>
                      <c:pt idx="43">
                        <c:v>45871</c:v>
                      </c:pt>
                      <c:pt idx="44">
                        <c:v>45872</c:v>
                      </c:pt>
                      <c:pt idx="45">
                        <c:v>45873</c:v>
                      </c:pt>
                      <c:pt idx="46">
                        <c:v>45874</c:v>
                      </c:pt>
                      <c:pt idx="47">
                        <c:v>45875</c:v>
                      </c:pt>
                      <c:pt idx="48">
                        <c:v>45876</c:v>
                      </c:pt>
                      <c:pt idx="49">
                        <c:v>45877</c:v>
                      </c:pt>
                      <c:pt idx="50">
                        <c:v>45878</c:v>
                      </c:pt>
                      <c:pt idx="51">
                        <c:v>45879</c:v>
                      </c:pt>
                      <c:pt idx="52">
                        <c:v>45880</c:v>
                      </c:pt>
                      <c:pt idx="53">
                        <c:v>45881</c:v>
                      </c:pt>
                      <c:pt idx="54">
                        <c:v>45882</c:v>
                      </c:pt>
                      <c:pt idx="55">
                        <c:v>45883</c:v>
                      </c:pt>
                      <c:pt idx="56">
                        <c:v>45884</c:v>
                      </c:pt>
                      <c:pt idx="57">
                        <c:v>45885</c:v>
                      </c:pt>
                      <c:pt idx="58">
                        <c:v>45886</c:v>
                      </c:pt>
                      <c:pt idx="59">
                        <c:v>45887</c:v>
                      </c:pt>
                      <c:pt idx="60">
                        <c:v>45888</c:v>
                      </c:pt>
                      <c:pt idx="61">
                        <c:v>45889</c:v>
                      </c:pt>
                      <c:pt idx="62">
                        <c:v>45890</c:v>
                      </c:pt>
                      <c:pt idx="63">
                        <c:v>45891</c:v>
                      </c:pt>
                      <c:pt idx="64">
                        <c:v>45892</c:v>
                      </c:pt>
                      <c:pt idx="65">
                        <c:v>45893</c:v>
                      </c:pt>
                      <c:pt idx="66">
                        <c:v>45894</c:v>
                      </c:pt>
                      <c:pt idx="67">
                        <c:v>45895</c:v>
                      </c:pt>
                      <c:pt idx="68">
                        <c:v>45896</c:v>
                      </c:pt>
                      <c:pt idx="69">
                        <c:v>45897</c:v>
                      </c:pt>
                      <c:pt idx="70">
                        <c:v>45898</c:v>
                      </c:pt>
                      <c:pt idx="71">
                        <c:v>45899</c:v>
                      </c:pt>
                      <c:pt idx="72">
                        <c:v>45900</c:v>
                      </c:pt>
                      <c:pt idx="73">
                        <c:v>45901</c:v>
                      </c:pt>
                      <c:pt idx="74">
                        <c:v>45902</c:v>
                      </c:pt>
                      <c:pt idx="75">
                        <c:v>45903</c:v>
                      </c:pt>
                      <c:pt idx="76">
                        <c:v>45904</c:v>
                      </c:pt>
                      <c:pt idx="77">
                        <c:v>45905</c:v>
                      </c:pt>
                      <c:pt idx="78">
                        <c:v>45906</c:v>
                      </c:pt>
                      <c:pt idx="79">
                        <c:v>45907</c:v>
                      </c:pt>
                      <c:pt idx="80">
                        <c:v>45908</c:v>
                      </c:pt>
                      <c:pt idx="81">
                        <c:v>45909</c:v>
                      </c:pt>
                      <c:pt idx="82">
                        <c:v>45910</c:v>
                      </c:pt>
                      <c:pt idx="83">
                        <c:v>45911</c:v>
                      </c:pt>
                      <c:pt idx="84">
                        <c:v>45912</c:v>
                      </c:pt>
                      <c:pt idx="85">
                        <c:v>45913</c:v>
                      </c:pt>
                      <c:pt idx="86">
                        <c:v>45914</c:v>
                      </c:pt>
                      <c:pt idx="87">
                        <c:v>45915</c:v>
                      </c:pt>
                      <c:pt idx="88">
                        <c:v>45916</c:v>
                      </c:pt>
                      <c:pt idx="89">
                        <c:v>45917</c:v>
                      </c:pt>
                      <c:pt idx="90">
                        <c:v>45918</c:v>
                      </c:pt>
                      <c:pt idx="91">
                        <c:v>45919</c:v>
                      </c:pt>
                      <c:pt idx="92">
                        <c:v>45920</c:v>
                      </c:pt>
                      <c:pt idx="93">
                        <c:v>45921</c:v>
                      </c:pt>
                      <c:pt idx="94">
                        <c:v>45922</c:v>
                      </c:pt>
                      <c:pt idx="95">
                        <c:v>45923</c:v>
                      </c:pt>
                      <c:pt idx="96">
                        <c:v>45924</c:v>
                      </c:pt>
                      <c:pt idx="97">
                        <c:v>45925</c:v>
                      </c:pt>
                      <c:pt idx="98">
                        <c:v>45926</c:v>
                      </c:pt>
                      <c:pt idx="99">
                        <c:v>45927</c:v>
                      </c:pt>
                      <c:pt idx="100">
                        <c:v>45928</c:v>
                      </c:pt>
                      <c:pt idx="101">
                        <c:v>45929</c:v>
                      </c:pt>
                      <c:pt idx="102">
                        <c:v>45930</c:v>
                      </c:pt>
                      <c:pt idx="103">
                        <c:v>45931</c:v>
                      </c:pt>
                      <c:pt idx="104">
                        <c:v>45932</c:v>
                      </c:pt>
                      <c:pt idx="105">
                        <c:v>45933</c:v>
                      </c:pt>
                      <c:pt idx="106">
                        <c:v>45934</c:v>
                      </c:pt>
                      <c:pt idx="107">
                        <c:v>45935</c:v>
                      </c:pt>
                      <c:pt idx="108">
                        <c:v>45936</c:v>
                      </c:pt>
                      <c:pt idx="109">
                        <c:v>45937</c:v>
                      </c:pt>
                      <c:pt idx="110">
                        <c:v>45938</c:v>
                      </c:pt>
                      <c:pt idx="111">
                        <c:v>45939</c:v>
                      </c:pt>
                      <c:pt idx="112">
                        <c:v>45940</c:v>
                      </c:pt>
                      <c:pt idx="113">
                        <c:v>45941</c:v>
                      </c:pt>
                      <c:pt idx="114">
                        <c:v>45942</c:v>
                      </c:pt>
                      <c:pt idx="115">
                        <c:v>45943</c:v>
                      </c:pt>
                      <c:pt idx="116">
                        <c:v>45944</c:v>
                      </c:pt>
                      <c:pt idx="117">
                        <c:v>45945</c:v>
                      </c:pt>
                      <c:pt idx="118">
                        <c:v>45946</c:v>
                      </c:pt>
                      <c:pt idx="119">
                        <c:v>45947</c:v>
                      </c:pt>
                      <c:pt idx="120">
                        <c:v>45948</c:v>
                      </c:pt>
                      <c:pt idx="121">
                        <c:v>45949</c:v>
                      </c:pt>
                      <c:pt idx="122">
                        <c:v>45950</c:v>
                      </c:pt>
                      <c:pt idx="123">
                        <c:v>45951</c:v>
                      </c:pt>
                      <c:pt idx="124">
                        <c:v>45952</c:v>
                      </c:pt>
                      <c:pt idx="125">
                        <c:v>45953</c:v>
                      </c:pt>
                      <c:pt idx="126">
                        <c:v>45954</c:v>
                      </c:pt>
                      <c:pt idx="127">
                        <c:v>45955</c:v>
                      </c:pt>
                      <c:pt idx="128">
                        <c:v>45956</c:v>
                      </c:pt>
                      <c:pt idx="129">
                        <c:v>45957</c:v>
                      </c:pt>
                      <c:pt idx="130">
                        <c:v>45958</c:v>
                      </c:pt>
                      <c:pt idx="131">
                        <c:v>45959</c:v>
                      </c:pt>
                      <c:pt idx="132">
                        <c:v>45960</c:v>
                      </c:pt>
                      <c:pt idx="133">
                        <c:v>45961</c:v>
                      </c:pt>
                      <c:pt idx="134">
                        <c:v>45962</c:v>
                      </c:pt>
                      <c:pt idx="135">
                        <c:v>45963</c:v>
                      </c:pt>
                      <c:pt idx="136">
                        <c:v>45964</c:v>
                      </c:pt>
                      <c:pt idx="137">
                        <c:v>45965</c:v>
                      </c:pt>
                      <c:pt idx="138">
                        <c:v>45966</c:v>
                      </c:pt>
                      <c:pt idx="139">
                        <c:v>45967</c:v>
                      </c:pt>
                      <c:pt idx="140">
                        <c:v>45968</c:v>
                      </c:pt>
                      <c:pt idx="141">
                        <c:v>45969</c:v>
                      </c:pt>
                      <c:pt idx="142">
                        <c:v>45970</c:v>
                      </c:pt>
                      <c:pt idx="143">
                        <c:v>45971</c:v>
                      </c:pt>
                      <c:pt idx="144">
                        <c:v>45972</c:v>
                      </c:pt>
                      <c:pt idx="145">
                        <c:v>45973</c:v>
                      </c:pt>
                      <c:pt idx="146">
                        <c:v>45974</c:v>
                      </c:pt>
                      <c:pt idx="147">
                        <c:v>45975</c:v>
                      </c:pt>
                      <c:pt idx="148">
                        <c:v>45976</c:v>
                      </c:pt>
                      <c:pt idx="149">
                        <c:v>45977</c:v>
                      </c:pt>
                      <c:pt idx="150">
                        <c:v>45978</c:v>
                      </c:pt>
                      <c:pt idx="151">
                        <c:v>45979</c:v>
                      </c:pt>
                      <c:pt idx="152">
                        <c:v>45980</c:v>
                      </c:pt>
                      <c:pt idx="153">
                        <c:v>45981</c:v>
                      </c:pt>
                      <c:pt idx="154">
                        <c:v>45982</c:v>
                      </c:pt>
                      <c:pt idx="155">
                        <c:v>45983</c:v>
                      </c:pt>
                      <c:pt idx="156">
                        <c:v>45984</c:v>
                      </c:pt>
                      <c:pt idx="157">
                        <c:v>45985</c:v>
                      </c:pt>
                      <c:pt idx="158">
                        <c:v>45986</c:v>
                      </c:pt>
                      <c:pt idx="159">
                        <c:v>45987</c:v>
                      </c:pt>
                      <c:pt idx="160">
                        <c:v>45988</c:v>
                      </c:pt>
                      <c:pt idx="161">
                        <c:v>45989</c:v>
                      </c:pt>
                      <c:pt idx="162">
                        <c:v>45990</c:v>
                      </c:pt>
                      <c:pt idx="163">
                        <c:v>45991</c:v>
                      </c:pt>
                      <c:pt idx="164">
                        <c:v>45992</c:v>
                      </c:pt>
                      <c:pt idx="165">
                        <c:v>45993</c:v>
                      </c:pt>
                      <c:pt idx="166">
                        <c:v>45994</c:v>
                      </c:pt>
                      <c:pt idx="167">
                        <c:v>45995</c:v>
                      </c:pt>
                      <c:pt idx="168">
                        <c:v>45996</c:v>
                      </c:pt>
                      <c:pt idx="169">
                        <c:v>45997</c:v>
                      </c:pt>
                      <c:pt idx="170">
                        <c:v>45998</c:v>
                      </c:pt>
                      <c:pt idx="171">
                        <c:v>45999</c:v>
                      </c:pt>
                      <c:pt idx="172">
                        <c:v>46000</c:v>
                      </c:pt>
                      <c:pt idx="173">
                        <c:v>46001</c:v>
                      </c:pt>
                      <c:pt idx="174">
                        <c:v>46002</c:v>
                      </c:pt>
                      <c:pt idx="175">
                        <c:v>46003</c:v>
                      </c:pt>
                      <c:pt idx="176">
                        <c:v>46004</c:v>
                      </c:pt>
                      <c:pt idx="177">
                        <c:v>46005</c:v>
                      </c:pt>
                      <c:pt idx="178">
                        <c:v>46006</c:v>
                      </c:pt>
                      <c:pt idx="179">
                        <c:v>46007</c:v>
                      </c:pt>
                      <c:pt idx="180">
                        <c:v>46008</c:v>
                      </c:pt>
                      <c:pt idx="181">
                        <c:v>46009</c:v>
                      </c:pt>
                      <c:pt idx="182">
                        <c:v>46010</c:v>
                      </c:pt>
                      <c:pt idx="183">
                        <c:v>46011</c:v>
                      </c:pt>
                      <c:pt idx="184">
                        <c:v>46012</c:v>
                      </c:pt>
                      <c:pt idx="185">
                        <c:v>46013</c:v>
                      </c:pt>
                      <c:pt idx="186">
                        <c:v>46014</c:v>
                      </c:pt>
                      <c:pt idx="187">
                        <c:v>46015</c:v>
                      </c:pt>
                      <c:pt idx="188">
                        <c:v>46016</c:v>
                      </c:pt>
                      <c:pt idx="189">
                        <c:v>46017</c:v>
                      </c:pt>
                      <c:pt idx="190">
                        <c:v>46018</c:v>
                      </c:pt>
                      <c:pt idx="191">
                        <c:v>46019</c:v>
                      </c:pt>
                      <c:pt idx="192">
                        <c:v>46020</c:v>
                      </c:pt>
                      <c:pt idx="193">
                        <c:v>46021</c:v>
                      </c:pt>
                      <c:pt idx="194">
                        <c:v>46022</c:v>
                      </c:pt>
                      <c:pt idx="195">
                        <c:v>46023</c:v>
                      </c:pt>
                      <c:pt idx="196">
                        <c:v>46024</c:v>
                      </c:pt>
                      <c:pt idx="197">
                        <c:v>46025</c:v>
                      </c:pt>
                      <c:pt idx="198">
                        <c:v>46026</c:v>
                      </c:pt>
                      <c:pt idx="199">
                        <c:v>46027</c:v>
                      </c:pt>
                      <c:pt idx="200">
                        <c:v>46028</c:v>
                      </c:pt>
                      <c:pt idx="201">
                        <c:v>46029</c:v>
                      </c:pt>
                      <c:pt idx="202">
                        <c:v>46030</c:v>
                      </c:pt>
                      <c:pt idx="203">
                        <c:v>46031</c:v>
                      </c:pt>
                      <c:pt idx="204">
                        <c:v>46032</c:v>
                      </c:pt>
                      <c:pt idx="205">
                        <c:v>46033</c:v>
                      </c:pt>
                      <c:pt idx="206">
                        <c:v>46034</c:v>
                      </c:pt>
                      <c:pt idx="207">
                        <c:v>46035</c:v>
                      </c:pt>
                      <c:pt idx="208">
                        <c:v>46036</c:v>
                      </c:pt>
                      <c:pt idx="209">
                        <c:v>46037</c:v>
                      </c:pt>
                      <c:pt idx="210">
                        <c:v>46038</c:v>
                      </c:pt>
                      <c:pt idx="211">
                        <c:v>46039</c:v>
                      </c:pt>
                      <c:pt idx="212">
                        <c:v>46040</c:v>
                      </c:pt>
                      <c:pt idx="213">
                        <c:v>46041</c:v>
                      </c:pt>
                      <c:pt idx="214">
                        <c:v>46042</c:v>
                      </c:pt>
                      <c:pt idx="215">
                        <c:v>46043</c:v>
                      </c:pt>
                      <c:pt idx="216">
                        <c:v>46044</c:v>
                      </c:pt>
                      <c:pt idx="217">
                        <c:v>46045</c:v>
                      </c:pt>
                      <c:pt idx="218">
                        <c:v>46046</c:v>
                      </c:pt>
                      <c:pt idx="219">
                        <c:v>46047</c:v>
                      </c:pt>
                      <c:pt idx="220">
                        <c:v>46048</c:v>
                      </c:pt>
                      <c:pt idx="221">
                        <c:v>46049</c:v>
                      </c:pt>
                      <c:pt idx="222">
                        <c:v>46050</c:v>
                      </c:pt>
                      <c:pt idx="223">
                        <c:v>46051</c:v>
                      </c:pt>
                      <c:pt idx="224">
                        <c:v>46052</c:v>
                      </c:pt>
                      <c:pt idx="225">
                        <c:v>46053</c:v>
                      </c:pt>
                      <c:pt idx="226">
                        <c:v>46054</c:v>
                      </c:pt>
                      <c:pt idx="227">
                        <c:v>46055</c:v>
                      </c:pt>
                      <c:pt idx="228">
                        <c:v>46056</c:v>
                      </c:pt>
                      <c:pt idx="229">
                        <c:v>46057</c:v>
                      </c:pt>
                      <c:pt idx="230">
                        <c:v>46058</c:v>
                      </c:pt>
                      <c:pt idx="231">
                        <c:v>46059</c:v>
                      </c:pt>
                      <c:pt idx="232">
                        <c:v>46060</c:v>
                      </c:pt>
                      <c:pt idx="233">
                        <c:v>46061</c:v>
                      </c:pt>
                      <c:pt idx="234">
                        <c:v>46062</c:v>
                      </c:pt>
                      <c:pt idx="235">
                        <c:v>46063</c:v>
                      </c:pt>
                      <c:pt idx="236">
                        <c:v>46064</c:v>
                      </c:pt>
                      <c:pt idx="237">
                        <c:v>46065</c:v>
                      </c:pt>
                      <c:pt idx="238">
                        <c:v>46066</c:v>
                      </c:pt>
                      <c:pt idx="239">
                        <c:v>46067</c:v>
                      </c:pt>
                      <c:pt idx="240">
                        <c:v>46068</c:v>
                      </c:pt>
                      <c:pt idx="241">
                        <c:v>46069</c:v>
                      </c:pt>
                      <c:pt idx="242">
                        <c:v>46070</c:v>
                      </c:pt>
                      <c:pt idx="243">
                        <c:v>46071</c:v>
                      </c:pt>
                      <c:pt idx="244">
                        <c:v>46072</c:v>
                      </c:pt>
                      <c:pt idx="245">
                        <c:v>46073</c:v>
                      </c:pt>
                      <c:pt idx="246">
                        <c:v>46074</c:v>
                      </c:pt>
                      <c:pt idx="247">
                        <c:v>46075</c:v>
                      </c:pt>
                      <c:pt idx="248">
                        <c:v>46076</c:v>
                      </c:pt>
                      <c:pt idx="249">
                        <c:v>46077</c:v>
                      </c:pt>
                      <c:pt idx="250">
                        <c:v>46078</c:v>
                      </c:pt>
                      <c:pt idx="251">
                        <c:v>46079</c:v>
                      </c:pt>
                      <c:pt idx="252">
                        <c:v>46080</c:v>
                      </c:pt>
                      <c:pt idx="253">
                        <c:v>46081</c:v>
                      </c:pt>
                      <c:pt idx="254">
                        <c:v>46082</c:v>
                      </c:pt>
                      <c:pt idx="255">
                        <c:v>46083</c:v>
                      </c:pt>
                      <c:pt idx="256">
                        <c:v>46084</c:v>
                      </c:pt>
                      <c:pt idx="257">
                        <c:v>46085</c:v>
                      </c:pt>
                      <c:pt idx="258">
                        <c:v>46086</c:v>
                      </c:pt>
                      <c:pt idx="259">
                        <c:v>46087</c:v>
                      </c:pt>
                      <c:pt idx="260">
                        <c:v>46088</c:v>
                      </c:pt>
                      <c:pt idx="261">
                        <c:v>46089</c:v>
                      </c:pt>
                      <c:pt idx="262">
                        <c:v>46090</c:v>
                      </c:pt>
                      <c:pt idx="263">
                        <c:v>46091</c:v>
                      </c:pt>
                      <c:pt idx="264">
                        <c:v>46092</c:v>
                      </c:pt>
                      <c:pt idx="265">
                        <c:v>46093</c:v>
                      </c:pt>
                      <c:pt idx="266">
                        <c:v>46094</c:v>
                      </c:pt>
                      <c:pt idx="267">
                        <c:v>46095</c:v>
                      </c:pt>
                      <c:pt idx="268">
                        <c:v>46096</c:v>
                      </c:pt>
                      <c:pt idx="269">
                        <c:v>46097</c:v>
                      </c:pt>
                      <c:pt idx="270">
                        <c:v>46098</c:v>
                      </c:pt>
                      <c:pt idx="271">
                        <c:v>46099</c:v>
                      </c:pt>
                      <c:pt idx="272">
                        <c:v>46100</c:v>
                      </c:pt>
                      <c:pt idx="273">
                        <c:v>46101</c:v>
                      </c:pt>
                      <c:pt idx="274">
                        <c:v>46102</c:v>
                      </c:pt>
                      <c:pt idx="275">
                        <c:v>46103</c:v>
                      </c:pt>
                      <c:pt idx="276">
                        <c:v>46104</c:v>
                      </c:pt>
                      <c:pt idx="277">
                        <c:v>46105</c:v>
                      </c:pt>
                      <c:pt idx="278">
                        <c:v>46106</c:v>
                      </c:pt>
                      <c:pt idx="279">
                        <c:v>46107</c:v>
                      </c:pt>
                      <c:pt idx="280">
                        <c:v>46108</c:v>
                      </c:pt>
                      <c:pt idx="281">
                        <c:v>46109</c:v>
                      </c:pt>
                      <c:pt idx="282">
                        <c:v>46110</c:v>
                      </c:pt>
                      <c:pt idx="283">
                        <c:v>46111</c:v>
                      </c:pt>
                      <c:pt idx="284">
                        <c:v>46112</c:v>
                      </c:pt>
                      <c:pt idx="285">
                        <c:v>46113</c:v>
                      </c:pt>
                      <c:pt idx="286">
                        <c:v>46114</c:v>
                      </c:pt>
                      <c:pt idx="287">
                        <c:v>46115</c:v>
                      </c:pt>
                      <c:pt idx="288">
                        <c:v>46116</c:v>
                      </c:pt>
                      <c:pt idx="289">
                        <c:v>46117</c:v>
                      </c:pt>
                      <c:pt idx="290">
                        <c:v>46118</c:v>
                      </c:pt>
                      <c:pt idx="291">
                        <c:v>46119</c:v>
                      </c:pt>
                      <c:pt idx="292">
                        <c:v>46120</c:v>
                      </c:pt>
                      <c:pt idx="293">
                        <c:v>46121</c:v>
                      </c:pt>
                      <c:pt idx="294">
                        <c:v>46122</c:v>
                      </c:pt>
                      <c:pt idx="295">
                        <c:v>46123</c:v>
                      </c:pt>
                      <c:pt idx="296">
                        <c:v>46124</c:v>
                      </c:pt>
                      <c:pt idx="297">
                        <c:v>46125</c:v>
                      </c:pt>
                      <c:pt idx="298">
                        <c:v>46126</c:v>
                      </c:pt>
                      <c:pt idx="299">
                        <c:v>46127</c:v>
                      </c:pt>
                      <c:pt idx="300">
                        <c:v>46128</c:v>
                      </c:pt>
                      <c:pt idx="301">
                        <c:v>46129</c:v>
                      </c:pt>
                      <c:pt idx="302">
                        <c:v>46130</c:v>
                      </c:pt>
                      <c:pt idx="303">
                        <c:v>46131</c:v>
                      </c:pt>
                      <c:pt idx="304">
                        <c:v>46132</c:v>
                      </c:pt>
                      <c:pt idx="305">
                        <c:v>46133</c:v>
                      </c:pt>
                      <c:pt idx="306">
                        <c:v>46134</c:v>
                      </c:pt>
                      <c:pt idx="307">
                        <c:v>46135</c:v>
                      </c:pt>
                      <c:pt idx="308">
                        <c:v>46136</c:v>
                      </c:pt>
                      <c:pt idx="309">
                        <c:v>46137</c:v>
                      </c:pt>
                      <c:pt idx="310">
                        <c:v>46138</c:v>
                      </c:pt>
                      <c:pt idx="311">
                        <c:v>46139</c:v>
                      </c:pt>
                      <c:pt idx="312">
                        <c:v>46140</c:v>
                      </c:pt>
                      <c:pt idx="313">
                        <c:v>46141</c:v>
                      </c:pt>
                      <c:pt idx="314">
                        <c:v>46142</c:v>
                      </c:pt>
                      <c:pt idx="315">
                        <c:v>46143</c:v>
                      </c:pt>
                      <c:pt idx="316">
                        <c:v>46144</c:v>
                      </c:pt>
                      <c:pt idx="317">
                        <c:v>46145</c:v>
                      </c:pt>
                      <c:pt idx="318">
                        <c:v>46146</c:v>
                      </c:pt>
                      <c:pt idx="319">
                        <c:v>46147</c:v>
                      </c:pt>
                      <c:pt idx="320">
                        <c:v>46148</c:v>
                      </c:pt>
                      <c:pt idx="321">
                        <c:v>46149</c:v>
                      </c:pt>
                      <c:pt idx="322">
                        <c:v>46150</c:v>
                      </c:pt>
                      <c:pt idx="323">
                        <c:v>46151</c:v>
                      </c:pt>
                      <c:pt idx="324">
                        <c:v>46152</c:v>
                      </c:pt>
                      <c:pt idx="325">
                        <c:v>46153</c:v>
                      </c:pt>
                      <c:pt idx="326">
                        <c:v>46154</c:v>
                      </c:pt>
                      <c:pt idx="327">
                        <c:v>46155</c:v>
                      </c:pt>
                      <c:pt idx="328">
                        <c:v>46156</c:v>
                      </c:pt>
                      <c:pt idx="329">
                        <c:v>46157</c:v>
                      </c:pt>
                      <c:pt idx="330">
                        <c:v>46158</c:v>
                      </c:pt>
                      <c:pt idx="331">
                        <c:v>46159</c:v>
                      </c:pt>
                      <c:pt idx="332">
                        <c:v>46160</c:v>
                      </c:pt>
                      <c:pt idx="333">
                        <c:v>46161</c:v>
                      </c:pt>
                      <c:pt idx="334">
                        <c:v>46162</c:v>
                      </c:pt>
                      <c:pt idx="335">
                        <c:v>46163</c:v>
                      </c:pt>
                      <c:pt idx="336">
                        <c:v>46164</c:v>
                      </c:pt>
                      <c:pt idx="337">
                        <c:v>46165</c:v>
                      </c:pt>
                      <c:pt idx="338">
                        <c:v>46166</c:v>
                      </c:pt>
                      <c:pt idx="339">
                        <c:v>46167</c:v>
                      </c:pt>
                      <c:pt idx="340">
                        <c:v>46168</c:v>
                      </c:pt>
                      <c:pt idx="341">
                        <c:v>46169</c:v>
                      </c:pt>
                      <c:pt idx="342">
                        <c:v>46170</c:v>
                      </c:pt>
                      <c:pt idx="343">
                        <c:v>46171</c:v>
                      </c:pt>
                      <c:pt idx="344">
                        <c:v>46172</c:v>
                      </c:pt>
                      <c:pt idx="345">
                        <c:v>46173</c:v>
                      </c:pt>
                      <c:pt idx="346">
                        <c:v>46174</c:v>
                      </c:pt>
                      <c:pt idx="347">
                        <c:v>46175</c:v>
                      </c:pt>
                      <c:pt idx="348">
                        <c:v>46176</c:v>
                      </c:pt>
                      <c:pt idx="349">
                        <c:v>46177</c:v>
                      </c:pt>
                      <c:pt idx="350">
                        <c:v>46178</c:v>
                      </c:pt>
                      <c:pt idx="351">
                        <c:v>46179</c:v>
                      </c:pt>
                      <c:pt idx="352">
                        <c:v>46180</c:v>
                      </c:pt>
                      <c:pt idx="353">
                        <c:v>46181</c:v>
                      </c:pt>
                      <c:pt idx="354">
                        <c:v>46182</c:v>
                      </c:pt>
                      <c:pt idx="355">
                        <c:v>46183</c:v>
                      </c:pt>
                      <c:pt idx="356">
                        <c:v>46184</c:v>
                      </c:pt>
                      <c:pt idx="357">
                        <c:v>46185</c:v>
                      </c:pt>
                      <c:pt idx="358">
                        <c:v>46186</c:v>
                      </c:pt>
                      <c:pt idx="359">
                        <c:v>46187</c:v>
                      </c:pt>
                      <c:pt idx="360">
                        <c:v>46188</c:v>
                      </c:pt>
                      <c:pt idx="361">
                        <c:v>46189</c:v>
                      </c:pt>
                      <c:pt idx="362">
                        <c:v>46190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G!$E$2:$E$364</c15:sqref>
                        </c15:formulaRef>
                      </c:ext>
                    </c:extLst>
                    <c:numCache>
                      <c:formatCode>General</c:formatCode>
                      <c:ptCount val="363"/>
                      <c:pt idx="0">
                        <c:v>8185.2030999999997</c:v>
                      </c:pt>
                      <c:pt idx="1">
                        <c:v>8135.3110999999999</c:v>
                      </c:pt>
                      <c:pt idx="2">
                        <c:v>7672.3913000000002</c:v>
                      </c:pt>
                      <c:pt idx="3">
                        <c:v>8612.4084999999995</c:v>
                      </c:pt>
                      <c:pt idx="4">
                        <c:v>7982.6853000000001</c:v>
                      </c:pt>
                      <c:pt idx="5">
                        <c:v>8612.6311000000005</c:v>
                      </c:pt>
                      <c:pt idx="6">
                        <c:v>8404.8505000000005</c:v>
                      </c:pt>
                      <c:pt idx="7">
                        <c:v>8258.1352999999999</c:v>
                      </c:pt>
                      <c:pt idx="8">
                        <c:v>8001.7169000000004</c:v>
                      </c:pt>
                      <c:pt idx="9">
                        <c:v>7798.2016000000003</c:v>
                      </c:pt>
                      <c:pt idx="10">
                        <c:v>8891.2927999999993</c:v>
                      </c:pt>
                      <c:pt idx="11">
                        <c:v>8607.8241999999991</c:v>
                      </c:pt>
                      <c:pt idx="12">
                        <c:v>8634.1196</c:v>
                      </c:pt>
                      <c:pt idx="13">
                        <c:v>8476.1941999999999</c:v>
                      </c:pt>
                      <c:pt idx="14">
                        <c:v>8483.1252000000004</c:v>
                      </c:pt>
                      <c:pt idx="15">
                        <c:v>8284.5629000000008</c:v>
                      </c:pt>
                      <c:pt idx="16">
                        <c:v>7861.1346000000003</c:v>
                      </c:pt>
                      <c:pt idx="17">
                        <c:v>8972.0825000000004</c:v>
                      </c:pt>
                      <c:pt idx="18">
                        <c:v>8796.4933000000001</c:v>
                      </c:pt>
                      <c:pt idx="19">
                        <c:v>8757.9449000000004</c:v>
                      </c:pt>
                      <c:pt idx="20">
                        <c:v>7834.8500999999997</c:v>
                      </c:pt>
                      <c:pt idx="21">
                        <c:v>9070.7345999999998</c:v>
                      </c:pt>
                      <c:pt idx="22">
                        <c:v>8362.0131000000001</c:v>
                      </c:pt>
                      <c:pt idx="23">
                        <c:v>7908.4268000000002</c:v>
                      </c:pt>
                      <c:pt idx="24">
                        <c:v>8948.5030000000006</c:v>
                      </c:pt>
                      <c:pt idx="25">
                        <c:v>8738.9189000000006</c:v>
                      </c:pt>
                      <c:pt idx="26">
                        <c:v>8562.0445</c:v>
                      </c:pt>
                      <c:pt idx="27">
                        <c:v>8458.7543000000005</c:v>
                      </c:pt>
                      <c:pt idx="28">
                        <c:v>8472.0802999999996</c:v>
                      </c:pt>
                      <c:pt idx="29">
                        <c:v>8061.6900999999998</c:v>
                      </c:pt>
                      <c:pt idx="30">
                        <c:v>7778.6410999999998</c:v>
                      </c:pt>
                      <c:pt idx="31">
                        <c:v>8660.8297999999995</c:v>
                      </c:pt>
                      <c:pt idx="32">
                        <c:v>8505.9040000000005</c:v>
                      </c:pt>
                      <c:pt idx="33">
                        <c:v>8383.2042999999994</c:v>
                      </c:pt>
                      <c:pt idx="34">
                        <c:v>8521.2549999999992</c:v>
                      </c:pt>
                      <c:pt idx="35">
                        <c:v>8250.3899000000001</c:v>
                      </c:pt>
                      <c:pt idx="36">
                        <c:v>8181.1751000000004</c:v>
                      </c:pt>
                      <c:pt idx="37">
                        <c:v>7642.0369000000001</c:v>
                      </c:pt>
                      <c:pt idx="38">
                        <c:v>8842.0231000000003</c:v>
                      </c:pt>
                      <c:pt idx="39">
                        <c:v>8649.2777000000006</c:v>
                      </c:pt>
                      <c:pt idx="40">
                        <c:v>8743.8767000000007</c:v>
                      </c:pt>
                      <c:pt idx="41">
                        <c:v>8879.3546000000006</c:v>
                      </c:pt>
                      <c:pt idx="42">
                        <c:v>8639.7479999999996</c:v>
                      </c:pt>
                      <c:pt idx="43">
                        <c:v>7553.6763000000001</c:v>
                      </c:pt>
                      <c:pt idx="44">
                        <c:v>7848.6063000000004</c:v>
                      </c:pt>
                      <c:pt idx="45">
                        <c:v>8976.7175999999999</c:v>
                      </c:pt>
                      <c:pt idx="46">
                        <c:v>8748.7906999999996</c:v>
                      </c:pt>
                      <c:pt idx="47">
                        <c:v>8645.6280000000006</c:v>
                      </c:pt>
                      <c:pt idx="48">
                        <c:v>8788.8637999999992</c:v>
                      </c:pt>
                      <c:pt idx="49">
                        <c:v>7503.4669999999996</c:v>
                      </c:pt>
                      <c:pt idx="50">
                        <c:v>8036.3712999999998</c:v>
                      </c:pt>
                      <c:pt idx="51">
                        <c:v>7935.6190999999999</c:v>
                      </c:pt>
                      <c:pt idx="52">
                        <c:v>8813.7108000000007</c:v>
                      </c:pt>
                      <c:pt idx="53">
                        <c:v>8634.1347000000005</c:v>
                      </c:pt>
                      <c:pt idx="54">
                        <c:v>8774.1075000000001</c:v>
                      </c:pt>
                      <c:pt idx="55">
                        <c:v>8675.8238999999994</c:v>
                      </c:pt>
                      <c:pt idx="56">
                        <c:v>8412.0203999999994</c:v>
                      </c:pt>
                      <c:pt idx="57">
                        <c:v>8378.8912</c:v>
                      </c:pt>
                      <c:pt idx="58">
                        <c:v>8113.5502999999999</c:v>
                      </c:pt>
                      <c:pt idx="59">
                        <c:v>9056.8148999999994</c:v>
                      </c:pt>
                      <c:pt idx="60">
                        <c:v>8903.3498999999993</c:v>
                      </c:pt>
                      <c:pt idx="61">
                        <c:v>8803.8315000000002</c:v>
                      </c:pt>
                      <c:pt idx="62">
                        <c:v>8898.2068999999992</c:v>
                      </c:pt>
                      <c:pt idx="63">
                        <c:v>8540.0704999999998</c:v>
                      </c:pt>
                      <c:pt idx="64">
                        <c:v>8120.5486000000001</c:v>
                      </c:pt>
                      <c:pt idx="65">
                        <c:v>7783.0847000000003</c:v>
                      </c:pt>
                      <c:pt idx="66">
                        <c:v>8688.0393999999997</c:v>
                      </c:pt>
                      <c:pt idx="67">
                        <c:v>8543.2397999999994</c:v>
                      </c:pt>
                      <c:pt idx="68">
                        <c:v>8125.4398000000001</c:v>
                      </c:pt>
                      <c:pt idx="69">
                        <c:v>8613.5761000000002</c:v>
                      </c:pt>
                      <c:pt idx="70">
                        <c:v>8260.1252999999997</c:v>
                      </c:pt>
                      <c:pt idx="71">
                        <c:v>8102.7716</c:v>
                      </c:pt>
                      <c:pt idx="72">
                        <c:v>7852.1688000000004</c:v>
                      </c:pt>
                      <c:pt idx="73">
                        <c:v>8545.5727000000006</c:v>
                      </c:pt>
                      <c:pt idx="74">
                        <c:v>8638.1864999999998</c:v>
                      </c:pt>
                      <c:pt idx="75">
                        <c:v>8545.2260999999999</c:v>
                      </c:pt>
                      <c:pt idx="76">
                        <c:v>9009.7648000000008</c:v>
                      </c:pt>
                      <c:pt idx="77">
                        <c:v>7722.3860000000004</c:v>
                      </c:pt>
                      <c:pt idx="78">
                        <c:v>8180.0299000000005</c:v>
                      </c:pt>
                      <c:pt idx="79">
                        <c:v>7769.1643999999997</c:v>
                      </c:pt>
                      <c:pt idx="80">
                        <c:v>8605.4073000000008</c:v>
                      </c:pt>
                      <c:pt idx="81">
                        <c:v>8423.8842000000004</c:v>
                      </c:pt>
                      <c:pt idx="82">
                        <c:v>8462.6717000000008</c:v>
                      </c:pt>
                      <c:pt idx="83">
                        <c:v>8572.9743999999992</c:v>
                      </c:pt>
                      <c:pt idx="84">
                        <c:v>8045.2494999999999</c:v>
                      </c:pt>
                      <c:pt idx="85">
                        <c:v>8044.9540999999999</c:v>
                      </c:pt>
                      <c:pt idx="86">
                        <c:v>7809.7987000000003</c:v>
                      </c:pt>
                      <c:pt idx="87">
                        <c:v>8636.3971000000001</c:v>
                      </c:pt>
                      <c:pt idx="88">
                        <c:v>8352.4696000000004</c:v>
                      </c:pt>
                      <c:pt idx="89">
                        <c:v>8420.4385000000002</c:v>
                      </c:pt>
                      <c:pt idx="90">
                        <c:v>8466.1083999999992</c:v>
                      </c:pt>
                      <c:pt idx="91">
                        <c:v>8247.0347000000002</c:v>
                      </c:pt>
                      <c:pt idx="92">
                        <c:v>7852.9647999999997</c:v>
                      </c:pt>
                      <c:pt idx="93">
                        <c:v>7713.6172999999999</c:v>
                      </c:pt>
                      <c:pt idx="94">
                        <c:v>8475.8695000000007</c:v>
                      </c:pt>
                      <c:pt idx="95">
                        <c:v>8483.1820000000007</c:v>
                      </c:pt>
                      <c:pt idx="96">
                        <c:v>8545.2458999999999</c:v>
                      </c:pt>
                      <c:pt idx="97">
                        <c:v>8509.6821999999993</c:v>
                      </c:pt>
                      <c:pt idx="98">
                        <c:v>8165.8909999999996</c:v>
                      </c:pt>
                      <c:pt idx="99">
                        <c:v>8090.2075000000004</c:v>
                      </c:pt>
                      <c:pt idx="100">
                        <c:v>7729.9170000000004</c:v>
                      </c:pt>
                      <c:pt idx="101">
                        <c:v>8813.8297999999995</c:v>
                      </c:pt>
                      <c:pt idx="102">
                        <c:v>9001.8613999999998</c:v>
                      </c:pt>
                      <c:pt idx="103">
                        <c:v>8640.9994999999999</c:v>
                      </c:pt>
                      <c:pt idx="104">
                        <c:v>8673.9989000000005</c:v>
                      </c:pt>
                      <c:pt idx="105">
                        <c:v>8321.6722000000009</c:v>
                      </c:pt>
                      <c:pt idx="106">
                        <c:v>7755.0550000000003</c:v>
                      </c:pt>
                      <c:pt idx="107">
                        <c:v>7773.0328</c:v>
                      </c:pt>
                      <c:pt idx="108">
                        <c:v>7814.9178000000002</c:v>
                      </c:pt>
                      <c:pt idx="109">
                        <c:v>8783.7245999999996</c:v>
                      </c:pt>
                      <c:pt idx="110">
                        <c:v>8529.6916999999994</c:v>
                      </c:pt>
                      <c:pt idx="111">
                        <c:v>8699.5514000000003</c:v>
                      </c:pt>
                      <c:pt idx="112">
                        <c:v>8354.7250000000004</c:v>
                      </c:pt>
                      <c:pt idx="113">
                        <c:v>8315.9946</c:v>
                      </c:pt>
                      <c:pt idx="114">
                        <c:v>7999.366</c:v>
                      </c:pt>
                      <c:pt idx="115">
                        <c:v>8696.7744000000002</c:v>
                      </c:pt>
                      <c:pt idx="116">
                        <c:v>8383.0632000000005</c:v>
                      </c:pt>
                      <c:pt idx="117">
                        <c:v>8207.9292999999998</c:v>
                      </c:pt>
                      <c:pt idx="118">
                        <c:v>8104.6219000000001</c:v>
                      </c:pt>
                      <c:pt idx="119">
                        <c:v>7596.8257999999996</c:v>
                      </c:pt>
                      <c:pt idx="120">
                        <c:v>7860.8995000000004</c:v>
                      </c:pt>
                      <c:pt idx="121">
                        <c:v>7202.7152999999998</c:v>
                      </c:pt>
                      <c:pt idx="122">
                        <c:v>7705.7034000000003</c:v>
                      </c:pt>
                      <c:pt idx="123">
                        <c:v>8311.4464000000007</c:v>
                      </c:pt>
                      <c:pt idx="124">
                        <c:v>8038.2183000000005</c:v>
                      </c:pt>
                      <c:pt idx="125">
                        <c:v>7691.3092999999999</c:v>
                      </c:pt>
                      <c:pt idx="126">
                        <c:v>6515.9780000000001</c:v>
                      </c:pt>
                      <c:pt idx="127">
                        <c:v>7908.5150000000003</c:v>
                      </c:pt>
                      <c:pt idx="128">
                        <c:v>7551.2624999999998</c:v>
                      </c:pt>
                      <c:pt idx="129">
                        <c:v>7231.1333000000004</c:v>
                      </c:pt>
                      <c:pt idx="130">
                        <c:v>8329.0295000000006</c:v>
                      </c:pt>
                      <c:pt idx="131">
                        <c:v>7206.4943000000003</c:v>
                      </c:pt>
                      <c:pt idx="132">
                        <c:v>8542.8405999999995</c:v>
                      </c:pt>
                      <c:pt idx="133">
                        <c:v>8377.9228000000003</c:v>
                      </c:pt>
                      <c:pt idx="134">
                        <c:v>8369.2162000000008</c:v>
                      </c:pt>
                      <c:pt idx="135">
                        <c:v>6622.9128000000001</c:v>
                      </c:pt>
                      <c:pt idx="136">
                        <c:v>8625.0769999999993</c:v>
                      </c:pt>
                      <c:pt idx="137">
                        <c:v>8482.3240999999998</c:v>
                      </c:pt>
                      <c:pt idx="138">
                        <c:v>7760.652</c:v>
                      </c:pt>
                      <c:pt idx="139">
                        <c:v>376.0829</c:v>
                      </c:pt>
                      <c:pt idx="140">
                        <c:v>6899.9393</c:v>
                      </c:pt>
                      <c:pt idx="141">
                        <c:v>7895.3716000000004</c:v>
                      </c:pt>
                      <c:pt idx="142">
                        <c:v>7718.0141999999996</c:v>
                      </c:pt>
                      <c:pt idx="143">
                        <c:v>8430.6543000000001</c:v>
                      </c:pt>
                      <c:pt idx="144">
                        <c:v>8371.1679000000004</c:v>
                      </c:pt>
                      <c:pt idx="145">
                        <c:v>8184.9776000000002</c:v>
                      </c:pt>
                      <c:pt idx="146">
                        <c:v>8257.1448</c:v>
                      </c:pt>
                      <c:pt idx="147">
                        <c:v>8072.4333999999999</c:v>
                      </c:pt>
                      <c:pt idx="148">
                        <c:v>8156.7782999999999</c:v>
                      </c:pt>
                      <c:pt idx="149">
                        <c:v>7632.7668999999996</c:v>
                      </c:pt>
                      <c:pt idx="150">
                        <c:v>8253.4737000000005</c:v>
                      </c:pt>
                      <c:pt idx="151">
                        <c:v>8062.8765999999996</c:v>
                      </c:pt>
                      <c:pt idx="152">
                        <c:v>8458.0151999999998</c:v>
                      </c:pt>
                      <c:pt idx="153">
                        <c:v>8333.8819000000003</c:v>
                      </c:pt>
                      <c:pt idx="154">
                        <c:v>7868.9157999999998</c:v>
                      </c:pt>
                      <c:pt idx="155">
                        <c:v>7711.1225999999997</c:v>
                      </c:pt>
                      <c:pt idx="156">
                        <c:v>7611.6265000000003</c:v>
                      </c:pt>
                      <c:pt idx="157">
                        <c:v>8192.1082999999999</c:v>
                      </c:pt>
                      <c:pt idx="158">
                        <c:v>8377.2526999999991</c:v>
                      </c:pt>
                      <c:pt idx="159">
                        <c:v>8252.1785999999993</c:v>
                      </c:pt>
                      <c:pt idx="160">
                        <c:v>9215.7504000000008</c:v>
                      </c:pt>
                      <c:pt idx="161">
                        <c:v>4938.2933999999996</c:v>
                      </c:pt>
                      <c:pt idx="162">
                        <c:v>1383.7217000000001</c:v>
                      </c:pt>
                      <c:pt idx="163">
                        <c:v>3061.3049000000001</c:v>
                      </c:pt>
                      <c:pt idx="164">
                        <c:v>7198.0697</c:v>
                      </c:pt>
                      <c:pt idx="165">
                        <c:v>7340.6221999999998</c:v>
                      </c:pt>
                      <c:pt idx="166">
                        <c:v>7054.2970999999998</c:v>
                      </c:pt>
                      <c:pt idx="167">
                        <c:v>7670.1880000000001</c:v>
                      </c:pt>
                      <c:pt idx="168">
                        <c:v>7848.4116999999997</c:v>
                      </c:pt>
                      <c:pt idx="169">
                        <c:v>7972.0321999999996</c:v>
                      </c:pt>
                      <c:pt idx="170">
                        <c:v>7769.4731000000002</c:v>
                      </c:pt>
                      <c:pt idx="171">
                        <c:v>8643.1453999999994</c:v>
                      </c:pt>
                      <c:pt idx="172">
                        <c:v>8516.1690999999992</c:v>
                      </c:pt>
                      <c:pt idx="173">
                        <c:v>7898.0528999999997</c:v>
                      </c:pt>
                      <c:pt idx="174">
                        <c:v>8819.8300999999992</c:v>
                      </c:pt>
                      <c:pt idx="175">
                        <c:v>8491.0450999999994</c:v>
                      </c:pt>
                      <c:pt idx="176">
                        <c:v>8329.5717000000004</c:v>
                      </c:pt>
                      <c:pt idx="177">
                        <c:v>8236.2343000000001</c:v>
                      </c:pt>
                      <c:pt idx="178">
                        <c:v>9471.3251</c:v>
                      </c:pt>
                      <c:pt idx="179">
                        <c:v>9345.2898000000005</c:v>
                      </c:pt>
                      <c:pt idx="180">
                        <c:v>9113.2590999999993</c:v>
                      </c:pt>
                      <c:pt idx="181">
                        <c:v>9345.3672999999999</c:v>
                      </c:pt>
                      <c:pt idx="182">
                        <c:v>9101.2600999999995</c:v>
                      </c:pt>
                      <c:pt idx="183">
                        <c:v>8515.1088999999993</c:v>
                      </c:pt>
                      <c:pt idx="184">
                        <c:v>8113.8293999999996</c:v>
                      </c:pt>
                      <c:pt idx="185">
                        <c:v>9397.4267</c:v>
                      </c:pt>
                      <c:pt idx="186">
                        <c:v>9496.5396000000001</c:v>
                      </c:pt>
                      <c:pt idx="187">
                        <c:v>9804.8783000000003</c:v>
                      </c:pt>
                      <c:pt idx="188">
                        <c:v>8466.5133999999998</c:v>
                      </c:pt>
                      <c:pt idx="189">
                        <c:v>8683.0671999999995</c:v>
                      </c:pt>
                      <c:pt idx="190">
                        <c:v>8955.1663000000008</c:v>
                      </c:pt>
                      <c:pt idx="191">
                        <c:v>8467.2585999999992</c:v>
                      </c:pt>
                      <c:pt idx="192">
                        <c:v>9399.3297999999995</c:v>
                      </c:pt>
                      <c:pt idx="193">
                        <c:v>9556.2203000000009</c:v>
                      </c:pt>
                      <c:pt idx="194">
                        <c:v>9513.3014000000003</c:v>
                      </c:pt>
                      <c:pt idx="195">
                        <c:v>9172.3834000000006</c:v>
                      </c:pt>
                      <c:pt idx="196">
                        <c:v>8350.8155000000006</c:v>
                      </c:pt>
                      <c:pt idx="197">
                        <c:v>7241.5195000000003</c:v>
                      </c:pt>
                      <c:pt idx="198">
                        <c:v>8246.2360000000008</c:v>
                      </c:pt>
                      <c:pt idx="199">
                        <c:v>9032.1391999999996</c:v>
                      </c:pt>
                      <c:pt idx="200">
                        <c:v>9008.4878000000008</c:v>
                      </c:pt>
                      <c:pt idx="201">
                        <c:v>8802.3482000000004</c:v>
                      </c:pt>
                      <c:pt idx="202">
                        <c:v>8414.6772000000001</c:v>
                      </c:pt>
                      <c:pt idx="203">
                        <c:v>7966.2267000000002</c:v>
                      </c:pt>
                      <c:pt idx="204">
                        <c:v>7095.4268000000002</c:v>
                      </c:pt>
                      <c:pt idx="205">
                        <c:v>7648.0686999999998</c:v>
                      </c:pt>
                      <c:pt idx="206">
                        <c:v>8420.3935000000001</c:v>
                      </c:pt>
                      <c:pt idx="207">
                        <c:v>8439.0004000000008</c:v>
                      </c:pt>
                      <c:pt idx="208">
                        <c:v>8682.7942000000003</c:v>
                      </c:pt>
                      <c:pt idx="209">
                        <c:v>8214.8827999999994</c:v>
                      </c:pt>
                      <c:pt idx="210">
                        <c:v>8321.8731000000007</c:v>
                      </c:pt>
                      <c:pt idx="211">
                        <c:v>8225.8256000000001</c:v>
                      </c:pt>
                      <c:pt idx="212">
                        <c:v>7868.2304999999997</c:v>
                      </c:pt>
                      <c:pt idx="213">
                        <c:v>8960.2806</c:v>
                      </c:pt>
                      <c:pt idx="214">
                        <c:v>8818.8559000000005</c:v>
                      </c:pt>
                      <c:pt idx="215">
                        <c:v>8947.5419000000002</c:v>
                      </c:pt>
                      <c:pt idx="216">
                        <c:v>8983.6497999999992</c:v>
                      </c:pt>
                      <c:pt idx="217">
                        <c:v>8449.9102000000003</c:v>
                      </c:pt>
                      <c:pt idx="218">
                        <c:v>8060.6131999999998</c:v>
                      </c:pt>
                      <c:pt idx="219">
                        <c:v>7752.7838000000002</c:v>
                      </c:pt>
                      <c:pt idx="220">
                        <c:v>8968.3330999999998</c:v>
                      </c:pt>
                      <c:pt idx="221">
                        <c:v>8631.8891999999996</c:v>
                      </c:pt>
                      <c:pt idx="222">
                        <c:v>8959.8145999999997</c:v>
                      </c:pt>
                      <c:pt idx="223">
                        <c:v>7500.8127000000004</c:v>
                      </c:pt>
                      <c:pt idx="224">
                        <c:v>8484.3778000000002</c:v>
                      </c:pt>
                      <c:pt idx="225">
                        <c:v>8415.4794000000002</c:v>
                      </c:pt>
                      <c:pt idx="226">
                        <c:v>7891.0528999999997</c:v>
                      </c:pt>
                      <c:pt idx="227">
                        <c:v>9077.9524999999994</c:v>
                      </c:pt>
                      <c:pt idx="228">
                        <c:v>8910.2365000000009</c:v>
                      </c:pt>
                      <c:pt idx="229">
                        <c:v>8092.48</c:v>
                      </c:pt>
                      <c:pt idx="230">
                        <c:v>8846.7266999999993</c:v>
                      </c:pt>
                      <c:pt idx="231">
                        <c:v>8363.8266000000003</c:v>
                      </c:pt>
                      <c:pt idx="232">
                        <c:v>8305.5159000000003</c:v>
                      </c:pt>
                      <c:pt idx="233">
                        <c:v>8024.5333000000001</c:v>
                      </c:pt>
                      <c:pt idx="234">
                        <c:v>9038.6211000000003</c:v>
                      </c:pt>
                      <c:pt idx="235">
                        <c:v>8936.1540000000005</c:v>
                      </c:pt>
                      <c:pt idx="236">
                        <c:v>8972.4498999999996</c:v>
                      </c:pt>
                      <c:pt idx="237">
                        <c:v>9069.0879999999997</c:v>
                      </c:pt>
                      <c:pt idx="238">
                        <c:v>8735.1314999999995</c:v>
                      </c:pt>
                      <c:pt idx="239">
                        <c:v>8525.0984000000008</c:v>
                      </c:pt>
                      <c:pt idx="240">
                        <c:v>8181.5123999999996</c:v>
                      </c:pt>
                      <c:pt idx="241">
                        <c:v>8940.5763000000006</c:v>
                      </c:pt>
                      <c:pt idx="242">
                        <c:v>8733.3585999999996</c:v>
                      </c:pt>
                      <c:pt idx="243">
                        <c:v>9062.7728000000006</c:v>
                      </c:pt>
                      <c:pt idx="244">
                        <c:v>8136.2871999999998</c:v>
                      </c:pt>
                      <c:pt idx="245">
                        <c:v>7885.0024000000003</c:v>
                      </c:pt>
                      <c:pt idx="246">
                        <c:v>7636.1612999999998</c:v>
                      </c:pt>
                      <c:pt idx="247">
                        <c:v>7408.8238000000001</c:v>
                      </c:pt>
                      <c:pt idx="248">
                        <c:v>8157.6507000000001</c:v>
                      </c:pt>
                      <c:pt idx="249">
                        <c:v>8143.2799000000005</c:v>
                      </c:pt>
                      <c:pt idx="250">
                        <c:v>8126.1619000000001</c:v>
                      </c:pt>
                      <c:pt idx="251">
                        <c:v>8170.8820999999998</c:v>
                      </c:pt>
                      <c:pt idx="252">
                        <c:v>7915.0630000000001</c:v>
                      </c:pt>
                      <c:pt idx="253">
                        <c:v>7996.4102999999996</c:v>
                      </c:pt>
                      <c:pt idx="254">
                        <c:v>7630.5748999999996</c:v>
                      </c:pt>
                      <c:pt idx="255">
                        <c:v>7622.2106000000003</c:v>
                      </c:pt>
                      <c:pt idx="256">
                        <c:v>8329.7553000000007</c:v>
                      </c:pt>
                      <c:pt idx="257">
                        <c:v>8188.0972000000002</c:v>
                      </c:pt>
                      <c:pt idx="258">
                        <c:v>8190.6808000000001</c:v>
                      </c:pt>
                      <c:pt idx="259">
                        <c:v>7896.9651999999996</c:v>
                      </c:pt>
                      <c:pt idx="260">
                        <c:v>7838.9250000000002</c:v>
                      </c:pt>
                      <c:pt idx="261">
                        <c:v>7303.6651000000002</c:v>
                      </c:pt>
                      <c:pt idx="262">
                        <c:v>8394.8305999999993</c:v>
                      </c:pt>
                      <c:pt idx="263">
                        <c:v>8426.1527999999998</c:v>
                      </c:pt>
                      <c:pt idx="264">
                        <c:v>8197.3934000000008</c:v>
                      </c:pt>
                      <c:pt idx="265">
                        <c:v>8404.9393</c:v>
                      </c:pt>
                      <c:pt idx="266">
                        <c:v>8171.8451999999997</c:v>
                      </c:pt>
                      <c:pt idx="267">
                        <c:v>8422.0692999999992</c:v>
                      </c:pt>
                      <c:pt idx="268">
                        <c:v>8340.7023000000008</c:v>
                      </c:pt>
                      <c:pt idx="269">
                        <c:v>9411.8551000000007</c:v>
                      </c:pt>
                      <c:pt idx="270">
                        <c:v>9532.0632000000005</c:v>
                      </c:pt>
                      <c:pt idx="271">
                        <c:v>9249.5681000000004</c:v>
                      </c:pt>
                      <c:pt idx="272">
                        <c:v>9780.7749000000003</c:v>
                      </c:pt>
                      <c:pt idx="273">
                        <c:v>9546.9986000000008</c:v>
                      </c:pt>
                      <c:pt idx="274">
                        <c:v>8584.0660000000007</c:v>
                      </c:pt>
                      <c:pt idx="275">
                        <c:v>8211.4400999999998</c:v>
                      </c:pt>
                      <c:pt idx="276">
                        <c:v>9132.0828999999994</c:v>
                      </c:pt>
                      <c:pt idx="277">
                        <c:v>9142.1545999999998</c:v>
                      </c:pt>
                      <c:pt idx="278">
                        <c:v>8722.6586000000007</c:v>
                      </c:pt>
                      <c:pt idx="279">
                        <c:v>9068.8312000000005</c:v>
                      </c:pt>
                      <c:pt idx="280">
                        <c:v>8672.6916999999994</c:v>
                      </c:pt>
                      <c:pt idx="281">
                        <c:v>8577.7864000000009</c:v>
                      </c:pt>
                      <c:pt idx="282">
                        <c:v>8220.3868000000002</c:v>
                      </c:pt>
                      <c:pt idx="283">
                        <c:v>9528.2805000000008</c:v>
                      </c:pt>
                      <c:pt idx="284">
                        <c:v>9533.1164000000008</c:v>
                      </c:pt>
                      <c:pt idx="285">
                        <c:v>8866.6270999999997</c:v>
                      </c:pt>
                      <c:pt idx="286">
                        <c:v>9140.8248000000003</c:v>
                      </c:pt>
                      <c:pt idx="287">
                        <c:v>7838.8753999999999</c:v>
                      </c:pt>
                      <c:pt idx="288">
                        <c:v>8416.4814999999999</c:v>
                      </c:pt>
                      <c:pt idx="289">
                        <c:v>8334.2670999999991</c:v>
                      </c:pt>
                      <c:pt idx="290">
                        <c:v>9365.9135000000006</c:v>
                      </c:pt>
                      <c:pt idx="291">
                        <c:v>9088.7996999999996</c:v>
                      </c:pt>
                      <c:pt idx="292">
                        <c:v>8988.4829000000009</c:v>
                      </c:pt>
                      <c:pt idx="293">
                        <c:v>9444.2003999999997</c:v>
                      </c:pt>
                      <c:pt idx="294">
                        <c:v>9329.8986000000004</c:v>
                      </c:pt>
                      <c:pt idx="295">
                        <c:v>8963.7836000000007</c:v>
                      </c:pt>
                      <c:pt idx="296">
                        <c:v>8212.4148000000005</c:v>
                      </c:pt>
                      <c:pt idx="297">
                        <c:v>7422.4727999999996</c:v>
                      </c:pt>
                      <c:pt idx="298">
                        <c:v>7518.8032999999996</c:v>
                      </c:pt>
                      <c:pt idx="299">
                        <c:v>8235.1200000000008</c:v>
                      </c:pt>
                      <c:pt idx="300">
                        <c:v>8431.8080000000009</c:v>
                      </c:pt>
                      <c:pt idx="301">
                        <c:v>8166.8968000000004</c:v>
                      </c:pt>
                      <c:pt idx="302">
                        <c:v>8383.5620999999992</c:v>
                      </c:pt>
                      <c:pt idx="303">
                        <c:v>8193.8065999999999</c:v>
                      </c:pt>
                      <c:pt idx="304">
                        <c:v>9109.4976999999999</c:v>
                      </c:pt>
                      <c:pt idx="305">
                        <c:v>9124.9827999999998</c:v>
                      </c:pt>
                      <c:pt idx="306">
                        <c:v>9041.1147999999994</c:v>
                      </c:pt>
                      <c:pt idx="307">
                        <c:v>8972.8888999999999</c:v>
                      </c:pt>
                      <c:pt idx="308">
                        <c:v>8656.0687999999991</c:v>
                      </c:pt>
                      <c:pt idx="309">
                        <c:v>8364.4742000000006</c:v>
                      </c:pt>
                      <c:pt idx="310">
                        <c:v>7969.3095999999996</c:v>
                      </c:pt>
                      <c:pt idx="311">
                        <c:v>8648.2116999999998</c:v>
                      </c:pt>
                      <c:pt idx="312">
                        <c:v>8567.2073999999993</c:v>
                      </c:pt>
                      <c:pt idx="313">
                        <c:v>8775.6710999999996</c:v>
                      </c:pt>
                      <c:pt idx="314">
                        <c:v>8810.6142</c:v>
                      </c:pt>
                      <c:pt idx="315">
                        <c:v>7690.4313000000002</c:v>
                      </c:pt>
                      <c:pt idx="316">
                        <c:v>8231.7850999999991</c:v>
                      </c:pt>
                      <c:pt idx="317">
                        <c:v>7977.4201999999996</c:v>
                      </c:pt>
                      <c:pt idx="318">
                        <c:v>9021.5015999999996</c:v>
                      </c:pt>
                      <c:pt idx="319">
                        <c:v>8604.4969999999994</c:v>
                      </c:pt>
                      <c:pt idx="320">
                        <c:v>8407.3536000000004</c:v>
                      </c:pt>
                      <c:pt idx="321">
                        <c:v>8851.4526999999998</c:v>
                      </c:pt>
                      <c:pt idx="322">
                        <c:v>7979.2781999999997</c:v>
                      </c:pt>
                      <c:pt idx="323">
                        <c:v>7853.9766</c:v>
                      </c:pt>
                      <c:pt idx="324">
                        <c:v>7773.4152999999997</c:v>
                      </c:pt>
                      <c:pt idx="325">
                        <c:v>8548.0095000000001</c:v>
                      </c:pt>
                      <c:pt idx="326">
                        <c:v>8444.9233000000004</c:v>
                      </c:pt>
                      <c:pt idx="327">
                        <c:v>8876.0993999999992</c:v>
                      </c:pt>
                      <c:pt idx="328">
                        <c:v>8111.4588999999996</c:v>
                      </c:pt>
                      <c:pt idx="329">
                        <c:v>8109.5617000000002</c:v>
                      </c:pt>
                      <c:pt idx="330">
                        <c:v>7850.3024999999998</c:v>
                      </c:pt>
                      <c:pt idx="331">
                        <c:v>7634.6566000000003</c:v>
                      </c:pt>
                      <c:pt idx="332">
                        <c:v>8635.2705000000005</c:v>
                      </c:pt>
                      <c:pt idx="333">
                        <c:v>8475.4688999999998</c:v>
                      </c:pt>
                      <c:pt idx="334">
                        <c:v>8579.4390000000003</c:v>
                      </c:pt>
                      <c:pt idx="335">
                        <c:v>8726.5915999999997</c:v>
                      </c:pt>
                      <c:pt idx="336">
                        <c:v>8385.3922000000002</c:v>
                      </c:pt>
                      <c:pt idx="337">
                        <c:v>8301.3426999999992</c:v>
                      </c:pt>
                      <c:pt idx="338">
                        <c:v>7917.4492</c:v>
                      </c:pt>
                      <c:pt idx="339">
                        <c:v>9136.7325000000001</c:v>
                      </c:pt>
                      <c:pt idx="340">
                        <c:v>8447.3714</c:v>
                      </c:pt>
                      <c:pt idx="341">
                        <c:v>9059.1725000000006</c:v>
                      </c:pt>
                      <c:pt idx="342">
                        <c:v>7950.3303999999998</c:v>
                      </c:pt>
                      <c:pt idx="343">
                        <c:v>7781.1733000000004</c:v>
                      </c:pt>
                      <c:pt idx="344">
                        <c:v>6803.2348000000002</c:v>
                      </c:pt>
                      <c:pt idx="345">
                        <c:v>7123.4822999999997</c:v>
                      </c:pt>
                      <c:pt idx="346">
                        <c:v>8076.3144000000002</c:v>
                      </c:pt>
                      <c:pt idx="347">
                        <c:v>7995.6426000000001</c:v>
                      </c:pt>
                      <c:pt idx="348">
                        <c:v>7912.6687000000002</c:v>
                      </c:pt>
                      <c:pt idx="349">
                        <c:v>7997.2718000000004</c:v>
                      </c:pt>
                      <c:pt idx="350">
                        <c:v>7441.7539999999999</c:v>
                      </c:pt>
                      <c:pt idx="351">
                        <c:v>7463.0123000000003</c:v>
                      </c:pt>
                      <c:pt idx="352">
                        <c:v>7135.9552000000003</c:v>
                      </c:pt>
                      <c:pt idx="353">
                        <c:v>7748.8662999999997</c:v>
                      </c:pt>
                      <c:pt idx="354">
                        <c:v>7494.7506000000003</c:v>
                      </c:pt>
                      <c:pt idx="355">
                        <c:v>7772.1458000000002</c:v>
                      </c:pt>
                      <c:pt idx="356">
                        <c:v>7656.3536000000004</c:v>
                      </c:pt>
                      <c:pt idx="357">
                        <c:v>7081.5676000000003</c:v>
                      </c:pt>
                      <c:pt idx="358">
                        <c:v>7084.3707000000004</c:v>
                      </c:pt>
                      <c:pt idx="359">
                        <c:v>7014.1953999999996</c:v>
                      </c:pt>
                      <c:pt idx="360">
                        <c:v>7747.0573999999997</c:v>
                      </c:pt>
                      <c:pt idx="361">
                        <c:v>7599.4083000000001</c:v>
                      </c:pt>
                      <c:pt idx="362">
                        <c:v>7658.9674999999997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DFA5-4150-BB5E-3E31479BD08B}"/>
                  </c:ext>
                </c:extLst>
              </c15:ser>
            </c15:filteredLineSeries>
            <c15:filteredLine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G!$F$1</c15:sqref>
                        </c15:formulaRef>
                      </c:ext>
                    </c:extLst>
                    <c:strCache>
                      <c:ptCount val="1"/>
                      <c:pt idx="0">
                        <c:v>GAM Region</c:v>
                      </c:pt>
                    </c:strCache>
                  </c:strRef>
                </c:tx>
                <c:spPr>
                  <a:ln w="28575" cap="rnd">
                    <a:solidFill>
                      <a:schemeClr val="accent5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G!$A$2:$A$364</c15:sqref>
                        </c15:formulaRef>
                      </c:ext>
                    </c:extLst>
                    <c:numCache>
                      <c:formatCode>m/d/yyyy</c:formatCode>
                      <c:ptCount val="363"/>
                      <c:pt idx="0">
                        <c:v>45828</c:v>
                      </c:pt>
                      <c:pt idx="1">
                        <c:v>45829</c:v>
                      </c:pt>
                      <c:pt idx="2">
                        <c:v>45830</c:v>
                      </c:pt>
                      <c:pt idx="3">
                        <c:v>45831</c:v>
                      </c:pt>
                      <c:pt idx="4">
                        <c:v>45832</c:v>
                      </c:pt>
                      <c:pt idx="5">
                        <c:v>45833</c:v>
                      </c:pt>
                      <c:pt idx="6">
                        <c:v>45834</c:v>
                      </c:pt>
                      <c:pt idx="7">
                        <c:v>45835</c:v>
                      </c:pt>
                      <c:pt idx="8">
                        <c:v>45836</c:v>
                      </c:pt>
                      <c:pt idx="9">
                        <c:v>45837</c:v>
                      </c:pt>
                      <c:pt idx="10">
                        <c:v>45838</c:v>
                      </c:pt>
                      <c:pt idx="11">
                        <c:v>45839</c:v>
                      </c:pt>
                      <c:pt idx="12">
                        <c:v>45840</c:v>
                      </c:pt>
                      <c:pt idx="13">
                        <c:v>45841</c:v>
                      </c:pt>
                      <c:pt idx="14">
                        <c:v>45842</c:v>
                      </c:pt>
                      <c:pt idx="15">
                        <c:v>45843</c:v>
                      </c:pt>
                      <c:pt idx="16">
                        <c:v>45844</c:v>
                      </c:pt>
                      <c:pt idx="17">
                        <c:v>45845</c:v>
                      </c:pt>
                      <c:pt idx="18">
                        <c:v>45846</c:v>
                      </c:pt>
                      <c:pt idx="19">
                        <c:v>45847</c:v>
                      </c:pt>
                      <c:pt idx="20">
                        <c:v>45848</c:v>
                      </c:pt>
                      <c:pt idx="21">
                        <c:v>45849</c:v>
                      </c:pt>
                      <c:pt idx="22">
                        <c:v>45850</c:v>
                      </c:pt>
                      <c:pt idx="23">
                        <c:v>45851</c:v>
                      </c:pt>
                      <c:pt idx="24">
                        <c:v>45852</c:v>
                      </c:pt>
                      <c:pt idx="25">
                        <c:v>45853</c:v>
                      </c:pt>
                      <c:pt idx="26">
                        <c:v>45854</c:v>
                      </c:pt>
                      <c:pt idx="27">
                        <c:v>45855</c:v>
                      </c:pt>
                      <c:pt idx="28">
                        <c:v>45856</c:v>
                      </c:pt>
                      <c:pt idx="29">
                        <c:v>45857</c:v>
                      </c:pt>
                      <c:pt idx="30">
                        <c:v>45858</c:v>
                      </c:pt>
                      <c:pt idx="31">
                        <c:v>45859</c:v>
                      </c:pt>
                      <c:pt idx="32">
                        <c:v>45860</c:v>
                      </c:pt>
                      <c:pt idx="33">
                        <c:v>45861</c:v>
                      </c:pt>
                      <c:pt idx="34">
                        <c:v>45862</c:v>
                      </c:pt>
                      <c:pt idx="35">
                        <c:v>45863</c:v>
                      </c:pt>
                      <c:pt idx="36">
                        <c:v>45864</c:v>
                      </c:pt>
                      <c:pt idx="37">
                        <c:v>45865</c:v>
                      </c:pt>
                      <c:pt idx="38">
                        <c:v>45866</c:v>
                      </c:pt>
                      <c:pt idx="39">
                        <c:v>45867</c:v>
                      </c:pt>
                      <c:pt idx="40">
                        <c:v>45868</c:v>
                      </c:pt>
                      <c:pt idx="41">
                        <c:v>45869</c:v>
                      </c:pt>
                      <c:pt idx="42">
                        <c:v>45870</c:v>
                      </c:pt>
                      <c:pt idx="43">
                        <c:v>45871</c:v>
                      </c:pt>
                      <c:pt idx="44">
                        <c:v>45872</c:v>
                      </c:pt>
                      <c:pt idx="45">
                        <c:v>45873</c:v>
                      </c:pt>
                      <c:pt idx="46">
                        <c:v>45874</c:v>
                      </c:pt>
                      <c:pt idx="47">
                        <c:v>45875</c:v>
                      </c:pt>
                      <c:pt idx="48">
                        <c:v>45876</c:v>
                      </c:pt>
                      <c:pt idx="49">
                        <c:v>45877</c:v>
                      </c:pt>
                      <c:pt idx="50">
                        <c:v>45878</c:v>
                      </c:pt>
                      <c:pt idx="51">
                        <c:v>45879</c:v>
                      </c:pt>
                      <c:pt idx="52">
                        <c:v>45880</c:v>
                      </c:pt>
                      <c:pt idx="53">
                        <c:v>45881</c:v>
                      </c:pt>
                      <c:pt idx="54">
                        <c:v>45882</c:v>
                      </c:pt>
                      <c:pt idx="55">
                        <c:v>45883</c:v>
                      </c:pt>
                      <c:pt idx="56">
                        <c:v>45884</c:v>
                      </c:pt>
                      <c:pt idx="57">
                        <c:v>45885</c:v>
                      </c:pt>
                      <c:pt idx="58">
                        <c:v>45886</c:v>
                      </c:pt>
                      <c:pt idx="59">
                        <c:v>45887</c:v>
                      </c:pt>
                      <c:pt idx="60">
                        <c:v>45888</c:v>
                      </c:pt>
                      <c:pt idx="61">
                        <c:v>45889</c:v>
                      </c:pt>
                      <c:pt idx="62">
                        <c:v>45890</c:v>
                      </c:pt>
                      <c:pt idx="63">
                        <c:v>45891</c:v>
                      </c:pt>
                      <c:pt idx="64">
                        <c:v>45892</c:v>
                      </c:pt>
                      <c:pt idx="65">
                        <c:v>45893</c:v>
                      </c:pt>
                      <c:pt idx="66">
                        <c:v>45894</c:v>
                      </c:pt>
                      <c:pt idx="67">
                        <c:v>45895</c:v>
                      </c:pt>
                      <c:pt idx="68">
                        <c:v>45896</c:v>
                      </c:pt>
                      <c:pt idx="69">
                        <c:v>45897</c:v>
                      </c:pt>
                      <c:pt idx="70">
                        <c:v>45898</c:v>
                      </c:pt>
                      <c:pt idx="71">
                        <c:v>45899</c:v>
                      </c:pt>
                      <c:pt idx="72">
                        <c:v>45900</c:v>
                      </c:pt>
                      <c:pt idx="73">
                        <c:v>45901</c:v>
                      </c:pt>
                      <c:pt idx="74">
                        <c:v>45902</c:v>
                      </c:pt>
                      <c:pt idx="75">
                        <c:v>45903</c:v>
                      </c:pt>
                      <c:pt idx="76">
                        <c:v>45904</c:v>
                      </c:pt>
                      <c:pt idx="77">
                        <c:v>45905</c:v>
                      </c:pt>
                      <c:pt idx="78">
                        <c:v>45906</c:v>
                      </c:pt>
                      <c:pt idx="79">
                        <c:v>45907</c:v>
                      </c:pt>
                      <c:pt idx="80">
                        <c:v>45908</c:v>
                      </c:pt>
                      <c:pt idx="81">
                        <c:v>45909</c:v>
                      </c:pt>
                      <c:pt idx="82">
                        <c:v>45910</c:v>
                      </c:pt>
                      <c:pt idx="83">
                        <c:v>45911</c:v>
                      </c:pt>
                      <c:pt idx="84">
                        <c:v>45912</c:v>
                      </c:pt>
                      <c:pt idx="85">
                        <c:v>45913</c:v>
                      </c:pt>
                      <c:pt idx="86">
                        <c:v>45914</c:v>
                      </c:pt>
                      <c:pt idx="87">
                        <c:v>45915</c:v>
                      </c:pt>
                      <c:pt idx="88">
                        <c:v>45916</c:v>
                      </c:pt>
                      <c:pt idx="89">
                        <c:v>45917</c:v>
                      </c:pt>
                      <c:pt idx="90">
                        <c:v>45918</c:v>
                      </c:pt>
                      <c:pt idx="91">
                        <c:v>45919</c:v>
                      </c:pt>
                      <c:pt idx="92">
                        <c:v>45920</c:v>
                      </c:pt>
                      <c:pt idx="93">
                        <c:v>45921</c:v>
                      </c:pt>
                      <c:pt idx="94">
                        <c:v>45922</c:v>
                      </c:pt>
                      <c:pt idx="95">
                        <c:v>45923</c:v>
                      </c:pt>
                      <c:pt idx="96">
                        <c:v>45924</c:v>
                      </c:pt>
                      <c:pt idx="97">
                        <c:v>45925</c:v>
                      </c:pt>
                      <c:pt idx="98">
                        <c:v>45926</c:v>
                      </c:pt>
                      <c:pt idx="99">
                        <c:v>45927</c:v>
                      </c:pt>
                      <c:pt idx="100">
                        <c:v>45928</c:v>
                      </c:pt>
                      <c:pt idx="101">
                        <c:v>45929</c:v>
                      </c:pt>
                      <c:pt idx="102">
                        <c:v>45930</c:v>
                      </c:pt>
                      <c:pt idx="103">
                        <c:v>45931</c:v>
                      </c:pt>
                      <c:pt idx="104">
                        <c:v>45932</c:v>
                      </c:pt>
                      <c:pt idx="105">
                        <c:v>45933</c:v>
                      </c:pt>
                      <c:pt idx="106">
                        <c:v>45934</c:v>
                      </c:pt>
                      <c:pt idx="107">
                        <c:v>45935</c:v>
                      </c:pt>
                      <c:pt idx="108">
                        <c:v>45936</c:v>
                      </c:pt>
                      <c:pt idx="109">
                        <c:v>45937</c:v>
                      </c:pt>
                      <c:pt idx="110">
                        <c:v>45938</c:v>
                      </c:pt>
                      <c:pt idx="111">
                        <c:v>45939</c:v>
                      </c:pt>
                      <c:pt idx="112">
                        <c:v>45940</c:v>
                      </c:pt>
                      <c:pt idx="113">
                        <c:v>45941</c:v>
                      </c:pt>
                      <c:pt idx="114">
                        <c:v>45942</c:v>
                      </c:pt>
                      <c:pt idx="115">
                        <c:v>45943</c:v>
                      </c:pt>
                      <c:pt idx="116">
                        <c:v>45944</c:v>
                      </c:pt>
                      <c:pt idx="117">
                        <c:v>45945</c:v>
                      </c:pt>
                      <c:pt idx="118">
                        <c:v>45946</c:v>
                      </c:pt>
                      <c:pt idx="119">
                        <c:v>45947</c:v>
                      </c:pt>
                      <c:pt idx="120">
                        <c:v>45948</c:v>
                      </c:pt>
                      <c:pt idx="121">
                        <c:v>45949</c:v>
                      </c:pt>
                      <c:pt idx="122">
                        <c:v>45950</c:v>
                      </c:pt>
                      <c:pt idx="123">
                        <c:v>45951</c:v>
                      </c:pt>
                      <c:pt idx="124">
                        <c:v>45952</c:v>
                      </c:pt>
                      <c:pt idx="125">
                        <c:v>45953</c:v>
                      </c:pt>
                      <c:pt idx="126">
                        <c:v>45954</c:v>
                      </c:pt>
                      <c:pt idx="127">
                        <c:v>45955</c:v>
                      </c:pt>
                      <c:pt idx="128">
                        <c:v>45956</c:v>
                      </c:pt>
                      <c:pt idx="129">
                        <c:v>45957</c:v>
                      </c:pt>
                      <c:pt idx="130">
                        <c:v>45958</c:v>
                      </c:pt>
                      <c:pt idx="131">
                        <c:v>45959</c:v>
                      </c:pt>
                      <c:pt idx="132">
                        <c:v>45960</c:v>
                      </c:pt>
                      <c:pt idx="133">
                        <c:v>45961</c:v>
                      </c:pt>
                      <c:pt idx="134">
                        <c:v>45962</c:v>
                      </c:pt>
                      <c:pt idx="135">
                        <c:v>45963</c:v>
                      </c:pt>
                      <c:pt idx="136">
                        <c:v>45964</c:v>
                      </c:pt>
                      <c:pt idx="137">
                        <c:v>45965</c:v>
                      </c:pt>
                      <c:pt idx="138">
                        <c:v>45966</c:v>
                      </c:pt>
                      <c:pt idx="139">
                        <c:v>45967</c:v>
                      </c:pt>
                      <c:pt idx="140">
                        <c:v>45968</c:v>
                      </c:pt>
                      <c:pt idx="141">
                        <c:v>45969</c:v>
                      </c:pt>
                      <c:pt idx="142">
                        <c:v>45970</c:v>
                      </c:pt>
                      <c:pt idx="143">
                        <c:v>45971</c:v>
                      </c:pt>
                      <c:pt idx="144">
                        <c:v>45972</c:v>
                      </c:pt>
                      <c:pt idx="145">
                        <c:v>45973</c:v>
                      </c:pt>
                      <c:pt idx="146">
                        <c:v>45974</c:v>
                      </c:pt>
                      <c:pt idx="147">
                        <c:v>45975</c:v>
                      </c:pt>
                      <c:pt idx="148">
                        <c:v>45976</c:v>
                      </c:pt>
                      <c:pt idx="149">
                        <c:v>45977</c:v>
                      </c:pt>
                      <c:pt idx="150">
                        <c:v>45978</c:v>
                      </c:pt>
                      <c:pt idx="151">
                        <c:v>45979</c:v>
                      </c:pt>
                      <c:pt idx="152">
                        <c:v>45980</c:v>
                      </c:pt>
                      <c:pt idx="153">
                        <c:v>45981</c:v>
                      </c:pt>
                      <c:pt idx="154">
                        <c:v>45982</c:v>
                      </c:pt>
                      <c:pt idx="155">
                        <c:v>45983</c:v>
                      </c:pt>
                      <c:pt idx="156">
                        <c:v>45984</c:v>
                      </c:pt>
                      <c:pt idx="157">
                        <c:v>45985</c:v>
                      </c:pt>
                      <c:pt idx="158">
                        <c:v>45986</c:v>
                      </c:pt>
                      <c:pt idx="159">
                        <c:v>45987</c:v>
                      </c:pt>
                      <c:pt idx="160">
                        <c:v>45988</c:v>
                      </c:pt>
                      <c:pt idx="161">
                        <c:v>45989</c:v>
                      </c:pt>
                      <c:pt idx="162">
                        <c:v>45990</c:v>
                      </c:pt>
                      <c:pt idx="163">
                        <c:v>45991</c:v>
                      </c:pt>
                      <c:pt idx="164">
                        <c:v>45992</c:v>
                      </c:pt>
                      <c:pt idx="165">
                        <c:v>45993</c:v>
                      </c:pt>
                      <c:pt idx="166">
                        <c:v>45994</c:v>
                      </c:pt>
                      <c:pt idx="167">
                        <c:v>45995</c:v>
                      </c:pt>
                      <c:pt idx="168">
                        <c:v>45996</c:v>
                      </c:pt>
                      <c:pt idx="169">
                        <c:v>45997</c:v>
                      </c:pt>
                      <c:pt idx="170">
                        <c:v>45998</c:v>
                      </c:pt>
                      <c:pt idx="171">
                        <c:v>45999</c:v>
                      </c:pt>
                      <c:pt idx="172">
                        <c:v>46000</c:v>
                      </c:pt>
                      <c:pt idx="173">
                        <c:v>46001</c:v>
                      </c:pt>
                      <c:pt idx="174">
                        <c:v>46002</c:v>
                      </c:pt>
                      <c:pt idx="175">
                        <c:v>46003</c:v>
                      </c:pt>
                      <c:pt idx="176">
                        <c:v>46004</c:v>
                      </c:pt>
                      <c:pt idx="177">
                        <c:v>46005</c:v>
                      </c:pt>
                      <c:pt idx="178">
                        <c:v>46006</c:v>
                      </c:pt>
                      <c:pt idx="179">
                        <c:v>46007</c:v>
                      </c:pt>
                      <c:pt idx="180">
                        <c:v>46008</c:v>
                      </c:pt>
                      <c:pt idx="181">
                        <c:v>46009</c:v>
                      </c:pt>
                      <c:pt idx="182">
                        <c:v>46010</c:v>
                      </c:pt>
                      <c:pt idx="183">
                        <c:v>46011</c:v>
                      </c:pt>
                      <c:pt idx="184">
                        <c:v>46012</c:v>
                      </c:pt>
                      <c:pt idx="185">
                        <c:v>46013</c:v>
                      </c:pt>
                      <c:pt idx="186">
                        <c:v>46014</c:v>
                      </c:pt>
                      <c:pt idx="187">
                        <c:v>46015</c:v>
                      </c:pt>
                      <c:pt idx="188">
                        <c:v>46016</c:v>
                      </c:pt>
                      <c:pt idx="189">
                        <c:v>46017</c:v>
                      </c:pt>
                      <c:pt idx="190">
                        <c:v>46018</c:v>
                      </c:pt>
                      <c:pt idx="191">
                        <c:v>46019</c:v>
                      </c:pt>
                      <c:pt idx="192">
                        <c:v>46020</c:v>
                      </c:pt>
                      <c:pt idx="193">
                        <c:v>46021</c:v>
                      </c:pt>
                      <c:pt idx="194">
                        <c:v>46022</c:v>
                      </c:pt>
                      <c:pt idx="195">
                        <c:v>46023</c:v>
                      </c:pt>
                      <c:pt idx="196">
                        <c:v>46024</c:v>
                      </c:pt>
                      <c:pt idx="197">
                        <c:v>46025</c:v>
                      </c:pt>
                      <c:pt idx="198">
                        <c:v>46026</c:v>
                      </c:pt>
                      <c:pt idx="199">
                        <c:v>46027</c:v>
                      </c:pt>
                      <c:pt idx="200">
                        <c:v>46028</c:v>
                      </c:pt>
                      <c:pt idx="201">
                        <c:v>46029</c:v>
                      </c:pt>
                      <c:pt idx="202">
                        <c:v>46030</c:v>
                      </c:pt>
                      <c:pt idx="203">
                        <c:v>46031</c:v>
                      </c:pt>
                      <c:pt idx="204">
                        <c:v>46032</c:v>
                      </c:pt>
                      <c:pt idx="205">
                        <c:v>46033</c:v>
                      </c:pt>
                      <c:pt idx="206">
                        <c:v>46034</c:v>
                      </c:pt>
                      <c:pt idx="207">
                        <c:v>46035</c:v>
                      </c:pt>
                      <c:pt idx="208">
                        <c:v>46036</c:v>
                      </c:pt>
                      <c:pt idx="209">
                        <c:v>46037</c:v>
                      </c:pt>
                      <c:pt idx="210">
                        <c:v>46038</c:v>
                      </c:pt>
                      <c:pt idx="211">
                        <c:v>46039</c:v>
                      </c:pt>
                      <c:pt idx="212">
                        <c:v>46040</c:v>
                      </c:pt>
                      <c:pt idx="213">
                        <c:v>46041</c:v>
                      </c:pt>
                      <c:pt idx="214">
                        <c:v>46042</c:v>
                      </c:pt>
                      <c:pt idx="215">
                        <c:v>46043</c:v>
                      </c:pt>
                      <c:pt idx="216">
                        <c:v>46044</c:v>
                      </c:pt>
                      <c:pt idx="217">
                        <c:v>46045</c:v>
                      </c:pt>
                      <c:pt idx="218">
                        <c:v>46046</c:v>
                      </c:pt>
                      <c:pt idx="219">
                        <c:v>46047</c:v>
                      </c:pt>
                      <c:pt idx="220">
                        <c:v>46048</c:v>
                      </c:pt>
                      <c:pt idx="221">
                        <c:v>46049</c:v>
                      </c:pt>
                      <c:pt idx="222">
                        <c:v>46050</c:v>
                      </c:pt>
                      <c:pt idx="223">
                        <c:v>46051</c:v>
                      </c:pt>
                      <c:pt idx="224">
                        <c:v>46052</c:v>
                      </c:pt>
                      <c:pt idx="225">
                        <c:v>46053</c:v>
                      </c:pt>
                      <c:pt idx="226">
                        <c:v>46054</c:v>
                      </c:pt>
                      <c:pt idx="227">
                        <c:v>46055</c:v>
                      </c:pt>
                      <c:pt idx="228">
                        <c:v>46056</c:v>
                      </c:pt>
                      <c:pt idx="229">
                        <c:v>46057</c:v>
                      </c:pt>
                      <c:pt idx="230">
                        <c:v>46058</c:v>
                      </c:pt>
                      <c:pt idx="231">
                        <c:v>46059</c:v>
                      </c:pt>
                      <c:pt idx="232">
                        <c:v>46060</c:v>
                      </c:pt>
                      <c:pt idx="233">
                        <c:v>46061</c:v>
                      </c:pt>
                      <c:pt idx="234">
                        <c:v>46062</c:v>
                      </c:pt>
                      <c:pt idx="235">
                        <c:v>46063</c:v>
                      </c:pt>
                      <c:pt idx="236">
                        <c:v>46064</c:v>
                      </c:pt>
                      <c:pt idx="237">
                        <c:v>46065</c:v>
                      </c:pt>
                      <c:pt idx="238">
                        <c:v>46066</c:v>
                      </c:pt>
                      <c:pt idx="239">
                        <c:v>46067</c:v>
                      </c:pt>
                      <c:pt idx="240">
                        <c:v>46068</c:v>
                      </c:pt>
                      <c:pt idx="241">
                        <c:v>46069</c:v>
                      </c:pt>
                      <c:pt idx="242">
                        <c:v>46070</c:v>
                      </c:pt>
                      <c:pt idx="243">
                        <c:v>46071</c:v>
                      </c:pt>
                      <c:pt idx="244">
                        <c:v>46072</c:v>
                      </c:pt>
                      <c:pt idx="245">
                        <c:v>46073</c:v>
                      </c:pt>
                      <c:pt idx="246">
                        <c:v>46074</c:v>
                      </c:pt>
                      <c:pt idx="247">
                        <c:v>46075</c:v>
                      </c:pt>
                      <c:pt idx="248">
                        <c:v>46076</c:v>
                      </c:pt>
                      <c:pt idx="249">
                        <c:v>46077</c:v>
                      </c:pt>
                      <c:pt idx="250">
                        <c:v>46078</c:v>
                      </c:pt>
                      <c:pt idx="251">
                        <c:v>46079</c:v>
                      </c:pt>
                      <c:pt idx="252">
                        <c:v>46080</c:v>
                      </c:pt>
                      <c:pt idx="253">
                        <c:v>46081</c:v>
                      </c:pt>
                      <c:pt idx="254">
                        <c:v>46082</c:v>
                      </c:pt>
                      <c:pt idx="255">
                        <c:v>46083</c:v>
                      </c:pt>
                      <c:pt idx="256">
                        <c:v>46084</c:v>
                      </c:pt>
                      <c:pt idx="257">
                        <c:v>46085</c:v>
                      </c:pt>
                      <c:pt idx="258">
                        <c:v>46086</c:v>
                      </c:pt>
                      <c:pt idx="259">
                        <c:v>46087</c:v>
                      </c:pt>
                      <c:pt idx="260">
                        <c:v>46088</c:v>
                      </c:pt>
                      <c:pt idx="261">
                        <c:v>46089</c:v>
                      </c:pt>
                      <c:pt idx="262">
                        <c:v>46090</c:v>
                      </c:pt>
                      <c:pt idx="263">
                        <c:v>46091</c:v>
                      </c:pt>
                      <c:pt idx="264">
                        <c:v>46092</c:v>
                      </c:pt>
                      <c:pt idx="265">
                        <c:v>46093</c:v>
                      </c:pt>
                      <c:pt idx="266">
                        <c:v>46094</c:v>
                      </c:pt>
                      <c:pt idx="267">
                        <c:v>46095</c:v>
                      </c:pt>
                      <c:pt idx="268">
                        <c:v>46096</c:v>
                      </c:pt>
                      <c:pt idx="269">
                        <c:v>46097</c:v>
                      </c:pt>
                      <c:pt idx="270">
                        <c:v>46098</c:v>
                      </c:pt>
                      <c:pt idx="271">
                        <c:v>46099</c:v>
                      </c:pt>
                      <c:pt idx="272">
                        <c:v>46100</c:v>
                      </c:pt>
                      <c:pt idx="273">
                        <c:v>46101</c:v>
                      </c:pt>
                      <c:pt idx="274">
                        <c:v>46102</c:v>
                      </c:pt>
                      <c:pt idx="275">
                        <c:v>46103</c:v>
                      </c:pt>
                      <c:pt idx="276">
                        <c:v>46104</c:v>
                      </c:pt>
                      <c:pt idx="277">
                        <c:v>46105</c:v>
                      </c:pt>
                      <c:pt idx="278">
                        <c:v>46106</c:v>
                      </c:pt>
                      <c:pt idx="279">
                        <c:v>46107</c:v>
                      </c:pt>
                      <c:pt idx="280">
                        <c:v>46108</c:v>
                      </c:pt>
                      <c:pt idx="281">
                        <c:v>46109</c:v>
                      </c:pt>
                      <c:pt idx="282">
                        <c:v>46110</c:v>
                      </c:pt>
                      <c:pt idx="283">
                        <c:v>46111</c:v>
                      </c:pt>
                      <c:pt idx="284">
                        <c:v>46112</c:v>
                      </c:pt>
                      <c:pt idx="285">
                        <c:v>46113</c:v>
                      </c:pt>
                      <c:pt idx="286">
                        <c:v>46114</c:v>
                      </c:pt>
                      <c:pt idx="287">
                        <c:v>46115</c:v>
                      </c:pt>
                      <c:pt idx="288">
                        <c:v>46116</c:v>
                      </c:pt>
                      <c:pt idx="289">
                        <c:v>46117</c:v>
                      </c:pt>
                      <c:pt idx="290">
                        <c:v>46118</c:v>
                      </c:pt>
                      <c:pt idx="291">
                        <c:v>46119</c:v>
                      </c:pt>
                      <c:pt idx="292">
                        <c:v>46120</c:v>
                      </c:pt>
                      <c:pt idx="293">
                        <c:v>46121</c:v>
                      </c:pt>
                      <c:pt idx="294">
                        <c:v>46122</c:v>
                      </c:pt>
                      <c:pt idx="295">
                        <c:v>46123</c:v>
                      </c:pt>
                      <c:pt idx="296">
                        <c:v>46124</c:v>
                      </c:pt>
                      <c:pt idx="297">
                        <c:v>46125</c:v>
                      </c:pt>
                      <c:pt idx="298">
                        <c:v>46126</c:v>
                      </c:pt>
                      <c:pt idx="299">
                        <c:v>46127</c:v>
                      </c:pt>
                      <c:pt idx="300">
                        <c:v>46128</c:v>
                      </c:pt>
                      <c:pt idx="301">
                        <c:v>46129</c:v>
                      </c:pt>
                      <c:pt idx="302">
                        <c:v>46130</c:v>
                      </c:pt>
                      <c:pt idx="303">
                        <c:v>46131</c:v>
                      </c:pt>
                      <c:pt idx="304">
                        <c:v>46132</c:v>
                      </c:pt>
                      <c:pt idx="305">
                        <c:v>46133</c:v>
                      </c:pt>
                      <c:pt idx="306">
                        <c:v>46134</c:v>
                      </c:pt>
                      <c:pt idx="307">
                        <c:v>46135</c:v>
                      </c:pt>
                      <c:pt idx="308">
                        <c:v>46136</c:v>
                      </c:pt>
                      <c:pt idx="309">
                        <c:v>46137</c:v>
                      </c:pt>
                      <c:pt idx="310">
                        <c:v>46138</c:v>
                      </c:pt>
                      <c:pt idx="311">
                        <c:v>46139</c:v>
                      </c:pt>
                      <c:pt idx="312">
                        <c:v>46140</c:v>
                      </c:pt>
                      <c:pt idx="313">
                        <c:v>46141</c:v>
                      </c:pt>
                      <c:pt idx="314">
                        <c:v>46142</c:v>
                      </c:pt>
                      <c:pt idx="315">
                        <c:v>46143</c:v>
                      </c:pt>
                      <c:pt idx="316">
                        <c:v>46144</c:v>
                      </c:pt>
                      <c:pt idx="317">
                        <c:v>46145</c:v>
                      </c:pt>
                      <c:pt idx="318">
                        <c:v>46146</c:v>
                      </c:pt>
                      <c:pt idx="319">
                        <c:v>46147</c:v>
                      </c:pt>
                      <c:pt idx="320">
                        <c:v>46148</c:v>
                      </c:pt>
                      <c:pt idx="321">
                        <c:v>46149</c:v>
                      </c:pt>
                      <c:pt idx="322">
                        <c:v>46150</c:v>
                      </c:pt>
                      <c:pt idx="323">
                        <c:v>46151</c:v>
                      </c:pt>
                      <c:pt idx="324">
                        <c:v>46152</c:v>
                      </c:pt>
                      <c:pt idx="325">
                        <c:v>46153</c:v>
                      </c:pt>
                      <c:pt idx="326">
                        <c:v>46154</c:v>
                      </c:pt>
                      <c:pt idx="327">
                        <c:v>46155</c:v>
                      </c:pt>
                      <c:pt idx="328">
                        <c:v>46156</c:v>
                      </c:pt>
                      <c:pt idx="329">
                        <c:v>46157</c:v>
                      </c:pt>
                      <c:pt idx="330">
                        <c:v>46158</c:v>
                      </c:pt>
                      <c:pt idx="331">
                        <c:v>46159</c:v>
                      </c:pt>
                      <c:pt idx="332">
                        <c:v>46160</c:v>
                      </c:pt>
                      <c:pt idx="333">
                        <c:v>46161</c:v>
                      </c:pt>
                      <c:pt idx="334">
                        <c:v>46162</c:v>
                      </c:pt>
                      <c:pt idx="335">
                        <c:v>46163</c:v>
                      </c:pt>
                      <c:pt idx="336">
                        <c:v>46164</c:v>
                      </c:pt>
                      <c:pt idx="337">
                        <c:v>46165</c:v>
                      </c:pt>
                      <c:pt idx="338">
                        <c:v>46166</c:v>
                      </c:pt>
                      <c:pt idx="339">
                        <c:v>46167</c:v>
                      </c:pt>
                      <c:pt idx="340">
                        <c:v>46168</c:v>
                      </c:pt>
                      <c:pt idx="341">
                        <c:v>46169</c:v>
                      </c:pt>
                      <c:pt idx="342">
                        <c:v>46170</c:v>
                      </c:pt>
                      <c:pt idx="343">
                        <c:v>46171</c:v>
                      </c:pt>
                      <c:pt idx="344">
                        <c:v>46172</c:v>
                      </c:pt>
                      <c:pt idx="345">
                        <c:v>46173</c:v>
                      </c:pt>
                      <c:pt idx="346">
                        <c:v>46174</c:v>
                      </c:pt>
                      <c:pt idx="347">
                        <c:v>46175</c:v>
                      </c:pt>
                      <c:pt idx="348">
                        <c:v>46176</c:v>
                      </c:pt>
                      <c:pt idx="349">
                        <c:v>46177</c:v>
                      </c:pt>
                      <c:pt idx="350">
                        <c:v>46178</c:v>
                      </c:pt>
                      <c:pt idx="351">
                        <c:v>46179</c:v>
                      </c:pt>
                      <c:pt idx="352">
                        <c:v>46180</c:v>
                      </c:pt>
                      <c:pt idx="353">
                        <c:v>46181</c:v>
                      </c:pt>
                      <c:pt idx="354">
                        <c:v>46182</c:v>
                      </c:pt>
                      <c:pt idx="355">
                        <c:v>46183</c:v>
                      </c:pt>
                      <c:pt idx="356">
                        <c:v>46184</c:v>
                      </c:pt>
                      <c:pt idx="357">
                        <c:v>46185</c:v>
                      </c:pt>
                      <c:pt idx="358">
                        <c:v>46186</c:v>
                      </c:pt>
                      <c:pt idx="359">
                        <c:v>46187</c:v>
                      </c:pt>
                      <c:pt idx="360">
                        <c:v>46188</c:v>
                      </c:pt>
                      <c:pt idx="361">
                        <c:v>46189</c:v>
                      </c:pt>
                      <c:pt idx="362">
                        <c:v>46190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G!$F$2:$F$364</c15:sqref>
                        </c15:formulaRef>
                      </c:ext>
                    </c:extLst>
                    <c:numCache>
                      <c:formatCode>General</c:formatCode>
                      <c:ptCount val="363"/>
                      <c:pt idx="0">
                        <c:v>43202.511400000003</c:v>
                      </c:pt>
                      <c:pt idx="1">
                        <c:v>40941.420299999998</c:v>
                      </c:pt>
                      <c:pt idx="2">
                        <c:v>38174.917500000003</c:v>
                      </c:pt>
                      <c:pt idx="3">
                        <c:v>44323.821300000003</c:v>
                      </c:pt>
                      <c:pt idx="4">
                        <c:v>42036.308100000002</c:v>
                      </c:pt>
                      <c:pt idx="5">
                        <c:v>43106.229299999999</c:v>
                      </c:pt>
                      <c:pt idx="6">
                        <c:v>42105.875599999999</c:v>
                      </c:pt>
                      <c:pt idx="7">
                        <c:v>42736.567199999998</c:v>
                      </c:pt>
                      <c:pt idx="8">
                        <c:v>40491.148399999998</c:v>
                      </c:pt>
                      <c:pt idx="9">
                        <c:v>38413.495600000002</c:v>
                      </c:pt>
                      <c:pt idx="10">
                        <c:v>44198.600599999998</c:v>
                      </c:pt>
                      <c:pt idx="11">
                        <c:v>43239.794300000001</c:v>
                      </c:pt>
                      <c:pt idx="12">
                        <c:v>43201.116900000001</c:v>
                      </c:pt>
                      <c:pt idx="13">
                        <c:v>43297.281499999997</c:v>
                      </c:pt>
                      <c:pt idx="14">
                        <c:v>43273.517599999999</c:v>
                      </c:pt>
                      <c:pt idx="15">
                        <c:v>40139.756999999998</c:v>
                      </c:pt>
                      <c:pt idx="16">
                        <c:v>37736.714999999997</c:v>
                      </c:pt>
                      <c:pt idx="17">
                        <c:v>42388.784099999997</c:v>
                      </c:pt>
                      <c:pt idx="18">
                        <c:v>41973.466500000002</c:v>
                      </c:pt>
                      <c:pt idx="19">
                        <c:v>43271.947</c:v>
                      </c:pt>
                      <c:pt idx="20">
                        <c:v>35688.230100000001</c:v>
                      </c:pt>
                      <c:pt idx="21">
                        <c:v>44410.765200000002</c:v>
                      </c:pt>
                      <c:pt idx="22">
                        <c:v>39641.518400000001</c:v>
                      </c:pt>
                      <c:pt idx="23">
                        <c:v>37089.222800000003</c:v>
                      </c:pt>
                      <c:pt idx="24">
                        <c:v>39738.779499999997</c:v>
                      </c:pt>
                      <c:pt idx="25">
                        <c:v>36875.690799999997</c:v>
                      </c:pt>
                      <c:pt idx="26">
                        <c:v>36142.790699999998</c:v>
                      </c:pt>
                      <c:pt idx="27">
                        <c:v>36117.063699999999</c:v>
                      </c:pt>
                      <c:pt idx="28">
                        <c:v>36080.0867</c:v>
                      </c:pt>
                      <c:pt idx="29">
                        <c:v>33629.330600000001</c:v>
                      </c:pt>
                      <c:pt idx="30">
                        <c:v>31943.644100000001</c:v>
                      </c:pt>
                      <c:pt idx="31">
                        <c:v>36254.6783</c:v>
                      </c:pt>
                      <c:pt idx="32">
                        <c:v>34983.9568</c:v>
                      </c:pt>
                      <c:pt idx="33">
                        <c:v>34473.110699999997</c:v>
                      </c:pt>
                      <c:pt idx="34">
                        <c:v>35219.336799999997</c:v>
                      </c:pt>
                      <c:pt idx="35">
                        <c:v>34812.009599999998</c:v>
                      </c:pt>
                      <c:pt idx="36">
                        <c:v>32676.2176</c:v>
                      </c:pt>
                      <c:pt idx="37">
                        <c:v>30207.3161</c:v>
                      </c:pt>
                      <c:pt idx="38">
                        <c:v>34260.388200000001</c:v>
                      </c:pt>
                      <c:pt idx="39">
                        <c:v>28063.055</c:v>
                      </c:pt>
                      <c:pt idx="40">
                        <c:v>27845.8711</c:v>
                      </c:pt>
                      <c:pt idx="41">
                        <c:v>28237.668099999999</c:v>
                      </c:pt>
                      <c:pt idx="42">
                        <c:v>28132.407299999999</c:v>
                      </c:pt>
                      <c:pt idx="43">
                        <c:v>25151.710999999999</c:v>
                      </c:pt>
                      <c:pt idx="44">
                        <c:v>24471.4692</c:v>
                      </c:pt>
                      <c:pt idx="45">
                        <c:v>27920.491600000001</c:v>
                      </c:pt>
                      <c:pt idx="46">
                        <c:v>27675.011200000001</c:v>
                      </c:pt>
                      <c:pt idx="47">
                        <c:v>28189.919699999999</c:v>
                      </c:pt>
                      <c:pt idx="48">
                        <c:v>28594.8927</c:v>
                      </c:pt>
                      <c:pt idx="49">
                        <c:v>23286.356899999999</c:v>
                      </c:pt>
                      <c:pt idx="50">
                        <c:v>25747.267199999998</c:v>
                      </c:pt>
                      <c:pt idx="51">
                        <c:v>25593.757799999999</c:v>
                      </c:pt>
                      <c:pt idx="52">
                        <c:v>27581.248800000001</c:v>
                      </c:pt>
                      <c:pt idx="53">
                        <c:v>27170.9892</c:v>
                      </c:pt>
                      <c:pt idx="54">
                        <c:v>27378.8338</c:v>
                      </c:pt>
                      <c:pt idx="55">
                        <c:v>27090.449199999999</c:v>
                      </c:pt>
                      <c:pt idx="56">
                        <c:v>26803.0769</c:v>
                      </c:pt>
                      <c:pt idx="57">
                        <c:v>25953.527099999999</c:v>
                      </c:pt>
                      <c:pt idx="58">
                        <c:v>24922.867999999999</c:v>
                      </c:pt>
                      <c:pt idx="59">
                        <c:v>28289.1525</c:v>
                      </c:pt>
                      <c:pt idx="60">
                        <c:v>28172.7353</c:v>
                      </c:pt>
                      <c:pt idx="61">
                        <c:v>27965.998100000001</c:v>
                      </c:pt>
                      <c:pt idx="62">
                        <c:v>22421.557000000001</c:v>
                      </c:pt>
                      <c:pt idx="63">
                        <c:v>21990.793699999998</c:v>
                      </c:pt>
                      <c:pt idx="64">
                        <c:v>20834.055100000001</c:v>
                      </c:pt>
                      <c:pt idx="65">
                        <c:v>20122.203000000001</c:v>
                      </c:pt>
                      <c:pt idx="66">
                        <c:v>22399.360400000001</c:v>
                      </c:pt>
                      <c:pt idx="67">
                        <c:v>21861.346099999999</c:v>
                      </c:pt>
                      <c:pt idx="68">
                        <c:v>21227.2212</c:v>
                      </c:pt>
                      <c:pt idx="69">
                        <c:v>21562.536700000001</c:v>
                      </c:pt>
                      <c:pt idx="70">
                        <c:v>21043.061399999999</c:v>
                      </c:pt>
                      <c:pt idx="71">
                        <c:v>20703.8148</c:v>
                      </c:pt>
                      <c:pt idx="72">
                        <c:v>19781.489000000001</c:v>
                      </c:pt>
                      <c:pt idx="73">
                        <c:v>21693.653999999999</c:v>
                      </c:pt>
                      <c:pt idx="74">
                        <c:v>21843.1875</c:v>
                      </c:pt>
                      <c:pt idx="75">
                        <c:v>21663.982400000001</c:v>
                      </c:pt>
                      <c:pt idx="76">
                        <c:v>22975.695500000002</c:v>
                      </c:pt>
                      <c:pt idx="77">
                        <c:v>19633.745999999999</c:v>
                      </c:pt>
                      <c:pt idx="78">
                        <c:v>20118.0969</c:v>
                      </c:pt>
                      <c:pt idx="79">
                        <c:v>18336.854200000002</c:v>
                      </c:pt>
                      <c:pt idx="80">
                        <c:v>21306.574499999999</c:v>
                      </c:pt>
                      <c:pt idx="81">
                        <c:v>21109.7412</c:v>
                      </c:pt>
                      <c:pt idx="82">
                        <c:v>21731.228999999999</c:v>
                      </c:pt>
                      <c:pt idx="83">
                        <c:v>21969.510999999999</c:v>
                      </c:pt>
                      <c:pt idx="84">
                        <c:v>21089.542700000002</c:v>
                      </c:pt>
                      <c:pt idx="85">
                        <c:v>20412.129099999998</c:v>
                      </c:pt>
                      <c:pt idx="86">
                        <c:v>19842.737000000001</c:v>
                      </c:pt>
                      <c:pt idx="87">
                        <c:v>21707.573499999999</c:v>
                      </c:pt>
                      <c:pt idx="88">
                        <c:v>21095.190399999999</c:v>
                      </c:pt>
                      <c:pt idx="89">
                        <c:v>20662.106199999998</c:v>
                      </c:pt>
                      <c:pt idx="90">
                        <c:v>20440.595099999999</c:v>
                      </c:pt>
                      <c:pt idx="91">
                        <c:v>20203.226600000002</c:v>
                      </c:pt>
                      <c:pt idx="92">
                        <c:v>19466.786800000002</c:v>
                      </c:pt>
                      <c:pt idx="93">
                        <c:v>18703.8197</c:v>
                      </c:pt>
                      <c:pt idx="94">
                        <c:v>20979.0144</c:v>
                      </c:pt>
                      <c:pt idx="95">
                        <c:v>20964.890100000001</c:v>
                      </c:pt>
                      <c:pt idx="96">
                        <c:v>20843.9859</c:v>
                      </c:pt>
                      <c:pt idx="97">
                        <c:v>20796.267</c:v>
                      </c:pt>
                      <c:pt idx="98">
                        <c:v>20293.860199999999</c:v>
                      </c:pt>
                      <c:pt idx="99">
                        <c:v>19805.419600000001</c:v>
                      </c:pt>
                      <c:pt idx="100">
                        <c:v>19070.1149</c:v>
                      </c:pt>
                      <c:pt idx="101">
                        <c:v>21686.338100000001</c:v>
                      </c:pt>
                      <c:pt idx="102">
                        <c:v>22180.519799999998</c:v>
                      </c:pt>
                      <c:pt idx="103">
                        <c:v>21715.719099999998</c:v>
                      </c:pt>
                      <c:pt idx="104">
                        <c:v>21907.607199999999</c:v>
                      </c:pt>
                      <c:pt idx="105">
                        <c:v>21387.1325</c:v>
                      </c:pt>
                      <c:pt idx="106">
                        <c:v>19189.398000000001</c:v>
                      </c:pt>
                      <c:pt idx="107">
                        <c:v>19119.2585</c:v>
                      </c:pt>
                      <c:pt idx="108">
                        <c:v>18245.531999999999</c:v>
                      </c:pt>
                      <c:pt idx="109">
                        <c:v>21891.9902</c:v>
                      </c:pt>
                      <c:pt idx="110">
                        <c:v>21225.1162</c:v>
                      </c:pt>
                      <c:pt idx="111">
                        <c:v>21791.988700000002</c:v>
                      </c:pt>
                      <c:pt idx="112">
                        <c:v>21670.977999999999</c:v>
                      </c:pt>
                      <c:pt idx="113">
                        <c:v>20934.861799999999</c:v>
                      </c:pt>
                      <c:pt idx="114">
                        <c:v>19784.996800000001</c:v>
                      </c:pt>
                      <c:pt idx="115">
                        <c:v>21193.270100000002</c:v>
                      </c:pt>
                      <c:pt idx="116">
                        <c:v>20923.537400000001</c:v>
                      </c:pt>
                      <c:pt idx="117">
                        <c:v>20453.487499999999</c:v>
                      </c:pt>
                      <c:pt idx="118">
                        <c:v>20273.171900000001</c:v>
                      </c:pt>
                      <c:pt idx="119">
                        <c:v>19633.829699999998</c:v>
                      </c:pt>
                      <c:pt idx="120">
                        <c:v>19562.6001</c:v>
                      </c:pt>
                      <c:pt idx="121">
                        <c:v>17632.0376</c:v>
                      </c:pt>
                      <c:pt idx="122">
                        <c:v>18837.429700000001</c:v>
                      </c:pt>
                      <c:pt idx="123">
                        <c:v>20050.89</c:v>
                      </c:pt>
                      <c:pt idx="124">
                        <c:v>19645.063900000001</c:v>
                      </c:pt>
                      <c:pt idx="125">
                        <c:v>19327.307799999999</c:v>
                      </c:pt>
                      <c:pt idx="126">
                        <c:v>18127.484100000001</c:v>
                      </c:pt>
                      <c:pt idx="127">
                        <c:v>19301.066900000002</c:v>
                      </c:pt>
                      <c:pt idx="128">
                        <c:v>18499.640200000002</c:v>
                      </c:pt>
                      <c:pt idx="129">
                        <c:v>19446.7739</c:v>
                      </c:pt>
                      <c:pt idx="130">
                        <c:v>20828.5936</c:v>
                      </c:pt>
                      <c:pt idx="131">
                        <c:v>19719.0265</c:v>
                      </c:pt>
                      <c:pt idx="132">
                        <c:v>21430.525399999999</c:v>
                      </c:pt>
                      <c:pt idx="133">
                        <c:v>21593.928599999999</c:v>
                      </c:pt>
                      <c:pt idx="134">
                        <c:v>20830.473600000001</c:v>
                      </c:pt>
                      <c:pt idx="135">
                        <c:v>18256.087899999999</c:v>
                      </c:pt>
                      <c:pt idx="136">
                        <c:v>21807.468000000001</c:v>
                      </c:pt>
                      <c:pt idx="137">
                        <c:v>21665.612099999998</c:v>
                      </c:pt>
                      <c:pt idx="138">
                        <c:v>18447.881700000002</c:v>
                      </c:pt>
                      <c:pt idx="139">
                        <c:v>11489.213400000001</c:v>
                      </c:pt>
                      <c:pt idx="140">
                        <c:v>19184.6348</c:v>
                      </c:pt>
                      <c:pt idx="141">
                        <c:v>19643.527399999999</c:v>
                      </c:pt>
                      <c:pt idx="142">
                        <c:v>19220.580000000002</c:v>
                      </c:pt>
                      <c:pt idx="143">
                        <c:v>21290.800999999999</c:v>
                      </c:pt>
                      <c:pt idx="144">
                        <c:v>21045.262599999998</c:v>
                      </c:pt>
                      <c:pt idx="145">
                        <c:v>20706.451400000002</c:v>
                      </c:pt>
                      <c:pt idx="146">
                        <c:v>20785.492999999999</c:v>
                      </c:pt>
                      <c:pt idx="147">
                        <c:v>20499.366699999999</c:v>
                      </c:pt>
                      <c:pt idx="148">
                        <c:v>20430.974999999999</c:v>
                      </c:pt>
                      <c:pt idx="149">
                        <c:v>18995.327799999999</c:v>
                      </c:pt>
                      <c:pt idx="150">
                        <c:v>20479.645400000001</c:v>
                      </c:pt>
                      <c:pt idx="151">
                        <c:v>13384.277599999999</c:v>
                      </c:pt>
                      <c:pt idx="152">
                        <c:v>13988.149299999999</c:v>
                      </c:pt>
                      <c:pt idx="153">
                        <c:v>13686.313099999999</c:v>
                      </c:pt>
                      <c:pt idx="154">
                        <c:v>13122.6793</c:v>
                      </c:pt>
                      <c:pt idx="155">
                        <c:v>12894.7004</c:v>
                      </c:pt>
                      <c:pt idx="156">
                        <c:v>12456.94</c:v>
                      </c:pt>
                      <c:pt idx="157">
                        <c:v>13562.3703</c:v>
                      </c:pt>
                      <c:pt idx="158">
                        <c:v>12073.472299999999</c:v>
                      </c:pt>
                      <c:pt idx="159">
                        <c:v>11789.2474</c:v>
                      </c:pt>
                      <c:pt idx="160">
                        <c:v>12839.848400000001</c:v>
                      </c:pt>
                      <c:pt idx="161">
                        <c:v>8344.7500999999993</c:v>
                      </c:pt>
                      <c:pt idx="162">
                        <c:v>3992.0944</c:v>
                      </c:pt>
                      <c:pt idx="163">
                        <c:v>7132.3262999999997</c:v>
                      </c:pt>
                      <c:pt idx="164">
                        <c:v>11402.7163</c:v>
                      </c:pt>
                      <c:pt idx="165">
                        <c:v>11653.6702</c:v>
                      </c:pt>
                      <c:pt idx="166">
                        <c:v>11407.4133</c:v>
                      </c:pt>
                      <c:pt idx="167">
                        <c:v>11294.818600000001</c:v>
                      </c:pt>
                      <c:pt idx="168">
                        <c:v>11896.623900000001</c:v>
                      </c:pt>
                      <c:pt idx="169">
                        <c:v>11879.5465</c:v>
                      </c:pt>
                      <c:pt idx="170">
                        <c:v>11402.415999999999</c:v>
                      </c:pt>
                      <c:pt idx="171">
                        <c:v>12788.8403</c:v>
                      </c:pt>
                      <c:pt idx="172">
                        <c:v>12525.7183</c:v>
                      </c:pt>
                      <c:pt idx="173">
                        <c:v>11814.073899999999</c:v>
                      </c:pt>
                      <c:pt idx="174">
                        <c:v>12717.4982</c:v>
                      </c:pt>
                      <c:pt idx="175">
                        <c:v>12417.7186</c:v>
                      </c:pt>
                      <c:pt idx="176">
                        <c:v>12059.3141</c:v>
                      </c:pt>
                      <c:pt idx="177">
                        <c:v>11908.5355</c:v>
                      </c:pt>
                      <c:pt idx="178">
                        <c:v>13568.822099999999</c:v>
                      </c:pt>
                      <c:pt idx="179">
                        <c:v>13420.7425</c:v>
                      </c:pt>
                      <c:pt idx="180">
                        <c:v>13146.155500000001</c:v>
                      </c:pt>
                      <c:pt idx="181">
                        <c:v>13299.783600000001</c:v>
                      </c:pt>
                      <c:pt idx="182">
                        <c:v>12960.038</c:v>
                      </c:pt>
                      <c:pt idx="183">
                        <c:v>12294.409600000001</c:v>
                      </c:pt>
                      <c:pt idx="184">
                        <c:v>11729.943300000001</c:v>
                      </c:pt>
                      <c:pt idx="185">
                        <c:v>13485.2346</c:v>
                      </c:pt>
                      <c:pt idx="186">
                        <c:v>13631.7292</c:v>
                      </c:pt>
                      <c:pt idx="187">
                        <c:v>13927.0674</c:v>
                      </c:pt>
                      <c:pt idx="188">
                        <c:v>11994.9349</c:v>
                      </c:pt>
                      <c:pt idx="189">
                        <c:v>12823.2016</c:v>
                      </c:pt>
                      <c:pt idx="190">
                        <c:v>12899.359399999999</c:v>
                      </c:pt>
                      <c:pt idx="191">
                        <c:v>12248.9483</c:v>
                      </c:pt>
                      <c:pt idx="192">
                        <c:v>13526.0242</c:v>
                      </c:pt>
                      <c:pt idx="193">
                        <c:v>13710.551600000001</c:v>
                      </c:pt>
                      <c:pt idx="194">
                        <c:v>13787.7945</c:v>
                      </c:pt>
                      <c:pt idx="195">
                        <c:v>13595.9458</c:v>
                      </c:pt>
                      <c:pt idx="196">
                        <c:v>12438.016299999999</c:v>
                      </c:pt>
                      <c:pt idx="197">
                        <c:v>10610.4881</c:v>
                      </c:pt>
                      <c:pt idx="198">
                        <c:v>12050.331200000001</c:v>
                      </c:pt>
                      <c:pt idx="199">
                        <c:v>13190.162200000001</c:v>
                      </c:pt>
                      <c:pt idx="200">
                        <c:v>12973.4884</c:v>
                      </c:pt>
                      <c:pt idx="201">
                        <c:v>12732.0103</c:v>
                      </c:pt>
                      <c:pt idx="202">
                        <c:v>12275.4722</c:v>
                      </c:pt>
                      <c:pt idx="203">
                        <c:v>11904.093800000001</c:v>
                      </c:pt>
                      <c:pt idx="204">
                        <c:v>10909.1535</c:v>
                      </c:pt>
                      <c:pt idx="205">
                        <c:v>11290.865900000001</c:v>
                      </c:pt>
                      <c:pt idx="206">
                        <c:v>12530.2521</c:v>
                      </c:pt>
                      <c:pt idx="207">
                        <c:v>12445.7629</c:v>
                      </c:pt>
                      <c:pt idx="208">
                        <c:v>12786.4987</c:v>
                      </c:pt>
                      <c:pt idx="209">
                        <c:v>11881.9555</c:v>
                      </c:pt>
                      <c:pt idx="210">
                        <c:v>12389.316000000001</c:v>
                      </c:pt>
                      <c:pt idx="211">
                        <c:v>12181.0214</c:v>
                      </c:pt>
                      <c:pt idx="212">
                        <c:v>11713.075000000001</c:v>
                      </c:pt>
                      <c:pt idx="213">
                        <c:v>13166.2042</c:v>
                      </c:pt>
                      <c:pt idx="214">
                        <c:v>13016.6783</c:v>
                      </c:pt>
                      <c:pt idx="215">
                        <c:v>13025.8863</c:v>
                      </c:pt>
                      <c:pt idx="216">
                        <c:v>13081.537200000001</c:v>
                      </c:pt>
                      <c:pt idx="217">
                        <c:v>12466.941500000001</c:v>
                      </c:pt>
                      <c:pt idx="218">
                        <c:v>11899.7343</c:v>
                      </c:pt>
                      <c:pt idx="219">
                        <c:v>11638.3593</c:v>
                      </c:pt>
                      <c:pt idx="220">
                        <c:v>13155.3853</c:v>
                      </c:pt>
                      <c:pt idx="221">
                        <c:v>12692.486199999999</c:v>
                      </c:pt>
                      <c:pt idx="222">
                        <c:v>13143.602500000001</c:v>
                      </c:pt>
                      <c:pt idx="223">
                        <c:v>11566.6291</c:v>
                      </c:pt>
                      <c:pt idx="224">
                        <c:v>12524.2786</c:v>
                      </c:pt>
                      <c:pt idx="225">
                        <c:v>12344.938599999999</c:v>
                      </c:pt>
                      <c:pt idx="226">
                        <c:v>11369.886699999999</c:v>
                      </c:pt>
                      <c:pt idx="227">
                        <c:v>13270.947200000001</c:v>
                      </c:pt>
                      <c:pt idx="228">
                        <c:v>13119.7901</c:v>
                      </c:pt>
                      <c:pt idx="229">
                        <c:v>11581.5108</c:v>
                      </c:pt>
                      <c:pt idx="230">
                        <c:v>12986.451300000001</c:v>
                      </c:pt>
                      <c:pt idx="231">
                        <c:v>12385.1486</c:v>
                      </c:pt>
                      <c:pt idx="232">
                        <c:v>12091.279200000001</c:v>
                      </c:pt>
                      <c:pt idx="233">
                        <c:v>11748.4578</c:v>
                      </c:pt>
                      <c:pt idx="234">
                        <c:v>13117.1523</c:v>
                      </c:pt>
                      <c:pt idx="235">
                        <c:v>13084.626200000001</c:v>
                      </c:pt>
                      <c:pt idx="236">
                        <c:v>13165.8316</c:v>
                      </c:pt>
                      <c:pt idx="237">
                        <c:v>13128.290999999999</c:v>
                      </c:pt>
                      <c:pt idx="238">
                        <c:v>12900.0671</c:v>
                      </c:pt>
                      <c:pt idx="239">
                        <c:v>12480.370999999999</c:v>
                      </c:pt>
                      <c:pt idx="240">
                        <c:v>11952.3145</c:v>
                      </c:pt>
                      <c:pt idx="241">
                        <c:v>13115.6767</c:v>
                      </c:pt>
                      <c:pt idx="242">
                        <c:v>12743.957</c:v>
                      </c:pt>
                      <c:pt idx="243">
                        <c:v>12984.764499999999</c:v>
                      </c:pt>
                      <c:pt idx="244">
                        <c:v>12069.860199999999</c:v>
                      </c:pt>
                      <c:pt idx="245">
                        <c:v>11875.167799999999</c:v>
                      </c:pt>
                      <c:pt idx="246">
                        <c:v>11294.001200000001</c:v>
                      </c:pt>
                      <c:pt idx="247">
                        <c:v>11038.7937</c:v>
                      </c:pt>
                      <c:pt idx="248">
                        <c:v>12123.174999999999</c:v>
                      </c:pt>
                      <c:pt idx="249">
                        <c:v>12065.437</c:v>
                      </c:pt>
                      <c:pt idx="250">
                        <c:v>12135.0044</c:v>
                      </c:pt>
                      <c:pt idx="251">
                        <c:v>12220.0394</c:v>
                      </c:pt>
                      <c:pt idx="252">
                        <c:v>12000.922</c:v>
                      </c:pt>
                      <c:pt idx="253">
                        <c:v>12107.362499999999</c:v>
                      </c:pt>
                      <c:pt idx="254">
                        <c:v>11660.108200000001</c:v>
                      </c:pt>
                      <c:pt idx="255">
                        <c:v>11151.637699999999</c:v>
                      </c:pt>
                      <c:pt idx="256">
                        <c:v>12615.3056</c:v>
                      </c:pt>
                      <c:pt idx="257">
                        <c:v>12226.0103</c:v>
                      </c:pt>
                      <c:pt idx="258">
                        <c:v>12306.2408</c:v>
                      </c:pt>
                      <c:pt idx="259">
                        <c:v>11969.518099999999</c:v>
                      </c:pt>
                      <c:pt idx="260">
                        <c:v>11761.2772</c:v>
                      </c:pt>
                      <c:pt idx="261">
                        <c:v>11231.038200000001</c:v>
                      </c:pt>
                      <c:pt idx="262">
                        <c:v>12640.097100000001</c:v>
                      </c:pt>
                      <c:pt idx="263">
                        <c:v>12541.4863</c:v>
                      </c:pt>
                      <c:pt idx="264">
                        <c:v>12040.548500000001</c:v>
                      </c:pt>
                      <c:pt idx="265">
                        <c:v>12470.460499999999</c:v>
                      </c:pt>
                      <c:pt idx="266">
                        <c:v>12221.323399999999</c:v>
                      </c:pt>
                      <c:pt idx="267">
                        <c:v>12415.9167</c:v>
                      </c:pt>
                      <c:pt idx="268">
                        <c:v>12412.1721</c:v>
                      </c:pt>
                      <c:pt idx="269">
                        <c:v>13803.703</c:v>
                      </c:pt>
                      <c:pt idx="270">
                        <c:v>13908.361500000001</c:v>
                      </c:pt>
                      <c:pt idx="271">
                        <c:v>13343.0916</c:v>
                      </c:pt>
                      <c:pt idx="272">
                        <c:v>14017.8614</c:v>
                      </c:pt>
                      <c:pt idx="273">
                        <c:v>13801.571400000001</c:v>
                      </c:pt>
                      <c:pt idx="274">
                        <c:v>12488.8433</c:v>
                      </c:pt>
                      <c:pt idx="275">
                        <c:v>12042.864100000001</c:v>
                      </c:pt>
                      <c:pt idx="276">
                        <c:v>13398.9728</c:v>
                      </c:pt>
                      <c:pt idx="277">
                        <c:v>13238.554</c:v>
                      </c:pt>
                      <c:pt idx="278">
                        <c:v>12795.740299999999</c:v>
                      </c:pt>
                      <c:pt idx="279">
                        <c:v>13311.5895</c:v>
                      </c:pt>
                      <c:pt idx="280">
                        <c:v>12841.859399999999</c:v>
                      </c:pt>
                      <c:pt idx="281">
                        <c:v>12579.1451</c:v>
                      </c:pt>
                      <c:pt idx="282">
                        <c:v>12076.8398</c:v>
                      </c:pt>
                      <c:pt idx="283">
                        <c:v>13858.2053</c:v>
                      </c:pt>
                      <c:pt idx="284">
                        <c:v>13840.027700000001</c:v>
                      </c:pt>
                      <c:pt idx="285">
                        <c:v>12743.586300000001</c:v>
                      </c:pt>
                      <c:pt idx="286">
                        <c:v>13167.422</c:v>
                      </c:pt>
                      <c:pt idx="287">
                        <c:v>11429.9319</c:v>
                      </c:pt>
                      <c:pt idx="288">
                        <c:v>12216.241099999999</c:v>
                      </c:pt>
                      <c:pt idx="289">
                        <c:v>12127.757299999999</c:v>
                      </c:pt>
                      <c:pt idx="290">
                        <c:v>13481.1291</c:v>
                      </c:pt>
                      <c:pt idx="291">
                        <c:v>13255.08</c:v>
                      </c:pt>
                      <c:pt idx="292">
                        <c:v>13030.395200000001</c:v>
                      </c:pt>
                      <c:pt idx="293">
                        <c:v>13763.948700000001</c:v>
                      </c:pt>
                      <c:pt idx="294">
                        <c:v>13860.056699999999</c:v>
                      </c:pt>
                      <c:pt idx="295">
                        <c:v>13357.410099999999</c:v>
                      </c:pt>
                      <c:pt idx="296">
                        <c:v>12233.013499999999</c:v>
                      </c:pt>
                      <c:pt idx="297">
                        <c:v>10899.6407</c:v>
                      </c:pt>
                      <c:pt idx="298">
                        <c:v>10757.7444</c:v>
                      </c:pt>
                      <c:pt idx="299">
                        <c:v>11652.4097</c:v>
                      </c:pt>
                      <c:pt idx="300">
                        <c:v>12003.116</c:v>
                      </c:pt>
                      <c:pt idx="301">
                        <c:v>11919.983</c:v>
                      </c:pt>
                      <c:pt idx="302">
                        <c:v>12200.8418</c:v>
                      </c:pt>
                      <c:pt idx="303">
                        <c:v>11905.788200000001</c:v>
                      </c:pt>
                      <c:pt idx="304">
                        <c:v>13012.9902</c:v>
                      </c:pt>
                      <c:pt idx="305">
                        <c:v>13290.6924</c:v>
                      </c:pt>
                      <c:pt idx="306">
                        <c:v>13056.279399999999</c:v>
                      </c:pt>
                      <c:pt idx="307">
                        <c:v>12918.0157</c:v>
                      </c:pt>
                      <c:pt idx="308">
                        <c:v>12900.161</c:v>
                      </c:pt>
                      <c:pt idx="309">
                        <c:v>12156.107900000001</c:v>
                      </c:pt>
                      <c:pt idx="310">
                        <c:v>11559.269399999999</c:v>
                      </c:pt>
                      <c:pt idx="311">
                        <c:v>12568.1286</c:v>
                      </c:pt>
                      <c:pt idx="312">
                        <c:v>12509.0257</c:v>
                      </c:pt>
                      <c:pt idx="313">
                        <c:v>12645.757299999999</c:v>
                      </c:pt>
                      <c:pt idx="314">
                        <c:v>12948.429</c:v>
                      </c:pt>
                      <c:pt idx="315">
                        <c:v>10969.014800000001</c:v>
                      </c:pt>
                      <c:pt idx="316">
                        <c:v>11935.1114</c:v>
                      </c:pt>
                      <c:pt idx="317">
                        <c:v>11658.231100000001</c:v>
                      </c:pt>
                      <c:pt idx="318">
                        <c:v>12999.0983</c:v>
                      </c:pt>
                      <c:pt idx="319">
                        <c:v>12670.5581</c:v>
                      </c:pt>
                      <c:pt idx="320">
                        <c:v>12202.9233</c:v>
                      </c:pt>
                      <c:pt idx="321">
                        <c:v>12576.345600000001</c:v>
                      </c:pt>
                      <c:pt idx="322">
                        <c:v>11836.128699999999</c:v>
                      </c:pt>
                      <c:pt idx="323">
                        <c:v>11415.81</c:v>
                      </c:pt>
                      <c:pt idx="324">
                        <c:v>11319.693300000001</c:v>
                      </c:pt>
                      <c:pt idx="325">
                        <c:v>12492.579599999999</c:v>
                      </c:pt>
                      <c:pt idx="326">
                        <c:v>12282.7014</c:v>
                      </c:pt>
                      <c:pt idx="327">
                        <c:v>12728.3613</c:v>
                      </c:pt>
                      <c:pt idx="328">
                        <c:v>11752.1839</c:v>
                      </c:pt>
                      <c:pt idx="329">
                        <c:v>11805.828600000001</c:v>
                      </c:pt>
                      <c:pt idx="330">
                        <c:v>11329.1646</c:v>
                      </c:pt>
                      <c:pt idx="331">
                        <c:v>11039.3217</c:v>
                      </c:pt>
                      <c:pt idx="332">
                        <c:v>12522.204599999999</c:v>
                      </c:pt>
                      <c:pt idx="333">
                        <c:v>12256.961600000001</c:v>
                      </c:pt>
                      <c:pt idx="334">
                        <c:v>12356.656800000001</c:v>
                      </c:pt>
                      <c:pt idx="335">
                        <c:v>12473.537200000001</c:v>
                      </c:pt>
                      <c:pt idx="336">
                        <c:v>12353.88</c:v>
                      </c:pt>
                      <c:pt idx="337">
                        <c:v>11810.492700000001</c:v>
                      </c:pt>
                      <c:pt idx="338">
                        <c:v>11374.508</c:v>
                      </c:pt>
                      <c:pt idx="339">
                        <c:v>13070.956899999999</c:v>
                      </c:pt>
                      <c:pt idx="340">
                        <c:v>12433.366099999999</c:v>
                      </c:pt>
                      <c:pt idx="341">
                        <c:v>13059.534100000001</c:v>
                      </c:pt>
                      <c:pt idx="342">
                        <c:v>11679.6113</c:v>
                      </c:pt>
                      <c:pt idx="343">
                        <c:v>11936.271500000001</c:v>
                      </c:pt>
                      <c:pt idx="344">
                        <c:v>10072.445299999999</c:v>
                      </c:pt>
                      <c:pt idx="345">
                        <c:v>10499.299199999999</c:v>
                      </c:pt>
                      <c:pt idx="346">
                        <c:v>12205.882900000001</c:v>
                      </c:pt>
                      <c:pt idx="347">
                        <c:v>11981.385399999999</c:v>
                      </c:pt>
                      <c:pt idx="348">
                        <c:v>11716.5352</c:v>
                      </c:pt>
                      <c:pt idx="349">
                        <c:v>11742.1183</c:v>
                      </c:pt>
                      <c:pt idx="350">
                        <c:v>11036.606299999999</c:v>
                      </c:pt>
                      <c:pt idx="351">
                        <c:v>10967.431699999999</c:v>
                      </c:pt>
                      <c:pt idx="352">
                        <c:v>10441.5054</c:v>
                      </c:pt>
                      <c:pt idx="353">
                        <c:v>11417.897300000001</c:v>
                      </c:pt>
                      <c:pt idx="354">
                        <c:v>11154.236800000001</c:v>
                      </c:pt>
                      <c:pt idx="355">
                        <c:v>11501.5633</c:v>
                      </c:pt>
                      <c:pt idx="356">
                        <c:v>11172.328</c:v>
                      </c:pt>
                      <c:pt idx="357">
                        <c:v>10586.650100000001</c:v>
                      </c:pt>
                      <c:pt idx="358">
                        <c:v>10509.796700000001</c:v>
                      </c:pt>
                      <c:pt idx="359">
                        <c:v>10408.3073</c:v>
                      </c:pt>
                      <c:pt idx="360">
                        <c:v>11593.617</c:v>
                      </c:pt>
                      <c:pt idx="361">
                        <c:v>11308.779200000001</c:v>
                      </c:pt>
                      <c:pt idx="362">
                        <c:v>11320.4241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DFA5-4150-BB5E-3E31479BD08B}"/>
                  </c:ext>
                </c:extLst>
              </c15:ser>
            </c15:filteredLineSeries>
          </c:ext>
        </c:extLst>
      </c:lineChart>
      <c:lineChart>
        <c:grouping val="standard"/>
        <c:varyColors val="0"/>
        <c:ser>
          <c:idx val="0"/>
          <c:order val="0"/>
          <c:tx>
            <c:strRef>
              <c:f>G!$B$1</c:f>
              <c:strCache>
                <c:ptCount val="1"/>
                <c:pt idx="0">
                  <c:v>Total Network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G!$A$2:$A$364</c:f>
              <c:numCache>
                <c:formatCode>m/d/yyyy</c:formatCode>
                <c:ptCount val="363"/>
                <c:pt idx="0">
                  <c:v>45828</c:v>
                </c:pt>
                <c:pt idx="1">
                  <c:v>45829</c:v>
                </c:pt>
                <c:pt idx="2">
                  <c:v>45830</c:v>
                </c:pt>
                <c:pt idx="3">
                  <c:v>45831</c:v>
                </c:pt>
                <c:pt idx="4">
                  <c:v>45832</c:v>
                </c:pt>
                <c:pt idx="5">
                  <c:v>45833</c:v>
                </c:pt>
                <c:pt idx="6">
                  <c:v>45834</c:v>
                </c:pt>
                <c:pt idx="7">
                  <c:v>45835</c:v>
                </c:pt>
                <c:pt idx="8">
                  <c:v>45836</c:v>
                </c:pt>
                <c:pt idx="9">
                  <c:v>45837</c:v>
                </c:pt>
                <c:pt idx="10">
                  <c:v>45838</c:v>
                </c:pt>
                <c:pt idx="11">
                  <c:v>45839</c:v>
                </c:pt>
                <c:pt idx="12">
                  <c:v>45840</c:v>
                </c:pt>
                <c:pt idx="13">
                  <c:v>45841</c:v>
                </c:pt>
                <c:pt idx="14">
                  <c:v>45842</c:v>
                </c:pt>
                <c:pt idx="15">
                  <c:v>45843</c:v>
                </c:pt>
                <c:pt idx="16">
                  <c:v>45844</c:v>
                </c:pt>
                <c:pt idx="17">
                  <c:v>45845</c:v>
                </c:pt>
                <c:pt idx="18">
                  <c:v>45846</c:v>
                </c:pt>
                <c:pt idx="19">
                  <c:v>45847</c:v>
                </c:pt>
                <c:pt idx="20">
                  <c:v>45848</c:v>
                </c:pt>
                <c:pt idx="21">
                  <c:v>45849</c:v>
                </c:pt>
                <c:pt idx="22">
                  <c:v>45850</c:v>
                </c:pt>
                <c:pt idx="23">
                  <c:v>45851</c:v>
                </c:pt>
                <c:pt idx="24">
                  <c:v>45852</c:v>
                </c:pt>
                <c:pt idx="25">
                  <c:v>45853</c:v>
                </c:pt>
                <c:pt idx="26">
                  <c:v>45854</c:v>
                </c:pt>
                <c:pt idx="27">
                  <c:v>45855</c:v>
                </c:pt>
                <c:pt idx="28">
                  <c:v>45856</c:v>
                </c:pt>
                <c:pt idx="29">
                  <c:v>45857</c:v>
                </c:pt>
                <c:pt idx="30">
                  <c:v>45858</c:v>
                </c:pt>
                <c:pt idx="31">
                  <c:v>45859</c:v>
                </c:pt>
                <c:pt idx="32">
                  <c:v>45860</c:v>
                </c:pt>
                <c:pt idx="33">
                  <c:v>45861</c:v>
                </c:pt>
                <c:pt idx="34">
                  <c:v>45862</c:v>
                </c:pt>
                <c:pt idx="35">
                  <c:v>45863</c:v>
                </c:pt>
                <c:pt idx="36">
                  <c:v>45864</c:v>
                </c:pt>
                <c:pt idx="37">
                  <c:v>45865</c:v>
                </c:pt>
                <c:pt idx="38">
                  <c:v>45866</c:v>
                </c:pt>
                <c:pt idx="39">
                  <c:v>45867</c:v>
                </c:pt>
                <c:pt idx="40">
                  <c:v>45868</c:v>
                </c:pt>
                <c:pt idx="41">
                  <c:v>45869</c:v>
                </c:pt>
                <c:pt idx="42">
                  <c:v>45870</c:v>
                </c:pt>
                <c:pt idx="43">
                  <c:v>45871</c:v>
                </c:pt>
                <c:pt idx="44">
                  <c:v>45872</c:v>
                </c:pt>
                <c:pt idx="45">
                  <c:v>45873</c:v>
                </c:pt>
                <c:pt idx="46">
                  <c:v>45874</c:v>
                </c:pt>
                <c:pt idx="47">
                  <c:v>45875</c:v>
                </c:pt>
                <c:pt idx="48">
                  <c:v>45876</c:v>
                </c:pt>
                <c:pt idx="49">
                  <c:v>45877</c:v>
                </c:pt>
                <c:pt idx="50">
                  <c:v>45878</c:v>
                </c:pt>
                <c:pt idx="51">
                  <c:v>45879</c:v>
                </c:pt>
                <c:pt idx="52">
                  <c:v>45880</c:v>
                </c:pt>
                <c:pt idx="53">
                  <c:v>45881</c:v>
                </c:pt>
                <c:pt idx="54">
                  <c:v>45882</c:v>
                </c:pt>
                <c:pt idx="55">
                  <c:v>45883</c:v>
                </c:pt>
                <c:pt idx="56">
                  <c:v>45884</c:v>
                </c:pt>
                <c:pt idx="57">
                  <c:v>45885</c:v>
                </c:pt>
                <c:pt idx="58">
                  <c:v>45886</c:v>
                </c:pt>
                <c:pt idx="59">
                  <c:v>45887</c:v>
                </c:pt>
                <c:pt idx="60">
                  <c:v>45888</c:v>
                </c:pt>
                <c:pt idx="61">
                  <c:v>45889</c:v>
                </c:pt>
                <c:pt idx="62">
                  <c:v>45890</c:v>
                </c:pt>
                <c:pt idx="63">
                  <c:v>45891</c:v>
                </c:pt>
                <c:pt idx="64">
                  <c:v>45892</c:v>
                </c:pt>
                <c:pt idx="65">
                  <c:v>45893</c:v>
                </c:pt>
                <c:pt idx="66">
                  <c:v>45894</c:v>
                </c:pt>
                <c:pt idx="67">
                  <c:v>45895</c:v>
                </c:pt>
                <c:pt idx="68">
                  <c:v>45896</c:v>
                </c:pt>
                <c:pt idx="69">
                  <c:v>45897</c:v>
                </c:pt>
                <c:pt idx="70">
                  <c:v>45898</c:v>
                </c:pt>
                <c:pt idx="71">
                  <c:v>45899</c:v>
                </c:pt>
                <c:pt idx="72">
                  <c:v>45900</c:v>
                </c:pt>
                <c:pt idx="73">
                  <c:v>45901</c:v>
                </c:pt>
                <c:pt idx="74">
                  <c:v>45902</c:v>
                </c:pt>
                <c:pt idx="75">
                  <c:v>45903</c:v>
                </c:pt>
                <c:pt idx="76">
                  <c:v>45904</c:v>
                </c:pt>
                <c:pt idx="77">
                  <c:v>45905</c:v>
                </c:pt>
                <c:pt idx="78">
                  <c:v>45906</c:v>
                </c:pt>
                <c:pt idx="79">
                  <c:v>45907</c:v>
                </c:pt>
                <c:pt idx="80">
                  <c:v>45908</c:v>
                </c:pt>
                <c:pt idx="81">
                  <c:v>45909</c:v>
                </c:pt>
                <c:pt idx="82">
                  <c:v>45910</c:v>
                </c:pt>
                <c:pt idx="83">
                  <c:v>45911</c:v>
                </c:pt>
                <c:pt idx="84">
                  <c:v>45912</c:v>
                </c:pt>
                <c:pt idx="85">
                  <c:v>45913</c:v>
                </c:pt>
                <c:pt idx="86">
                  <c:v>45914</c:v>
                </c:pt>
                <c:pt idx="87">
                  <c:v>45915</c:v>
                </c:pt>
                <c:pt idx="88">
                  <c:v>45916</c:v>
                </c:pt>
                <c:pt idx="89">
                  <c:v>45917</c:v>
                </c:pt>
                <c:pt idx="90">
                  <c:v>45918</c:v>
                </c:pt>
                <c:pt idx="91">
                  <c:v>45919</c:v>
                </c:pt>
                <c:pt idx="92">
                  <c:v>45920</c:v>
                </c:pt>
                <c:pt idx="93">
                  <c:v>45921</c:v>
                </c:pt>
                <c:pt idx="94">
                  <c:v>45922</c:v>
                </c:pt>
                <c:pt idx="95">
                  <c:v>45923</c:v>
                </c:pt>
                <c:pt idx="96">
                  <c:v>45924</c:v>
                </c:pt>
                <c:pt idx="97">
                  <c:v>45925</c:v>
                </c:pt>
                <c:pt idx="98">
                  <c:v>45926</c:v>
                </c:pt>
                <c:pt idx="99">
                  <c:v>45927</c:v>
                </c:pt>
                <c:pt idx="100">
                  <c:v>45928</c:v>
                </c:pt>
                <c:pt idx="101">
                  <c:v>45929</c:v>
                </c:pt>
                <c:pt idx="102">
                  <c:v>45930</c:v>
                </c:pt>
                <c:pt idx="103">
                  <c:v>45931</c:v>
                </c:pt>
                <c:pt idx="104">
                  <c:v>45932</c:v>
                </c:pt>
                <c:pt idx="105">
                  <c:v>45933</c:v>
                </c:pt>
                <c:pt idx="106">
                  <c:v>45934</c:v>
                </c:pt>
                <c:pt idx="107">
                  <c:v>45935</c:v>
                </c:pt>
                <c:pt idx="108">
                  <c:v>45936</c:v>
                </c:pt>
                <c:pt idx="109">
                  <c:v>45937</c:v>
                </c:pt>
                <c:pt idx="110">
                  <c:v>45938</c:v>
                </c:pt>
                <c:pt idx="111">
                  <c:v>45939</c:v>
                </c:pt>
                <c:pt idx="112">
                  <c:v>45940</c:v>
                </c:pt>
                <c:pt idx="113">
                  <c:v>45941</c:v>
                </c:pt>
                <c:pt idx="114">
                  <c:v>45942</c:v>
                </c:pt>
                <c:pt idx="115">
                  <c:v>45943</c:v>
                </c:pt>
                <c:pt idx="116">
                  <c:v>45944</c:v>
                </c:pt>
                <c:pt idx="117">
                  <c:v>45945</c:v>
                </c:pt>
                <c:pt idx="118">
                  <c:v>45946</c:v>
                </c:pt>
                <c:pt idx="119">
                  <c:v>45947</c:v>
                </c:pt>
                <c:pt idx="120">
                  <c:v>45948</c:v>
                </c:pt>
                <c:pt idx="121">
                  <c:v>45949</c:v>
                </c:pt>
                <c:pt idx="122">
                  <c:v>45950</c:v>
                </c:pt>
                <c:pt idx="123">
                  <c:v>45951</c:v>
                </c:pt>
                <c:pt idx="124">
                  <c:v>45952</c:v>
                </c:pt>
                <c:pt idx="125">
                  <c:v>45953</c:v>
                </c:pt>
                <c:pt idx="126">
                  <c:v>45954</c:v>
                </c:pt>
                <c:pt idx="127">
                  <c:v>45955</c:v>
                </c:pt>
                <c:pt idx="128">
                  <c:v>45956</c:v>
                </c:pt>
                <c:pt idx="129">
                  <c:v>45957</c:v>
                </c:pt>
                <c:pt idx="130">
                  <c:v>45958</c:v>
                </c:pt>
                <c:pt idx="131">
                  <c:v>45959</c:v>
                </c:pt>
                <c:pt idx="132">
                  <c:v>45960</c:v>
                </c:pt>
                <c:pt idx="133">
                  <c:v>45961</c:v>
                </c:pt>
                <c:pt idx="134">
                  <c:v>45962</c:v>
                </c:pt>
                <c:pt idx="135">
                  <c:v>45963</c:v>
                </c:pt>
                <c:pt idx="136">
                  <c:v>45964</c:v>
                </c:pt>
                <c:pt idx="137">
                  <c:v>45965</c:v>
                </c:pt>
                <c:pt idx="138">
                  <c:v>45966</c:v>
                </c:pt>
                <c:pt idx="139">
                  <c:v>45967</c:v>
                </c:pt>
                <c:pt idx="140">
                  <c:v>45968</c:v>
                </c:pt>
                <c:pt idx="141">
                  <c:v>45969</c:v>
                </c:pt>
                <c:pt idx="142">
                  <c:v>45970</c:v>
                </c:pt>
                <c:pt idx="143">
                  <c:v>45971</c:v>
                </c:pt>
                <c:pt idx="144">
                  <c:v>45972</c:v>
                </c:pt>
                <c:pt idx="145">
                  <c:v>45973</c:v>
                </c:pt>
                <c:pt idx="146">
                  <c:v>45974</c:v>
                </c:pt>
                <c:pt idx="147">
                  <c:v>45975</c:v>
                </c:pt>
                <c:pt idx="148">
                  <c:v>45976</c:v>
                </c:pt>
                <c:pt idx="149">
                  <c:v>45977</c:v>
                </c:pt>
                <c:pt idx="150">
                  <c:v>45978</c:v>
                </c:pt>
                <c:pt idx="151">
                  <c:v>45979</c:v>
                </c:pt>
                <c:pt idx="152">
                  <c:v>45980</c:v>
                </c:pt>
                <c:pt idx="153">
                  <c:v>45981</c:v>
                </c:pt>
                <c:pt idx="154">
                  <c:v>45982</c:v>
                </c:pt>
                <c:pt idx="155">
                  <c:v>45983</c:v>
                </c:pt>
                <c:pt idx="156">
                  <c:v>45984</c:v>
                </c:pt>
                <c:pt idx="157">
                  <c:v>45985</c:v>
                </c:pt>
                <c:pt idx="158">
                  <c:v>45986</c:v>
                </c:pt>
                <c:pt idx="159">
                  <c:v>45987</c:v>
                </c:pt>
                <c:pt idx="160">
                  <c:v>45988</c:v>
                </c:pt>
                <c:pt idx="161">
                  <c:v>45989</c:v>
                </c:pt>
                <c:pt idx="162">
                  <c:v>45990</c:v>
                </c:pt>
                <c:pt idx="163">
                  <c:v>45991</c:v>
                </c:pt>
                <c:pt idx="164">
                  <c:v>45992</c:v>
                </c:pt>
                <c:pt idx="165">
                  <c:v>45993</c:v>
                </c:pt>
                <c:pt idx="166">
                  <c:v>45994</c:v>
                </c:pt>
                <c:pt idx="167">
                  <c:v>45995</c:v>
                </c:pt>
                <c:pt idx="168">
                  <c:v>45996</c:v>
                </c:pt>
                <c:pt idx="169">
                  <c:v>45997</c:v>
                </c:pt>
                <c:pt idx="170">
                  <c:v>45998</c:v>
                </c:pt>
                <c:pt idx="171">
                  <c:v>45999</c:v>
                </c:pt>
                <c:pt idx="172">
                  <c:v>46000</c:v>
                </c:pt>
                <c:pt idx="173">
                  <c:v>46001</c:v>
                </c:pt>
                <c:pt idx="174">
                  <c:v>46002</c:v>
                </c:pt>
                <c:pt idx="175">
                  <c:v>46003</c:v>
                </c:pt>
                <c:pt idx="176">
                  <c:v>46004</c:v>
                </c:pt>
                <c:pt idx="177">
                  <c:v>46005</c:v>
                </c:pt>
                <c:pt idx="178">
                  <c:v>46006</c:v>
                </c:pt>
                <c:pt idx="179">
                  <c:v>46007</c:v>
                </c:pt>
                <c:pt idx="180">
                  <c:v>46008</c:v>
                </c:pt>
                <c:pt idx="181">
                  <c:v>46009</c:v>
                </c:pt>
                <c:pt idx="182">
                  <c:v>46010</c:v>
                </c:pt>
                <c:pt idx="183">
                  <c:v>46011</c:v>
                </c:pt>
                <c:pt idx="184">
                  <c:v>46012</c:v>
                </c:pt>
                <c:pt idx="185">
                  <c:v>46013</c:v>
                </c:pt>
                <c:pt idx="186">
                  <c:v>46014</c:v>
                </c:pt>
                <c:pt idx="187">
                  <c:v>46015</c:v>
                </c:pt>
                <c:pt idx="188">
                  <c:v>46016</c:v>
                </c:pt>
                <c:pt idx="189">
                  <c:v>46017</c:v>
                </c:pt>
                <c:pt idx="190">
                  <c:v>46018</c:v>
                </c:pt>
                <c:pt idx="191">
                  <c:v>46019</c:v>
                </c:pt>
                <c:pt idx="192">
                  <c:v>46020</c:v>
                </c:pt>
                <c:pt idx="193">
                  <c:v>46021</c:v>
                </c:pt>
                <c:pt idx="194">
                  <c:v>46022</c:v>
                </c:pt>
                <c:pt idx="195">
                  <c:v>46023</c:v>
                </c:pt>
                <c:pt idx="196">
                  <c:v>46024</c:v>
                </c:pt>
                <c:pt idx="197">
                  <c:v>46025</c:v>
                </c:pt>
                <c:pt idx="198">
                  <c:v>46026</c:v>
                </c:pt>
                <c:pt idx="199">
                  <c:v>46027</c:v>
                </c:pt>
                <c:pt idx="200">
                  <c:v>46028</c:v>
                </c:pt>
                <c:pt idx="201">
                  <c:v>46029</c:v>
                </c:pt>
                <c:pt idx="202">
                  <c:v>46030</c:v>
                </c:pt>
                <c:pt idx="203">
                  <c:v>46031</c:v>
                </c:pt>
                <c:pt idx="204">
                  <c:v>46032</c:v>
                </c:pt>
                <c:pt idx="205">
                  <c:v>46033</c:v>
                </c:pt>
                <c:pt idx="206">
                  <c:v>46034</c:v>
                </c:pt>
                <c:pt idx="207">
                  <c:v>46035</c:v>
                </c:pt>
                <c:pt idx="208">
                  <c:v>46036</c:v>
                </c:pt>
                <c:pt idx="209">
                  <c:v>46037</c:v>
                </c:pt>
                <c:pt idx="210">
                  <c:v>46038</c:v>
                </c:pt>
                <c:pt idx="211">
                  <c:v>46039</c:v>
                </c:pt>
                <c:pt idx="212">
                  <c:v>46040</c:v>
                </c:pt>
                <c:pt idx="213">
                  <c:v>46041</c:v>
                </c:pt>
                <c:pt idx="214">
                  <c:v>46042</c:v>
                </c:pt>
                <c:pt idx="215">
                  <c:v>46043</c:v>
                </c:pt>
                <c:pt idx="216">
                  <c:v>46044</c:v>
                </c:pt>
                <c:pt idx="217">
                  <c:v>46045</c:v>
                </c:pt>
                <c:pt idx="218">
                  <c:v>46046</c:v>
                </c:pt>
                <c:pt idx="219">
                  <c:v>46047</c:v>
                </c:pt>
                <c:pt idx="220">
                  <c:v>46048</c:v>
                </c:pt>
                <c:pt idx="221">
                  <c:v>46049</c:v>
                </c:pt>
                <c:pt idx="222">
                  <c:v>46050</c:v>
                </c:pt>
                <c:pt idx="223">
                  <c:v>46051</c:v>
                </c:pt>
                <c:pt idx="224">
                  <c:v>46052</c:v>
                </c:pt>
                <c:pt idx="225">
                  <c:v>46053</c:v>
                </c:pt>
                <c:pt idx="226">
                  <c:v>46054</c:v>
                </c:pt>
                <c:pt idx="227">
                  <c:v>46055</c:v>
                </c:pt>
                <c:pt idx="228">
                  <c:v>46056</c:v>
                </c:pt>
                <c:pt idx="229">
                  <c:v>46057</c:v>
                </c:pt>
                <c:pt idx="230">
                  <c:v>46058</c:v>
                </c:pt>
                <c:pt idx="231">
                  <c:v>46059</c:v>
                </c:pt>
                <c:pt idx="232">
                  <c:v>46060</c:v>
                </c:pt>
                <c:pt idx="233">
                  <c:v>46061</c:v>
                </c:pt>
                <c:pt idx="234">
                  <c:v>46062</c:v>
                </c:pt>
                <c:pt idx="235">
                  <c:v>46063</c:v>
                </c:pt>
                <c:pt idx="236">
                  <c:v>46064</c:v>
                </c:pt>
                <c:pt idx="237">
                  <c:v>46065</c:v>
                </c:pt>
                <c:pt idx="238">
                  <c:v>46066</c:v>
                </c:pt>
                <c:pt idx="239">
                  <c:v>46067</c:v>
                </c:pt>
                <c:pt idx="240">
                  <c:v>46068</c:v>
                </c:pt>
                <c:pt idx="241">
                  <c:v>46069</c:v>
                </c:pt>
                <c:pt idx="242">
                  <c:v>46070</c:v>
                </c:pt>
                <c:pt idx="243">
                  <c:v>46071</c:v>
                </c:pt>
                <c:pt idx="244">
                  <c:v>46072</c:v>
                </c:pt>
                <c:pt idx="245">
                  <c:v>46073</c:v>
                </c:pt>
                <c:pt idx="246">
                  <c:v>46074</c:v>
                </c:pt>
                <c:pt idx="247">
                  <c:v>46075</c:v>
                </c:pt>
                <c:pt idx="248">
                  <c:v>46076</c:v>
                </c:pt>
                <c:pt idx="249">
                  <c:v>46077</c:v>
                </c:pt>
                <c:pt idx="250">
                  <c:v>46078</c:v>
                </c:pt>
                <c:pt idx="251">
                  <c:v>46079</c:v>
                </c:pt>
                <c:pt idx="252">
                  <c:v>46080</c:v>
                </c:pt>
                <c:pt idx="253">
                  <c:v>46081</c:v>
                </c:pt>
                <c:pt idx="254">
                  <c:v>46082</c:v>
                </c:pt>
                <c:pt idx="255">
                  <c:v>46083</c:v>
                </c:pt>
                <c:pt idx="256">
                  <c:v>46084</c:v>
                </c:pt>
                <c:pt idx="257">
                  <c:v>46085</c:v>
                </c:pt>
                <c:pt idx="258">
                  <c:v>46086</c:v>
                </c:pt>
                <c:pt idx="259">
                  <c:v>46087</c:v>
                </c:pt>
                <c:pt idx="260">
                  <c:v>46088</c:v>
                </c:pt>
                <c:pt idx="261">
                  <c:v>46089</c:v>
                </c:pt>
                <c:pt idx="262">
                  <c:v>46090</c:v>
                </c:pt>
                <c:pt idx="263">
                  <c:v>46091</c:v>
                </c:pt>
                <c:pt idx="264">
                  <c:v>46092</c:v>
                </c:pt>
                <c:pt idx="265">
                  <c:v>46093</c:v>
                </c:pt>
                <c:pt idx="266">
                  <c:v>46094</c:v>
                </c:pt>
                <c:pt idx="267">
                  <c:v>46095</c:v>
                </c:pt>
                <c:pt idx="268">
                  <c:v>46096</c:v>
                </c:pt>
                <c:pt idx="269">
                  <c:v>46097</c:v>
                </c:pt>
                <c:pt idx="270">
                  <c:v>46098</c:v>
                </c:pt>
                <c:pt idx="271">
                  <c:v>46099</c:v>
                </c:pt>
                <c:pt idx="272">
                  <c:v>46100</c:v>
                </c:pt>
                <c:pt idx="273">
                  <c:v>46101</c:v>
                </c:pt>
                <c:pt idx="274">
                  <c:v>46102</c:v>
                </c:pt>
                <c:pt idx="275">
                  <c:v>46103</c:v>
                </c:pt>
                <c:pt idx="276">
                  <c:v>46104</c:v>
                </c:pt>
                <c:pt idx="277">
                  <c:v>46105</c:v>
                </c:pt>
                <c:pt idx="278">
                  <c:v>46106</c:v>
                </c:pt>
                <c:pt idx="279">
                  <c:v>46107</c:v>
                </c:pt>
                <c:pt idx="280">
                  <c:v>46108</c:v>
                </c:pt>
                <c:pt idx="281">
                  <c:v>46109</c:v>
                </c:pt>
                <c:pt idx="282">
                  <c:v>46110</c:v>
                </c:pt>
                <c:pt idx="283">
                  <c:v>46111</c:v>
                </c:pt>
                <c:pt idx="284">
                  <c:v>46112</c:v>
                </c:pt>
                <c:pt idx="285">
                  <c:v>46113</c:v>
                </c:pt>
                <c:pt idx="286">
                  <c:v>46114</c:v>
                </c:pt>
                <c:pt idx="287">
                  <c:v>46115</c:v>
                </c:pt>
                <c:pt idx="288">
                  <c:v>46116</c:v>
                </c:pt>
                <c:pt idx="289">
                  <c:v>46117</c:v>
                </c:pt>
                <c:pt idx="290">
                  <c:v>46118</c:v>
                </c:pt>
                <c:pt idx="291">
                  <c:v>46119</c:v>
                </c:pt>
                <c:pt idx="292">
                  <c:v>46120</c:v>
                </c:pt>
                <c:pt idx="293">
                  <c:v>46121</c:v>
                </c:pt>
                <c:pt idx="294">
                  <c:v>46122</c:v>
                </c:pt>
                <c:pt idx="295">
                  <c:v>46123</c:v>
                </c:pt>
                <c:pt idx="296">
                  <c:v>46124</c:v>
                </c:pt>
                <c:pt idx="297">
                  <c:v>46125</c:v>
                </c:pt>
                <c:pt idx="298">
                  <c:v>46126</c:v>
                </c:pt>
                <c:pt idx="299">
                  <c:v>46127</c:v>
                </c:pt>
                <c:pt idx="300">
                  <c:v>46128</c:v>
                </c:pt>
                <c:pt idx="301">
                  <c:v>46129</c:v>
                </c:pt>
                <c:pt idx="302">
                  <c:v>46130</c:v>
                </c:pt>
                <c:pt idx="303">
                  <c:v>46131</c:v>
                </c:pt>
                <c:pt idx="304">
                  <c:v>46132</c:v>
                </c:pt>
                <c:pt idx="305">
                  <c:v>46133</c:v>
                </c:pt>
                <c:pt idx="306">
                  <c:v>46134</c:v>
                </c:pt>
                <c:pt idx="307">
                  <c:v>46135</c:v>
                </c:pt>
                <c:pt idx="308">
                  <c:v>46136</c:v>
                </c:pt>
                <c:pt idx="309">
                  <c:v>46137</c:v>
                </c:pt>
                <c:pt idx="310">
                  <c:v>46138</c:v>
                </c:pt>
                <c:pt idx="311">
                  <c:v>46139</c:v>
                </c:pt>
                <c:pt idx="312">
                  <c:v>46140</c:v>
                </c:pt>
                <c:pt idx="313">
                  <c:v>46141</c:v>
                </c:pt>
                <c:pt idx="314">
                  <c:v>46142</c:v>
                </c:pt>
                <c:pt idx="315">
                  <c:v>46143</c:v>
                </c:pt>
                <c:pt idx="316">
                  <c:v>46144</c:v>
                </c:pt>
                <c:pt idx="317">
                  <c:v>46145</c:v>
                </c:pt>
                <c:pt idx="318">
                  <c:v>46146</c:v>
                </c:pt>
                <c:pt idx="319">
                  <c:v>46147</c:v>
                </c:pt>
                <c:pt idx="320">
                  <c:v>46148</c:v>
                </c:pt>
                <c:pt idx="321">
                  <c:v>46149</c:v>
                </c:pt>
                <c:pt idx="322">
                  <c:v>46150</c:v>
                </c:pt>
                <c:pt idx="323">
                  <c:v>46151</c:v>
                </c:pt>
                <c:pt idx="324">
                  <c:v>46152</c:v>
                </c:pt>
                <c:pt idx="325">
                  <c:v>46153</c:v>
                </c:pt>
                <c:pt idx="326">
                  <c:v>46154</c:v>
                </c:pt>
                <c:pt idx="327">
                  <c:v>46155</c:v>
                </c:pt>
                <c:pt idx="328">
                  <c:v>46156</c:v>
                </c:pt>
                <c:pt idx="329">
                  <c:v>46157</c:v>
                </c:pt>
                <c:pt idx="330">
                  <c:v>46158</c:v>
                </c:pt>
                <c:pt idx="331">
                  <c:v>46159</c:v>
                </c:pt>
                <c:pt idx="332">
                  <c:v>46160</c:v>
                </c:pt>
                <c:pt idx="333">
                  <c:v>46161</c:v>
                </c:pt>
                <c:pt idx="334">
                  <c:v>46162</c:v>
                </c:pt>
                <c:pt idx="335">
                  <c:v>46163</c:v>
                </c:pt>
                <c:pt idx="336">
                  <c:v>46164</c:v>
                </c:pt>
                <c:pt idx="337">
                  <c:v>46165</c:v>
                </c:pt>
                <c:pt idx="338">
                  <c:v>46166</c:v>
                </c:pt>
                <c:pt idx="339">
                  <c:v>46167</c:v>
                </c:pt>
                <c:pt idx="340">
                  <c:v>46168</c:v>
                </c:pt>
                <c:pt idx="341">
                  <c:v>46169</c:v>
                </c:pt>
                <c:pt idx="342">
                  <c:v>46170</c:v>
                </c:pt>
                <c:pt idx="343">
                  <c:v>46171</c:v>
                </c:pt>
                <c:pt idx="344">
                  <c:v>46172</c:v>
                </c:pt>
                <c:pt idx="345">
                  <c:v>46173</c:v>
                </c:pt>
                <c:pt idx="346">
                  <c:v>46174</c:v>
                </c:pt>
                <c:pt idx="347">
                  <c:v>46175</c:v>
                </c:pt>
                <c:pt idx="348">
                  <c:v>46176</c:v>
                </c:pt>
                <c:pt idx="349">
                  <c:v>46177</c:v>
                </c:pt>
                <c:pt idx="350">
                  <c:v>46178</c:v>
                </c:pt>
                <c:pt idx="351">
                  <c:v>46179</c:v>
                </c:pt>
                <c:pt idx="352">
                  <c:v>46180</c:v>
                </c:pt>
                <c:pt idx="353">
                  <c:v>46181</c:v>
                </c:pt>
                <c:pt idx="354">
                  <c:v>46182</c:v>
                </c:pt>
                <c:pt idx="355">
                  <c:v>46183</c:v>
                </c:pt>
                <c:pt idx="356">
                  <c:v>46184</c:v>
                </c:pt>
                <c:pt idx="357">
                  <c:v>46185</c:v>
                </c:pt>
                <c:pt idx="358">
                  <c:v>46186</c:v>
                </c:pt>
                <c:pt idx="359">
                  <c:v>46187</c:v>
                </c:pt>
                <c:pt idx="360">
                  <c:v>46188</c:v>
                </c:pt>
                <c:pt idx="361">
                  <c:v>46189</c:v>
                </c:pt>
                <c:pt idx="362">
                  <c:v>46190</c:v>
                </c:pt>
              </c:numCache>
            </c:numRef>
          </c:cat>
          <c:val>
            <c:numRef>
              <c:f>G!$B$2:$B$364</c:f>
              <c:numCache>
                <c:formatCode>General</c:formatCode>
                <c:ptCount val="363"/>
                <c:pt idx="0">
                  <c:v>228548.67689999999</c:v>
                </c:pt>
                <c:pt idx="1">
                  <c:v>214281.0729</c:v>
                </c:pt>
                <c:pt idx="2">
                  <c:v>199466.19380000001</c:v>
                </c:pt>
                <c:pt idx="3">
                  <c:v>233913.8639</c:v>
                </c:pt>
                <c:pt idx="4">
                  <c:v>223471.97</c:v>
                </c:pt>
                <c:pt idx="5">
                  <c:v>235267.00899999999</c:v>
                </c:pt>
                <c:pt idx="6">
                  <c:v>232027.59789999999</c:v>
                </c:pt>
                <c:pt idx="7">
                  <c:v>231798.14739999999</c:v>
                </c:pt>
                <c:pt idx="8">
                  <c:v>217430.3463</c:v>
                </c:pt>
                <c:pt idx="9">
                  <c:v>205661.2874</c:v>
                </c:pt>
                <c:pt idx="10">
                  <c:v>241205.03700000001</c:v>
                </c:pt>
                <c:pt idx="11">
                  <c:v>236345.2934</c:v>
                </c:pt>
                <c:pt idx="12">
                  <c:v>236043.9473</c:v>
                </c:pt>
                <c:pt idx="13">
                  <c:v>237264.95980000001</c:v>
                </c:pt>
                <c:pt idx="14">
                  <c:v>235294.647</c:v>
                </c:pt>
                <c:pt idx="15">
                  <c:v>217502.22039999999</c:v>
                </c:pt>
                <c:pt idx="16">
                  <c:v>206328.53330000001</c:v>
                </c:pt>
                <c:pt idx="17">
                  <c:v>238473.99419999999</c:v>
                </c:pt>
                <c:pt idx="18">
                  <c:v>235851.43520000001</c:v>
                </c:pt>
                <c:pt idx="19">
                  <c:v>241775.29680000001</c:v>
                </c:pt>
                <c:pt idx="20">
                  <c:v>196241.91409999999</c:v>
                </c:pt>
                <c:pt idx="21">
                  <c:v>252946.71230000001</c:v>
                </c:pt>
                <c:pt idx="22">
                  <c:v>219749.62909999999</c:v>
                </c:pt>
                <c:pt idx="23">
                  <c:v>206287.228</c:v>
                </c:pt>
                <c:pt idx="24">
                  <c:v>238306.60939999999</c:v>
                </c:pt>
                <c:pt idx="25">
                  <c:v>233993.7942</c:v>
                </c:pt>
                <c:pt idx="26">
                  <c:v>230267.4866</c:v>
                </c:pt>
                <c:pt idx="27">
                  <c:v>230554.2789</c:v>
                </c:pt>
                <c:pt idx="28">
                  <c:v>229108.6979</c:v>
                </c:pt>
                <c:pt idx="29">
                  <c:v>210688.34659999999</c:v>
                </c:pt>
                <c:pt idx="30">
                  <c:v>198670.4657</c:v>
                </c:pt>
                <c:pt idx="31">
                  <c:v>228019.40789999999</c:v>
                </c:pt>
                <c:pt idx="32">
                  <c:v>226113.23439999999</c:v>
                </c:pt>
                <c:pt idx="33">
                  <c:v>226863.93900000001</c:v>
                </c:pt>
                <c:pt idx="34">
                  <c:v>226712.69829999999</c:v>
                </c:pt>
                <c:pt idx="35">
                  <c:v>227285.62340000001</c:v>
                </c:pt>
                <c:pt idx="36">
                  <c:v>209656.9062</c:v>
                </c:pt>
                <c:pt idx="37">
                  <c:v>198729.04800000001</c:v>
                </c:pt>
                <c:pt idx="38">
                  <c:v>231005.74419999999</c:v>
                </c:pt>
                <c:pt idx="39">
                  <c:v>223725.98680000001</c:v>
                </c:pt>
                <c:pt idx="40">
                  <c:v>223819.22690000001</c:v>
                </c:pt>
                <c:pt idx="41">
                  <c:v>223853.20569999999</c:v>
                </c:pt>
                <c:pt idx="42">
                  <c:v>220219.196</c:v>
                </c:pt>
                <c:pt idx="43">
                  <c:v>202436.69990000001</c:v>
                </c:pt>
                <c:pt idx="44">
                  <c:v>188897.212</c:v>
                </c:pt>
                <c:pt idx="45">
                  <c:v>221339.49460000001</c:v>
                </c:pt>
                <c:pt idx="46">
                  <c:v>222277.04579999999</c:v>
                </c:pt>
                <c:pt idx="47">
                  <c:v>224102.19289999999</c:v>
                </c:pt>
                <c:pt idx="48">
                  <c:v>226220.8634</c:v>
                </c:pt>
                <c:pt idx="49">
                  <c:v>179544.91699999999</c:v>
                </c:pt>
                <c:pt idx="50">
                  <c:v>200331.31969999999</c:v>
                </c:pt>
                <c:pt idx="51">
                  <c:v>195021.49600000001</c:v>
                </c:pt>
                <c:pt idx="52">
                  <c:v>221135.7641</c:v>
                </c:pt>
                <c:pt idx="53">
                  <c:v>218608.1764</c:v>
                </c:pt>
                <c:pt idx="54">
                  <c:v>217980.4553</c:v>
                </c:pt>
                <c:pt idx="55">
                  <c:v>218329.802</c:v>
                </c:pt>
                <c:pt idx="56">
                  <c:v>216251.77710000001</c:v>
                </c:pt>
                <c:pt idx="57">
                  <c:v>203621.82130000001</c:v>
                </c:pt>
                <c:pt idx="58">
                  <c:v>193926.58069999999</c:v>
                </c:pt>
                <c:pt idx="59">
                  <c:v>222871.89</c:v>
                </c:pt>
                <c:pt idx="60">
                  <c:v>224538.58749999999</c:v>
                </c:pt>
                <c:pt idx="61">
                  <c:v>222383.0191</c:v>
                </c:pt>
                <c:pt idx="62">
                  <c:v>216491.06599999999</c:v>
                </c:pt>
                <c:pt idx="63">
                  <c:v>212884.17189999999</c:v>
                </c:pt>
                <c:pt idx="64">
                  <c:v>198614.94589999999</c:v>
                </c:pt>
                <c:pt idx="65">
                  <c:v>189036.3149</c:v>
                </c:pt>
                <c:pt idx="66">
                  <c:v>217280.82389999999</c:v>
                </c:pt>
                <c:pt idx="67">
                  <c:v>215189.70420000001</c:v>
                </c:pt>
                <c:pt idx="68">
                  <c:v>212230.4644</c:v>
                </c:pt>
                <c:pt idx="69">
                  <c:v>212479.42259999999</c:v>
                </c:pt>
                <c:pt idx="70">
                  <c:v>209790.55590000001</c:v>
                </c:pt>
                <c:pt idx="71">
                  <c:v>199296.07990000001</c:v>
                </c:pt>
                <c:pt idx="72">
                  <c:v>187825.6453</c:v>
                </c:pt>
                <c:pt idx="73">
                  <c:v>214898.35010000001</c:v>
                </c:pt>
                <c:pt idx="74">
                  <c:v>215356.55220000001</c:v>
                </c:pt>
                <c:pt idx="75">
                  <c:v>214836.12270000001</c:v>
                </c:pt>
                <c:pt idx="76">
                  <c:v>226344.96119999999</c:v>
                </c:pt>
                <c:pt idx="77">
                  <c:v>190314.08859999999</c:v>
                </c:pt>
                <c:pt idx="78">
                  <c:v>192336.5674</c:v>
                </c:pt>
                <c:pt idx="79">
                  <c:v>171947.84099999999</c:v>
                </c:pt>
                <c:pt idx="80">
                  <c:v>211506.07089999999</c:v>
                </c:pt>
                <c:pt idx="81">
                  <c:v>210393.1709</c:v>
                </c:pt>
                <c:pt idx="82">
                  <c:v>214443.14499999999</c:v>
                </c:pt>
                <c:pt idx="83">
                  <c:v>215853.19349999999</c:v>
                </c:pt>
                <c:pt idx="84">
                  <c:v>212505.40950000001</c:v>
                </c:pt>
                <c:pt idx="85">
                  <c:v>198955.88860000001</c:v>
                </c:pt>
                <c:pt idx="86">
                  <c:v>188913.53090000001</c:v>
                </c:pt>
                <c:pt idx="87">
                  <c:v>212953.55410000001</c:v>
                </c:pt>
                <c:pt idx="88">
                  <c:v>204376.39610000001</c:v>
                </c:pt>
                <c:pt idx="89">
                  <c:v>201178.54240000001</c:v>
                </c:pt>
                <c:pt idx="90">
                  <c:v>198854.20079999999</c:v>
                </c:pt>
                <c:pt idx="91">
                  <c:v>197437.64079999999</c:v>
                </c:pt>
                <c:pt idx="92">
                  <c:v>186625.91560000001</c:v>
                </c:pt>
                <c:pt idx="93">
                  <c:v>176914.93859999999</c:v>
                </c:pt>
                <c:pt idx="94">
                  <c:v>202464.28260000001</c:v>
                </c:pt>
                <c:pt idx="95">
                  <c:v>196489.39809999999</c:v>
                </c:pt>
                <c:pt idx="96">
                  <c:v>194908.62160000001</c:v>
                </c:pt>
                <c:pt idx="97">
                  <c:v>195576.5974</c:v>
                </c:pt>
                <c:pt idx="98">
                  <c:v>191595.83300000001</c:v>
                </c:pt>
                <c:pt idx="99">
                  <c:v>183170.5025</c:v>
                </c:pt>
                <c:pt idx="100">
                  <c:v>175653.69560000001</c:v>
                </c:pt>
                <c:pt idx="101">
                  <c:v>201342.64249999999</c:v>
                </c:pt>
                <c:pt idx="102">
                  <c:v>201280.58970000001</c:v>
                </c:pt>
                <c:pt idx="103">
                  <c:v>196513.3456</c:v>
                </c:pt>
                <c:pt idx="104">
                  <c:v>196171.36790000001</c:v>
                </c:pt>
                <c:pt idx="105">
                  <c:v>192051.84469999999</c:v>
                </c:pt>
                <c:pt idx="106">
                  <c:v>175239.1409</c:v>
                </c:pt>
                <c:pt idx="107">
                  <c:v>169401.42449999999</c:v>
                </c:pt>
                <c:pt idx="108">
                  <c:v>156741.58960000001</c:v>
                </c:pt>
                <c:pt idx="109">
                  <c:v>193964.22560000001</c:v>
                </c:pt>
                <c:pt idx="110">
                  <c:v>191002.06159999999</c:v>
                </c:pt>
                <c:pt idx="111">
                  <c:v>195674.17230000001</c:v>
                </c:pt>
                <c:pt idx="112">
                  <c:v>194241.72459999999</c:v>
                </c:pt>
                <c:pt idx="113">
                  <c:v>183918.11009999999</c:v>
                </c:pt>
                <c:pt idx="114">
                  <c:v>173025.07029999999</c:v>
                </c:pt>
                <c:pt idx="115">
                  <c:v>189935.016</c:v>
                </c:pt>
                <c:pt idx="116">
                  <c:v>191603.05319999999</c:v>
                </c:pt>
                <c:pt idx="117">
                  <c:v>190270.52970000001</c:v>
                </c:pt>
                <c:pt idx="118">
                  <c:v>187841.61739999999</c:v>
                </c:pt>
                <c:pt idx="119">
                  <c:v>184119.51300000001</c:v>
                </c:pt>
                <c:pt idx="120">
                  <c:v>172604.32199999999</c:v>
                </c:pt>
                <c:pt idx="121">
                  <c:v>160268.31770000001</c:v>
                </c:pt>
                <c:pt idx="122">
                  <c:v>166639.25049999999</c:v>
                </c:pt>
                <c:pt idx="123">
                  <c:v>180901.22959999999</c:v>
                </c:pt>
                <c:pt idx="124">
                  <c:v>182505.4045</c:v>
                </c:pt>
                <c:pt idx="125">
                  <c:v>179705.03719999999</c:v>
                </c:pt>
                <c:pt idx="126">
                  <c:v>163701.4296</c:v>
                </c:pt>
                <c:pt idx="127">
                  <c:v>172246.57759999999</c:v>
                </c:pt>
                <c:pt idx="128">
                  <c:v>162322.7188</c:v>
                </c:pt>
                <c:pt idx="129">
                  <c:v>170988.7121</c:v>
                </c:pt>
                <c:pt idx="130">
                  <c:v>177066.11360000001</c:v>
                </c:pt>
                <c:pt idx="131">
                  <c:v>163059.59419999999</c:v>
                </c:pt>
                <c:pt idx="132">
                  <c:v>180714.3383</c:v>
                </c:pt>
                <c:pt idx="133">
                  <c:v>182582.94020000001</c:v>
                </c:pt>
                <c:pt idx="134">
                  <c:v>170486.66339999999</c:v>
                </c:pt>
                <c:pt idx="135">
                  <c:v>146636.82980000001</c:v>
                </c:pt>
                <c:pt idx="136">
                  <c:v>181011.41339999999</c:v>
                </c:pt>
                <c:pt idx="137">
                  <c:v>164634.28909999999</c:v>
                </c:pt>
                <c:pt idx="138">
                  <c:v>136172.83679999999</c:v>
                </c:pt>
                <c:pt idx="139">
                  <c:v>55855.521200000003</c:v>
                </c:pt>
                <c:pt idx="140">
                  <c:v>141756.84330000001</c:v>
                </c:pt>
                <c:pt idx="141">
                  <c:v>146325.19320000001</c:v>
                </c:pt>
                <c:pt idx="142">
                  <c:v>141397.37659999999</c:v>
                </c:pt>
                <c:pt idx="143">
                  <c:v>160851.29569999999</c:v>
                </c:pt>
                <c:pt idx="144">
                  <c:v>159562.01610000001</c:v>
                </c:pt>
                <c:pt idx="145">
                  <c:v>157600.69639999999</c:v>
                </c:pt>
                <c:pt idx="146">
                  <c:v>155671.57829999999</c:v>
                </c:pt>
                <c:pt idx="147">
                  <c:v>154016.7628</c:v>
                </c:pt>
                <c:pt idx="148">
                  <c:v>148076.01699999999</c:v>
                </c:pt>
                <c:pt idx="149">
                  <c:v>137758.5618</c:v>
                </c:pt>
                <c:pt idx="150">
                  <c:v>153381.109</c:v>
                </c:pt>
                <c:pt idx="151">
                  <c:v>144294.6765</c:v>
                </c:pt>
                <c:pt idx="152">
                  <c:v>149081.5013</c:v>
                </c:pt>
                <c:pt idx="153">
                  <c:v>146179.7647</c:v>
                </c:pt>
                <c:pt idx="154">
                  <c:v>143113.15349999999</c:v>
                </c:pt>
                <c:pt idx="155">
                  <c:v>136956.62520000001</c:v>
                </c:pt>
                <c:pt idx="156">
                  <c:v>128397.8559</c:v>
                </c:pt>
                <c:pt idx="157">
                  <c:v>144419.4633</c:v>
                </c:pt>
                <c:pt idx="158">
                  <c:v>143984.503</c:v>
                </c:pt>
                <c:pt idx="159">
                  <c:v>141867.52410000001</c:v>
                </c:pt>
                <c:pt idx="160">
                  <c:v>149636.07620000001</c:v>
                </c:pt>
                <c:pt idx="161">
                  <c:v>130111.072</c:v>
                </c:pt>
                <c:pt idx="162">
                  <c:v>126830.2726</c:v>
                </c:pt>
                <c:pt idx="163">
                  <c:v>150107.03529999999</c:v>
                </c:pt>
                <c:pt idx="164">
                  <c:v>163473.88639999999</c:v>
                </c:pt>
                <c:pt idx="165">
                  <c:v>159811.6471</c:v>
                </c:pt>
                <c:pt idx="166">
                  <c:v>158464.40119999999</c:v>
                </c:pt>
                <c:pt idx="167">
                  <c:v>134293.8413</c:v>
                </c:pt>
                <c:pt idx="168">
                  <c:v>149612.7886</c:v>
                </c:pt>
                <c:pt idx="169">
                  <c:v>141778.49710000001</c:v>
                </c:pt>
                <c:pt idx="170">
                  <c:v>135595.50649999999</c:v>
                </c:pt>
                <c:pt idx="171">
                  <c:v>153592.04740000001</c:v>
                </c:pt>
                <c:pt idx="172">
                  <c:v>150037.4326</c:v>
                </c:pt>
                <c:pt idx="173">
                  <c:v>142157.73019999999</c:v>
                </c:pt>
                <c:pt idx="174">
                  <c:v>149231.5318</c:v>
                </c:pt>
                <c:pt idx="175">
                  <c:v>148799.90210000001</c:v>
                </c:pt>
                <c:pt idx="176">
                  <c:v>139433.196</c:v>
                </c:pt>
                <c:pt idx="177">
                  <c:v>134797.24359999999</c:v>
                </c:pt>
                <c:pt idx="178">
                  <c:v>152994.4865</c:v>
                </c:pt>
                <c:pt idx="179">
                  <c:v>152747.27350000001</c:v>
                </c:pt>
                <c:pt idx="180">
                  <c:v>148527.041</c:v>
                </c:pt>
                <c:pt idx="181">
                  <c:v>148387.46400000001</c:v>
                </c:pt>
                <c:pt idx="182">
                  <c:v>149084.71309999999</c:v>
                </c:pt>
                <c:pt idx="183">
                  <c:v>140759.55069999999</c:v>
                </c:pt>
                <c:pt idx="184">
                  <c:v>133240.8222</c:v>
                </c:pt>
                <c:pt idx="185">
                  <c:v>152951.57209999999</c:v>
                </c:pt>
                <c:pt idx="186">
                  <c:v>153063.9749</c:v>
                </c:pt>
                <c:pt idx="187">
                  <c:v>152743.1911</c:v>
                </c:pt>
                <c:pt idx="188">
                  <c:v>132286.5417</c:v>
                </c:pt>
                <c:pt idx="189">
                  <c:v>148390.37909999999</c:v>
                </c:pt>
                <c:pt idx="190">
                  <c:v>141229.73879999999</c:v>
                </c:pt>
                <c:pt idx="191">
                  <c:v>135829.81039999999</c:v>
                </c:pt>
                <c:pt idx="192">
                  <c:v>153883.019</c:v>
                </c:pt>
                <c:pt idx="193">
                  <c:v>156005.95300000001</c:v>
                </c:pt>
                <c:pt idx="194">
                  <c:v>160716.3008</c:v>
                </c:pt>
                <c:pt idx="195">
                  <c:v>167383.0386</c:v>
                </c:pt>
                <c:pt idx="196">
                  <c:v>149082.11629999999</c:v>
                </c:pt>
                <c:pt idx="197">
                  <c:v>124900.17110000001</c:v>
                </c:pt>
                <c:pt idx="198">
                  <c:v>137016.07130000001</c:v>
                </c:pt>
                <c:pt idx="199">
                  <c:v>152770.1654</c:v>
                </c:pt>
                <c:pt idx="200">
                  <c:v>150405.28580000001</c:v>
                </c:pt>
                <c:pt idx="201">
                  <c:v>146217.13529999999</c:v>
                </c:pt>
                <c:pt idx="202">
                  <c:v>147282.6249</c:v>
                </c:pt>
                <c:pt idx="203">
                  <c:v>147102.57870000001</c:v>
                </c:pt>
                <c:pt idx="204">
                  <c:v>132392.98730000001</c:v>
                </c:pt>
                <c:pt idx="205">
                  <c:v>134121.973</c:v>
                </c:pt>
                <c:pt idx="206">
                  <c:v>151722.20110000001</c:v>
                </c:pt>
                <c:pt idx="207">
                  <c:v>150224.69080000001</c:v>
                </c:pt>
                <c:pt idx="208">
                  <c:v>151783.10990000001</c:v>
                </c:pt>
                <c:pt idx="209">
                  <c:v>138032.60440000001</c:v>
                </c:pt>
                <c:pt idx="210">
                  <c:v>169213.0232</c:v>
                </c:pt>
                <c:pt idx="211">
                  <c:v>161359.9443</c:v>
                </c:pt>
                <c:pt idx="212">
                  <c:v>155298.45689999999</c:v>
                </c:pt>
                <c:pt idx="213">
                  <c:v>161377.62349999999</c:v>
                </c:pt>
                <c:pt idx="214">
                  <c:v>155246.5704</c:v>
                </c:pt>
                <c:pt idx="215">
                  <c:v>157035.28570000001</c:v>
                </c:pt>
                <c:pt idx="216">
                  <c:v>155433.26459999999</c:v>
                </c:pt>
                <c:pt idx="217">
                  <c:v>154069.55910000001</c:v>
                </c:pt>
                <c:pt idx="218">
                  <c:v>143759.48269999999</c:v>
                </c:pt>
                <c:pt idx="219">
                  <c:v>139465.62669999999</c:v>
                </c:pt>
                <c:pt idx="220">
                  <c:v>157122.43419999999</c:v>
                </c:pt>
                <c:pt idx="221">
                  <c:v>154369.55530000001</c:v>
                </c:pt>
                <c:pt idx="222">
                  <c:v>156743.8559</c:v>
                </c:pt>
                <c:pt idx="223">
                  <c:v>137891.8316</c:v>
                </c:pt>
                <c:pt idx="224">
                  <c:v>153256.17480000001</c:v>
                </c:pt>
                <c:pt idx="225">
                  <c:v>145186.47990000001</c:v>
                </c:pt>
                <c:pt idx="226">
                  <c:v>125364.606</c:v>
                </c:pt>
                <c:pt idx="227">
                  <c:v>156039.64319999999</c:v>
                </c:pt>
                <c:pt idx="228">
                  <c:v>155015.30799999999</c:v>
                </c:pt>
                <c:pt idx="229">
                  <c:v>133691.5392</c:v>
                </c:pt>
                <c:pt idx="230">
                  <c:v>151781.74909999999</c:v>
                </c:pt>
                <c:pt idx="231">
                  <c:v>135326.2458</c:v>
                </c:pt>
                <c:pt idx="232">
                  <c:v>126705.84239999999</c:v>
                </c:pt>
                <c:pt idx="233">
                  <c:v>121419.4489</c:v>
                </c:pt>
                <c:pt idx="234">
                  <c:v>139365.3879</c:v>
                </c:pt>
                <c:pt idx="235">
                  <c:v>141627.3658</c:v>
                </c:pt>
                <c:pt idx="236">
                  <c:v>140740.27100000001</c:v>
                </c:pt>
                <c:pt idx="237">
                  <c:v>136210.0736</c:v>
                </c:pt>
                <c:pt idx="238">
                  <c:v>136295.0583</c:v>
                </c:pt>
                <c:pt idx="239">
                  <c:v>127437.17290000001</c:v>
                </c:pt>
                <c:pt idx="240">
                  <c:v>119852.55349999999</c:v>
                </c:pt>
                <c:pt idx="241">
                  <c:v>135101.59039999999</c:v>
                </c:pt>
                <c:pt idx="242">
                  <c:v>133105.51730000001</c:v>
                </c:pt>
                <c:pt idx="243">
                  <c:v>130955.8518</c:v>
                </c:pt>
                <c:pt idx="244">
                  <c:v>126643.0912</c:v>
                </c:pt>
                <c:pt idx="245">
                  <c:v>128161.8091</c:v>
                </c:pt>
                <c:pt idx="246">
                  <c:v>119536.7659</c:v>
                </c:pt>
                <c:pt idx="247">
                  <c:v>114016.1918</c:v>
                </c:pt>
                <c:pt idx="248">
                  <c:v>127544.54059999999</c:v>
                </c:pt>
                <c:pt idx="249">
                  <c:v>127644.6345</c:v>
                </c:pt>
                <c:pt idx="250">
                  <c:v>128352.9617</c:v>
                </c:pt>
                <c:pt idx="251">
                  <c:v>129689.0414</c:v>
                </c:pt>
                <c:pt idx="252">
                  <c:v>129615.7111</c:v>
                </c:pt>
                <c:pt idx="253">
                  <c:v>124948.486</c:v>
                </c:pt>
                <c:pt idx="254">
                  <c:v>120145.60709999999</c:v>
                </c:pt>
                <c:pt idx="255">
                  <c:v>109459.06630000001</c:v>
                </c:pt>
                <c:pt idx="256">
                  <c:v>133806.73430000001</c:v>
                </c:pt>
                <c:pt idx="257">
                  <c:v>131456.37030000001</c:v>
                </c:pt>
                <c:pt idx="258">
                  <c:v>129274.0791</c:v>
                </c:pt>
                <c:pt idx="259">
                  <c:v>128575.3979</c:v>
                </c:pt>
                <c:pt idx="260">
                  <c:v>122384.1577</c:v>
                </c:pt>
                <c:pt idx="261">
                  <c:v>115634.3407</c:v>
                </c:pt>
                <c:pt idx="262">
                  <c:v>131424.6532</c:v>
                </c:pt>
                <c:pt idx="263">
                  <c:v>134083.4578</c:v>
                </c:pt>
                <c:pt idx="264">
                  <c:v>132351.8688</c:v>
                </c:pt>
                <c:pt idx="265">
                  <c:v>132667.03520000001</c:v>
                </c:pt>
                <c:pt idx="266">
                  <c:v>140614.42240000001</c:v>
                </c:pt>
                <c:pt idx="267">
                  <c:v>141438.9209</c:v>
                </c:pt>
                <c:pt idx="268">
                  <c:v>140631.65979999999</c:v>
                </c:pt>
                <c:pt idx="269">
                  <c:v>159738.7568</c:v>
                </c:pt>
                <c:pt idx="270">
                  <c:v>159338.3291</c:v>
                </c:pt>
                <c:pt idx="271">
                  <c:v>148205.51949999999</c:v>
                </c:pt>
                <c:pt idx="272">
                  <c:v>154763.6531</c:v>
                </c:pt>
                <c:pt idx="273">
                  <c:v>154049.04120000001</c:v>
                </c:pt>
                <c:pt idx="274">
                  <c:v>140134.8339</c:v>
                </c:pt>
                <c:pt idx="275">
                  <c:v>135210.44570000001</c:v>
                </c:pt>
                <c:pt idx="276">
                  <c:v>154300.3124</c:v>
                </c:pt>
                <c:pt idx="277">
                  <c:v>153140.94579999999</c:v>
                </c:pt>
                <c:pt idx="278">
                  <c:v>146798.91560000001</c:v>
                </c:pt>
                <c:pt idx="279">
                  <c:v>154418.81700000001</c:v>
                </c:pt>
                <c:pt idx="280">
                  <c:v>151536.5472</c:v>
                </c:pt>
                <c:pt idx="281">
                  <c:v>141202.71979999999</c:v>
                </c:pt>
                <c:pt idx="282">
                  <c:v>135700.2133</c:v>
                </c:pt>
                <c:pt idx="283">
                  <c:v>155169.5289</c:v>
                </c:pt>
                <c:pt idx="284">
                  <c:v>155857.4075</c:v>
                </c:pt>
                <c:pt idx="285">
                  <c:v>141398.70250000001</c:v>
                </c:pt>
                <c:pt idx="286">
                  <c:v>150806.93229999999</c:v>
                </c:pt>
                <c:pt idx="287">
                  <c:v>135195.88699999999</c:v>
                </c:pt>
                <c:pt idx="288">
                  <c:v>136933.33429999999</c:v>
                </c:pt>
                <c:pt idx="289">
                  <c:v>134117.6496</c:v>
                </c:pt>
                <c:pt idx="290">
                  <c:v>151123.03700000001</c:v>
                </c:pt>
                <c:pt idx="291">
                  <c:v>151466.65479999999</c:v>
                </c:pt>
                <c:pt idx="292">
                  <c:v>151374.49189999999</c:v>
                </c:pt>
                <c:pt idx="293">
                  <c:v>154664.54689999999</c:v>
                </c:pt>
                <c:pt idx="294">
                  <c:v>156208.7231</c:v>
                </c:pt>
                <c:pt idx="295">
                  <c:v>146854.03719999999</c:v>
                </c:pt>
                <c:pt idx="296">
                  <c:v>133639.03289999999</c:v>
                </c:pt>
                <c:pt idx="297">
                  <c:v>116033.8498</c:v>
                </c:pt>
                <c:pt idx="298">
                  <c:v>114628.6464</c:v>
                </c:pt>
                <c:pt idx="299">
                  <c:v>116476.80590000001</c:v>
                </c:pt>
                <c:pt idx="300">
                  <c:v>121892.1336</c:v>
                </c:pt>
                <c:pt idx="301">
                  <c:v>127174.83</c:v>
                </c:pt>
                <c:pt idx="302">
                  <c:v>127357.8597</c:v>
                </c:pt>
                <c:pt idx="303">
                  <c:v>127230.0004</c:v>
                </c:pt>
                <c:pt idx="304">
                  <c:v>141614.4184</c:v>
                </c:pt>
                <c:pt idx="305">
                  <c:v>145792.0888</c:v>
                </c:pt>
                <c:pt idx="306">
                  <c:v>144569.55840000001</c:v>
                </c:pt>
                <c:pt idx="307">
                  <c:v>144055.86559999999</c:v>
                </c:pt>
                <c:pt idx="308">
                  <c:v>147110.9865</c:v>
                </c:pt>
                <c:pt idx="309">
                  <c:v>135142.2273</c:v>
                </c:pt>
                <c:pt idx="310">
                  <c:v>126658.4739</c:v>
                </c:pt>
                <c:pt idx="311">
                  <c:v>142149.177</c:v>
                </c:pt>
                <c:pt idx="312">
                  <c:v>142709.75210000001</c:v>
                </c:pt>
                <c:pt idx="313">
                  <c:v>142079.8198</c:v>
                </c:pt>
                <c:pt idx="314">
                  <c:v>146901.84640000001</c:v>
                </c:pt>
                <c:pt idx="315">
                  <c:v>117729.7703</c:v>
                </c:pt>
                <c:pt idx="316">
                  <c:v>129948.2271</c:v>
                </c:pt>
                <c:pt idx="317">
                  <c:v>127141.1357</c:v>
                </c:pt>
                <c:pt idx="318">
                  <c:v>144527.87469999999</c:v>
                </c:pt>
                <c:pt idx="319">
                  <c:v>144715.54490000001</c:v>
                </c:pt>
                <c:pt idx="320">
                  <c:v>141120.44570000001</c:v>
                </c:pt>
                <c:pt idx="321">
                  <c:v>139746.38740000001</c:v>
                </c:pt>
                <c:pt idx="322">
                  <c:v>137251.7898</c:v>
                </c:pt>
                <c:pt idx="323">
                  <c:v>130494.7596</c:v>
                </c:pt>
                <c:pt idx="324">
                  <c:v>124065.15850000001</c:v>
                </c:pt>
                <c:pt idx="325">
                  <c:v>139390.19579999999</c:v>
                </c:pt>
                <c:pt idx="326">
                  <c:v>138596.02900000001</c:v>
                </c:pt>
                <c:pt idx="327">
                  <c:v>141691.7856</c:v>
                </c:pt>
                <c:pt idx="328">
                  <c:v>132906.2139</c:v>
                </c:pt>
                <c:pt idx="329">
                  <c:v>133665.3297</c:v>
                </c:pt>
                <c:pt idx="330">
                  <c:v>125639.6202</c:v>
                </c:pt>
                <c:pt idx="331">
                  <c:v>121246.32150000001</c:v>
                </c:pt>
                <c:pt idx="332">
                  <c:v>139210.63440000001</c:v>
                </c:pt>
                <c:pt idx="333">
                  <c:v>138792.04680000001</c:v>
                </c:pt>
                <c:pt idx="334">
                  <c:v>140016.75640000001</c:v>
                </c:pt>
                <c:pt idx="335">
                  <c:v>139872.84390000001</c:v>
                </c:pt>
                <c:pt idx="336">
                  <c:v>141246.34729999999</c:v>
                </c:pt>
                <c:pt idx="337">
                  <c:v>130853.2046</c:v>
                </c:pt>
                <c:pt idx="338">
                  <c:v>125524.42849999999</c:v>
                </c:pt>
                <c:pt idx="339">
                  <c:v>144438.08249999999</c:v>
                </c:pt>
                <c:pt idx="340">
                  <c:v>141499.25599999999</c:v>
                </c:pt>
                <c:pt idx="341">
                  <c:v>140937.16829999999</c:v>
                </c:pt>
                <c:pt idx="342">
                  <c:v>129013.4924</c:v>
                </c:pt>
                <c:pt idx="343">
                  <c:v>138521.2101</c:v>
                </c:pt>
                <c:pt idx="344">
                  <c:v>111184.01119999999</c:v>
                </c:pt>
                <c:pt idx="345">
                  <c:v>117808.5411</c:v>
                </c:pt>
                <c:pt idx="346">
                  <c:v>141034.11060000001</c:v>
                </c:pt>
                <c:pt idx="347">
                  <c:v>140699.47210000001</c:v>
                </c:pt>
                <c:pt idx="348">
                  <c:v>137458.90280000001</c:v>
                </c:pt>
                <c:pt idx="349">
                  <c:v>134064.5882</c:v>
                </c:pt>
                <c:pt idx="350">
                  <c:v>131378.17980000001</c:v>
                </c:pt>
                <c:pt idx="351">
                  <c:v>123889.95050000001</c:v>
                </c:pt>
                <c:pt idx="352">
                  <c:v>116147.2531</c:v>
                </c:pt>
                <c:pt idx="353">
                  <c:v>132364.4528</c:v>
                </c:pt>
                <c:pt idx="354">
                  <c:v>131219.24400000001</c:v>
                </c:pt>
                <c:pt idx="355">
                  <c:v>132751.39300000001</c:v>
                </c:pt>
                <c:pt idx="356">
                  <c:v>129745.08010000001</c:v>
                </c:pt>
                <c:pt idx="357">
                  <c:v>127108.8224</c:v>
                </c:pt>
                <c:pt idx="358">
                  <c:v>119242.8593</c:v>
                </c:pt>
                <c:pt idx="359">
                  <c:v>115724.9106</c:v>
                </c:pt>
                <c:pt idx="360">
                  <c:v>132325.81909999999</c:v>
                </c:pt>
                <c:pt idx="361">
                  <c:v>131735.11689999999</c:v>
                </c:pt>
                <c:pt idx="362">
                  <c:v>131255.36379999999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FA5-4150-BB5E-3E31479BD0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9800799"/>
        <c:axId val="59814719"/>
      </c:lineChart>
      <c:dateAx>
        <c:axId val="59830079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827679"/>
        <c:crosses val="autoZero"/>
        <c:auto val="1"/>
        <c:lblOffset val="100"/>
        <c:baseTimeUnit val="days"/>
      </c:dateAx>
      <c:valAx>
        <c:axId val="598276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District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830079"/>
        <c:crosses val="autoZero"/>
        <c:crossBetween val="between"/>
      </c:valAx>
      <c:valAx>
        <c:axId val="59814719"/>
        <c:scaling>
          <c:orientation val="minMax"/>
          <c:max val="300000"/>
          <c:min val="100000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Total Network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800799"/>
        <c:crosses val="max"/>
        <c:crossBetween val="between"/>
      </c:valAx>
      <c:dateAx>
        <c:axId val="59800799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59814719"/>
        <c:crosses val="autoZero"/>
        <c:auto val="1"/>
        <c:lblOffset val="100"/>
        <c:baseTimeUnit val="days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3G+4G DATA (TB)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KEG</c:v>
                </c:pt>
              </c:strCache>
            </c:strRef>
          </c:tx>
          <c:spPr>
            <a:ln w="28575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Sheet1!$A$2:$A$364</c:f>
              <c:numCache>
                <c:formatCode>m/d/yyyy</c:formatCode>
                <c:ptCount val="363"/>
                <c:pt idx="0">
                  <c:v>45828</c:v>
                </c:pt>
                <c:pt idx="1">
                  <c:v>45829</c:v>
                </c:pt>
                <c:pt idx="2">
                  <c:v>45830</c:v>
                </c:pt>
                <c:pt idx="3">
                  <c:v>45831</c:v>
                </c:pt>
                <c:pt idx="4">
                  <c:v>45832</c:v>
                </c:pt>
                <c:pt idx="5">
                  <c:v>45833</c:v>
                </c:pt>
                <c:pt idx="6">
                  <c:v>45834</c:v>
                </c:pt>
                <c:pt idx="7">
                  <c:v>45835</c:v>
                </c:pt>
                <c:pt idx="8">
                  <c:v>45836</c:v>
                </c:pt>
                <c:pt idx="9">
                  <c:v>45837</c:v>
                </c:pt>
                <c:pt idx="10">
                  <c:v>45838</c:v>
                </c:pt>
                <c:pt idx="11">
                  <c:v>45839</c:v>
                </c:pt>
                <c:pt idx="12">
                  <c:v>45840</c:v>
                </c:pt>
                <c:pt idx="13">
                  <c:v>45841</c:v>
                </c:pt>
                <c:pt idx="14">
                  <c:v>45842</c:v>
                </c:pt>
                <c:pt idx="15">
                  <c:v>45843</c:v>
                </c:pt>
                <c:pt idx="16">
                  <c:v>45844</c:v>
                </c:pt>
                <c:pt idx="17">
                  <c:v>45845</c:v>
                </c:pt>
                <c:pt idx="18">
                  <c:v>45846</c:v>
                </c:pt>
                <c:pt idx="19">
                  <c:v>45847</c:v>
                </c:pt>
                <c:pt idx="20">
                  <c:v>45848</c:v>
                </c:pt>
                <c:pt idx="21">
                  <c:v>45849</c:v>
                </c:pt>
                <c:pt idx="22">
                  <c:v>45850</c:v>
                </c:pt>
                <c:pt idx="23">
                  <c:v>45851</c:v>
                </c:pt>
                <c:pt idx="24">
                  <c:v>45852</c:v>
                </c:pt>
                <c:pt idx="25">
                  <c:v>45853</c:v>
                </c:pt>
                <c:pt idx="26">
                  <c:v>45854</c:v>
                </c:pt>
                <c:pt idx="27">
                  <c:v>45855</c:v>
                </c:pt>
                <c:pt idx="28">
                  <c:v>45856</c:v>
                </c:pt>
                <c:pt idx="29">
                  <c:v>45857</c:v>
                </c:pt>
                <c:pt idx="30">
                  <c:v>45858</c:v>
                </c:pt>
                <c:pt idx="31">
                  <c:v>45859</c:v>
                </c:pt>
                <c:pt idx="32">
                  <c:v>45860</c:v>
                </c:pt>
                <c:pt idx="33">
                  <c:v>45861</c:v>
                </c:pt>
                <c:pt idx="34">
                  <c:v>45862</c:v>
                </c:pt>
                <c:pt idx="35">
                  <c:v>45863</c:v>
                </c:pt>
                <c:pt idx="36">
                  <c:v>45864</c:v>
                </c:pt>
                <c:pt idx="37">
                  <c:v>45865</c:v>
                </c:pt>
                <c:pt idx="38">
                  <c:v>45866</c:v>
                </c:pt>
                <c:pt idx="39">
                  <c:v>45867</c:v>
                </c:pt>
                <c:pt idx="40">
                  <c:v>45868</c:v>
                </c:pt>
                <c:pt idx="41">
                  <c:v>45869</c:v>
                </c:pt>
                <c:pt idx="42">
                  <c:v>45870</c:v>
                </c:pt>
                <c:pt idx="43">
                  <c:v>45871</c:v>
                </c:pt>
                <c:pt idx="44">
                  <c:v>45872</c:v>
                </c:pt>
                <c:pt idx="45">
                  <c:v>45873</c:v>
                </c:pt>
                <c:pt idx="46">
                  <c:v>45874</c:v>
                </c:pt>
                <c:pt idx="47">
                  <c:v>45875</c:v>
                </c:pt>
                <c:pt idx="48">
                  <c:v>45876</c:v>
                </c:pt>
                <c:pt idx="49">
                  <c:v>45877</c:v>
                </c:pt>
                <c:pt idx="50">
                  <c:v>45878</c:v>
                </c:pt>
                <c:pt idx="51">
                  <c:v>45879</c:v>
                </c:pt>
                <c:pt idx="52">
                  <c:v>45880</c:v>
                </c:pt>
                <c:pt idx="53">
                  <c:v>45881</c:v>
                </c:pt>
                <c:pt idx="54">
                  <c:v>45882</c:v>
                </c:pt>
                <c:pt idx="55">
                  <c:v>45883</c:v>
                </c:pt>
                <c:pt idx="56">
                  <c:v>45884</c:v>
                </c:pt>
                <c:pt idx="57">
                  <c:v>45885</c:v>
                </c:pt>
                <c:pt idx="58">
                  <c:v>45886</c:v>
                </c:pt>
                <c:pt idx="59">
                  <c:v>45887</c:v>
                </c:pt>
                <c:pt idx="60">
                  <c:v>45888</c:v>
                </c:pt>
                <c:pt idx="61">
                  <c:v>45889</c:v>
                </c:pt>
                <c:pt idx="62">
                  <c:v>45890</c:v>
                </c:pt>
                <c:pt idx="63">
                  <c:v>45891</c:v>
                </c:pt>
                <c:pt idx="64">
                  <c:v>45892</c:v>
                </c:pt>
                <c:pt idx="65">
                  <c:v>45893</c:v>
                </c:pt>
                <c:pt idx="66">
                  <c:v>45894</c:v>
                </c:pt>
                <c:pt idx="67">
                  <c:v>45895</c:v>
                </c:pt>
                <c:pt idx="68">
                  <c:v>45896</c:v>
                </c:pt>
                <c:pt idx="69">
                  <c:v>45897</c:v>
                </c:pt>
                <c:pt idx="70">
                  <c:v>45898</c:v>
                </c:pt>
                <c:pt idx="71">
                  <c:v>45899</c:v>
                </c:pt>
                <c:pt idx="72">
                  <c:v>45900</c:v>
                </c:pt>
                <c:pt idx="73">
                  <c:v>45901</c:v>
                </c:pt>
                <c:pt idx="74">
                  <c:v>45902</c:v>
                </c:pt>
                <c:pt idx="75">
                  <c:v>45903</c:v>
                </c:pt>
                <c:pt idx="76">
                  <c:v>45904</c:v>
                </c:pt>
                <c:pt idx="77">
                  <c:v>45905</c:v>
                </c:pt>
                <c:pt idx="78">
                  <c:v>45906</c:v>
                </c:pt>
                <c:pt idx="79">
                  <c:v>45907</c:v>
                </c:pt>
                <c:pt idx="80">
                  <c:v>45908</c:v>
                </c:pt>
                <c:pt idx="81">
                  <c:v>45909</c:v>
                </c:pt>
                <c:pt idx="82">
                  <c:v>45910</c:v>
                </c:pt>
                <c:pt idx="83">
                  <c:v>45911</c:v>
                </c:pt>
                <c:pt idx="84">
                  <c:v>45912</c:v>
                </c:pt>
                <c:pt idx="85">
                  <c:v>45913</c:v>
                </c:pt>
                <c:pt idx="86">
                  <c:v>45914</c:v>
                </c:pt>
                <c:pt idx="87">
                  <c:v>45915</c:v>
                </c:pt>
                <c:pt idx="88">
                  <c:v>45916</c:v>
                </c:pt>
                <c:pt idx="89">
                  <c:v>45917</c:v>
                </c:pt>
                <c:pt idx="90">
                  <c:v>45918</c:v>
                </c:pt>
                <c:pt idx="91">
                  <c:v>45919</c:v>
                </c:pt>
                <c:pt idx="92">
                  <c:v>45920</c:v>
                </c:pt>
                <c:pt idx="93">
                  <c:v>45921</c:v>
                </c:pt>
                <c:pt idx="94">
                  <c:v>45922</c:v>
                </c:pt>
                <c:pt idx="95">
                  <c:v>45923</c:v>
                </c:pt>
                <c:pt idx="96">
                  <c:v>45924</c:v>
                </c:pt>
                <c:pt idx="97">
                  <c:v>45925</c:v>
                </c:pt>
                <c:pt idx="98">
                  <c:v>45926</c:v>
                </c:pt>
                <c:pt idx="99">
                  <c:v>45927</c:v>
                </c:pt>
                <c:pt idx="100">
                  <c:v>45928</c:v>
                </c:pt>
                <c:pt idx="101">
                  <c:v>45929</c:v>
                </c:pt>
                <c:pt idx="102">
                  <c:v>45930</c:v>
                </c:pt>
                <c:pt idx="103">
                  <c:v>45931</c:v>
                </c:pt>
                <c:pt idx="104">
                  <c:v>45932</c:v>
                </c:pt>
                <c:pt idx="105">
                  <c:v>45933</c:v>
                </c:pt>
                <c:pt idx="106">
                  <c:v>45934</c:v>
                </c:pt>
                <c:pt idx="107">
                  <c:v>45935</c:v>
                </c:pt>
                <c:pt idx="108">
                  <c:v>45936</c:v>
                </c:pt>
                <c:pt idx="109">
                  <c:v>45937</c:v>
                </c:pt>
                <c:pt idx="110">
                  <c:v>45938</c:v>
                </c:pt>
                <c:pt idx="111">
                  <c:v>45939</c:v>
                </c:pt>
                <c:pt idx="112">
                  <c:v>45940</c:v>
                </c:pt>
                <c:pt idx="113">
                  <c:v>45941</c:v>
                </c:pt>
                <c:pt idx="114">
                  <c:v>45942</c:v>
                </c:pt>
                <c:pt idx="115">
                  <c:v>45943</c:v>
                </c:pt>
                <c:pt idx="116">
                  <c:v>45944</c:v>
                </c:pt>
                <c:pt idx="117">
                  <c:v>45945</c:v>
                </c:pt>
                <c:pt idx="118">
                  <c:v>45946</c:v>
                </c:pt>
                <c:pt idx="119">
                  <c:v>45947</c:v>
                </c:pt>
                <c:pt idx="120">
                  <c:v>45948</c:v>
                </c:pt>
                <c:pt idx="121">
                  <c:v>45949</c:v>
                </c:pt>
                <c:pt idx="122">
                  <c:v>45950</c:v>
                </c:pt>
                <c:pt idx="123">
                  <c:v>45951</c:v>
                </c:pt>
                <c:pt idx="124">
                  <c:v>45952</c:v>
                </c:pt>
                <c:pt idx="125">
                  <c:v>45953</c:v>
                </c:pt>
                <c:pt idx="126">
                  <c:v>45954</c:v>
                </c:pt>
                <c:pt idx="127">
                  <c:v>45955</c:v>
                </c:pt>
                <c:pt idx="128">
                  <c:v>45956</c:v>
                </c:pt>
                <c:pt idx="129">
                  <c:v>45957</c:v>
                </c:pt>
                <c:pt idx="130">
                  <c:v>45958</c:v>
                </c:pt>
                <c:pt idx="131">
                  <c:v>45959</c:v>
                </c:pt>
                <c:pt idx="132">
                  <c:v>45960</c:v>
                </c:pt>
                <c:pt idx="133">
                  <c:v>45961</c:v>
                </c:pt>
                <c:pt idx="134">
                  <c:v>45962</c:v>
                </c:pt>
                <c:pt idx="135">
                  <c:v>45963</c:v>
                </c:pt>
                <c:pt idx="136">
                  <c:v>45964</c:v>
                </c:pt>
                <c:pt idx="137">
                  <c:v>45965</c:v>
                </c:pt>
                <c:pt idx="138">
                  <c:v>45966</c:v>
                </c:pt>
                <c:pt idx="139">
                  <c:v>45967</c:v>
                </c:pt>
                <c:pt idx="140">
                  <c:v>45968</c:v>
                </c:pt>
                <c:pt idx="141">
                  <c:v>45969</c:v>
                </c:pt>
                <c:pt idx="142">
                  <c:v>45970</c:v>
                </c:pt>
                <c:pt idx="143">
                  <c:v>45971</c:v>
                </c:pt>
                <c:pt idx="144">
                  <c:v>45972</c:v>
                </c:pt>
                <c:pt idx="145">
                  <c:v>45973</c:v>
                </c:pt>
                <c:pt idx="146">
                  <c:v>45974</c:v>
                </c:pt>
                <c:pt idx="147">
                  <c:v>45975</c:v>
                </c:pt>
                <c:pt idx="148">
                  <c:v>45976</c:v>
                </c:pt>
                <c:pt idx="149">
                  <c:v>45977</c:v>
                </c:pt>
                <c:pt idx="150">
                  <c:v>45978</c:v>
                </c:pt>
                <c:pt idx="151">
                  <c:v>45979</c:v>
                </c:pt>
                <c:pt idx="152">
                  <c:v>45980</c:v>
                </c:pt>
                <c:pt idx="153">
                  <c:v>45981</c:v>
                </c:pt>
                <c:pt idx="154">
                  <c:v>45982</c:v>
                </c:pt>
                <c:pt idx="155">
                  <c:v>45983</c:v>
                </c:pt>
                <c:pt idx="156">
                  <c:v>45984</c:v>
                </c:pt>
                <c:pt idx="157">
                  <c:v>45985</c:v>
                </c:pt>
                <c:pt idx="158">
                  <c:v>45986</c:v>
                </c:pt>
                <c:pt idx="159">
                  <c:v>45987</c:v>
                </c:pt>
                <c:pt idx="160">
                  <c:v>45988</c:v>
                </c:pt>
                <c:pt idx="161">
                  <c:v>45989</c:v>
                </c:pt>
                <c:pt idx="162">
                  <c:v>45990</c:v>
                </c:pt>
                <c:pt idx="163">
                  <c:v>45991</c:v>
                </c:pt>
                <c:pt idx="164">
                  <c:v>45992</c:v>
                </c:pt>
                <c:pt idx="165">
                  <c:v>45993</c:v>
                </c:pt>
                <c:pt idx="166">
                  <c:v>45994</c:v>
                </c:pt>
                <c:pt idx="167">
                  <c:v>45995</c:v>
                </c:pt>
                <c:pt idx="168">
                  <c:v>45996</c:v>
                </c:pt>
                <c:pt idx="169">
                  <c:v>45997</c:v>
                </c:pt>
                <c:pt idx="170">
                  <c:v>45998</c:v>
                </c:pt>
                <c:pt idx="171">
                  <c:v>45999</c:v>
                </c:pt>
                <c:pt idx="172">
                  <c:v>46000</c:v>
                </c:pt>
                <c:pt idx="173">
                  <c:v>46001</c:v>
                </c:pt>
                <c:pt idx="174">
                  <c:v>46002</c:v>
                </c:pt>
                <c:pt idx="175">
                  <c:v>46003</c:v>
                </c:pt>
                <c:pt idx="176">
                  <c:v>46004</c:v>
                </c:pt>
                <c:pt idx="177">
                  <c:v>46005</c:v>
                </c:pt>
                <c:pt idx="178">
                  <c:v>46006</c:v>
                </c:pt>
                <c:pt idx="179">
                  <c:v>46007</c:v>
                </c:pt>
                <c:pt idx="180">
                  <c:v>46008</c:v>
                </c:pt>
                <c:pt idx="181">
                  <c:v>46009</c:v>
                </c:pt>
                <c:pt idx="182">
                  <c:v>46010</c:v>
                </c:pt>
                <c:pt idx="183">
                  <c:v>46011</c:v>
                </c:pt>
                <c:pt idx="184">
                  <c:v>46012</c:v>
                </c:pt>
                <c:pt idx="185">
                  <c:v>46013</c:v>
                </c:pt>
                <c:pt idx="186">
                  <c:v>46014</c:v>
                </c:pt>
                <c:pt idx="187">
                  <c:v>46015</c:v>
                </c:pt>
                <c:pt idx="188">
                  <c:v>46016</c:v>
                </c:pt>
                <c:pt idx="189">
                  <c:v>46017</c:v>
                </c:pt>
                <c:pt idx="190">
                  <c:v>46018</c:v>
                </c:pt>
                <c:pt idx="191">
                  <c:v>46019</c:v>
                </c:pt>
                <c:pt idx="192">
                  <c:v>46020</c:v>
                </c:pt>
                <c:pt idx="193">
                  <c:v>46021</c:v>
                </c:pt>
                <c:pt idx="194">
                  <c:v>46022</c:v>
                </c:pt>
                <c:pt idx="195">
                  <c:v>46023</c:v>
                </c:pt>
                <c:pt idx="196">
                  <c:v>46024</c:v>
                </c:pt>
                <c:pt idx="197">
                  <c:v>46025</c:v>
                </c:pt>
                <c:pt idx="198">
                  <c:v>46026</c:v>
                </c:pt>
                <c:pt idx="199">
                  <c:v>46027</c:v>
                </c:pt>
                <c:pt idx="200">
                  <c:v>46028</c:v>
                </c:pt>
                <c:pt idx="201">
                  <c:v>46029</c:v>
                </c:pt>
                <c:pt idx="202">
                  <c:v>46030</c:v>
                </c:pt>
                <c:pt idx="203">
                  <c:v>46031</c:v>
                </c:pt>
                <c:pt idx="204">
                  <c:v>46032</c:v>
                </c:pt>
                <c:pt idx="205">
                  <c:v>46033</c:v>
                </c:pt>
                <c:pt idx="206">
                  <c:v>46034</c:v>
                </c:pt>
                <c:pt idx="207">
                  <c:v>46035</c:v>
                </c:pt>
                <c:pt idx="208">
                  <c:v>46036</c:v>
                </c:pt>
                <c:pt idx="209">
                  <c:v>46037</c:v>
                </c:pt>
                <c:pt idx="210">
                  <c:v>46038</c:v>
                </c:pt>
                <c:pt idx="211">
                  <c:v>46039</c:v>
                </c:pt>
                <c:pt idx="212">
                  <c:v>46040</c:v>
                </c:pt>
                <c:pt idx="213">
                  <c:v>46041</c:v>
                </c:pt>
                <c:pt idx="214">
                  <c:v>46042</c:v>
                </c:pt>
                <c:pt idx="215">
                  <c:v>46043</c:v>
                </c:pt>
                <c:pt idx="216">
                  <c:v>46044</c:v>
                </c:pt>
                <c:pt idx="217">
                  <c:v>46045</c:v>
                </c:pt>
                <c:pt idx="218">
                  <c:v>46046</c:v>
                </c:pt>
                <c:pt idx="219">
                  <c:v>46047</c:v>
                </c:pt>
                <c:pt idx="220">
                  <c:v>46048</c:v>
                </c:pt>
                <c:pt idx="221">
                  <c:v>46049</c:v>
                </c:pt>
                <c:pt idx="222">
                  <c:v>46050</c:v>
                </c:pt>
                <c:pt idx="223">
                  <c:v>46051</c:v>
                </c:pt>
                <c:pt idx="224">
                  <c:v>46052</c:v>
                </c:pt>
                <c:pt idx="225">
                  <c:v>46053</c:v>
                </c:pt>
                <c:pt idx="226">
                  <c:v>46054</c:v>
                </c:pt>
                <c:pt idx="227">
                  <c:v>46055</c:v>
                </c:pt>
                <c:pt idx="228">
                  <c:v>46056</c:v>
                </c:pt>
                <c:pt idx="229">
                  <c:v>46057</c:v>
                </c:pt>
                <c:pt idx="230">
                  <c:v>46058</c:v>
                </c:pt>
                <c:pt idx="231">
                  <c:v>46059</c:v>
                </c:pt>
                <c:pt idx="232">
                  <c:v>46060</c:v>
                </c:pt>
                <c:pt idx="233">
                  <c:v>46061</c:v>
                </c:pt>
                <c:pt idx="234">
                  <c:v>46062</c:v>
                </c:pt>
                <c:pt idx="235">
                  <c:v>46063</c:v>
                </c:pt>
                <c:pt idx="236">
                  <c:v>46064</c:v>
                </c:pt>
                <c:pt idx="237">
                  <c:v>46065</c:v>
                </c:pt>
                <c:pt idx="238">
                  <c:v>46066</c:v>
                </c:pt>
                <c:pt idx="239">
                  <c:v>46067</c:v>
                </c:pt>
                <c:pt idx="240">
                  <c:v>46068</c:v>
                </c:pt>
                <c:pt idx="241">
                  <c:v>46069</c:v>
                </c:pt>
                <c:pt idx="242">
                  <c:v>46070</c:v>
                </c:pt>
                <c:pt idx="243">
                  <c:v>46071</c:v>
                </c:pt>
                <c:pt idx="244">
                  <c:v>46072</c:v>
                </c:pt>
                <c:pt idx="245">
                  <c:v>46073</c:v>
                </c:pt>
                <c:pt idx="246">
                  <c:v>46074</c:v>
                </c:pt>
                <c:pt idx="247">
                  <c:v>46075</c:v>
                </c:pt>
                <c:pt idx="248">
                  <c:v>46076</c:v>
                </c:pt>
                <c:pt idx="249">
                  <c:v>46077</c:v>
                </c:pt>
                <c:pt idx="250">
                  <c:v>46078</c:v>
                </c:pt>
                <c:pt idx="251">
                  <c:v>46079</c:v>
                </c:pt>
                <c:pt idx="252">
                  <c:v>46080</c:v>
                </c:pt>
                <c:pt idx="253">
                  <c:v>46081</c:v>
                </c:pt>
                <c:pt idx="254">
                  <c:v>46082</c:v>
                </c:pt>
                <c:pt idx="255">
                  <c:v>46083</c:v>
                </c:pt>
                <c:pt idx="256">
                  <c:v>46084</c:v>
                </c:pt>
                <c:pt idx="257">
                  <c:v>46085</c:v>
                </c:pt>
                <c:pt idx="258">
                  <c:v>46086</c:v>
                </c:pt>
                <c:pt idx="259">
                  <c:v>46087</c:v>
                </c:pt>
                <c:pt idx="260">
                  <c:v>46088</c:v>
                </c:pt>
                <c:pt idx="261">
                  <c:v>46089</c:v>
                </c:pt>
                <c:pt idx="262">
                  <c:v>46090</c:v>
                </c:pt>
                <c:pt idx="263">
                  <c:v>46091</c:v>
                </c:pt>
                <c:pt idx="264">
                  <c:v>46092</c:v>
                </c:pt>
                <c:pt idx="265">
                  <c:v>46093</c:v>
                </c:pt>
                <c:pt idx="266">
                  <c:v>46094</c:v>
                </c:pt>
                <c:pt idx="267">
                  <c:v>46095</c:v>
                </c:pt>
                <c:pt idx="268">
                  <c:v>46096</c:v>
                </c:pt>
                <c:pt idx="269">
                  <c:v>46097</c:v>
                </c:pt>
                <c:pt idx="270">
                  <c:v>46098</c:v>
                </c:pt>
                <c:pt idx="271">
                  <c:v>46099</c:v>
                </c:pt>
                <c:pt idx="272">
                  <c:v>46100</c:v>
                </c:pt>
                <c:pt idx="273">
                  <c:v>46101</c:v>
                </c:pt>
                <c:pt idx="274">
                  <c:v>46102</c:v>
                </c:pt>
                <c:pt idx="275">
                  <c:v>46103</c:v>
                </c:pt>
                <c:pt idx="276">
                  <c:v>46104</c:v>
                </c:pt>
                <c:pt idx="277">
                  <c:v>46105</c:v>
                </c:pt>
                <c:pt idx="278">
                  <c:v>46106</c:v>
                </c:pt>
                <c:pt idx="279">
                  <c:v>46107</c:v>
                </c:pt>
                <c:pt idx="280">
                  <c:v>46108</c:v>
                </c:pt>
                <c:pt idx="281">
                  <c:v>46109</c:v>
                </c:pt>
                <c:pt idx="282">
                  <c:v>46110</c:v>
                </c:pt>
                <c:pt idx="283">
                  <c:v>46111</c:v>
                </c:pt>
                <c:pt idx="284">
                  <c:v>46112</c:v>
                </c:pt>
                <c:pt idx="285">
                  <c:v>46113</c:v>
                </c:pt>
                <c:pt idx="286">
                  <c:v>46114</c:v>
                </c:pt>
                <c:pt idx="287">
                  <c:v>46115</c:v>
                </c:pt>
                <c:pt idx="288">
                  <c:v>46116</c:v>
                </c:pt>
                <c:pt idx="289">
                  <c:v>46117</c:v>
                </c:pt>
                <c:pt idx="290">
                  <c:v>46118</c:v>
                </c:pt>
                <c:pt idx="291">
                  <c:v>46119</c:v>
                </c:pt>
                <c:pt idx="292">
                  <c:v>46120</c:v>
                </c:pt>
                <c:pt idx="293">
                  <c:v>46121</c:v>
                </c:pt>
                <c:pt idx="294">
                  <c:v>46122</c:v>
                </c:pt>
                <c:pt idx="295">
                  <c:v>46123</c:v>
                </c:pt>
                <c:pt idx="296">
                  <c:v>46124</c:v>
                </c:pt>
                <c:pt idx="297">
                  <c:v>46125</c:v>
                </c:pt>
                <c:pt idx="298">
                  <c:v>46126</c:v>
                </c:pt>
                <c:pt idx="299">
                  <c:v>46127</c:v>
                </c:pt>
                <c:pt idx="300">
                  <c:v>46128</c:v>
                </c:pt>
                <c:pt idx="301">
                  <c:v>46129</c:v>
                </c:pt>
                <c:pt idx="302">
                  <c:v>46130</c:v>
                </c:pt>
                <c:pt idx="303">
                  <c:v>46131</c:v>
                </c:pt>
                <c:pt idx="304">
                  <c:v>46132</c:v>
                </c:pt>
                <c:pt idx="305">
                  <c:v>46133</c:v>
                </c:pt>
                <c:pt idx="306">
                  <c:v>46134</c:v>
                </c:pt>
                <c:pt idx="307">
                  <c:v>46135</c:v>
                </c:pt>
                <c:pt idx="308">
                  <c:v>46136</c:v>
                </c:pt>
                <c:pt idx="309">
                  <c:v>46137</c:v>
                </c:pt>
                <c:pt idx="310">
                  <c:v>46138</c:v>
                </c:pt>
                <c:pt idx="311">
                  <c:v>46139</c:v>
                </c:pt>
                <c:pt idx="312">
                  <c:v>46140</c:v>
                </c:pt>
                <c:pt idx="313">
                  <c:v>46141</c:v>
                </c:pt>
                <c:pt idx="314">
                  <c:v>46142</c:v>
                </c:pt>
                <c:pt idx="315">
                  <c:v>46143</c:v>
                </c:pt>
                <c:pt idx="316">
                  <c:v>46144</c:v>
                </c:pt>
                <c:pt idx="317">
                  <c:v>46145</c:v>
                </c:pt>
                <c:pt idx="318">
                  <c:v>46146</c:v>
                </c:pt>
                <c:pt idx="319">
                  <c:v>46147</c:v>
                </c:pt>
                <c:pt idx="320">
                  <c:v>46148</c:v>
                </c:pt>
                <c:pt idx="321">
                  <c:v>46149</c:v>
                </c:pt>
                <c:pt idx="322">
                  <c:v>46150</c:v>
                </c:pt>
                <c:pt idx="323">
                  <c:v>46151</c:v>
                </c:pt>
                <c:pt idx="324">
                  <c:v>46152</c:v>
                </c:pt>
                <c:pt idx="325">
                  <c:v>46153</c:v>
                </c:pt>
                <c:pt idx="326">
                  <c:v>46154</c:v>
                </c:pt>
                <c:pt idx="327">
                  <c:v>46155</c:v>
                </c:pt>
                <c:pt idx="328">
                  <c:v>46156</c:v>
                </c:pt>
                <c:pt idx="329">
                  <c:v>46157</c:v>
                </c:pt>
                <c:pt idx="330">
                  <c:v>46158</c:v>
                </c:pt>
                <c:pt idx="331">
                  <c:v>46159</c:v>
                </c:pt>
                <c:pt idx="332">
                  <c:v>46160</c:v>
                </c:pt>
                <c:pt idx="333">
                  <c:v>46161</c:v>
                </c:pt>
                <c:pt idx="334">
                  <c:v>46162</c:v>
                </c:pt>
                <c:pt idx="335">
                  <c:v>46163</c:v>
                </c:pt>
                <c:pt idx="336">
                  <c:v>46164</c:v>
                </c:pt>
                <c:pt idx="337">
                  <c:v>46165</c:v>
                </c:pt>
                <c:pt idx="338">
                  <c:v>46166</c:v>
                </c:pt>
                <c:pt idx="339">
                  <c:v>46167</c:v>
                </c:pt>
                <c:pt idx="340">
                  <c:v>46168</c:v>
                </c:pt>
                <c:pt idx="341">
                  <c:v>46169</c:v>
                </c:pt>
                <c:pt idx="342">
                  <c:v>46170</c:v>
                </c:pt>
                <c:pt idx="343">
                  <c:v>46171</c:v>
                </c:pt>
                <c:pt idx="344">
                  <c:v>46172</c:v>
                </c:pt>
                <c:pt idx="345">
                  <c:v>46173</c:v>
                </c:pt>
                <c:pt idx="346">
                  <c:v>46174</c:v>
                </c:pt>
                <c:pt idx="347">
                  <c:v>46175</c:v>
                </c:pt>
                <c:pt idx="348">
                  <c:v>46176</c:v>
                </c:pt>
                <c:pt idx="349">
                  <c:v>46177</c:v>
                </c:pt>
                <c:pt idx="350">
                  <c:v>46178</c:v>
                </c:pt>
                <c:pt idx="351">
                  <c:v>46179</c:v>
                </c:pt>
                <c:pt idx="352">
                  <c:v>46180</c:v>
                </c:pt>
                <c:pt idx="353">
                  <c:v>46181</c:v>
                </c:pt>
                <c:pt idx="354">
                  <c:v>46182</c:v>
                </c:pt>
                <c:pt idx="355">
                  <c:v>46183</c:v>
                </c:pt>
                <c:pt idx="356">
                  <c:v>46184</c:v>
                </c:pt>
                <c:pt idx="357">
                  <c:v>46185</c:v>
                </c:pt>
                <c:pt idx="358">
                  <c:v>46186</c:v>
                </c:pt>
                <c:pt idx="359">
                  <c:v>46187</c:v>
                </c:pt>
                <c:pt idx="360">
                  <c:v>46188</c:v>
                </c:pt>
                <c:pt idx="361">
                  <c:v>46189</c:v>
                </c:pt>
                <c:pt idx="362">
                  <c:v>46190</c:v>
                </c:pt>
              </c:numCache>
            </c:numRef>
          </c:cat>
          <c:val>
            <c:numRef>
              <c:f>Sheet1!$D$2:$D$364</c:f>
              <c:numCache>
                <c:formatCode>General</c:formatCode>
                <c:ptCount val="363"/>
                <c:pt idx="0">
                  <c:v>36.469214950000001</c:v>
                </c:pt>
                <c:pt idx="1">
                  <c:v>38.80211602</c:v>
                </c:pt>
                <c:pt idx="2">
                  <c:v>39.121529619999997</c:v>
                </c:pt>
                <c:pt idx="3">
                  <c:v>36.144906310000003</c:v>
                </c:pt>
                <c:pt idx="4">
                  <c:v>36.598624350000001</c:v>
                </c:pt>
                <c:pt idx="5">
                  <c:v>36.408816479999999</c:v>
                </c:pt>
                <c:pt idx="6">
                  <c:v>36.406052979999998</c:v>
                </c:pt>
                <c:pt idx="7">
                  <c:v>37.421715349999999</c:v>
                </c:pt>
                <c:pt idx="8">
                  <c:v>39.733758000000002</c:v>
                </c:pt>
                <c:pt idx="9">
                  <c:v>40.205037679999997</c:v>
                </c:pt>
                <c:pt idx="10">
                  <c:v>36.13351428</c:v>
                </c:pt>
                <c:pt idx="11">
                  <c:v>36.719624660000001</c:v>
                </c:pt>
                <c:pt idx="12">
                  <c:v>36.342232799999998</c:v>
                </c:pt>
                <c:pt idx="13">
                  <c:v>36.152098930000001</c:v>
                </c:pt>
                <c:pt idx="14">
                  <c:v>36.531322699999997</c:v>
                </c:pt>
                <c:pt idx="15">
                  <c:v>39.736317419999999</c:v>
                </c:pt>
                <c:pt idx="16">
                  <c:v>38.981982879999997</c:v>
                </c:pt>
                <c:pt idx="17">
                  <c:v>35.952530750000001</c:v>
                </c:pt>
                <c:pt idx="18">
                  <c:v>36.837946150000001</c:v>
                </c:pt>
                <c:pt idx="19">
                  <c:v>36.064169669999998</c:v>
                </c:pt>
                <c:pt idx="20">
                  <c:v>40.621542599999998</c:v>
                </c:pt>
                <c:pt idx="21">
                  <c:v>37.177316619999999</c:v>
                </c:pt>
                <c:pt idx="22">
                  <c:v>39.297988189999998</c:v>
                </c:pt>
                <c:pt idx="23">
                  <c:v>39.561665759999997</c:v>
                </c:pt>
                <c:pt idx="24">
                  <c:v>35.664839350000001</c:v>
                </c:pt>
                <c:pt idx="25">
                  <c:v>35.897038019999997</c:v>
                </c:pt>
                <c:pt idx="26">
                  <c:v>36.767070089999997</c:v>
                </c:pt>
                <c:pt idx="27">
                  <c:v>36.255273119999998</c:v>
                </c:pt>
                <c:pt idx="28">
                  <c:v>37.045721499999999</c:v>
                </c:pt>
                <c:pt idx="29">
                  <c:v>38.460019000000003</c:v>
                </c:pt>
                <c:pt idx="30">
                  <c:v>39.251484429999998</c:v>
                </c:pt>
                <c:pt idx="31">
                  <c:v>36.791510670000001</c:v>
                </c:pt>
                <c:pt idx="32">
                  <c:v>36.516606889999998</c:v>
                </c:pt>
                <c:pt idx="33">
                  <c:v>36.443071770000003</c:v>
                </c:pt>
                <c:pt idx="34">
                  <c:v>36.16235227</c:v>
                </c:pt>
                <c:pt idx="35">
                  <c:v>37.168541040000001</c:v>
                </c:pt>
                <c:pt idx="36">
                  <c:v>39.333805310000002</c:v>
                </c:pt>
                <c:pt idx="37">
                  <c:v>39.592583699999999</c:v>
                </c:pt>
                <c:pt idx="38">
                  <c:v>36.887657089999998</c:v>
                </c:pt>
                <c:pt idx="39">
                  <c:v>36.881658889999997</c:v>
                </c:pt>
                <c:pt idx="40">
                  <c:v>37.781435899999998</c:v>
                </c:pt>
                <c:pt idx="41">
                  <c:v>37.892564030000003</c:v>
                </c:pt>
                <c:pt idx="42">
                  <c:v>37.12571732</c:v>
                </c:pt>
                <c:pt idx="43">
                  <c:v>40.322680589999997</c:v>
                </c:pt>
                <c:pt idx="44">
                  <c:v>41.824031230000003</c:v>
                </c:pt>
                <c:pt idx="45">
                  <c:v>37.129488639999998</c:v>
                </c:pt>
                <c:pt idx="46">
                  <c:v>36.737440200000002</c:v>
                </c:pt>
                <c:pt idx="47">
                  <c:v>35.87082659</c:v>
                </c:pt>
                <c:pt idx="48">
                  <c:v>38.126312900000002</c:v>
                </c:pt>
                <c:pt idx="49">
                  <c:v>42.363276710000001</c:v>
                </c:pt>
                <c:pt idx="50">
                  <c:v>41.045414790000002</c:v>
                </c:pt>
                <c:pt idx="51">
                  <c:v>41.397659179999998</c:v>
                </c:pt>
                <c:pt idx="52">
                  <c:v>40.156698480000003</c:v>
                </c:pt>
                <c:pt idx="53">
                  <c:v>38.200456760000002</c:v>
                </c:pt>
                <c:pt idx="54">
                  <c:v>38.90035718</c:v>
                </c:pt>
                <c:pt idx="55">
                  <c:v>39.000804930000001</c:v>
                </c:pt>
                <c:pt idx="56">
                  <c:v>39.049845519999998</c:v>
                </c:pt>
                <c:pt idx="57">
                  <c:v>40.696764399999999</c:v>
                </c:pt>
                <c:pt idx="58">
                  <c:v>40.633276039999998</c:v>
                </c:pt>
                <c:pt idx="59">
                  <c:v>37.970600339999997</c:v>
                </c:pt>
                <c:pt idx="60">
                  <c:v>37.14144932</c:v>
                </c:pt>
                <c:pt idx="61">
                  <c:v>37.452824139999997</c:v>
                </c:pt>
                <c:pt idx="62">
                  <c:v>37.833509999999997</c:v>
                </c:pt>
                <c:pt idx="63">
                  <c:v>38.042972200000001</c:v>
                </c:pt>
                <c:pt idx="64">
                  <c:v>41.03427748</c:v>
                </c:pt>
                <c:pt idx="65">
                  <c:v>40.596157030000001</c:v>
                </c:pt>
                <c:pt idx="66">
                  <c:v>37.325205889999999</c:v>
                </c:pt>
                <c:pt idx="67">
                  <c:v>37.936173310000001</c:v>
                </c:pt>
                <c:pt idx="68">
                  <c:v>37.324048490000003</c:v>
                </c:pt>
                <c:pt idx="69">
                  <c:v>37.806693500000002</c:v>
                </c:pt>
                <c:pt idx="70">
                  <c:v>38.579151009999997</c:v>
                </c:pt>
                <c:pt idx="71">
                  <c:v>40.928954220000001</c:v>
                </c:pt>
                <c:pt idx="72">
                  <c:v>42.02251442</c:v>
                </c:pt>
                <c:pt idx="73">
                  <c:v>37.747217589999998</c:v>
                </c:pt>
                <c:pt idx="74">
                  <c:v>37.21694591</c:v>
                </c:pt>
                <c:pt idx="75">
                  <c:v>38.029809180000001</c:v>
                </c:pt>
                <c:pt idx="76">
                  <c:v>38.400211179999999</c:v>
                </c:pt>
                <c:pt idx="77">
                  <c:v>41.818384360000003</c:v>
                </c:pt>
                <c:pt idx="78">
                  <c:v>41.581357429999997</c:v>
                </c:pt>
                <c:pt idx="79">
                  <c:v>42.988688719999999</c:v>
                </c:pt>
                <c:pt idx="80">
                  <c:v>36.156446770000002</c:v>
                </c:pt>
                <c:pt idx="81">
                  <c:v>37.991982980000003</c:v>
                </c:pt>
                <c:pt idx="82">
                  <c:v>38.529181780000002</c:v>
                </c:pt>
                <c:pt idx="83">
                  <c:v>38.262070649999998</c:v>
                </c:pt>
                <c:pt idx="84">
                  <c:v>39.562094020000004</c:v>
                </c:pt>
                <c:pt idx="85">
                  <c:v>41.319780129999998</c:v>
                </c:pt>
                <c:pt idx="86">
                  <c:v>41.913380170000003</c:v>
                </c:pt>
                <c:pt idx="87">
                  <c:v>39.328589090000001</c:v>
                </c:pt>
                <c:pt idx="88">
                  <c:v>39.013015889999998</c:v>
                </c:pt>
                <c:pt idx="89">
                  <c:v>38.725619989999998</c:v>
                </c:pt>
                <c:pt idx="90">
                  <c:v>40.460609949999998</c:v>
                </c:pt>
                <c:pt idx="91">
                  <c:v>40.70005724</c:v>
                </c:pt>
                <c:pt idx="92">
                  <c:v>42.345661880000002</c:v>
                </c:pt>
                <c:pt idx="93">
                  <c:v>43.15786439</c:v>
                </c:pt>
                <c:pt idx="94">
                  <c:v>38.049378060000002</c:v>
                </c:pt>
                <c:pt idx="95">
                  <c:v>38.889425420000002</c:v>
                </c:pt>
                <c:pt idx="96">
                  <c:v>39.981032210000002</c:v>
                </c:pt>
                <c:pt idx="97">
                  <c:v>37.84251416</c:v>
                </c:pt>
                <c:pt idx="98">
                  <c:v>39.484359089999998</c:v>
                </c:pt>
                <c:pt idx="99">
                  <c:v>41.112847680000002</c:v>
                </c:pt>
                <c:pt idx="100">
                  <c:v>42.539708990000001</c:v>
                </c:pt>
                <c:pt idx="101">
                  <c:v>38.669197220000001</c:v>
                </c:pt>
                <c:pt idx="102">
                  <c:v>38.943181899999999</c:v>
                </c:pt>
                <c:pt idx="103">
                  <c:v>38.545230519999997</c:v>
                </c:pt>
                <c:pt idx="104">
                  <c:v>39.247419149999999</c:v>
                </c:pt>
                <c:pt idx="105">
                  <c:v>39.76161381</c:v>
                </c:pt>
                <c:pt idx="106">
                  <c:v>41.967928999999998</c:v>
                </c:pt>
                <c:pt idx="107">
                  <c:v>43.42029557</c:v>
                </c:pt>
                <c:pt idx="108">
                  <c:v>44.026712570000001</c:v>
                </c:pt>
                <c:pt idx="109">
                  <c:v>39.402197579999999</c:v>
                </c:pt>
                <c:pt idx="110">
                  <c:v>39.482183880000001</c:v>
                </c:pt>
                <c:pt idx="111">
                  <c:v>38.64623881</c:v>
                </c:pt>
                <c:pt idx="112">
                  <c:v>40.091510589999999</c:v>
                </c:pt>
                <c:pt idx="113">
                  <c:v>42.773754459999999</c:v>
                </c:pt>
                <c:pt idx="114">
                  <c:v>42.255480130000002</c:v>
                </c:pt>
                <c:pt idx="115">
                  <c:v>37.471614000000002</c:v>
                </c:pt>
                <c:pt idx="116">
                  <c:v>38.473777169999998</c:v>
                </c:pt>
                <c:pt idx="117">
                  <c:v>39.095265439999999</c:v>
                </c:pt>
                <c:pt idx="118">
                  <c:v>38.305965049999998</c:v>
                </c:pt>
                <c:pt idx="119">
                  <c:v>39.625688429999997</c:v>
                </c:pt>
                <c:pt idx="120">
                  <c:v>42.656257029999999</c:v>
                </c:pt>
                <c:pt idx="121">
                  <c:v>43.138089139999998</c:v>
                </c:pt>
                <c:pt idx="122">
                  <c:v>42.928604890000003</c:v>
                </c:pt>
                <c:pt idx="123">
                  <c:v>40.521383329999999</c:v>
                </c:pt>
                <c:pt idx="124">
                  <c:v>40.289435769999997</c:v>
                </c:pt>
                <c:pt idx="125">
                  <c:v>38.80002193</c:v>
                </c:pt>
                <c:pt idx="126">
                  <c:v>40.220063490000001</c:v>
                </c:pt>
                <c:pt idx="127">
                  <c:v>44.114193200000003</c:v>
                </c:pt>
                <c:pt idx="128">
                  <c:v>43.650188829999998</c:v>
                </c:pt>
                <c:pt idx="129">
                  <c:v>39.47463509</c:v>
                </c:pt>
                <c:pt idx="130">
                  <c:v>40.54182565</c:v>
                </c:pt>
                <c:pt idx="131">
                  <c:v>41.257926220000002</c:v>
                </c:pt>
                <c:pt idx="132">
                  <c:v>40.88661535</c:v>
                </c:pt>
                <c:pt idx="133">
                  <c:v>41.783873200000002</c:v>
                </c:pt>
                <c:pt idx="134">
                  <c:v>43.768999700000002</c:v>
                </c:pt>
                <c:pt idx="135">
                  <c:v>44.35794971</c:v>
                </c:pt>
                <c:pt idx="136">
                  <c:v>40.483018899999998</c:v>
                </c:pt>
                <c:pt idx="137">
                  <c:v>40.820310710000001</c:v>
                </c:pt>
                <c:pt idx="138">
                  <c:v>45.56490702</c:v>
                </c:pt>
                <c:pt idx="139">
                  <c:v>41.499606280000002</c:v>
                </c:pt>
                <c:pt idx="140">
                  <c:v>42.220278450000002</c:v>
                </c:pt>
                <c:pt idx="141">
                  <c:v>42.708847380000002</c:v>
                </c:pt>
                <c:pt idx="142">
                  <c:v>43.04625996</c:v>
                </c:pt>
                <c:pt idx="143">
                  <c:v>41.395924530000002</c:v>
                </c:pt>
                <c:pt idx="144">
                  <c:v>41.859732229999999</c:v>
                </c:pt>
                <c:pt idx="145">
                  <c:v>41.714200179999999</c:v>
                </c:pt>
                <c:pt idx="146">
                  <c:v>41.908029669999998</c:v>
                </c:pt>
                <c:pt idx="147">
                  <c:v>42.861279879999998</c:v>
                </c:pt>
                <c:pt idx="148">
                  <c:v>41.955245320000003</c:v>
                </c:pt>
                <c:pt idx="149">
                  <c:v>44.039630080000002</c:v>
                </c:pt>
                <c:pt idx="150">
                  <c:v>41.838293669999999</c:v>
                </c:pt>
                <c:pt idx="151">
                  <c:v>42.321541809999999</c:v>
                </c:pt>
                <c:pt idx="152">
                  <c:v>41.874790490000002</c:v>
                </c:pt>
                <c:pt idx="153">
                  <c:v>43.949637170000003</c:v>
                </c:pt>
                <c:pt idx="154">
                  <c:v>43.467329280000001</c:v>
                </c:pt>
                <c:pt idx="155">
                  <c:v>44.506578269999999</c:v>
                </c:pt>
                <c:pt idx="156">
                  <c:v>45.929445549999997</c:v>
                </c:pt>
                <c:pt idx="157">
                  <c:v>42.183507609999999</c:v>
                </c:pt>
                <c:pt idx="158">
                  <c:v>43.884369810000003</c:v>
                </c:pt>
                <c:pt idx="159">
                  <c:v>42.762294310000001</c:v>
                </c:pt>
                <c:pt idx="160">
                  <c:v>39.05632095</c:v>
                </c:pt>
                <c:pt idx="161">
                  <c:v>20.424283679999998</c:v>
                </c:pt>
                <c:pt idx="162">
                  <c:v>20.0751363</c:v>
                </c:pt>
                <c:pt idx="163">
                  <c:v>36.481449939999997</c:v>
                </c:pt>
                <c:pt idx="164">
                  <c:v>39.890795369999999</c:v>
                </c:pt>
                <c:pt idx="165">
                  <c:v>42.755995380000002</c:v>
                </c:pt>
                <c:pt idx="166">
                  <c:v>43.693217179999998</c:v>
                </c:pt>
                <c:pt idx="167">
                  <c:v>47.26991855</c:v>
                </c:pt>
                <c:pt idx="168">
                  <c:v>46.725710589999998</c:v>
                </c:pt>
                <c:pt idx="169">
                  <c:v>46.46320154</c:v>
                </c:pt>
                <c:pt idx="170">
                  <c:v>46.609039590000002</c:v>
                </c:pt>
                <c:pt idx="171">
                  <c:v>44.564408890000003</c:v>
                </c:pt>
                <c:pt idx="172">
                  <c:v>44.744672199999997</c:v>
                </c:pt>
                <c:pt idx="173">
                  <c:v>45.555387600000003</c:v>
                </c:pt>
                <c:pt idx="174">
                  <c:v>45.749037700000002</c:v>
                </c:pt>
                <c:pt idx="175">
                  <c:v>45.85607478</c:v>
                </c:pt>
                <c:pt idx="176">
                  <c:v>46.704451669999997</c:v>
                </c:pt>
                <c:pt idx="177">
                  <c:v>46.766737970000001</c:v>
                </c:pt>
                <c:pt idx="178">
                  <c:v>43.817810590000001</c:v>
                </c:pt>
                <c:pt idx="179">
                  <c:v>43.532457950000001</c:v>
                </c:pt>
                <c:pt idx="180">
                  <c:v>44.701769069999997</c:v>
                </c:pt>
                <c:pt idx="181">
                  <c:v>45.755154320000003</c:v>
                </c:pt>
                <c:pt idx="182">
                  <c:v>45.92421796</c:v>
                </c:pt>
                <c:pt idx="183">
                  <c:v>46.56167121</c:v>
                </c:pt>
                <c:pt idx="184">
                  <c:v>47.445820959999999</c:v>
                </c:pt>
                <c:pt idx="185">
                  <c:v>44.870578340000002</c:v>
                </c:pt>
                <c:pt idx="186">
                  <c:v>45.478256199999997</c:v>
                </c:pt>
                <c:pt idx="187">
                  <c:v>46.29273611</c:v>
                </c:pt>
                <c:pt idx="188">
                  <c:v>47.780799209999998</c:v>
                </c:pt>
                <c:pt idx="189">
                  <c:v>46.991451050000002</c:v>
                </c:pt>
                <c:pt idx="190">
                  <c:v>46.497942379999998</c:v>
                </c:pt>
                <c:pt idx="191">
                  <c:v>46.603918610000001</c:v>
                </c:pt>
                <c:pt idx="192">
                  <c:v>44.68839131</c:v>
                </c:pt>
                <c:pt idx="193">
                  <c:v>44.47893268</c:v>
                </c:pt>
                <c:pt idx="194">
                  <c:v>44.584191079999997</c:v>
                </c:pt>
                <c:pt idx="195">
                  <c:v>46.543035680000003</c:v>
                </c:pt>
                <c:pt idx="196">
                  <c:v>44.487031979999998</c:v>
                </c:pt>
                <c:pt idx="197">
                  <c:v>46.59602134</c:v>
                </c:pt>
                <c:pt idx="198">
                  <c:v>44.214307339999998</c:v>
                </c:pt>
                <c:pt idx="199">
                  <c:v>41.844909190000003</c:v>
                </c:pt>
                <c:pt idx="200">
                  <c:v>42.454675690000002</c:v>
                </c:pt>
                <c:pt idx="201">
                  <c:v>42.371447719999999</c:v>
                </c:pt>
                <c:pt idx="202">
                  <c:v>42.753199719999998</c:v>
                </c:pt>
                <c:pt idx="203">
                  <c:v>43.421945450000003</c:v>
                </c:pt>
                <c:pt idx="204">
                  <c:v>45.283605010000002</c:v>
                </c:pt>
                <c:pt idx="205">
                  <c:v>45.315013909999998</c:v>
                </c:pt>
                <c:pt idx="206">
                  <c:v>44.29318318</c:v>
                </c:pt>
                <c:pt idx="207">
                  <c:v>43.589869929999999</c:v>
                </c:pt>
                <c:pt idx="208">
                  <c:v>45.060212829999998</c:v>
                </c:pt>
                <c:pt idx="209">
                  <c:v>46.169288109999997</c:v>
                </c:pt>
                <c:pt idx="210">
                  <c:v>45.132586250000003</c:v>
                </c:pt>
                <c:pt idx="211">
                  <c:v>45.494780830000003</c:v>
                </c:pt>
                <c:pt idx="212">
                  <c:v>46.847485839999997</c:v>
                </c:pt>
                <c:pt idx="213">
                  <c:v>44.142782339999997</c:v>
                </c:pt>
                <c:pt idx="214">
                  <c:v>43.744373109999998</c:v>
                </c:pt>
                <c:pt idx="215">
                  <c:v>42.542031340000001</c:v>
                </c:pt>
                <c:pt idx="216">
                  <c:v>42.521926720000003</c:v>
                </c:pt>
                <c:pt idx="217">
                  <c:v>43.045566180000002</c:v>
                </c:pt>
                <c:pt idx="218">
                  <c:v>46.110531010000003</c:v>
                </c:pt>
                <c:pt idx="219">
                  <c:v>45.808814269999999</c:v>
                </c:pt>
                <c:pt idx="220">
                  <c:v>43.300692079999997</c:v>
                </c:pt>
                <c:pt idx="221">
                  <c:v>44.350077689999999</c:v>
                </c:pt>
                <c:pt idx="222">
                  <c:v>42.855026070000001</c:v>
                </c:pt>
                <c:pt idx="223">
                  <c:v>44.019209410000002</c:v>
                </c:pt>
                <c:pt idx="224">
                  <c:v>45.00140038</c:v>
                </c:pt>
                <c:pt idx="225">
                  <c:v>46.63729541</c:v>
                </c:pt>
                <c:pt idx="226">
                  <c:v>48.736493080000002</c:v>
                </c:pt>
                <c:pt idx="227">
                  <c:v>43.327423469999999</c:v>
                </c:pt>
                <c:pt idx="228">
                  <c:v>43.662731540000003</c:v>
                </c:pt>
                <c:pt idx="229">
                  <c:v>47.558107479999997</c:v>
                </c:pt>
                <c:pt idx="230">
                  <c:v>43.918072090000003</c:v>
                </c:pt>
                <c:pt idx="231">
                  <c:v>44.801414149999999</c:v>
                </c:pt>
                <c:pt idx="232">
                  <c:v>47.164854589999997</c:v>
                </c:pt>
                <c:pt idx="233">
                  <c:v>47.921235350000003</c:v>
                </c:pt>
                <c:pt idx="234">
                  <c:v>43.800087220000002</c:v>
                </c:pt>
                <c:pt idx="235">
                  <c:v>43.062601219999998</c:v>
                </c:pt>
                <c:pt idx="236">
                  <c:v>43.838550660000003</c:v>
                </c:pt>
                <c:pt idx="237">
                  <c:v>44.25374892</c:v>
                </c:pt>
                <c:pt idx="238">
                  <c:v>45.179240309999997</c:v>
                </c:pt>
                <c:pt idx="239">
                  <c:v>48.054462690000001</c:v>
                </c:pt>
                <c:pt idx="240">
                  <c:v>49.358758549999997</c:v>
                </c:pt>
                <c:pt idx="241">
                  <c:v>46.869363300000003</c:v>
                </c:pt>
                <c:pt idx="242">
                  <c:v>44.681215100000003</c:v>
                </c:pt>
                <c:pt idx="243">
                  <c:v>45.364829190000002</c:v>
                </c:pt>
                <c:pt idx="244">
                  <c:v>46.607187949999997</c:v>
                </c:pt>
                <c:pt idx="245">
                  <c:v>45.06440431</c:v>
                </c:pt>
                <c:pt idx="246">
                  <c:v>45.577197769999998</c:v>
                </c:pt>
                <c:pt idx="247">
                  <c:v>47.992223979999999</c:v>
                </c:pt>
                <c:pt idx="248">
                  <c:v>44.856771369999997</c:v>
                </c:pt>
                <c:pt idx="249">
                  <c:v>45.348776000000001</c:v>
                </c:pt>
                <c:pt idx="250">
                  <c:v>45.791678449999999</c:v>
                </c:pt>
                <c:pt idx="251">
                  <c:v>45.670510960000001</c:v>
                </c:pt>
                <c:pt idx="252">
                  <c:v>46.406522789999997</c:v>
                </c:pt>
                <c:pt idx="253">
                  <c:v>48.074631060000002</c:v>
                </c:pt>
                <c:pt idx="254">
                  <c:v>48.239683460000002</c:v>
                </c:pt>
                <c:pt idx="255">
                  <c:v>49.187026719999999</c:v>
                </c:pt>
                <c:pt idx="256">
                  <c:v>45.26554299</c:v>
                </c:pt>
                <c:pt idx="257">
                  <c:v>44.14732205</c:v>
                </c:pt>
                <c:pt idx="258">
                  <c:v>45.288516450000003</c:v>
                </c:pt>
                <c:pt idx="259">
                  <c:v>45.776438919999997</c:v>
                </c:pt>
                <c:pt idx="260">
                  <c:v>47.611756540000002</c:v>
                </c:pt>
                <c:pt idx="261">
                  <c:v>48.861882209999997</c:v>
                </c:pt>
                <c:pt idx="262">
                  <c:v>44.256205799999996</c:v>
                </c:pt>
                <c:pt idx="263">
                  <c:v>43.386228600000003</c:v>
                </c:pt>
                <c:pt idx="264">
                  <c:v>40.82315251</c:v>
                </c:pt>
                <c:pt idx="265">
                  <c:v>43.224141879999998</c:v>
                </c:pt>
                <c:pt idx="266">
                  <c:v>44.050476699999997</c:v>
                </c:pt>
                <c:pt idx="267">
                  <c:v>46.571512169999998</c:v>
                </c:pt>
                <c:pt idx="268">
                  <c:v>47.66704094</c:v>
                </c:pt>
                <c:pt idx="269">
                  <c:v>45.07879441</c:v>
                </c:pt>
                <c:pt idx="270">
                  <c:v>44.676843759999997</c:v>
                </c:pt>
                <c:pt idx="271">
                  <c:v>47.224007720000003</c:v>
                </c:pt>
                <c:pt idx="272">
                  <c:v>45.879894229999998</c:v>
                </c:pt>
                <c:pt idx="273">
                  <c:v>46.469834050000003</c:v>
                </c:pt>
                <c:pt idx="274">
                  <c:v>48.213065569999998</c:v>
                </c:pt>
                <c:pt idx="275">
                  <c:v>47.94512022</c:v>
                </c:pt>
                <c:pt idx="276">
                  <c:v>45.804542400000003</c:v>
                </c:pt>
                <c:pt idx="277">
                  <c:v>46.246663099999999</c:v>
                </c:pt>
                <c:pt idx="278">
                  <c:v>48.37699344</c:v>
                </c:pt>
                <c:pt idx="279">
                  <c:v>45.47003986</c:v>
                </c:pt>
                <c:pt idx="280">
                  <c:v>46.138388319999997</c:v>
                </c:pt>
                <c:pt idx="281">
                  <c:v>48.104933709999997</c:v>
                </c:pt>
                <c:pt idx="282">
                  <c:v>48.682518809999998</c:v>
                </c:pt>
                <c:pt idx="283">
                  <c:v>45.194434790000003</c:v>
                </c:pt>
                <c:pt idx="284">
                  <c:v>45.252912860000002</c:v>
                </c:pt>
                <c:pt idx="285">
                  <c:v>48.919097620000002</c:v>
                </c:pt>
                <c:pt idx="286">
                  <c:v>44.794984030000002</c:v>
                </c:pt>
                <c:pt idx="287">
                  <c:v>46.47781423</c:v>
                </c:pt>
                <c:pt idx="288">
                  <c:v>48.54649465</c:v>
                </c:pt>
                <c:pt idx="289">
                  <c:v>48.749199040000001</c:v>
                </c:pt>
                <c:pt idx="290">
                  <c:v>44.424597810000002</c:v>
                </c:pt>
                <c:pt idx="291">
                  <c:v>45.028723409999998</c:v>
                </c:pt>
                <c:pt idx="292">
                  <c:v>44.956211969999998</c:v>
                </c:pt>
                <c:pt idx="293">
                  <c:v>45.033234030000003</c:v>
                </c:pt>
                <c:pt idx="294">
                  <c:v>45.466221509999997</c:v>
                </c:pt>
                <c:pt idx="295">
                  <c:v>48.47657426</c:v>
                </c:pt>
                <c:pt idx="296">
                  <c:v>49.559791650000001</c:v>
                </c:pt>
                <c:pt idx="297">
                  <c:v>51.011590859999998</c:v>
                </c:pt>
                <c:pt idx="298">
                  <c:v>52.610337530000002</c:v>
                </c:pt>
                <c:pt idx="299">
                  <c:v>49.282539999999997</c:v>
                </c:pt>
                <c:pt idx="300">
                  <c:v>49.818765059999997</c:v>
                </c:pt>
                <c:pt idx="301">
                  <c:v>50.802663199999998</c:v>
                </c:pt>
                <c:pt idx="302">
                  <c:v>50.17613901</c:v>
                </c:pt>
                <c:pt idx="303">
                  <c:v>48.286188899999999</c:v>
                </c:pt>
                <c:pt idx="304">
                  <c:v>44.067210920000001</c:v>
                </c:pt>
                <c:pt idx="305">
                  <c:v>44.305610199999997</c:v>
                </c:pt>
                <c:pt idx="306">
                  <c:v>45.376135580000003</c:v>
                </c:pt>
                <c:pt idx="307">
                  <c:v>45.642550810000003</c:v>
                </c:pt>
                <c:pt idx="308">
                  <c:v>47.060905550000001</c:v>
                </c:pt>
                <c:pt idx="309">
                  <c:v>48.806541869999997</c:v>
                </c:pt>
                <c:pt idx="310">
                  <c:v>47.912953850000001</c:v>
                </c:pt>
                <c:pt idx="311">
                  <c:v>45.558257560000001</c:v>
                </c:pt>
                <c:pt idx="312">
                  <c:v>46.29882242</c:v>
                </c:pt>
                <c:pt idx="313">
                  <c:v>46.702431740000002</c:v>
                </c:pt>
                <c:pt idx="314">
                  <c:v>46.611475669999997</c:v>
                </c:pt>
                <c:pt idx="315">
                  <c:v>52.208338560000001</c:v>
                </c:pt>
                <c:pt idx="316">
                  <c:v>50.714935799999999</c:v>
                </c:pt>
                <c:pt idx="317">
                  <c:v>49.851939590000001</c:v>
                </c:pt>
                <c:pt idx="318">
                  <c:v>45.635598829999999</c:v>
                </c:pt>
                <c:pt idx="319">
                  <c:v>45.860468910000002</c:v>
                </c:pt>
                <c:pt idx="320">
                  <c:v>44.896904919999997</c:v>
                </c:pt>
                <c:pt idx="321">
                  <c:v>44.6053918</c:v>
                </c:pt>
                <c:pt idx="322">
                  <c:v>46.18279699</c:v>
                </c:pt>
                <c:pt idx="323">
                  <c:v>47.246728589999996</c:v>
                </c:pt>
                <c:pt idx="324">
                  <c:v>47.768382250000002</c:v>
                </c:pt>
                <c:pt idx="325">
                  <c:v>45.85444056</c:v>
                </c:pt>
                <c:pt idx="326">
                  <c:v>45.062841429999999</c:v>
                </c:pt>
                <c:pt idx="327">
                  <c:v>48.284946419999997</c:v>
                </c:pt>
                <c:pt idx="328">
                  <c:v>46.350000889999997</c:v>
                </c:pt>
                <c:pt idx="329">
                  <c:v>47.444932899999998</c:v>
                </c:pt>
                <c:pt idx="330">
                  <c:v>49.776390630000002</c:v>
                </c:pt>
                <c:pt idx="331">
                  <c:v>49.887491740000002</c:v>
                </c:pt>
                <c:pt idx="332">
                  <c:v>46.062659340000003</c:v>
                </c:pt>
                <c:pt idx="333">
                  <c:v>46.212176929999998</c:v>
                </c:pt>
                <c:pt idx="334">
                  <c:v>45.63317421</c:v>
                </c:pt>
                <c:pt idx="335">
                  <c:v>44.639706099999998</c:v>
                </c:pt>
                <c:pt idx="336">
                  <c:v>48.164682790000001</c:v>
                </c:pt>
                <c:pt idx="337">
                  <c:v>49.161619960000003</c:v>
                </c:pt>
                <c:pt idx="338">
                  <c:v>49.342681740000003</c:v>
                </c:pt>
                <c:pt idx="339">
                  <c:v>45.492703560000002</c:v>
                </c:pt>
                <c:pt idx="340">
                  <c:v>44.728095340000003</c:v>
                </c:pt>
                <c:pt idx="341">
                  <c:v>46.875165780000003</c:v>
                </c:pt>
                <c:pt idx="342">
                  <c:v>49.48151945</c:v>
                </c:pt>
                <c:pt idx="343">
                  <c:v>47.573202790000003</c:v>
                </c:pt>
                <c:pt idx="344">
                  <c:v>46.907053609999998</c:v>
                </c:pt>
                <c:pt idx="345">
                  <c:v>50.531840840000001</c:v>
                </c:pt>
                <c:pt idx="346">
                  <c:v>48.390951950000002</c:v>
                </c:pt>
                <c:pt idx="347">
                  <c:v>46.982733570000001</c:v>
                </c:pt>
                <c:pt idx="348">
                  <c:v>47.288210560000003</c:v>
                </c:pt>
                <c:pt idx="349">
                  <c:v>47.011834980000003</c:v>
                </c:pt>
                <c:pt idx="350">
                  <c:v>46.603418519999998</c:v>
                </c:pt>
                <c:pt idx="351">
                  <c:v>49.662336850000003</c:v>
                </c:pt>
                <c:pt idx="352">
                  <c:v>50.210861719999997</c:v>
                </c:pt>
                <c:pt idx="353">
                  <c:v>46.808430530000003</c:v>
                </c:pt>
                <c:pt idx="354">
                  <c:v>46.505874290000001</c:v>
                </c:pt>
                <c:pt idx="355">
                  <c:v>46.234917350000003</c:v>
                </c:pt>
                <c:pt idx="356">
                  <c:v>45.223773000000001</c:v>
                </c:pt>
                <c:pt idx="357">
                  <c:v>46.040506309999998</c:v>
                </c:pt>
                <c:pt idx="358">
                  <c:v>48.242693469999999</c:v>
                </c:pt>
                <c:pt idx="359">
                  <c:v>50.692757989999997</c:v>
                </c:pt>
                <c:pt idx="360">
                  <c:v>47.320512790000002</c:v>
                </c:pt>
                <c:pt idx="361">
                  <c:v>46.578580899999999</c:v>
                </c:pt>
                <c:pt idx="362">
                  <c:v>46.636750249999999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1D2-4C14-8A94-855B902BB9C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PUT</c:v>
                </c:pt>
              </c:strCache>
            </c:strRef>
          </c:tx>
          <c:spPr>
            <a:ln w="28575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cat>
            <c:numRef>
              <c:f>Sheet1!$A$2:$A$364</c:f>
              <c:numCache>
                <c:formatCode>m/d/yyyy</c:formatCode>
                <c:ptCount val="363"/>
                <c:pt idx="0">
                  <c:v>45828</c:v>
                </c:pt>
                <c:pt idx="1">
                  <c:v>45829</c:v>
                </c:pt>
                <c:pt idx="2">
                  <c:v>45830</c:v>
                </c:pt>
                <c:pt idx="3">
                  <c:v>45831</c:v>
                </c:pt>
                <c:pt idx="4">
                  <c:v>45832</c:v>
                </c:pt>
                <c:pt idx="5">
                  <c:v>45833</c:v>
                </c:pt>
                <c:pt idx="6">
                  <c:v>45834</c:v>
                </c:pt>
                <c:pt idx="7">
                  <c:v>45835</c:v>
                </c:pt>
                <c:pt idx="8">
                  <c:v>45836</c:v>
                </c:pt>
                <c:pt idx="9">
                  <c:v>45837</c:v>
                </c:pt>
                <c:pt idx="10">
                  <c:v>45838</c:v>
                </c:pt>
                <c:pt idx="11">
                  <c:v>45839</c:v>
                </c:pt>
                <c:pt idx="12">
                  <c:v>45840</c:v>
                </c:pt>
                <c:pt idx="13">
                  <c:v>45841</c:v>
                </c:pt>
                <c:pt idx="14">
                  <c:v>45842</c:v>
                </c:pt>
                <c:pt idx="15">
                  <c:v>45843</c:v>
                </c:pt>
                <c:pt idx="16">
                  <c:v>45844</c:v>
                </c:pt>
                <c:pt idx="17">
                  <c:v>45845</c:v>
                </c:pt>
                <c:pt idx="18">
                  <c:v>45846</c:v>
                </c:pt>
                <c:pt idx="19">
                  <c:v>45847</c:v>
                </c:pt>
                <c:pt idx="20">
                  <c:v>45848</c:v>
                </c:pt>
                <c:pt idx="21">
                  <c:v>45849</c:v>
                </c:pt>
                <c:pt idx="22">
                  <c:v>45850</c:v>
                </c:pt>
                <c:pt idx="23">
                  <c:v>45851</c:v>
                </c:pt>
                <c:pt idx="24">
                  <c:v>45852</c:v>
                </c:pt>
                <c:pt idx="25">
                  <c:v>45853</c:v>
                </c:pt>
                <c:pt idx="26">
                  <c:v>45854</c:v>
                </c:pt>
                <c:pt idx="27">
                  <c:v>45855</c:v>
                </c:pt>
                <c:pt idx="28">
                  <c:v>45856</c:v>
                </c:pt>
                <c:pt idx="29">
                  <c:v>45857</c:v>
                </c:pt>
                <c:pt idx="30">
                  <c:v>45858</c:v>
                </c:pt>
                <c:pt idx="31">
                  <c:v>45859</c:v>
                </c:pt>
                <c:pt idx="32">
                  <c:v>45860</c:v>
                </c:pt>
                <c:pt idx="33">
                  <c:v>45861</c:v>
                </c:pt>
                <c:pt idx="34">
                  <c:v>45862</c:v>
                </c:pt>
                <c:pt idx="35">
                  <c:v>45863</c:v>
                </c:pt>
                <c:pt idx="36">
                  <c:v>45864</c:v>
                </c:pt>
                <c:pt idx="37">
                  <c:v>45865</c:v>
                </c:pt>
                <c:pt idx="38">
                  <c:v>45866</c:v>
                </c:pt>
                <c:pt idx="39">
                  <c:v>45867</c:v>
                </c:pt>
                <c:pt idx="40">
                  <c:v>45868</c:v>
                </c:pt>
                <c:pt idx="41">
                  <c:v>45869</c:v>
                </c:pt>
                <c:pt idx="42">
                  <c:v>45870</c:v>
                </c:pt>
                <c:pt idx="43">
                  <c:v>45871</c:v>
                </c:pt>
                <c:pt idx="44">
                  <c:v>45872</c:v>
                </c:pt>
                <c:pt idx="45">
                  <c:v>45873</c:v>
                </c:pt>
                <c:pt idx="46">
                  <c:v>45874</c:v>
                </c:pt>
                <c:pt idx="47">
                  <c:v>45875</c:v>
                </c:pt>
                <c:pt idx="48">
                  <c:v>45876</c:v>
                </c:pt>
                <c:pt idx="49">
                  <c:v>45877</c:v>
                </c:pt>
                <c:pt idx="50">
                  <c:v>45878</c:v>
                </c:pt>
                <c:pt idx="51">
                  <c:v>45879</c:v>
                </c:pt>
                <c:pt idx="52">
                  <c:v>45880</c:v>
                </c:pt>
                <c:pt idx="53">
                  <c:v>45881</c:v>
                </c:pt>
                <c:pt idx="54">
                  <c:v>45882</c:v>
                </c:pt>
                <c:pt idx="55">
                  <c:v>45883</c:v>
                </c:pt>
                <c:pt idx="56">
                  <c:v>45884</c:v>
                </c:pt>
                <c:pt idx="57">
                  <c:v>45885</c:v>
                </c:pt>
                <c:pt idx="58">
                  <c:v>45886</c:v>
                </c:pt>
                <c:pt idx="59">
                  <c:v>45887</c:v>
                </c:pt>
                <c:pt idx="60">
                  <c:v>45888</c:v>
                </c:pt>
                <c:pt idx="61">
                  <c:v>45889</c:v>
                </c:pt>
                <c:pt idx="62">
                  <c:v>45890</c:v>
                </c:pt>
                <c:pt idx="63">
                  <c:v>45891</c:v>
                </c:pt>
                <c:pt idx="64">
                  <c:v>45892</c:v>
                </c:pt>
                <c:pt idx="65">
                  <c:v>45893</c:v>
                </c:pt>
                <c:pt idx="66">
                  <c:v>45894</c:v>
                </c:pt>
                <c:pt idx="67">
                  <c:v>45895</c:v>
                </c:pt>
                <c:pt idx="68">
                  <c:v>45896</c:v>
                </c:pt>
                <c:pt idx="69">
                  <c:v>45897</c:v>
                </c:pt>
                <c:pt idx="70">
                  <c:v>45898</c:v>
                </c:pt>
                <c:pt idx="71">
                  <c:v>45899</c:v>
                </c:pt>
                <c:pt idx="72">
                  <c:v>45900</c:v>
                </c:pt>
                <c:pt idx="73">
                  <c:v>45901</c:v>
                </c:pt>
                <c:pt idx="74">
                  <c:v>45902</c:v>
                </c:pt>
                <c:pt idx="75">
                  <c:v>45903</c:v>
                </c:pt>
                <c:pt idx="76">
                  <c:v>45904</c:v>
                </c:pt>
                <c:pt idx="77">
                  <c:v>45905</c:v>
                </c:pt>
                <c:pt idx="78">
                  <c:v>45906</c:v>
                </c:pt>
                <c:pt idx="79">
                  <c:v>45907</c:v>
                </c:pt>
                <c:pt idx="80">
                  <c:v>45908</c:v>
                </c:pt>
                <c:pt idx="81">
                  <c:v>45909</c:v>
                </c:pt>
                <c:pt idx="82">
                  <c:v>45910</c:v>
                </c:pt>
                <c:pt idx="83">
                  <c:v>45911</c:v>
                </c:pt>
                <c:pt idx="84">
                  <c:v>45912</c:v>
                </c:pt>
                <c:pt idx="85">
                  <c:v>45913</c:v>
                </c:pt>
                <c:pt idx="86">
                  <c:v>45914</c:v>
                </c:pt>
                <c:pt idx="87">
                  <c:v>45915</c:v>
                </c:pt>
                <c:pt idx="88">
                  <c:v>45916</c:v>
                </c:pt>
                <c:pt idx="89">
                  <c:v>45917</c:v>
                </c:pt>
                <c:pt idx="90">
                  <c:v>45918</c:v>
                </c:pt>
                <c:pt idx="91">
                  <c:v>45919</c:v>
                </c:pt>
                <c:pt idx="92">
                  <c:v>45920</c:v>
                </c:pt>
                <c:pt idx="93">
                  <c:v>45921</c:v>
                </c:pt>
                <c:pt idx="94">
                  <c:v>45922</c:v>
                </c:pt>
                <c:pt idx="95">
                  <c:v>45923</c:v>
                </c:pt>
                <c:pt idx="96">
                  <c:v>45924</c:v>
                </c:pt>
                <c:pt idx="97">
                  <c:v>45925</c:v>
                </c:pt>
                <c:pt idx="98">
                  <c:v>45926</c:v>
                </c:pt>
                <c:pt idx="99">
                  <c:v>45927</c:v>
                </c:pt>
                <c:pt idx="100">
                  <c:v>45928</c:v>
                </c:pt>
                <c:pt idx="101">
                  <c:v>45929</c:v>
                </c:pt>
                <c:pt idx="102">
                  <c:v>45930</c:v>
                </c:pt>
                <c:pt idx="103">
                  <c:v>45931</c:v>
                </c:pt>
                <c:pt idx="104">
                  <c:v>45932</c:v>
                </c:pt>
                <c:pt idx="105">
                  <c:v>45933</c:v>
                </c:pt>
                <c:pt idx="106">
                  <c:v>45934</c:v>
                </c:pt>
                <c:pt idx="107">
                  <c:v>45935</c:v>
                </c:pt>
                <c:pt idx="108">
                  <c:v>45936</c:v>
                </c:pt>
                <c:pt idx="109">
                  <c:v>45937</c:v>
                </c:pt>
                <c:pt idx="110">
                  <c:v>45938</c:v>
                </c:pt>
                <c:pt idx="111">
                  <c:v>45939</c:v>
                </c:pt>
                <c:pt idx="112">
                  <c:v>45940</c:v>
                </c:pt>
                <c:pt idx="113">
                  <c:v>45941</c:v>
                </c:pt>
                <c:pt idx="114">
                  <c:v>45942</c:v>
                </c:pt>
                <c:pt idx="115">
                  <c:v>45943</c:v>
                </c:pt>
                <c:pt idx="116">
                  <c:v>45944</c:v>
                </c:pt>
                <c:pt idx="117">
                  <c:v>45945</c:v>
                </c:pt>
                <c:pt idx="118">
                  <c:v>45946</c:v>
                </c:pt>
                <c:pt idx="119">
                  <c:v>45947</c:v>
                </c:pt>
                <c:pt idx="120">
                  <c:v>45948</c:v>
                </c:pt>
                <c:pt idx="121">
                  <c:v>45949</c:v>
                </c:pt>
                <c:pt idx="122">
                  <c:v>45950</c:v>
                </c:pt>
                <c:pt idx="123">
                  <c:v>45951</c:v>
                </c:pt>
                <c:pt idx="124">
                  <c:v>45952</c:v>
                </c:pt>
                <c:pt idx="125">
                  <c:v>45953</c:v>
                </c:pt>
                <c:pt idx="126">
                  <c:v>45954</c:v>
                </c:pt>
                <c:pt idx="127">
                  <c:v>45955</c:v>
                </c:pt>
                <c:pt idx="128">
                  <c:v>45956</c:v>
                </c:pt>
                <c:pt idx="129">
                  <c:v>45957</c:v>
                </c:pt>
                <c:pt idx="130">
                  <c:v>45958</c:v>
                </c:pt>
                <c:pt idx="131">
                  <c:v>45959</c:v>
                </c:pt>
                <c:pt idx="132">
                  <c:v>45960</c:v>
                </c:pt>
                <c:pt idx="133">
                  <c:v>45961</c:v>
                </c:pt>
                <c:pt idx="134">
                  <c:v>45962</c:v>
                </c:pt>
                <c:pt idx="135">
                  <c:v>45963</c:v>
                </c:pt>
                <c:pt idx="136">
                  <c:v>45964</c:v>
                </c:pt>
                <c:pt idx="137">
                  <c:v>45965</c:v>
                </c:pt>
                <c:pt idx="138">
                  <c:v>45966</c:v>
                </c:pt>
                <c:pt idx="139">
                  <c:v>45967</c:v>
                </c:pt>
                <c:pt idx="140">
                  <c:v>45968</c:v>
                </c:pt>
                <c:pt idx="141">
                  <c:v>45969</c:v>
                </c:pt>
                <c:pt idx="142">
                  <c:v>45970</c:v>
                </c:pt>
                <c:pt idx="143">
                  <c:v>45971</c:v>
                </c:pt>
                <c:pt idx="144">
                  <c:v>45972</c:v>
                </c:pt>
                <c:pt idx="145">
                  <c:v>45973</c:v>
                </c:pt>
                <c:pt idx="146">
                  <c:v>45974</c:v>
                </c:pt>
                <c:pt idx="147">
                  <c:v>45975</c:v>
                </c:pt>
                <c:pt idx="148">
                  <c:v>45976</c:v>
                </c:pt>
                <c:pt idx="149">
                  <c:v>45977</c:v>
                </c:pt>
                <c:pt idx="150">
                  <c:v>45978</c:v>
                </c:pt>
                <c:pt idx="151">
                  <c:v>45979</c:v>
                </c:pt>
                <c:pt idx="152">
                  <c:v>45980</c:v>
                </c:pt>
                <c:pt idx="153">
                  <c:v>45981</c:v>
                </c:pt>
                <c:pt idx="154">
                  <c:v>45982</c:v>
                </c:pt>
                <c:pt idx="155">
                  <c:v>45983</c:v>
                </c:pt>
                <c:pt idx="156">
                  <c:v>45984</c:v>
                </c:pt>
                <c:pt idx="157">
                  <c:v>45985</c:v>
                </c:pt>
                <c:pt idx="158">
                  <c:v>45986</c:v>
                </c:pt>
                <c:pt idx="159">
                  <c:v>45987</c:v>
                </c:pt>
                <c:pt idx="160">
                  <c:v>45988</c:v>
                </c:pt>
                <c:pt idx="161">
                  <c:v>45989</c:v>
                </c:pt>
                <c:pt idx="162">
                  <c:v>45990</c:v>
                </c:pt>
                <c:pt idx="163">
                  <c:v>45991</c:v>
                </c:pt>
                <c:pt idx="164">
                  <c:v>45992</c:v>
                </c:pt>
                <c:pt idx="165">
                  <c:v>45993</c:v>
                </c:pt>
                <c:pt idx="166">
                  <c:v>45994</c:v>
                </c:pt>
                <c:pt idx="167">
                  <c:v>45995</c:v>
                </c:pt>
                <c:pt idx="168">
                  <c:v>45996</c:v>
                </c:pt>
                <c:pt idx="169">
                  <c:v>45997</c:v>
                </c:pt>
                <c:pt idx="170">
                  <c:v>45998</c:v>
                </c:pt>
                <c:pt idx="171">
                  <c:v>45999</c:v>
                </c:pt>
                <c:pt idx="172">
                  <c:v>46000</c:v>
                </c:pt>
                <c:pt idx="173">
                  <c:v>46001</c:v>
                </c:pt>
                <c:pt idx="174">
                  <c:v>46002</c:v>
                </c:pt>
                <c:pt idx="175">
                  <c:v>46003</c:v>
                </c:pt>
                <c:pt idx="176">
                  <c:v>46004</c:v>
                </c:pt>
                <c:pt idx="177">
                  <c:v>46005</c:v>
                </c:pt>
                <c:pt idx="178">
                  <c:v>46006</c:v>
                </c:pt>
                <c:pt idx="179">
                  <c:v>46007</c:v>
                </c:pt>
                <c:pt idx="180">
                  <c:v>46008</c:v>
                </c:pt>
                <c:pt idx="181">
                  <c:v>46009</c:v>
                </c:pt>
                <c:pt idx="182">
                  <c:v>46010</c:v>
                </c:pt>
                <c:pt idx="183">
                  <c:v>46011</c:v>
                </c:pt>
                <c:pt idx="184">
                  <c:v>46012</c:v>
                </c:pt>
                <c:pt idx="185">
                  <c:v>46013</c:v>
                </c:pt>
                <c:pt idx="186">
                  <c:v>46014</c:v>
                </c:pt>
                <c:pt idx="187">
                  <c:v>46015</c:v>
                </c:pt>
                <c:pt idx="188">
                  <c:v>46016</c:v>
                </c:pt>
                <c:pt idx="189">
                  <c:v>46017</c:v>
                </c:pt>
                <c:pt idx="190">
                  <c:v>46018</c:v>
                </c:pt>
                <c:pt idx="191">
                  <c:v>46019</c:v>
                </c:pt>
                <c:pt idx="192">
                  <c:v>46020</c:v>
                </c:pt>
                <c:pt idx="193">
                  <c:v>46021</c:v>
                </c:pt>
                <c:pt idx="194">
                  <c:v>46022</c:v>
                </c:pt>
                <c:pt idx="195">
                  <c:v>46023</c:v>
                </c:pt>
                <c:pt idx="196">
                  <c:v>46024</c:v>
                </c:pt>
                <c:pt idx="197">
                  <c:v>46025</c:v>
                </c:pt>
                <c:pt idx="198">
                  <c:v>46026</c:v>
                </c:pt>
                <c:pt idx="199">
                  <c:v>46027</c:v>
                </c:pt>
                <c:pt idx="200">
                  <c:v>46028</c:v>
                </c:pt>
                <c:pt idx="201">
                  <c:v>46029</c:v>
                </c:pt>
                <c:pt idx="202">
                  <c:v>46030</c:v>
                </c:pt>
                <c:pt idx="203">
                  <c:v>46031</c:v>
                </c:pt>
                <c:pt idx="204">
                  <c:v>46032</c:v>
                </c:pt>
                <c:pt idx="205">
                  <c:v>46033</c:v>
                </c:pt>
                <c:pt idx="206">
                  <c:v>46034</c:v>
                </c:pt>
                <c:pt idx="207">
                  <c:v>46035</c:v>
                </c:pt>
                <c:pt idx="208">
                  <c:v>46036</c:v>
                </c:pt>
                <c:pt idx="209">
                  <c:v>46037</c:v>
                </c:pt>
                <c:pt idx="210">
                  <c:v>46038</c:v>
                </c:pt>
                <c:pt idx="211">
                  <c:v>46039</c:v>
                </c:pt>
                <c:pt idx="212">
                  <c:v>46040</c:v>
                </c:pt>
                <c:pt idx="213">
                  <c:v>46041</c:v>
                </c:pt>
                <c:pt idx="214">
                  <c:v>46042</c:v>
                </c:pt>
                <c:pt idx="215">
                  <c:v>46043</c:v>
                </c:pt>
                <c:pt idx="216">
                  <c:v>46044</c:v>
                </c:pt>
                <c:pt idx="217">
                  <c:v>46045</c:v>
                </c:pt>
                <c:pt idx="218">
                  <c:v>46046</c:v>
                </c:pt>
                <c:pt idx="219">
                  <c:v>46047</c:v>
                </c:pt>
                <c:pt idx="220">
                  <c:v>46048</c:v>
                </c:pt>
                <c:pt idx="221">
                  <c:v>46049</c:v>
                </c:pt>
                <c:pt idx="222">
                  <c:v>46050</c:v>
                </c:pt>
                <c:pt idx="223">
                  <c:v>46051</c:v>
                </c:pt>
                <c:pt idx="224">
                  <c:v>46052</c:v>
                </c:pt>
                <c:pt idx="225">
                  <c:v>46053</c:v>
                </c:pt>
                <c:pt idx="226">
                  <c:v>46054</c:v>
                </c:pt>
                <c:pt idx="227">
                  <c:v>46055</c:v>
                </c:pt>
                <c:pt idx="228">
                  <c:v>46056</c:v>
                </c:pt>
                <c:pt idx="229">
                  <c:v>46057</c:v>
                </c:pt>
                <c:pt idx="230">
                  <c:v>46058</c:v>
                </c:pt>
                <c:pt idx="231">
                  <c:v>46059</c:v>
                </c:pt>
                <c:pt idx="232">
                  <c:v>46060</c:v>
                </c:pt>
                <c:pt idx="233">
                  <c:v>46061</c:v>
                </c:pt>
                <c:pt idx="234">
                  <c:v>46062</c:v>
                </c:pt>
                <c:pt idx="235">
                  <c:v>46063</c:v>
                </c:pt>
                <c:pt idx="236">
                  <c:v>46064</c:v>
                </c:pt>
                <c:pt idx="237">
                  <c:v>46065</c:v>
                </c:pt>
                <c:pt idx="238">
                  <c:v>46066</c:v>
                </c:pt>
                <c:pt idx="239">
                  <c:v>46067</c:v>
                </c:pt>
                <c:pt idx="240">
                  <c:v>46068</c:v>
                </c:pt>
                <c:pt idx="241">
                  <c:v>46069</c:v>
                </c:pt>
                <c:pt idx="242">
                  <c:v>46070</c:v>
                </c:pt>
                <c:pt idx="243">
                  <c:v>46071</c:v>
                </c:pt>
                <c:pt idx="244">
                  <c:v>46072</c:v>
                </c:pt>
                <c:pt idx="245">
                  <c:v>46073</c:v>
                </c:pt>
                <c:pt idx="246">
                  <c:v>46074</c:v>
                </c:pt>
                <c:pt idx="247">
                  <c:v>46075</c:v>
                </c:pt>
                <c:pt idx="248">
                  <c:v>46076</c:v>
                </c:pt>
                <c:pt idx="249">
                  <c:v>46077</c:v>
                </c:pt>
                <c:pt idx="250">
                  <c:v>46078</c:v>
                </c:pt>
                <c:pt idx="251">
                  <c:v>46079</c:v>
                </c:pt>
                <c:pt idx="252">
                  <c:v>46080</c:v>
                </c:pt>
                <c:pt idx="253">
                  <c:v>46081</c:v>
                </c:pt>
                <c:pt idx="254">
                  <c:v>46082</c:v>
                </c:pt>
                <c:pt idx="255">
                  <c:v>46083</c:v>
                </c:pt>
                <c:pt idx="256">
                  <c:v>46084</c:v>
                </c:pt>
                <c:pt idx="257">
                  <c:v>46085</c:v>
                </c:pt>
                <c:pt idx="258">
                  <c:v>46086</c:v>
                </c:pt>
                <c:pt idx="259">
                  <c:v>46087</c:v>
                </c:pt>
                <c:pt idx="260">
                  <c:v>46088</c:v>
                </c:pt>
                <c:pt idx="261">
                  <c:v>46089</c:v>
                </c:pt>
                <c:pt idx="262">
                  <c:v>46090</c:v>
                </c:pt>
                <c:pt idx="263">
                  <c:v>46091</c:v>
                </c:pt>
                <c:pt idx="264">
                  <c:v>46092</c:v>
                </c:pt>
                <c:pt idx="265">
                  <c:v>46093</c:v>
                </c:pt>
                <c:pt idx="266">
                  <c:v>46094</c:v>
                </c:pt>
                <c:pt idx="267">
                  <c:v>46095</c:v>
                </c:pt>
                <c:pt idx="268">
                  <c:v>46096</c:v>
                </c:pt>
                <c:pt idx="269">
                  <c:v>46097</c:v>
                </c:pt>
                <c:pt idx="270">
                  <c:v>46098</c:v>
                </c:pt>
                <c:pt idx="271">
                  <c:v>46099</c:v>
                </c:pt>
                <c:pt idx="272">
                  <c:v>46100</c:v>
                </c:pt>
                <c:pt idx="273">
                  <c:v>46101</c:v>
                </c:pt>
                <c:pt idx="274">
                  <c:v>46102</c:v>
                </c:pt>
                <c:pt idx="275">
                  <c:v>46103</c:v>
                </c:pt>
                <c:pt idx="276">
                  <c:v>46104</c:v>
                </c:pt>
                <c:pt idx="277">
                  <c:v>46105</c:v>
                </c:pt>
                <c:pt idx="278">
                  <c:v>46106</c:v>
                </c:pt>
                <c:pt idx="279">
                  <c:v>46107</c:v>
                </c:pt>
                <c:pt idx="280">
                  <c:v>46108</c:v>
                </c:pt>
                <c:pt idx="281">
                  <c:v>46109</c:v>
                </c:pt>
                <c:pt idx="282">
                  <c:v>46110</c:v>
                </c:pt>
                <c:pt idx="283">
                  <c:v>46111</c:v>
                </c:pt>
                <c:pt idx="284">
                  <c:v>46112</c:v>
                </c:pt>
                <c:pt idx="285">
                  <c:v>46113</c:v>
                </c:pt>
                <c:pt idx="286">
                  <c:v>46114</c:v>
                </c:pt>
                <c:pt idx="287">
                  <c:v>46115</c:v>
                </c:pt>
                <c:pt idx="288">
                  <c:v>46116</c:v>
                </c:pt>
                <c:pt idx="289">
                  <c:v>46117</c:v>
                </c:pt>
                <c:pt idx="290">
                  <c:v>46118</c:v>
                </c:pt>
                <c:pt idx="291">
                  <c:v>46119</c:v>
                </c:pt>
                <c:pt idx="292">
                  <c:v>46120</c:v>
                </c:pt>
                <c:pt idx="293">
                  <c:v>46121</c:v>
                </c:pt>
                <c:pt idx="294">
                  <c:v>46122</c:v>
                </c:pt>
                <c:pt idx="295">
                  <c:v>46123</c:v>
                </c:pt>
                <c:pt idx="296">
                  <c:v>46124</c:v>
                </c:pt>
                <c:pt idx="297">
                  <c:v>46125</c:v>
                </c:pt>
                <c:pt idx="298">
                  <c:v>46126</c:v>
                </c:pt>
                <c:pt idx="299">
                  <c:v>46127</c:v>
                </c:pt>
                <c:pt idx="300">
                  <c:v>46128</c:v>
                </c:pt>
                <c:pt idx="301">
                  <c:v>46129</c:v>
                </c:pt>
                <c:pt idx="302">
                  <c:v>46130</c:v>
                </c:pt>
                <c:pt idx="303">
                  <c:v>46131</c:v>
                </c:pt>
                <c:pt idx="304">
                  <c:v>46132</c:v>
                </c:pt>
                <c:pt idx="305">
                  <c:v>46133</c:v>
                </c:pt>
                <c:pt idx="306">
                  <c:v>46134</c:v>
                </c:pt>
                <c:pt idx="307">
                  <c:v>46135</c:v>
                </c:pt>
                <c:pt idx="308">
                  <c:v>46136</c:v>
                </c:pt>
                <c:pt idx="309">
                  <c:v>46137</c:v>
                </c:pt>
                <c:pt idx="310">
                  <c:v>46138</c:v>
                </c:pt>
                <c:pt idx="311">
                  <c:v>46139</c:v>
                </c:pt>
                <c:pt idx="312">
                  <c:v>46140</c:v>
                </c:pt>
                <c:pt idx="313">
                  <c:v>46141</c:v>
                </c:pt>
                <c:pt idx="314">
                  <c:v>46142</c:v>
                </c:pt>
                <c:pt idx="315">
                  <c:v>46143</c:v>
                </c:pt>
                <c:pt idx="316">
                  <c:v>46144</c:v>
                </c:pt>
                <c:pt idx="317">
                  <c:v>46145</c:v>
                </c:pt>
                <c:pt idx="318">
                  <c:v>46146</c:v>
                </c:pt>
                <c:pt idx="319">
                  <c:v>46147</c:v>
                </c:pt>
                <c:pt idx="320">
                  <c:v>46148</c:v>
                </c:pt>
                <c:pt idx="321">
                  <c:v>46149</c:v>
                </c:pt>
                <c:pt idx="322">
                  <c:v>46150</c:v>
                </c:pt>
                <c:pt idx="323">
                  <c:v>46151</c:v>
                </c:pt>
                <c:pt idx="324">
                  <c:v>46152</c:v>
                </c:pt>
                <c:pt idx="325">
                  <c:v>46153</c:v>
                </c:pt>
                <c:pt idx="326">
                  <c:v>46154</c:v>
                </c:pt>
                <c:pt idx="327">
                  <c:v>46155</c:v>
                </c:pt>
                <c:pt idx="328">
                  <c:v>46156</c:v>
                </c:pt>
                <c:pt idx="329">
                  <c:v>46157</c:v>
                </c:pt>
                <c:pt idx="330">
                  <c:v>46158</c:v>
                </c:pt>
                <c:pt idx="331">
                  <c:v>46159</c:v>
                </c:pt>
                <c:pt idx="332">
                  <c:v>46160</c:v>
                </c:pt>
                <c:pt idx="333">
                  <c:v>46161</c:v>
                </c:pt>
                <c:pt idx="334">
                  <c:v>46162</c:v>
                </c:pt>
                <c:pt idx="335">
                  <c:v>46163</c:v>
                </c:pt>
                <c:pt idx="336">
                  <c:v>46164</c:v>
                </c:pt>
                <c:pt idx="337">
                  <c:v>46165</c:v>
                </c:pt>
                <c:pt idx="338">
                  <c:v>46166</c:v>
                </c:pt>
                <c:pt idx="339">
                  <c:v>46167</c:v>
                </c:pt>
                <c:pt idx="340">
                  <c:v>46168</c:v>
                </c:pt>
                <c:pt idx="341">
                  <c:v>46169</c:v>
                </c:pt>
                <c:pt idx="342">
                  <c:v>46170</c:v>
                </c:pt>
                <c:pt idx="343">
                  <c:v>46171</c:v>
                </c:pt>
                <c:pt idx="344">
                  <c:v>46172</c:v>
                </c:pt>
                <c:pt idx="345">
                  <c:v>46173</c:v>
                </c:pt>
                <c:pt idx="346">
                  <c:v>46174</c:v>
                </c:pt>
                <c:pt idx="347">
                  <c:v>46175</c:v>
                </c:pt>
                <c:pt idx="348">
                  <c:v>46176</c:v>
                </c:pt>
                <c:pt idx="349">
                  <c:v>46177</c:v>
                </c:pt>
                <c:pt idx="350">
                  <c:v>46178</c:v>
                </c:pt>
                <c:pt idx="351">
                  <c:v>46179</c:v>
                </c:pt>
                <c:pt idx="352">
                  <c:v>46180</c:v>
                </c:pt>
                <c:pt idx="353">
                  <c:v>46181</c:v>
                </c:pt>
                <c:pt idx="354">
                  <c:v>46182</c:v>
                </c:pt>
                <c:pt idx="355">
                  <c:v>46183</c:v>
                </c:pt>
                <c:pt idx="356">
                  <c:v>46184</c:v>
                </c:pt>
                <c:pt idx="357">
                  <c:v>46185</c:v>
                </c:pt>
                <c:pt idx="358">
                  <c:v>46186</c:v>
                </c:pt>
                <c:pt idx="359">
                  <c:v>46187</c:v>
                </c:pt>
                <c:pt idx="360">
                  <c:v>46188</c:v>
                </c:pt>
                <c:pt idx="361">
                  <c:v>46189</c:v>
                </c:pt>
                <c:pt idx="362">
                  <c:v>46190</c:v>
                </c:pt>
              </c:numCache>
            </c:numRef>
          </c:cat>
          <c:val>
            <c:numRef>
              <c:f>Sheet1!$E$2:$E$364</c:f>
              <c:numCache>
                <c:formatCode>General</c:formatCode>
                <c:ptCount val="363"/>
                <c:pt idx="0">
                  <c:v>43.502877529999999</c:v>
                </c:pt>
                <c:pt idx="1">
                  <c:v>44.328409950000001</c:v>
                </c:pt>
                <c:pt idx="2">
                  <c:v>45.102711679999999</c:v>
                </c:pt>
                <c:pt idx="3">
                  <c:v>42.797549519999997</c:v>
                </c:pt>
                <c:pt idx="4">
                  <c:v>42.81047512</c:v>
                </c:pt>
                <c:pt idx="5">
                  <c:v>42.72493326</c:v>
                </c:pt>
                <c:pt idx="6">
                  <c:v>43.781968020000001</c:v>
                </c:pt>
                <c:pt idx="7">
                  <c:v>43.640235480000001</c:v>
                </c:pt>
                <c:pt idx="8">
                  <c:v>43.444632849999998</c:v>
                </c:pt>
                <c:pt idx="9">
                  <c:v>44.528039939999999</c:v>
                </c:pt>
                <c:pt idx="10">
                  <c:v>42.837712400000001</c:v>
                </c:pt>
                <c:pt idx="11">
                  <c:v>42.704780110000002</c:v>
                </c:pt>
                <c:pt idx="12">
                  <c:v>42.566725339999998</c:v>
                </c:pt>
                <c:pt idx="13">
                  <c:v>41.643737199999997</c:v>
                </c:pt>
                <c:pt idx="14">
                  <c:v>43.44493782</c:v>
                </c:pt>
                <c:pt idx="15">
                  <c:v>44.872398959999998</c:v>
                </c:pt>
                <c:pt idx="16">
                  <c:v>44.314342809999999</c:v>
                </c:pt>
                <c:pt idx="17">
                  <c:v>42.178226309999999</c:v>
                </c:pt>
                <c:pt idx="18">
                  <c:v>43.443943789999999</c:v>
                </c:pt>
                <c:pt idx="19">
                  <c:v>42.829373339999997</c:v>
                </c:pt>
                <c:pt idx="20">
                  <c:v>45.827790329999999</c:v>
                </c:pt>
                <c:pt idx="21">
                  <c:v>43.682397119999997</c:v>
                </c:pt>
                <c:pt idx="22">
                  <c:v>44.296107720000002</c:v>
                </c:pt>
                <c:pt idx="23">
                  <c:v>45.541047720000002</c:v>
                </c:pt>
                <c:pt idx="24">
                  <c:v>42.553644159999997</c:v>
                </c:pt>
                <c:pt idx="25">
                  <c:v>42.985449699999997</c:v>
                </c:pt>
                <c:pt idx="26">
                  <c:v>43.38396874</c:v>
                </c:pt>
                <c:pt idx="27">
                  <c:v>42.304325650000003</c:v>
                </c:pt>
                <c:pt idx="28">
                  <c:v>43.45394727</c:v>
                </c:pt>
                <c:pt idx="29">
                  <c:v>44.151120579999997</c:v>
                </c:pt>
                <c:pt idx="30">
                  <c:v>45.021527380000002</c:v>
                </c:pt>
                <c:pt idx="31">
                  <c:v>42.383199400000002</c:v>
                </c:pt>
                <c:pt idx="32">
                  <c:v>43.044257000000002</c:v>
                </c:pt>
                <c:pt idx="33">
                  <c:v>41.974139030000003</c:v>
                </c:pt>
                <c:pt idx="34">
                  <c:v>43.334149119999999</c:v>
                </c:pt>
                <c:pt idx="35">
                  <c:v>43.636769600000001</c:v>
                </c:pt>
                <c:pt idx="36">
                  <c:v>45.45569115</c:v>
                </c:pt>
                <c:pt idx="37">
                  <c:v>45.861246350000002</c:v>
                </c:pt>
                <c:pt idx="38">
                  <c:v>44.061442749999998</c:v>
                </c:pt>
                <c:pt idx="39">
                  <c:v>43.589927009999997</c:v>
                </c:pt>
                <c:pt idx="40">
                  <c:v>44.81390974</c:v>
                </c:pt>
                <c:pt idx="41">
                  <c:v>44.793509360000002</c:v>
                </c:pt>
                <c:pt idx="42">
                  <c:v>44.34994734</c:v>
                </c:pt>
                <c:pt idx="43">
                  <c:v>42.741332819999997</c:v>
                </c:pt>
                <c:pt idx="44">
                  <c:v>43.484481709999997</c:v>
                </c:pt>
                <c:pt idx="45">
                  <c:v>43.963242010000002</c:v>
                </c:pt>
                <c:pt idx="46">
                  <c:v>43.142200279999997</c:v>
                </c:pt>
                <c:pt idx="47">
                  <c:v>42.269994089999997</c:v>
                </c:pt>
                <c:pt idx="48">
                  <c:v>44.334830510000003</c:v>
                </c:pt>
                <c:pt idx="49">
                  <c:v>47.183471150000003</c:v>
                </c:pt>
                <c:pt idx="50">
                  <c:v>46.283753730000001</c:v>
                </c:pt>
                <c:pt idx="51">
                  <c:v>45.965638400000003</c:v>
                </c:pt>
                <c:pt idx="52">
                  <c:v>44.951191299999998</c:v>
                </c:pt>
                <c:pt idx="53">
                  <c:v>43.539218499999997</c:v>
                </c:pt>
                <c:pt idx="54">
                  <c:v>45.125829269999997</c:v>
                </c:pt>
                <c:pt idx="55">
                  <c:v>45.574904269999998</c:v>
                </c:pt>
                <c:pt idx="56">
                  <c:v>45.604336779999997</c:v>
                </c:pt>
                <c:pt idx="57">
                  <c:v>45.669656590000002</c:v>
                </c:pt>
                <c:pt idx="58">
                  <c:v>45.998671950000002</c:v>
                </c:pt>
                <c:pt idx="59">
                  <c:v>44.463474990000002</c:v>
                </c:pt>
                <c:pt idx="60">
                  <c:v>44.279049860000001</c:v>
                </c:pt>
                <c:pt idx="61">
                  <c:v>44.635364690000003</c:v>
                </c:pt>
                <c:pt idx="62">
                  <c:v>45.002440409999998</c:v>
                </c:pt>
                <c:pt idx="63">
                  <c:v>45.27385657</c:v>
                </c:pt>
                <c:pt idx="64">
                  <c:v>45.949188509999999</c:v>
                </c:pt>
                <c:pt idx="65">
                  <c:v>46.624637139999997</c:v>
                </c:pt>
                <c:pt idx="66">
                  <c:v>44.455193100000002</c:v>
                </c:pt>
                <c:pt idx="67">
                  <c:v>45.169835200000001</c:v>
                </c:pt>
                <c:pt idx="68">
                  <c:v>42.417256180000003</c:v>
                </c:pt>
                <c:pt idx="69">
                  <c:v>45.52579849</c:v>
                </c:pt>
                <c:pt idx="70">
                  <c:v>45.903442400000003</c:v>
                </c:pt>
                <c:pt idx="71">
                  <c:v>46.479452850000001</c:v>
                </c:pt>
                <c:pt idx="72">
                  <c:v>47.128016950000003</c:v>
                </c:pt>
                <c:pt idx="73">
                  <c:v>44.321890019999998</c:v>
                </c:pt>
                <c:pt idx="74">
                  <c:v>44.043401549999999</c:v>
                </c:pt>
                <c:pt idx="75">
                  <c:v>45.034650210000002</c:v>
                </c:pt>
                <c:pt idx="76">
                  <c:v>45.629473429999997</c:v>
                </c:pt>
                <c:pt idx="77">
                  <c:v>47.88648105</c:v>
                </c:pt>
                <c:pt idx="78">
                  <c:v>47.272841870000001</c:v>
                </c:pt>
                <c:pt idx="79">
                  <c:v>48.426156839999997</c:v>
                </c:pt>
                <c:pt idx="80">
                  <c:v>44.924399289999997</c:v>
                </c:pt>
                <c:pt idx="81">
                  <c:v>44.568686739999997</c:v>
                </c:pt>
                <c:pt idx="82">
                  <c:v>45.119929140000004</c:v>
                </c:pt>
                <c:pt idx="83">
                  <c:v>45.917767040000001</c:v>
                </c:pt>
                <c:pt idx="84">
                  <c:v>46.915118239999998</c:v>
                </c:pt>
                <c:pt idx="85">
                  <c:v>48.144560800000001</c:v>
                </c:pt>
                <c:pt idx="86">
                  <c:v>48.066750589999998</c:v>
                </c:pt>
                <c:pt idx="87">
                  <c:v>46.594378329999998</c:v>
                </c:pt>
                <c:pt idx="88">
                  <c:v>46.534678919999998</c:v>
                </c:pt>
                <c:pt idx="89">
                  <c:v>46.468029489999999</c:v>
                </c:pt>
                <c:pt idx="90">
                  <c:v>47.352866929999998</c:v>
                </c:pt>
                <c:pt idx="91">
                  <c:v>47.47409622</c:v>
                </c:pt>
                <c:pt idx="92">
                  <c:v>48.537459990000002</c:v>
                </c:pt>
                <c:pt idx="93">
                  <c:v>48.798855539999998</c:v>
                </c:pt>
                <c:pt idx="94">
                  <c:v>45.50812706</c:v>
                </c:pt>
                <c:pt idx="95">
                  <c:v>46.734660390000002</c:v>
                </c:pt>
                <c:pt idx="96">
                  <c:v>46.836430739999997</c:v>
                </c:pt>
                <c:pt idx="97">
                  <c:v>44.142266999999997</c:v>
                </c:pt>
                <c:pt idx="98">
                  <c:v>47.377011369999998</c:v>
                </c:pt>
                <c:pt idx="99">
                  <c:v>48.196380570000002</c:v>
                </c:pt>
                <c:pt idx="100">
                  <c:v>49.3011707</c:v>
                </c:pt>
                <c:pt idx="101">
                  <c:v>45.976483690000002</c:v>
                </c:pt>
                <c:pt idx="102">
                  <c:v>45.790149759999998</c:v>
                </c:pt>
                <c:pt idx="103">
                  <c:v>46.34453809</c:v>
                </c:pt>
                <c:pt idx="104">
                  <c:v>46.596979380000001</c:v>
                </c:pt>
                <c:pt idx="105">
                  <c:v>47.441995339999998</c:v>
                </c:pt>
                <c:pt idx="106">
                  <c:v>46.229438790000003</c:v>
                </c:pt>
                <c:pt idx="107">
                  <c:v>48.903546540000001</c:v>
                </c:pt>
                <c:pt idx="108">
                  <c:v>49.610444059999999</c:v>
                </c:pt>
                <c:pt idx="109">
                  <c:v>46.615167210000003</c:v>
                </c:pt>
                <c:pt idx="110">
                  <c:v>46.55466844</c:v>
                </c:pt>
                <c:pt idx="111">
                  <c:v>44.899823660000003</c:v>
                </c:pt>
                <c:pt idx="112">
                  <c:v>46.967600599999997</c:v>
                </c:pt>
                <c:pt idx="113">
                  <c:v>49.165701300000002</c:v>
                </c:pt>
                <c:pt idx="114">
                  <c:v>49.264285059999999</c:v>
                </c:pt>
                <c:pt idx="115">
                  <c:v>45.264935039999997</c:v>
                </c:pt>
                <c:pt idx="116">
                  <c:v>46.126858220000003</c:v>
                </c:pt>
                <c:pt idx="117">
                  <c:v>46.098388989999997</c:v>
                </c:pt>
                <c:pt idx="118">
                  <c:v>46.194271129999997</c:v>
                </c:pt>
                <c:pt idx="119">
                  <c:v>46.42277275</c:v>
                </c:pt>
                <c:pt idx="120">
                  <c:v>48.062776669999998</c:v>
                </c:pt>
                <c:pt idx="121">
                  <c:v>49.632284380000002</c:v>
                </c:pt>
                <c:pt idx="122">
                  <c:v>50.114835599999999</c:v>
                </c:pt>
                <c:pt idx="123">
                  <c:v>48.212556210000002</c:v>
                </c:pt>
                <c:pt idx="124">
                  <c:v>46.677175030000001</c:v>
                </c:pt>
                <c:pt idx="125">
                  <c:v>47.200859119999997</c:v>
                </c:pt>
                <c:pt idx="126">
                  <c:v>48.87813148</c:v>
                </c:pt>
                <c:pt idx="127">
                  <c:v>49.562167109999997</c:v>
                </c:pt>
                <c:pt idx="128">
                  <c:v>50.346491829999998</c:v>
                </c:pt>
                <c:pt idx="129">
                  <c:v>46.839327789999999</c:v>
                </c:pt>
                <c:pt idx="130">
                  <c:v>47.274125480000002</c:v>
                </c:pt>
                <c:pt idx="131">
                  <c:v>48.705636460000001</c:v>
                </c:pt>
                <c:pt idx="132">
                  <c:v>48.202507769999997</c:v>
                </c:pt>
                <c:pt idx="133">
                  <c:v>49.106766550000003</c:v>
                </c:pt>
                <c:pt idx="134">
                  <c:v>49.905552759999999</c:v>
                </c:pt>
                <c:pt idx="135">
                  <c:v>50.634391000000001</c:v>
                </c:pt>
                <c:pt idx="136">
                  <c:v>47.849608940000003</c:v>
                </c:pt>
                <c:pt idx="137">
                  <c:v>47.337862149999999</c:v>
                </c:pt>
                <c:pt idx="138">
                  <c:v>51.448444780000003</c:v>
                </c:pt>
                <c:pt idx="139">
                  <c:v>24.589502240000002</c:v>
                </c:pt>
                <c:pt idx="140">
                  <c:v>49.290916350000003</c:v>
                </c:pt>
                <c:pt idx="141">
                  <c:v>49.723965530000001</c:v>
                </c:pt>
                <c:pt idx="142">
                  <c:v>50.654890809999998</c:v>
                </c:pt>
                <c:pt idx="143">
                  <c:v>48.378373680000003</c:v>
                </c:pt>
                <c:pt idx="144">
                  <c:v>49.70669058</c:v>
                </c:pt>
                <c:pt idx="145">
                  <c:v>49.533411559999998</c:v>
                </c:pt>
                <c:pt idx="146">
                  <c:v>49.281182340000001</c:v>
                </c:pt>
                <c:pt idx="147">
                  <c:v>50.421670919999997</c:v>
                </c:pt>
                <c:pt idx="148">
                  <c:v>49.378224680000002</c:v>
                </c:pt>
                <c:pt idx="149">
                  <c:v>51.582063609999999</c:v>
                </c:pt>
                <c:pt idx="150">
                  <c:v>49.64689302</c:v>
                </c:pt>
                <c:pt idx="151">
                  <c:v>49.96944937</c:v>
                </c:pt>
                <c:pt idx="152">
                  <c:v>49.63637671</c:v>
                </c:pt>
                <c:pt idx="153">
                  <c:v>50.404681859999997</c:v>
                </c:pt>
                <c:pt idx="154">
                  <c:v>51.284061260000001</c:v>
                </c:pt>
                <c:pt idx="155">
                  <c:v>51.359730999999996</c:v>
                </c:pt>
                <c:pt idx="156">
                  <c:v>52.476486700000002</c:v>
                </c:pt>
                <c:pt idx="157">
                  <c:v>50.24039578</c:v>
                </c:pt>
                <c:pt idx="158">
                  <c:v>50.785417270000003</c:v>
                </c:pt>
                <c:pt idx="159">
                  <c:v>51.236929240000002</c:v>
                </c:pt>
                <c:pt idx="160">
                  <c:v>51.378759870000003</c:v>
                </c:pt>
                <c:pt idx="161">
                  <c:v>14.543152340000001</c:v>
                </c:pt>
                <c:pt idx="162">
                  <c:v>4.295881563</c:v>
                </c:pt>
                <c:pt idx="163">
                  <c:v>9.3502184689999996</c:v>
                </c:pt>
                <c:pt idx="164">
                  <c:v>24.87872321</c:v>
                </c:pt>
                <c:pt idx="165">
                  <c:v>30.771403589999998</c:v>
                </c:pt>
                <c:pt idx="166">
                  <c:v>34.85447216</c:v>
                </c:pt>
                <c:pt idx="167">
                  <c:v>44.97377401</c:v>
                </c:pt>
                <c:pt idx="168">
                  <c:v>46.882098310000003</c:v>
                </c:pt>
                <c:pt idx="169">
                  <c:v>49.032228000000003</c:v>
                </c:pt>
                <c:pt idx="170">
                  <c:v>49.870248670000002</c:v>
                </c:pt>
                <c:pt idx="171">
                  <c:v>49.686178300000002</c:v>
                </c:pt>
                <c:pt idx="172">
                  <c:v>51.127135750000001</c:v>
                </c:pt>
                <c:pt idx="173">
                  <c:v>51.484802569999999</c:v>
                </c:pt>
                <c:pt idx="174">
                  <c:v>51.573561150000003</c:v>
                </c:pt>
                <c:pt idx="175">
                  <c:v>52.351094609999997</c:v>
                </c:pt>
                <c:pt idx="176">
                  <c:v>51.14525793</c:v>
                </c:pt>
                <c:pt idx="177">
                  <c:v>53.279301289999999</c:v>
                </c:pt>
                <c:pt idx="178">
                  <c:v>50.171831150000003</c:v>
                </c:pt>
                <c:pt idx="179">
                  <c:v>51.008185339999997</c:v>
                </c:pt>
                <c:pt idx="180">
                  <c:v>51.490830729999999</c:v>
                </c:pt>
                <c:pt idx="181">
                  <c:v>51.239762470000002</c:v>
                </c:pt>
                <c:pt idx="182">
                  <c:v>51.48384506</c:v>
                </c:pt>
                <c:pt idx="183">
                  <c:v>52.193730039999998</c:v>
                </c:pt>
                <c:pt idx="184">
                  <c:v>52.834452480000003</c:v>
                </c:pt>
                <c:pt idx="185">
                  <c:v>50.720120639999998</c:v>
                </c:pt>
                <c:pt idx="186">
                  <c:v>50.834776290000001</c:v>
                </c:pt>
                <c:pt idx="187">
                  <c:v>50.945359740000001</c:v>
                </c:pt>
                <c:pt idx="188">
                  <c:v>55.364599249999998</c:v>
                </c:pt>
                <c:pt idx="189">
                  <c:v>53.721280759999999</c:v>
                </c:pt>
                <c:pt idx="190">
                  <c:v>53.621171650000001</c:v>
                </c:pt>
                <c:pt idx="191">
                  <c:v>53.765399809999998</c:v>
                </c:pt>
                <c:pt idx="192">
                  <c:v>51.991944269999998</c:v>
                </c:pt>
                <c:pt idx="193">
                  <c:v>52.2419498</c:v>
                </c:pt>
                <c:pt idx="194">
                  <c:v>50.961144249999997</c:v>
                </c:pt>
                <c:pt idx="195">
                  <c:v>54.040784019999997</c:v>
                </c:pt>
                <c:pt idx="196">
                  <c:v>50.965952440000002</c:v>
                </c:pt>
                <c:pt idx="197">
                  <c:v>49.228000139999999</c:v>
                </c:pt>
                <c:pt idx="198">
                  <c:v>51.616479140000003</c:v>
                </c:pt>
                <c:pt idx="199">
                  <c:v>49.085681649999998</c:v>
                </c:pt>
                <c:pt idx="200">
                  <c:v>48.728429720000001</c:v>
                </c:pt>
                <c:pt idx="201">
                  <c:v>49.546589330000003</c:v>
                </c:pt>
                <c:pt idx="202">
                  <c:v>48.784737329999999</c:v>
                </c:pt>
                <c:pt idx="203">
                  <c:v>51.146400450000002</c:v>
                </c:pt>
                <c:pt idx="204">
                  <c:v>53.403023900000001</c:v>
                </c:pt>
                <c:pt idx="205">
                  <c:v>53.806801499999999</c:v>
                </c:pt>
                <c:pt idx="206">
                  <c:v>51.754218829999999</c:v>
                </c:pt>
                <c:pt idx="207">
                  <c:v>50.792749139999998</c:v>
                </c:pt>
                <c:pt idx="208">
                  <c:v>52.711936999999999</c:v>
                </c:pt>
                <c:pt idx="209">
                  <c:v>53.834989280000002</c:v>
                </c:pt>
                <c:pt idx="210">
                  <c:v>52.663815169999999</c:v>
                </c:pt>
                <c:pt idx="211">
                  <c:v>52.438896669999998</c:v>
                </c:pt>
                <c:pt idx="212">
                  <c:v>53.042432249999997</c:v>
                </c:pt>
                <c:pt idx="213">
                  <c:v>51.956791889999998</c:v>
                </c:pt>
                <c:pt idx="214">
                  <c:v>50.51502404</c:v>
                </c:pt>
                <c:pt idx="215">
                  <c:v>50.011845719999997</c:v>
                </c:pt>
                <c:pt idx="216">
                  <c:v>50.571013989999997</c:v>
                </c:pt>
                <c:pt idx="217">
                  <c:v>51.819139440000001</c:v>
                </c:pt>
                <c:pt idx="218">
                  <c:v>54.056023500000002</c:v>
                </c:pt>
                <c:pt idx="219">
                  <c:v>53.668271189999999</c:v>
                </c:pt>
                <c:pt idx="220">
                  <c:v>51.516431279999999</c:v>
                </c:pt>
                <c:pt idx="221">
                  <c:v>51.137052679999996</c:v>
                </c:pt>
                <c:pt idx="222">
                  <c:v>51.58138786</c:v>
                </c:pt>
                <c:pt idx="223">
                  <c:v>51.751430020000001</c:v>
                </c:pt>
                <c:pt idx="224">
                  <c:v>52.806164500000001</c:v>
                </c:pt>
                <c:pt idx="225">
                  <c:v>54.522411959999999</c:v>
                </c:pt>
                <c:pt idx="226">
                  <c:v>56.222188119999998</c:v>
                </c:pt>
                <c:pt idx="227">
                  <c:v>51.00104288</c:v>
                </c:pt>
                <c:pt idx="228">
                  <c:v>49.415744789999998</c:v>
                </c:pt>
                <c:pt idx="229">
                  <c:v>55.378999829999998</c:v>
                </c:pt>
                <c:pt idx="230">
                  <c:v>51.85083873</c:v>
                </c:pt>
                <c:pt idx="231">
                  <c:v>52.415259740000003</c:v>
                </c:pt>
                <c:pt idx="232">
                  <c:v>54.535793529999999</c:v>
                </c:pt>
                <c:pt idx="233">
                  <c:v>55.630877429999998</c:v>
                </c:pt>
                <c:pt idx="234">
                  <c:v>51.61971724</c:v>
                </c:pt>
                <c:pt idx="235">
                  <c:v>51.346516430000001</c:v>
                </c:pt>
                <c:pt idx="236">
                  <c:v>50.667802930000001</c:v>
                </c:pt>
                <c:pt idx="237">
                  <c:v>53.743018599999999</c:v>
                </c:pt>
                <c:pt idx="238">
                  <c:v>53.385722860000001</c:v>
                </c:pt>
                <c:pt idx="239">
                  <c:v>53.90164043</c:v>
                </c:pt>
                <c:pt idx="240">
                  <c:v>56.130484170000003</c:v>
                </c:pt>
                <c:pt idx="241">
                  <c:v>54.564444559999998</c:v>
                </c:pt>
                <c:pt idx="242">
                  <c:v>53.631130550000002</c:v>
                </c:pt>
                <c:pt idx="243">
                  <c:v>53.309644710000001</c:v>
                </c:pt>
                <c:pt idx="244">
                  <c:v>55.026953769999999</c:v>
                </c:pt>
                <c:pt idx="245">
                  <c:v>53.375516789999999</c:v>
                </c:pt>
                <c:pt idx="246">
                  <c:v>54.116818189999996</c:v>
                </c:pt>
                <c:pt idx="247">
                  <c:v>56.570043490000003</c:v>
                </c:pt>
                <c:pt idx="248">
                  <c:v>53.357518020000001</c:v>
                </c:pt>
                <c:pt idx="249">
                  <c:v>54.177025110000002</c:v>
                </c:pt>
                <c:pt idx="250">
                  <c:v>54.141018250000002</c:v>
                </c:pt>
                <c:pt idx="251">
                  <c:v>55.324698069999997</c:v>
                </c:pt>
                <c:pt idx="252">
                  <c:v>55.556955979999998</c:v>
                </c:pt>
                <c:pt idx="253">
                  <c:v>56.058456300000003</c:v>
                </c:pt>
                <c:pt idx="254">
                  <c:v>55.741413049999998</c:v>
                </c:pt>
                <c:pt idx="255">
                  <c:v>57.169454420000001</c:v>
                </c:pt>
                <c:pt idx="256">
                  <c:v>54.957689160000001</c:v>
                </c:pt>
                <c:pt idx="257">
                  <c:v>55.197239680000003</c:v>
                </c:pt>
                <c:pt idx="258">
                  <c:v>54.970309810000003</c:v>
                </c:pt>
                <c:pt idx="259">
                  <c:v>55.696315920000004</c:v>
                </c:pt>
                <c:pt idx="260">
                  <c:v>56.40539407</c:v>
                </c:pt>
                <c:pt idx="261">
                  <c:v>54.205598139999999</c:v>
                </c:pt>
                <c:pt idx="262">
                  <c:v>54.22516529</c:v>
                </c:pt>
                <c:pt idx="263">
                  <c:v>53.770546009999997</c:v>
                </c:pt>
                <c:pt idx="264">
                  <c:v>52.632755330000002</c:v>
                </c:pt>
                <c:pt idx="265">
                  <c:v>55.017172729999999</c:v>
                </c:pt>
                <c:pt idx="266">
                  <c:v>55.571315439999999</c:v>
                </c:pt>
                <c:pt idx="267">
                  <c:v>54.883225779999997</c:v>
                </c:pt>
                <c:pt idx="268">
                  <c:v>54.93895998</c:v>
                </c:pt>
                <c:pt idx="269">
                  <c:v>54.471118109999999</c:v>
                </c:pt>
                <c:pt idx="270">
                  <c:v>54.163070089999998</c:v>
                </c:pt>
                <c:pt idx="271">
                  <c:v>56.363025309999998</c:v>
                </c:pt>
                <c:pt idx="272">
                  <c:v>54.0926063</c:v>
                </c:pt>
                <c:pt idx="273">
                  <c:v>56.126044819999997</c:v>
                </c:pt>
                <c:pt idx="274">
                  <c:v>57.646028180000002</c:v>
                </c:pt>
                <c:pt idx="275">
                  <c:v>56.380947890000002</c:v>
                </c:pt>
                <c:pt idx="276">
                  <c:v>54.746283769999998</c:v>
                </c:pt>
                <c:pt idx="277">
                  <c:v>55.329583390000003</c:v>
                </c:pt>
                <c:pt idx="278">
                  <c:v>56.620970900000003</c:v>
                </c:pt>
                <c:pt idx="279">
                  <c:v>54.978681819999998</c:v>
                </c:pt>
                <c:pt idx="280">
                  <c:v>56.092090200000001</c:v>
                </c:pt>
                <c:pt idx="281">
                  <c:v>56.470206959999999</c:v>
                </c:pt>
                <c:pt idx="282">
                  <c:v>57.900362819999998</c:v>
                </c:pt>
                <c:pt idx="283">
                  <c:v>55.42866729</c:v>
                </c:pt>
                <c:pt idx="284">
                  <c:v>55.412309950000001</c:v>
                </c:pt>
                <c:pt idx="285">
                  <c:v>58.308101219999998</c:v>
                </c:pt>
                <c:pt idx="286">
                  <c:v>56.027626580000003</c:v>
                </c:pt>
                <c:pt idx="287">
                  <c:v>57.5771145</c:v>
                </c:pt>
                <c:pt idx="288">
                  <c:v>57.100993510000002</c:v>
                </c:pt>
                <c:pt idx="289">
                  <c:v>58.344180540000004</c:v>
                </c:pt>
                <c:pt idx="290">
                  <c:v>55.964102699999998</c:v>
                </c:pt>
                <c:pt idx="291">
                  <c:v>53.677792080000003</c:v>
                </c:pt>
                <c:pt idx="292">
                  <c:v>56.559565849999998</c:v>
                </c:pt>
                <c:pt idx="293">
                  <c:v>55.25798494</c:v>
                </c:pt>
                <c:pt idx="294">
                  <c:v>55.942406249999998</c:v>
                </c:pt>
                <c:pt idx="295">
                  <c:v>57.45888351</c:v>
                </c:pt>
                <c:pt idx="296">
                  <c:v>56.124626679999999</c:v>
                </c:pt>
                <c:pt idx="297">
                  <c:v>56.30964926</c:v>
                </c:pt>
                <c:pt idx="298">
                  <c:v>58.160879540000003</c:v>
                </c:pt>
                <c:pt idx="299">
                  <c:v>57.522962900000003</c:v>
                </c:pt>
                <c:pt idx="300">
                  <c:v>57.942274339999997</c:v>
                </c:pt>
                <c:pt idx="301">
                  <c:v>58.598592930000002</c:v>
                </c:pt>
                <c:pt idx="302">
                  <c:v>58.203143789999999</c:v>
                </c:pt>
                <c:pt idx="303">
                  <c:v>56.804903619999997</c:v>
                </c:pt>
                <c:pt idx="304">
                  <c:v>55.38594878</c:v>
                </c:pt>
                <c:pt idx="305">
                  <c:v>55.577003050000002</c:v>
                </c:pt>
                <c:pt idx="306">
                  <c:v>55.594597810000003</c:v>
                </c:pt>
                <c:pt idx="307">
                  <c:v>56.238082470000002</c:v>
                </c:pt>
                <c:pt idx="308">
                  <c:v>56.382628920000002</c:v>
                </c:pt>
                <c:pt idx="309">
                  <c:v>57.152123920000001</c:v>
                </c:pt>
                <c:pt idx="310">
                  <c:v>56.414749659999998</c:v>
                </c:pt>
                <c:pt idx="311">
                  <c:v>55.734527579999998</c:v>
                </c:pt>
                <c:pt idx="312">
                  <c:v>54.73763142</c:v>
                </c:pt>
                <c:pt idx="313">
                  <c:v>56.309829620000002</c:v>
                </c:pt>
                <c:pt idx="314">
                  <c:v>54.671756479999999</c:v>
                </c:pt>
                <c:pt idx="315">
                  <c:v>60.115619879999997</c:v>
                </c:pt>
                <c:pt idx="316">
                  <c:v>58.734267799999998</c:v>
                </c:pt>
                <c:pt idx="317">
                  <c:v>58.23750115</c:v>
                </c:pt>
                <c:pt idx="318">
                  <c:v>56.187504349999998</c:v>
                </c:pt>
                <c:pt idx="319">
                  <c:v>53.800145499999999</c:v>
                </c:pt>
                <c:pt idx="320">
                  <c:v>53.71586679</c:v>
                </c:pt>
                <c:pt idx="321">
                  <c:v>54.830416360000001</c:v>
                </c:pt>
                <c:pt idx="322">
                  <c:v>55.202520589999999</c:v>
                </c:pt>
                <c:pt idx="323">
                  <c:v>56.181641419999998</c:v>
                </c:pt>
                <c:pt idx="324">
                  <c:v>57.754973229999997</c:v>
                </c:pt>
                <c:pt idx="325">
                  <c:v>56.631259280000002</c:v>
                </c:pt>
                <c:pt idx="326">
                  <c:v>57.092173019999997</c:v>
                </c:pt>
                <c:pt idx="327">
                  <c:v>56.87202078</c:v>
                </c:pt>
                <c:pt idx="328">
                  <c:v>56.511725380000001</c:v>
                </c:pt>
                <c:pt idx="329">
                  <c:v>57.352403330000001</c:v>
                </c:pt>
                <c:pt idx="330">
                  <c:v>59.442611100000001</c:v>
                </c:pt>
                <c:pt idx="331">
                  <c:v>57.00065961</c:v>
                </c:pt>
                <c:pt idx="332">
                  <c:v>55.855216210000002</c:v>
                </c:pt>
                <c:pt idx="333">
                  <c:v>56.325834360000002</c:v>
                </c:pt>
                <c:pt idx="334">
                  <c:v>55.948759520000003</c:v>
                </c:pt>
                <c:pt idx="335">
                  <c:v>55.322107940000002</c:v>
                </c:pt>
                <c:pt idx="336">
                  <c:v>51.82301837</c:v>
                </c:pt>
                <c:pt idx="337">
                  <c:v>57.405435789999999</c:v>
                </c:pt>
                <c:pt idx="338">
                  <c:v>58.761314249999998</c:v>
                </c:pt>
                <c:pt idx="339">
                  <c:v>55.203684500000001</c:v>
                </c:pt>
                <c:pt idx="340">
                  <c:v>53.7348669</c:v>
                </c:pt>
                <c:pt idx="341">
                  <c:v>55.625550150000002</c:v>
                </c:pt>
                <c:pt idx="342">
                  <c:v>58.531700239999999</c:v>
                </c:pt>
                <c:pt idx="343">
                  <c:v>56.811748629999997</c:v>
                </c:pt>
                <c:pt idx="344">
                  <c:v>56.118247230000001</c:v>
                </c:pt>
                <c:pt idx="345">
                  <c:v>57.998022810000002</c:v>
                </c:pt>
                <c:pt idx="346">
                  <c:v>56.596213249999998</c:v>
                </c:pt>
                <c:pt idx="347">
                  <c:v>55.809653019999999</c:v>
                </c:pt>
                <c:pt idx="348">
                  <c:v>56.67729825</c:v>
                </c:pt>
                <c:pt idx="349">
                  <c:v>56.112456450000003</c:v>
                </c:pt>
                <c:pt idx="350">
                  <c:v>56.0655857</c:v>
                </c:pt>
                <c:pt idx="351">
                  <c:v>57.410090850000003</c:v>
                </c:pt>
                <c:pt idx="352">
                  <c:v>57.947411950000003</c:v>
                </c:pt>
                <c:pt idx="353">
                  <c:v>55.017160019999999</c:v>
                </c:pt>
                <c:pt idx="354">
                  <c:v>53.928235409999999</c:v>
                </c:pt>
                <c:pt idx="355">
                  <c:v>55.95139348</c:v>
                </c:pt>
                <c:pt idx="356">
                  <c:v>55.91251235</c:v>
                </c:pt>
                <c:pt idx="357">
                  <c:v>57.928329810000001</c:v>
                </c:pt>
                <c:pt idx="358">
                  <c:v>57.410200250000003</c:v>
                </c:pt>
                <c:pt idx="359">
                  <c:v>59.062213180000001</c:v>
                </c:pt>
                <c:pt idx="360">
                  <c:v>56.351022870000001</c:v>
                </c:pt>
                <c:pt idx="361">
                  <c:v>54.754476969999999</c:v>
                </c:pt>
                <c:pt idx="362">
                  <c:v>55.136265629999997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1D2-4C14-8A94-855B902BB9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28240159"/>
        <c:axId val="528241119"/>
        <c:extLst>
          <c:ext xmlns:c15="http://schemas.microsoft.com/office/drawing/2012/chart" uri="{02D57815-91ED-43cb-92C2-25804820EDAC}">
            <c15:filteredLine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Sheet1!$C$1</c15:sqref>
                        </c15:formulaRef>
                      </c:ext>
                    </c:extLst>
                    <c:strCache>
                      <c:ptCount val="1"/>
                      <c:pt idx="0">
                        <c:v>GAM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Sheet1!$A$2:$A$364</c15:sqref>
                        </c15:formulaRef>
                      </c:ext>
                    </c:extLst>
                    <c:numCache>
                      <c:formatCode>m/d/yyyy</c:formatCode>
                      <c:ptCount val="363"/>
                      <c:pt idx="0">
                        <c:v>45828</c:v>
                      </c:pt>
                      <c:pt idx="1">
                        <c:v>45829</c:v>
                      </c:pt>
                      <c:pt idx="2">
                        <c:v>45830</c:v>
                      </c:pt>
                      <c:pt idx="3">
                        <c:v>45831</c:v>
                      </c:pt>
                      <c:pt idx="4">
                        <c:v>45832</c:v>
                      </c:pt>
                      <c:pt idx="5">
                        <c:v>45833</c:v>
                      </c:pt>
                      <c:pt idx="6">
                        <c:v>45834</c:v>
                      </c:pt>
                      <c:pt idx="7">
                        <c:v>45835</c:v>
                      </c:pt>
                      <c:pt idx="8">
                        <c:v>45836</c:v>
                      </c:pt>
                      <c:pt idx="9">
                        <c:v>45837</c:v>
                      </c:pt>
                      <c:pt idx="10">
                        <c:v>45838</c:v>
                      </c:pt>
                      <c:pt idx="11">
                        <c:v>45839</c:v>
                      </c:pt>
                      <c:pt idx="12">
                        <c:v>45840</c:v>
                      </c:pt>
                      <c:pt idx="13">
                        <c:v>45841</c:v>
                      </c:pt>
                      <c:pt idx="14">
                        <c:v>45842</c:v>
                      </c:pt>
                      <c:pt idx="15">
                        <c:v>45843</c:v>
                      </c:pt>
                      <c:pt idx="16">
                        <c:v>45844</c:v>
                      </c:pt>
                      <c:pt idx="17">
                        <c:v>45845</c:v>
                      </c:pt>
                      <c:pt idx="18">
                        <c:v>45846</c:v>
                      </c:pt>
                      <c:pt idx="19">
                        <c:v>45847</c:v>
                      </c:pt>
                      <c:pt idx="20">
                        <c:v>45848</c:v>
                      </c:pt>
                      <c:pt idx="21">
                        <c:v>45849</c:v>
                      </c:pt>
                      <c:pt idx="22">
                        <c:v>45850</c:v>
                      </c:pt>
                      <c:pt idx="23">
                        <c:v>45851</c:v>
                      </c:pt>
                      <c:pt idx="24">
                        <c:v>45852</c:v>
                      </c:pt>
                      <c:pt idx="25">
                        <c:v>45853</c:v>
                      </c:pt>
                      <c:pt idx="26">
                        <c:v>45854</c:v>
                      </c:pt>
                      <c:pt idx="27">
                        <c:v>45855</c:v>
                      </c:pt>
                      <c:pt idx="28">
                        <c:v>45856</c:v>
                      </c:pt>
                      <c:pt idx="29">
                        <c:v>45857</c:v>
                      </c:pt>
                      <c:pt idx="30">
                        <c:v>45858</c:v>
                      </c:pt>
                      <c:pt idx="31">
                        <c:v>45859</c:v>
                      </c:pt>
                      <c:pt idx="32">
                        <c:v>45860</c:v>
                      </c:pt>
                      <c:pt idx="33">
                        <c:v>45861</c:v>
                      </c:pt>
                      <c:pt idx="34">
                        <c:v>45862</c:v>
                      </c:pt>
                      <c:pt idx="35">
                        <c:v>45863</c:v>
                      </c:pt>
                      <c:pt idx="36">
                        <c:v>45864</c:v>
                      </c:pt>
                      <c:pt idx="37">
                        <c:v>45865</c:v>
                      </c:pt>
                      <c:pt idx="38">
                        <c:v>45866</c:v>
                      </c:pt>
                      <c:pt idx="39">
                        <c:v>45867</c:v>
                      </c:pt>
                      <c:pt idx="40">
                        <c:v>45868</c:v>
                      </c:pt>
                      <c:pt idx="41">
                        <c:v>45869</c:v>
                      </c:pt>
                      <c:pt idx="42">
                        <c:v>45870</c:v>
                      </c:pt>
                      <c:pt idx="43">
                        <c:v>45871</c:v>
                      </c:pt>
                      <c:pt idx="44">
                        <c:v>45872</c:v>
                      </c:pt>
                      <c:pt idx="45">
                        <c:v>45873</c:v>
                      </c:pt>
                      <c:pt idx="46">
                        <c:v>45874</c:v>
                      </c:pt>
                      <c:pt idx="47">
                        <c:v>45875</c:v>
                      </c:pt>
                      <c:pt idx="48">
                        <c:v>45876</c:v>
                      </c:pt>
                      <c:pt idx="49">
                        <c:v>45877</c:v>
                      </c:pt>
                      <c:pt idx="50">
                        <c:v>45878</c:v>
                      </c:pt>
                      <c:pt idx="51">
                        <c:v>45879</c:v>
                      </c:pt>
                      <c:pt idx="52">
                        <c:v>45880</c:v>
                      </c:pt>
                      <c:pt idx="53">
                        <c:v>45881</c:v>
                      </c:pt>
                      <c:pt idx="54">
                        <c:v>45882</c:v>
                      </c:pt>
                      <c:pt idx="55">
                        <c:v>45883</c:v>
                      </c:pt>
                      <c:pt idx="56">
                        <c:v>45884</c:v>
                      </c:pt>
                      <c:pt idx="57">
                        <c:v>45885</c:v>
                      </c:pt>
                      <c:pt idx="58">
                        <c:v>45886</c:v>
                      </c:pt>
                      <c:pt idx="59">
                        <c:v>45887</c:v>
                      </c:pt>
                      <c:pt idx="60">
                        <c:v>45888</c:v>
                      </c:pt>
                      <c:pt idx="61">
                        <c:v>45889</c:v>
                      </c:pt>
                      <c:pt idx="62">
                        <c:v>45890</c:v>
                      </c:pt>
                      <c:pt idx="63">
                        <c:v>45891</c:v>
                      </c:pt>
                      <c:pt idx="64">
                        <c:v>45892</c:v>
                      </c:pt>
                      <c:pt idx="65">
                        <c:v>45893</c:v>
                      </c:pt>
                      <c:pt idx="66">
                        <c:v>45894</c:v>
                      </c:pt>
                      <c:pt idx="67">
                        <c:v>45895</c:v>
                      </c:pt>
                      <c:pt idx="68">
                        <c:v>45896</c:v>
                      </c:pt>
                      <c:pt idx="69">
                        <c:v>45897</c:v>
                      </c:pt>
                      <c:pt idx="70">
                        <c:v>45898</c:v>
                      </c:pt>
                      <c:pt idx="71">
                        <c:v>45899</c:v>
                      </c:pt>
                      <c:pt idx="72">
                        <c:v>45900</c:v>
                      </c:pt>
                      <c:pt idx="73">
                        <c:v>45901</c:v>
                      </c:pt>
                      <c:pt idx="74">
                        <c:v>45902</c:v>
                      </c:pt>
                      <c:pt idx="75">
                        <c:v>45903</c:v>
                      </c:pt>
                      <c:pt idx="76">
                        <c:v>45904</c:v>
                      </c:pt>
                      <c:pt idx="77">
                        <c:v>45905</c:v>
                      </c:pt>
                      <c:pt idx="78">
                        <c:v>45906</c:v>
                      </c:pt>
                      <c:pt idx="79">
                        <c:v>45907</c:v>
                      </c:pt>
                      <c:pt idx="80">
                        <c:v>45908</c:v>
                      </c:pt>
                      <c:pt idx="81">
                        <c:v>45909</c:v>
                      </c:pt>
                      <c:pt idx="82">
                        <c:v>45910</c:v>
                      </c:pt>
                      <c:pt idx="83">
                        <c:v>45911</c:v>
                      </c:pt>
                      <c:pt idx="84">
                        <c:v>45912</c:v>
                      </c:pt>
                      <c:pt idx="85">
                        <c:v>45913</c:v>
                      </c:pt>
                      <c:pt idx="86">
                        <c:v>45914</c:v>
                      </c:pt>
                      <c:pt idx="87">
                        <c:v>45915</c:v>
                      </c:pt>
                      <c:pt idx="88">
                        <c:v>45916</c:v>
                      </c:pt>
                      <c:pt idx="89">
                        <c:v>45917</c:v>
                      </c:pt>
                      <c:pt idx="90">
                        <c:v>45918</c:v>
                      </c:pt>
                      <c:pt idx="91">
                        <c:v>45919</c:v>
                      </c:pt>
                      <c:pt idx="92">
                        <c:v>45920</c:v>
                      </c:pt>
                      <c:pt idx="93">
                        <c:v>45921</c:v>
                      </c:pt>
                      <c:pt idx="94">
                        <c:v>45922</c:v>
                      </c:pt>
                      <c:pt idx="95">
                        <c:v>45923</c:v>
                      </c:pt>
                      <c:pt idx="96">
                        <c:v>45924</c:v>
                      </c:pt>
                      <c:pt idx="97">
                        <c:v>45925</c:v>
                      </c:pt>
                      <c:pt idx="98">
                        <c:v>45926</c:v>
                      </c:pt>
                      <c:pt idx="99">
                        <c:v>45927</c:v>
                      </c:pt>
                      <c:pt idx="100">
                        <c:v>45928</c:v>
                      </c:pt>
                      <c:pt idx="101">
                        <c:v>45929</c:v>
                      </c:pt>
                      <c:pt idx="102">
                        <c:v>45930</c:v>
                      </c:pt>
                      <c:pt idx="103">
                        <c:v>45931</c:v>
                      </c:pt>
                      <c:pt idx="104">
                        <c:v>45932</c:v>
                      </c:pt>
                      <c:pt idx="105">
                        <c:v>45933</c:v>
                      </c:pt>
                      <c:pt idx="106">
                        <c:v>45934</c:v>
                      </c:pt>
                      <c:pt idx="107">
                        <c:v>45935</c:v>
                      </c:pt>
                      <c:pt idx="108">
                        <c:v>45936</c:v>
                      </c:pt>
                      <c:pt idx="109">
                        <c:v>45937</c:v>
                      </c:pt>
                      <c:pt idx="110">
                        <c:v>45938</c:v>
                      </c:pt>
                      <c:pt idx="111">
                        <c:v>45939</c:v>
                      </c:pt>
                      <c:pt idx="112">
                        <c:v>45940</c:v>
                      </c:pt>
                      <c:pt idx="113">
                        <c:v>45941</c:v>
                      </c:pt>
                      <c:pt idx="114">
                        <c:v>45942</c:v>
                      </c:pt>
                      <c:pt idx="115">
                        <c:v>45943</c:v>
                      </c:pt>
                      <c:pt idx="116">
                        <c:v>45944</c:v>
                      </c:pt>
                      <c:pt idx="117">
                        <c:v>45945</c:v>
                      </c:pt>
                      <c:pt idx="118">
                        <c:v>45946</c:v>
                      </c:pt>
                      <c:pt idx="119">
                        <c:v>45947</c:v>
                      </c:pt>
                      <c:pt idx="120">
                        <c:v>45948</c:v>
                      </c:pt>
                      <c:pt idx="121">
                        <c:v>45949</c:v>
                      </c:pt>
                      <c:pt idx="122">
                        <c:v>45950</c:v>
                      </c:pt>
                      <c:pt idx="123">
                        <c:v>45951</c:v>
                      </c:pt>
                      <c:pt idx="124">
                        <c:v>45952</c:v>
                      </c:pt>
                      <c:pt idx="125">
                        <c:v>45953</c:v>
                      </c:pt>
                      <c:pt idx="126">
                        <c:v>45954</c:v>
                      </c:pt>
                      <c:pt idx="127">
                        <c:v>45955</c:v>
                      </c:pt>
                      <c:pt idx="128">
                        <c:v>45956</c:v>
                      </c:pt>
                      <c:pt idx="129">
                        <c:v>45957</c:v>
                      </c:pt>
                      <c:pt idx="130">
                        <c:v>45958</c:v>
                      </c:pt>
                      <c:pt idx="131">
                        <c:v>45959</c:v>
                      </c:pt>
                      <c:pt idx="132">
                        <c:v>45960</c:v>
                      </c:pt>
                      <c:pt idx="133">
                        <c:v>45961</c:v>
                      </c:pt>
                      <c:pt idx="134">
                        <c:v>45962</c:v>
                      </c:pt>
                      <c:pt idx="135">
                        <c:v>45963</c:v>
                      </c:pt>
                      <c:pt idx="136">
                        <c:v>45964</c:v>
                      </c:pt>
                      <c:pt idx="137">
                        <c:v>45965</c:v>
                      </c:pt>
                      <c:pt idx="138">
                        <c:v>45966</c:v>
                      </c:pt>
                      <c:pt idx="139">
                        <c:v>45967</c:v>
                      </c:pt>
                      <c:pt idx="140">
                        <c:v>45968</c:v>
                      </c:pt>
                      <c:pt idx="141">
                        <c:v>45969</c:v>
                      </c:pt>
                      <c:pt idx="142">
                        <c:v>45970</c:v>
                      </c:pt>
                      <c:pt idx="143">
                        <c:v>45971</c:v>
                      </c:pt>
                      <c:pt idx="144">
                        <c:v>45972</c:v>
                      </c:pt>
                      <c:pt idx="145">
                        <c:v>45973</c:v>
                      </c:pt>
                      <c:pt idx="146">
                        <c:v>45974</c:v>
                      </c:pt>
                      <c:pt idx="147">
                        <c:v>45975</c:v>
                      </c:pt>
                      <c:pt idx="148">
                        <c:v>45976</c:v>
                      </c:pt>
                      <c:pt idx="149">
                        <c:v>45977</c:v>
                      </c:pt>
                      <c:pt idx="150">
                        <c:v>45978</c:v>
                      </c:pt>
                      <c:pt idx="151">
                        <c:v>45979</c:v>
                      </c:pt>
                      <c:pt idx="152">
                        <c:v>45980</c:v>
                      </c:pt>
                      <c:pt idx="153">
                        <c:v>45981</c:v>
                      </c:pt>
                      <c:pt idx="154">
                        <c:v>45982</c:v>
                      </c:pt>
                      <c:pt idx="155">
                        <c:v>45983</c:v>
                      </c:pt>
                      <c:pt idx="156">
                        <c:v>45984</c:v>
                      </c:pt>
                      <c:pt idx="157">
                        <c:v>45985</c:v>
                      </c:pt>
                      <c:pt idx="158">
                        <c:v>45986</c:v>
                      </c:pt>
                      <c:pt idx="159">
                        <c:v>45987</c:v>
                      </c:pt>
                      <c:pt idx="160">
                        <c:v>45988</c:v>
                      </c:pt>
                      <c:pt idx="161">
                        <c:v>45989</c:v>
                      </c:pt>
                      <c:pt idx="162">
                        <c:v>45990</c:v>
                      </c:pt>
                      <c:pt idx="163">
                        <c:v>45991</c:v>
                      </c:pt>
                      <c:pt idx="164">
                        <c:v>45992</c:v>
                      </c:pt>
                      <c:pt idx="165">
                        <c:v>45993</c:v>
                      </c:pt>
                      <c:pt idx="166">
                        <c:v>45994</c:v>
                      </c:pt>
                      <c:pt idx="167">
                        <c:v>45995</c:v>
                      </c:pt>
                      <c:pt idx="168">
                        <c:v>45996</c:v>
                      </c:pt>
                      <c:pt idx="169">
                        <c:v>45997</c:v>
                      </c:pt>
                      <c:pt idx="170">
                        <c:v>45998</c:v>
                      </c:pt>
                      <c:pt idx="171">
                        <c:v>45999</c:v>
                      </c:pt>
                      <c:pt idx="172">
                        <c:v>46000</c:v>
                      </c:pt>
                      <c:pt idx="173">
                        <c:v>46001</c:v>
                      </c:pt>
                      <c:pt idx="174">
                        <c:v>46002</c:v>
                      </c:pt>
                      <c:pt idx="175">
                        <c:v>46003</c:v>
                      </c:pt>
                      <c:pt idx="176">
                        <c:v>46004</c:v>
                      </c:pt>
                      <c:pt idx="177">
                        <c:v>46005</c:v>
                      </c:pt>
                      <c:pt idx="178">
                        <c:v>46006</c:v>
                      </c:pt>
                      <c:pt idx="179">
                        <c:v>46007</c:v>
                      </c:pt>
                      <c:pt idx="180">
                        <c:v>46008</c:v>
                      </c:pt>
                      <c:pt idx="181">
                        <c:v>46009</c:v>
                      </c:pt>
                      <c:pt idx="182">
                        <c:v>46010</c:v>
                      </c:pt>
                      <c:pt idx="183">
                        <c:v>46011</c:v>
                      </c:pt>
                      <c:pt idx="184">
                        <c:v>46012</c:v>
                      </c:pt>
                      <c:pt idx="185">
                        <c:v>46013</c:v>
                      </c:pt>
                      <c:pt idx="186">
                        <c:v>46014</c:v>
                      </c:pt>
                      <c:pt idx="187">
                        <c:v>46015</c:v>
                      </c:pt>
                      <c:pt idx="188">
                        <c:v>46016</c:v>
                      </c:pt>
                      <c:pt idx="189">
                        <c:v>46017</c:v>
                      </c:pt>
                      <c:pt idx="190">
                        <c:v>46018</c:v>
                      </c:pt>
                      <c:pt idx="191">
                        <c:v>46019</c:v>
                      </c:pt>
                      <c:pt idx="192">
                        <c:v>46020</c:v>
                      </c:pt>
                      <c:pt idx="193">
                        <c:v>46021</c:v>
                      </c:pt>
                      <c:pt idx="194">
                        <c:v>46022</c:v>
                      </c:pt>
                      <c:pt idx="195">
                        <c:v>46023</c:v>
                      </c:pt>
                      <c:pt idx="196">
                        <c:v>46024</c:v>
                      </c:pt>
                      <c:pt idx="197">
                        <c:v>46025</c:v>
                      </c:pt>
                      <c:pt idx="198">
                        <c:v>46026</c:v>
                      </c:pt>
                      <c:pt idx="199">
                        <c:v>46027</c:v>
                      </c:pt>
                      <c:pt idx="200">
                        <c:v>46028</c:v>
                      </c:pt>
                      <c:pt idx="201">
                        <c:v>46029</c:v>
                      </c:pt>
                      <c:pt idx="202">
                        <c:v>46030</c:v>
                      </c:pt>
                      <c:pt idx="203">
                        <c:v>46031</c:v>
                      </c:pt>
                      <c:pt idx="204">
                        <c:v>46032</c:v>
                      </c:pt>
                      <c:pt idx="205">
                        <c:v>46033</c:v>
                      </c:pt>
                      <c:pt idx="206">
                        <c:v>46034</c:v>
                      </c:pt>
                      <c:pt idx="207">
                        <c:v>46035</c:v>
                      </c:pt>
                      <c:pt idx="208">
                        <c:v>46036</c:v>
                      </c:pt>
                      <c:pt idx="209">
                        <c:v>46037</c:v>
                      </c:pt>
                      <c:pt idx="210">
                        <c:v>46038</c:v>
                      </c:pt>
                      <c:pt idx="211">
                        <c:v>46039</c:v>
                      </c:pt>
                      <c:pt idx="212">
                        <c:v>46040</c:v>
                      </c:pt>
                      <c:pt idx="213">
                        <c:v>46041</c:v>
                      </c:pt>
                      <c:pt idx="214">
                        <c:v>46042</c:v>
                      </c:pt>
                      <c:pt idx="215">
                        <c:v>46043</c:v>
                      </c:pt>
                      <c:pt idx="216">
                        <c:v>46044</c:v>
                      </c:pt>
                      <c:pt idx="217">
                        <c:v>46045</c:v>
                      </c:pt>
                      <c:pt idx="218">
                        <c:v>46046</c:v>
                      </c:pt>
                      <c:pt idx="219">
                        <c:v>46047</c:v>
                      </c:pt>
                      <c:pt idx="220">
                        <c:v>46048</c:v>
                      </c:pt>
                      <c:pt idx="221">
                        <c:v>46049</c:v>
                      </c:pt>
                      <c:pt idx="222">
                        <c:v>46050</c:v>
                      </c:pt>
                      <c:pt idx="223">
                        <c:v>46051</c:v>
                      </c:pt>
                      <c:pt idx="224">
                        <c:v>46052</c:v>
                      </c:pt>
                      <c:pt idx="225">
                        <c:v>46053</c:v>
                      </c:pt>
                      <c:pt idx="226">
                        <c:v>46054</c:v>
                      </c:pt>
                      <c:pt idx="227">
                        <c:v>46055</c:v>
                      </c:pt>
                      <c:pt idx="228">
                        <c:v>46056</c:v>
                      </c:pt>
                      <c:pt idx="229">
                        <c:v>46057</c:v>
                      </c:pt>
                      <c:pt idx="230">
                        <c:v>46058</c:v>
                      </c:pt>
                      <c:pt idx="231">
                        <c:v>46059</c:v>
                      </c:pt>
                      <c:pt idx="232">
                        <c:v>46060</c:v>
                      </c:pt>
                      <c:pt idx="233">
                        <c:v>46061</c:v>
                      </c:pt>
                      <c:pt idx="234">
                        <c:v>46062</c:v>
                      </c:pt>
                      <c:pt idx="235">
                        <c:v>46063</c:v>
                      </c:pt>
                      <c:pt idx="236">
                        <c:v>46064</c:v>
                      </c:pt>
                      <c:pt idx="237">
                        <c:v>46065</c:v>
                      </c:pt>
                      <c:pt idx="238">
                        <c:v>46066</c:v>
                      </c:pt>
                      <c:pt idx="239">
                        <c:v>46067</c:v>
                      </c:pt>
                      <c:pt idx="240">
                        <c:v>46068</c:v>
                      </c:pt>
                      <c:pt idx="241">
                        <c:v>46069</c:v>
                      </c:pt>
                      <c:pt idx="242">
                        <c:v>46070</c:v>
                      </c:pt>
                      <c:pt idx="243">
                        <c:v>46071</c:v>
                      </c:pt>
                      <c:pt idx="244">
                        <c:v>46072</c:v>
                      </c:pt>
                      <c:pt idx="245">
                        <c:v>46073</c:v>
                      </c:pt>
                      <c:pt idx="246">
                        <c:v>46074</c:v>
                      </c:pt>
                      <c:pt idx="247">
                        <c:v>46075</c:v>
                      </c:pt>
                      <c:pt idx="248">
                        <c:v>46076</c:v>
                      </c:pt>
                      <c:pt idx="249">
                        <c:v>46077</c:v>
                      </c:pt>
                      <c:pt idx="250">
                        <c:v>46078</c:v>
                      </c:pt>
                      <c:pt idx="251">
                        <c:v>46079</c:v>
                      </c:pt>
                      <c:pt idx="252">
                        <c:v>46080</c:v>
                      </c:pt>
                      <c:pt idx="253">
                        <c:v>46081</c:v>
                      </c:pt>
                      <c:pt idx="254">
                        <c:v>46082</c:v>
                      </c:pt>
                      <c:pt idx="255">
                        <c:v>46083</c:v>
                      </c:pt>
                      <c:pt idx="256">
                        <c:v>46084</c:v>
                      </c:pt>
                      <c:pt idx="257">
                        <c:v>46085</c:v>
                      </c:pt>
                      <c:pt idx="258">
                        <c:v>46086</c:v>
                      </c:pt>
                      <c:pt idx="259">
                        <c:v>46087</c:v>
                      </c:pt>
                      <c:pt idx="260">
                        <c:v>46088</c:v>
                      </c:pt>
                      <c:pt idx="261">
                        <c:v>46089</c:v>
                      </c:pt>
                      <c:pt idx="262">
                        <c:v>46090</c:v>
                      </c:pt>
                      <c:pt idx="263">
                        <c:v>46091</c:v>
                      </c:pt>
                      <c:pt idx="264">
                        <c:v>46092</c:v>
                      </c:pt>
                      <c:pt idx="265">
                        <c:v>46093</c:v>
                      </c:pt>
                      <c:pt idx="266">
                        <c:v>46094</c:v>
                      </c:pt>
                      <c:pt idx="267">
                        <c:v>46095</c:v>
                      </c:pt>
                      <c:pt idx="268">
                        <c:v>46096</c:v>
                      </c:pt>
                      <c:pt idx="269">
                        <c:v>46097</c:v>
                      </c:pt>
                      <c:pt idx="270">
                        <c:v>46098</c:v>
                      </c:pt>
                      <c:pt idx="271">
                        <c:v>46099</c:v>
                      </c:pt>
                      <c:pt idx="272">
                        <c:v>46100</c:v>
                      </c:pt>
                      <c:pt idx="273">
                        <c:v>46101</c:v>
                      </c:pt>
                      <c:pt idx="274">
                        <c:v>46102</c:v>
                      </c:pt>
                      <c:pt idx="275">
                        <c:v>46103</c:v>
                      </c:pt>
                      <c:pt idx="276">
                        <c:v>46104</c:v>
                      </c:pt>
                      <c:pt idx="277">
                        <c:v>46105</c:v>
                      </c:pt>
                      <c:pt idx="278">
                        <c:v>46106</c:v>
                      </c:pt>
                      <c:pt idx="279">
                        <c:v>46107</c:v>
                      </c:pt>
                      <c:pt idx="280">
                        <c:v>46108</c:v>
                      </c:pt>
                      <c:pt idx="281">
                        <c:v>46109</c:v>
                      </c:pt>
                      <c:pt idx="282">
                        <c:v>46110</c:v>
                      </c:pt>
                      <c:pt idx="283">
                        <c:v>46111</c:v>
                      </c:pt>
                      <c:pt idx="284">
                        <c:v>46112</c:v>
                      </c:pt>
                      <c:pt idx="285">
                        <c:v>46113</c:v>
                      </c:pt>
                      <c:pt idx="286">
                        <c:v>46114</c:v>
                      </c:pt>
                      <c:pt idx="287">
                        <c:v>46115</c:v>
                      </c:pt>
                      <c:pt idx="288">
                        <c:v>46116</c:v>
                      </c:pt>
                      <c:pt idx="289">
                        <c:v>46117</c:v>
                      </c:pt>
                      <c:pt idx="290">
                        <c:v>46118</c:v>
                      </c:pt>
                      <c:pt idx="291">
                        <c:v>46119</c:v>
                      </c:pt>
                      <c:pt idx="292">
                        <c:v>46120</c:v>
                      </c:pt>
                      <c:pt idx="293">
                        <c:v>46121</c:v>
                      </c:pt>
                      <c:pt idx="294">
                        <c:v>46122</c:v>
                      </c:pt>
                      <c:pt idx="295">
                        <c:v>46123</c:v>
                      </c:pt>
                      <c:pt idx="296">
                        <c:v>46124</c:v>
                      </c:pt>
                      <c:pt idx="297">
                        <c:v>46125</c:v>
                      </c:pt>
                      <c:pt idx="298">
                        <c:v>46126</c:v>
                      </c:pt>
                      <c:pt idx="299">
                        <c:v>46127</c:v>
                      </c:pt>
                      <c:pt idx="300">
                        <c:v>46128</c:v>
                      </c:pt>
                      <c:pt idx="301">
                        <c:v>46129</c:v>
                      </c:pt>
                      <c:pt idx="302">
                        <c:v>46130</c:v>
                      </c:pt>
                      <c:pt idx="303">
                        <c:v>46131</c:v>
                      </c:pt>
                      <c:pt idx="304">
                        <c:v>46132</c:v>
                      </c:pt>
                      <c:pt idx="305">
                        <c:v>46133</c:v>
                      </c:pt>
                      <c:pt idx="306">
                        <c:v>46134</c:v>
                      </c:pt>
                      <c:pt idx="307">
                        <c:v>46135</c:v>
                      </c:pt>
                      <c:pt idx="308">
                        <c:v>46136</c:v>
                      </c:pt>
                      <c:pt idx="309">
                        <c:v>46137</c:v>
                      </c:pt>
                      <c:pt idx="310">
                        <c:v>46138</c:v>
                      </c:pt>
                      <c:pt idx="311">
                        <c:v>46139</c:v>
                      </c:pt>
                      <c:pt idx="312">
                        <c:v>46140</c:v>
                      </c:pt>
                      <c:pt idx="313">
                        <c:v>46141</c:v>
                      </c:pt>
                      <c:pt idx="314">
                        <c:v>46142</c:v>
                      </c:pt>
                      <c:pt idx="315">
                        <c:v>46143</c:v>
                      </c:pt>
                      <c:pt idx="316">
                        <c:v>46144</c:v>
                      </c:pt>
                      <c:pt idx="317">
                        <c:v>46145</c:v>
                      </c:pt>
                      <c:pt idx="318">
                        <c:v>46146</c:v>
                      </c:pt>
                      <c:pt idx="319">
                        <c:v>46147</c:v>
                      </c:pt>
                      <c:pt idx="320">
                        <c:v>46148</c:v>
                      </c:pt>
                      <c:pt idx="321">
                        <c:v>46149</c:v>
                      </c:pt>
                      <c:pt idx="322">
                        <c:v>46150</c:v>
                      </c:pt>
                      <c:pt idx="323">
                        <c:v>46151</c:v>
                      </c:pt>
                      <c:pt idx="324">
                        <c:v>46152</c:v>
                      </c:pt>
                      <c:pt idx="325">
                        <c:v>46153</c:v>
                      </c:pt>
                      <c:pt idx="326">
                        <c:v>46154</c:v>
                      </c:pt>
                      <c:pt idx="327">
                        <c:v>46155</c:v>
                      </c:pt>
                      <c:pt idx="328">
                        <c:v>46156</c:v>
                      </c:pt>
                      <c:pt idx="329">
                        <c:v>46157</c:v>
                      </c:pt>
                      <c:pt idx="330">
                        <c:v>46158</c:v>
                      </c:pt>
                      <c:pt idx="331">
                        <c:v>46159</c:v>
                      </c:pt>
                      <c:pt idx="332">
                        <c:v>46160</c:v>
                      </c:pt>
                      <c:pt idx="333">
                        <c:v>46161</c:v>
                      </c:pt>
                      <c:pt idx="334">
                        <c:v>46162</c:v>
                      </c:pt>
                      <c:pt idx="335">
                        <c:v>46163</c:v>
                      </c:pt>
                      <c:pt idx="336">
                        <c:v>46164</c:v>
                      </c:pt>
                      <c:pt idx="337">
                        <c:v>46165</c:v>
                      </c:pt>
                      <c:pt idx="338">
                        <c:v>46166</c:v>
                      </c:pt>
                      <c:pt idx="339">
                        <c:v>46167</c:v>
                      </c:pt>
                      <c:pt idx="340">
                        <c:v>46168</c:v>
                      </c:pt>
                      <c:pt idx="341">
                        <c:v>46169</c:v>
                      </c:pt>
                      <c:pt idx="342">
                        <c:v>46170</c:v>
                      </c:pt>
                      <c:pt idx="343">
                        <c:v>46171</c:v>
                      </c:pt>
                      <c:pt idx="344">
                        <c:v>46172</c:v>
                      </c:pt>
                      <c:pt idx="345">
                        <c:v>46173</c:v>
                      </c:pt>
                      <c:pt idx="346">
                        <c:v>46174</c:v>
                      </c:pt>
                      <c:pt idx="347">
                        <c:v>46175</c:v>
                      </c:pt>
                      <c:pt idx="348">
                        <c:v>46176</c:v>
                      </c:pt>
                      <c:pt idx="349">
                        <c:v>46177</c:v>
                      </c:pt>
                      <c:pt idx="350">
                        <c:v>46178</c:v>
                      </c:pt>
                      <c:pt idx="351">
                        <c:v>46179</c:v>
                      </c:pt>
                      <c:pt idx="352">
                        <c:v>46180</c:v>
                      </c:pt>
                      <c:pt idx="353">
                        <c:v>46181</c:v>
                      </c:pt>
                      <c:pt idx="354">
                        <c:v>46182</c:v>
                      </c:pt>
                      <c:pt idx="355">
                        <c:v>46183</c:v>
                      </c:pt>
                      <c:pt idx="356">
                        <c:v>46184</c:v>
                      </c:pt>
                      <c:pt idx="357">
                        <c:v>46185</c:v>
                      </c:pt>
                      <c:pt idx="358">
                        <c:v>46186</c:v>
                      </c:pt>
                      <c:pt idx="359">
                        <c:v>46187</c:v>
                      </c:pt>
                      <c:pt idx="360">
                        <c:v>46188</c:v>
                      </c:pt>
                      <c:pt idx="361">
                        <c:v>46189</c:v>
                      </c:pt>
                      <c:pt idx="362">
                        <c:v>46190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Sheet1!$C$2:$C$364</c15:sqref>
                        </c15:formulaRef>
                      </c:ext>
                    </c:extLst>
                    <c:numCache>
                      <c:formatCode>General</c:formatCode>
                      <c:ptCount val="363"/>
                      <c:pt idx="0">
                        <c:v>205.7442733</c:v>
                      </c:pt>
                      <c:pt idx="1">
                        <c:v>213.34868109999999</c:v>
                      </c:pt>
                      <c:pt idx="2">
                        <c:v>216.95507810000001</c:v>
                      </c:pt>
                      <c:pt idx="3">
                        <c:v>200.23732319999999</c:v>
                      </c:pt>
                      <c:pt idx="4">
                        <c:v>201.66620409999999</c:v>
                      </c:pt>
                      <c:pt idx="5">
                        <c:v>203.3075537</c:v>
                      </c:pt>
                      <c:pt idx="6">
                        <c:v>204.94758160000001</c:v>
                      </c:pt>
                      <c:pt idx="7">
                        <c:v>206.87112440000001</c:v>
                      </c:pt>
                      <c:pt idx="8">
                        <c:v>215.09603060000001</c:v>
                      </c:pt>
                      <c:pt idx="9">
                        <c:v>219.25643769999999</c:v>
                      </c:pt>
                      <c:pt idx="10">
                        <c:v>201.08988439999999</c:v>
                      </c:pt>
                      <c:pt idx="11">
                        <c:v>204.94130279999999</c:v>
                      </c:pt>
                      <c:pt idx="12">
                        <c:v>204.42780619999999</c:v>
                      </c:pt>
                      <c:pt idx="13">
                        <c:v>203.65826440000001</c:v>
                      </c:pt>
                      <c:pt idx="14">
                        <c:v>205.47793350000001</c:v>
                      </c:pt>
                      <c:pt idx="15">
                        <c:v>215.81789839999999</c:v>
                      </c:pt>
                      <c:pt idx="16">
                        <c:v>216.36658489999999</c:v>
                      </c:pt>
                      <c:pt idx="17">
                        <c:v>200.1541646</c:v>
                      </c:pt>
                      <c:pt idx="18">
                        <c:v>205.3303238</c:v>
                      </c:pt>
                      <c:pt idx="19">
                        <c:v>201.5491529</c:v>
                      </c:pt>
                      <c:pt idx="20">
                        <c:v>225.432198</c:v>
                      </c:pt>
                      <c:pt idx="21">
                        <c:v>204.12492330000001</c:v>
                      </c:pt>
                      <c:pt idx="22">
                        <c:v>213.49965220000001</c:v>
                      </c:pt>
                      <c:pt idx="23">
                        <c:v>219.28704389999999</c:v>
                      </c:pt>
                      <c:pt idx="24">
                        <c:v>201.73373430000001</c:v>
                      </c:pt>
                      <c:pt idx="25">
                        <c:v>203.64910860000001</c:v>
                      </c:pt>
                      <c:pt idx="26">
                        <c:v>203.40030179999999</c:v>
                      </c:pt>
                      <c:pt idx="27">
                        <c:v>204.76491999999999</c:v>
                      </c:pt>
                      <c:pt idx="28">
                        <c:v>205.73634469999999</c:v>
                      </c:pt>
                      <c:pt idx="29">
                        <c:v>213.9580469</c:v>
                      </c:pt>
                      <c:pt idx="30">
                        <c:v>222.3094638</c:v>
                      </c:pt>
                      <c:pt idx="31">
                        <c:v>205.89082450000001</c:v>
                      </c:pt>
                      <c:pt idx="32">
                        <c:v>208.20836700000001</c:v>
                      </c:pt>
                      <c:pt idx="33">
                        <c:v>204.62497809999999</c:v>
                      </c:pt>
                      <c:pt idx="34">
                        <c:v>207.89843880000001</c:v>
                      </c:pt>
                      <c:pt idx="35">
                        <c:v>211.0519104</c:v>
                      </c:pt>
                      <c:pt idx="36">
                        <c:v>218.47626170000001</c:v>
                      </c:pt>
                      <c:pt idx="37">
                        <c:v>223.59668049999999</c:v>
                      </c:pt>
                      <c:pt idx="38">
                        <c:v>208.4259715</c:v>
                      </c:pt>
                      <c:pt idx="39">
                        <c:v>209.2749513</c:v>
                      </c:pt>
                      <c:pt idx="40">
                        <c:v>213.9254023</c:v>
                      </c:pt>
                      <c:pt idx="41">
                        <c:v>210.96424590000001</c:v>
                      </c:pt>
                      <c:pt idx="42">
                        <c:v>208.74491409999999</c:v>
                      </c:pt>
                      <c:pt idx="43">
                        <c:v>218.80317429999999</c:v>
                      </c:pt>
                      <c:pt idx="44">
                        <c:v>226.58969540000001</c:v>
                      </c:pt>
                      <c:pt idx="45">
                        <c:v>206.21733309999999</c:v>
                      </c:pt>
                      <c:pt idx="46">
                        <c:v>203.59122139999999</c:v>
                      </c:pt>
                      <c:pt idx="47">
                        <c:v>198.11917220000001</c:v>
                      </c:pt>
                      <c:pt idx="48">
                        <c:v>209.1060674</c:v>
                      </c:pt>
                      <c:pt idx="49">
                        <c:v>230.69052600000001</c:v>
                      </c:pt>
                      <c:pt idx="50">
                        <c:v>218.71570600000001</c:v>
                      </c:pt>
                      <c:pt idx="51">
                        <c:v>223.60115709999999</c:v>
                      </c:pt>
                      <c:pt idx="52">
                        <c:v>213.47805439999999</c:v>
                      </c:pt>
                      <c:pt idx="53">
                        <c:v>213.65152420000001</c:v>
                      </c:pt>
                      <c:pt idx="54">
                        <c:v>215.82495410000001</c:v>
                      </c:pt>
                      <c:pt idx="55">
                        <c:v>216.02062609999999</c:v>
                      </c:pt>
                      <c:pt idx="56">
                        <c:v>216.9076383</c:v>
                      </c:pt>
                      <c:pt idx="57">
                        <c:v>223.09419700000001</c:v>
                      </c:pt>
                      <c:pt idx="58">
                        <c:v>229.99883249999999</c:v>
                      </c:pt>
                      <c:pt idx="59">
                        <c:v>213.8428017</c:v>
                      </c:pt>
                      <c:pt idx="60">
                        <c:v>211.89951439999999</c:v>
                      </c:pt>
                      <c:pt idx="61">
                        <c:v>212.51245059999999</c:v>
                      </c:pt>
                      <c:pt idx="62">
                        <c:v>213.08406310000001</c:v>
                      </c:pt>
                      <c:pt idx="63">
                        <c:v>213.47089320000001</c:v>
                      </c:pt>
                      <c:pt idx="64">
                        <c:v>225.12923019999999</c:v>
                      </c:pt>
                      <c:pt idx="65">
                        <c:v>227.7680154</c:v>
                      </c:pt>
                      <c:pt idx="66">
                        <c:v>209.78429389999999</c:v>
                      </c:pt>
                      <c:pt idx="67">
                        <c:v>215.3695376</c:v>
                      </c:pt>
                      <c:pt idx="68">
                        <c:v>211.98220910000001</c:v>
                      </c:pt>
                      <c:pt idx="69">
                        <c:v>212.8759805</c:v>
                      </c:pt>
                      <c:pt idx="70">
                        <c:v>217.67213330000001</c:v>
                      </c:pt>
                      <c:pt idx="71">
                        <c:v>226.3288426</c:v>
                      </c:pt>
                      <c:pt idx="72">
                        <c:v>232.01518859999999</c:v>
                      </c:pt>
                      <c:pt idx="73">
                        <c:v>209.68665659999999</c:v>
                      </c:pt>
                      <c:pt idx="74">
                        <c:v>209.10317610000001</c:v>
                      </c:pt>
                      <c:pt idx="75">
                        <c:v>212.3086869</c:v>
                      </c:pt>
                      <c:pt idx="76">
                        <c:v>212.39117590000001</c:v>
                      </c:pt>
                      <c:pt idx="77">
                        <c:v>229.22137459999999</c:v>
                      </c:pt>
                      <c:pt idx="78">
                        <c:v>221.7979737</c:v>
                      </c:pt>
                      <c:pt idx="79">
                        <c:v>232.7654818</c:v>
                      </c:pt>
                      <c:pt idx="80">
                        <c:v>211.96736129999999</c:v>
                      </c:pt>
                      <c:pt idx="81">
                        <c:v>210.8774875</c:v>
                      </c:pt>
                      <c:pt idx="82">
                        <c:v>213.77675540000001</c:v>
                      </c:pt>
                      <c:pt idx="83">
                        <c:v>216.2615491</c:v>
                      </c:pt>
                      <c:pt idx="84">
                        <c:v>218.9613219</c:v>
                      </c:pt>
                      <c:pt idx="85">
                        <c:v>233.52849760000001</c:v>
                      </c:pt>
                      <c:pt idx="86">
                        <c:v>235.18166059999999</c:v>
                      </c:pt>
                      <c:pt idx="87">
                        <c:v>220.19923159999999</c:v>
                      </c:pt>
                      <c:pt idx="88">
                        <c:v>218.57091969999999</c:v>
                      </c:pt>
                      <c:pt idx="89">
                        <c:v>222.14587330000001</c:v>
                      </c:pt>
                      <c:pt idx="90">
                        <c:v>224.97705999999999</c:v>
                      </c:pt>
                      <c:pt idx="91">
                        <c:v>224.05305179999999</c:v>
                      </c:pt>
                      <c:pt idx="92">
                        <c:v>237.42286849999999</c:v>
                      </c:pt>
                      <c:pt idx="93">
                        <c:v>240.32645769999999</c:v>
                      </c:pt>
                      <c:pt idx="94">
                        <c:v>215.73019840000001</c:v>
                      </c:pt>
                      <c:pt idx="95">
                        <c:v>218.46977269999999</c:v>
                      </c:pt>
                      <c:pt idx="96">
                        <c:v>221.0550915</c:v>
                      </c:pt>
                      <c:pt idx="97">
                        <c:v>211.73740359999999</c:v>
                      </c:pt>
                      <c:pt idx="98">
                        <c:v>225.74177789999999</c:v>
                      </c:pt>
                      <c:pt idx="99">
                        <c:v>232.0123327</c:v>
                      </c:pt>
                      <c:pt idx="100">
                        <c:v>237.02454230000001</c:v>
                      </c:pt>
                      <c:pt idx="101">
                        <c:v>216.8749005</c:v>
                      </c:pt>
                      <c:pt idx="102">
                        <c:v>217.46136989999999</c:v>
                      </c:pt>
                      <c:pt idx="103">
                        <c:v>218.07568950000001</c:v>
                      </c:pt>
                      <c:pt idx="104">
                        <c:v>217.80170630000001</c:v>
                      </c:pt>
                      <c:pt idx="105">
                        <c:v>221.60595359999999</c:v>
                      </c:pt>
                      <c:pt idx="106">
                        <c:v>229.4316244</c:v>
                      </c:pt>
                      <c:pt idx="107">
                        <c:v>233.5830225</c:v>
                      </c:pt>
                      <c:pt idx="108">
                        <c:v>233.83838900000001</c:v>
                      </c:pt>
                      <c:pt idx="109">
                        <c:v>217.0268274</c:v>
                      </c:pt>
                      <c:pt idx="110">
                        <c:v>217.94788299999999</c:v>
                      </c:pt>
                      <c:pt idx="111">
                        <c:v>213.7647723</c:v>
                      </c:pt>
                      <c:pt idx="112">
                        <c:v>220.03883579999999</c:v>
                      </c:pt>
                      <c:pt idx="113">
                        <c:v>233.91454210000001</c:v>
                      </c:pt>
                      <c:pt idx="114">
                        <c:v>235.85359199999999</c:v>
                      </c:pt>
                      <c:pt idx="115">
                        <c:v>216.4530666</c:v>
                      </c:pt>
                      <c:pt idx="116">
                        <c:v>217.15605489999999</c:v>
                      </c:pt>
                      <c:pt idx="117">
                        <c:v>217.59037480000001</c:v>
                      </c:pt>
                      <c:pt idx="118">
                        <c:v>217.28706070000001</c:v>
                      </c:pt>
                      <c:pt idx="119">
                        <c:v>222.8031225</c:v>
                      </c:pt>
                      <c:pt idx="120">
                        <c:v>227.92136819999999</c:v>
                      </c:pt>
                      <c:pt idx="121">
                        <c:v>235.51809399999999</c:v>
                      </c:pt>
                      <c:pt idx="122">
                        <c:v>231.15622099999999</c:v>
                      </c:pt>
                      <c:pt idx="123">
                        <c:v>226.17440439999999</c:v>
                      </c:pt>
                      <c:pt idx="124">
                        <c:v>221.21350290000001</c:v>
                      </c:pt>
                      <c:pt idx="125">
                        <c:v>219.8696956</c:v>
                      </c:pt>
                      <c:pt idx="126">
                        <c:v>226.04129409999999</c:v>
                      </c:pt>
                      <c:pt idx="127">
                        <c:v>240.69364730000001</c:v>
                      </c:pt>
                      <c:pt idx="128">
                        <c:v>239.1696182</c:v>
                      </c:pt>
                      <c:pt idx="129">
                        <c:v>219.0190757</c:v>
                      </c:pt>
                      <c:pt idx="130">
                        <c:v>222.27757560000001</c:v>
                      </c:pt>
                      <c:pt idx="131">
                        <c:v>224.53955329999999</c:v>
                      </c:pt>
                      <c:pt idx="132">
                        <c:v>226.2495089</c:v>
                      </c:pt>
                      <c:pt idx="133">
                        <c:v>227.91305399999999</c:v>
                      </c:pt>
                      <c:pt idx="134">
                        <c:v>235.30707709999999</c:v>
                      </c:pt>
                      <c:pt idx="135">
                        <c:v>242.74561109999999</c:v>
                      </c:pt>
                      <c:pt idx="136">
                        <c:v>221.7437999</c:v>
                      </c:pt>
                      <c:pt idx="137">
                        <c:v>225.5852002</c:v>
                      </c:pt>
                      <c:pt idx="138">
                        <c:v>248.54983960000001</c:v>
                      </c:pt>
                      <c:pt idx="139">
                        <c:v>221.77015510000001</c:v>
                      </c:pt>
                      <c:pt idx="140">
                        <c:v>230.5699401</c:v>
                      </c:pt>
                      <c:pt idx="141">
                        <c:v>234.95264349999999</c:v>
                      </c:pt>
                      <c:pt idx="142">
                        <c:v>240.9341872</c:v>
                      </c:pt>
                      <c:pt idx="143">
                        <c:v>225.0689443</c:v>
                      </c:pt>
                      <c:pt idx="144">
                        <c:v>228.74507679999999</c:v>
                      </c:pt>
                      <c:pt idx="145">
                        <c:v>229.03837960000001</c:v>
                      </c:pt>
                      <c:pt idx="146">
                        <c:v>230.4913215</c:v>
                      </c:pt>
                      <c:pt idx="147">
                        <c:v>235.08408800000001</c:v>
                      </c:pt>
                      <c:pt idx="148">
                        <c:v>235.4014598</c:v>
                      </c:pt>
                      <c:pt idx="149">
                        <c:v>246.95881639999999</c:v>
                      </c:pt>
                      <c:pt idx="150">
                        <c:v>231.71748310000001</c:v>
                      </c:pt>
                      <c:pt idx="151">
                        <c:v>232.24188699999999</c:v>
                      </c:pt>
                      <c:pt idx="152">
                        <c:v>233.51798199999999</c:v>
                      </c:pt>
                      <c:pt idx="153">
                        <c:v>240.39387930000001</c:v>
                      </c:pt>
                      <c:pt idx="154">
                        <c:v>239.0851299</c:v>
                      </c:pt>
                      <c:pt idx="155">
                        <c:v>243.76446999999999</c:v>
                      </c:pt>
                      <c:pt idx="156">
                        <c:v>248.25888560000001</c:v>
                      </c:pt>
                      <c:pt idx="157">
                        <c:v>232.21112260000001</c:v>
                      </c:pt>
                      <c:pt idx="158">
                        <c:v>234.36504199999999</c:v>
                      </c:pt>
                      <c:pt idx="159">
                        <c:v>234.93202650000001</c:v>
                      </c:pt>
                      <c:pt idx="160">
                        <c:v>236.7913748</c:v>
                      </c:pt>
                      <c:pt idx="161">
                        <c:v>191.2566822</c:v>
                      </c:pt>
                      <c:pt idx="162">
                        <c:v>200.68992030000001</c:v>
                      </c:pt>
                      <c:pt idx="163">
                        <c:v>197.3036137</c:v>
                      </c:pt>
                      <c:pt idx="164">
                        <c:v>222.24263569999999</c:v>
                      </c:pt>
                      <c:pt idx="165">
                        <c:v>237.37346199999999</c:v>
                      </c:pt>
                      <c:pt idx="166">
                        <c:v>239.75677429999999</c:v>
                      </c:pt>
                      <c:pt idx="167">
                        <c:v>254.66560709999999</c:v>
                      </c:pt>
                      <c:pt idx="168">
                        <c:v>239.11872460000001</c:v>
                      </c:pt>
                      <c:pt idx="169">
                        <c:v>246.42600329999999</c:v>
                      </c:pt>
                      <c:pt idx="170">
                        <c:v>250.4556868</c:v>
                      </c:pt>
                      <c:pt idx="171">
                        <c:v>234.50855000000001</c:v>
                      </c:pt>
                      <c:pt idx="172">
                        <c:v>236.73839509999999</c:v>
                      </c:pt>
                      <c:pt idx="173">
                        <c:v>238.21212080000001</c:v>
                      </c:pt>
                      <c:pt idx="174">
                        <c:v>240.36837009999999</c:v>
                      </c:pt>
                      <c:pt idx="175">
                        <c:v>241.62435210000001</c:v>
                      </c:pt>
                      <c:pt idx="176">
                        <c:v>247.7407498</c:v>
                      </c:pt>
                      <c:pt idx="177">
                        <c:v>252.3129375</c:v>
                      </c:pt>
                      <c:pt idx="178">
                        <c:v>235.48683800000001</c:v>
                      </c:pt>
                      <c:pt idx="179">
                        <c:v>236.2781549</c:v>
                      </c:pt>
                      <c:pt idx="180">
                        <c:v>240.420705</c:v>
                      </c:pt>
                      <c:pt idx="181">
                        <c:v>246.10287170000001</c:v>
                      </c:pt>
                      <c:pt idx="182">
                        <c:v>242.11564150000001</c:v>
                      </c:pt>
                      <c:pt idx="183">
                        <c:v>248.37094959999999</c:v>
                      </c:pt>
                      <c:pt idx="184">
                        <c:v>255.28283260000001</c:v>
                      </c:pt>
                      <c:pt idx="185">
                        <c:v>238.8294104</c:v>
                      </c:pt>
                      <c:pt idx="186">
                        <c:v>240.4672582</c:v>
                      </c:pt>
                      <c:pt idx="187">
                        <c:v>241.7804083</c:v>
                      </c:pt>
                      <c:pt idx="188">
                        <c:v>257.04777380000002</c:v>
                      </c:pt>
                      <c:pt idx="189">
                        <c:v>248.51980349999999</c:v>
                      </c:pt>
                      <c:pt idx="190">
                        <c:v>249.36962869999999</c:v>
                      </c:pt>
                      <c:pt idx="191">
                        <c:v>251.7792225</c:v>
                      </c:pt>
                      <c:pt idx="192">
                        <c:v>240.8869972</c:v>
                      </c:pt>
                      <c:pt idx="193">
                        <c:v>242.7109414</c:v>
                      </c:pt>
                      <c:pt idx="194">
                        <c:v>236.99245790000001</c:v>
                      </c:pt>
                      <c:pt idx="195">
                        <c:v>253.11333970000001</c:v>
                      </c:pt>
                      <c:pt idx="196">
                        <c:v>235.1909852</c:v>
                      </c:pt>
                      <c:pt idx="197">
                        <c:v>251.3622877</c:v>
                      </c:pt>
                      <c:pt idx="198">
                        <c:v>245.3926467</c:v>
                      </c:pt>
                      <c:pt idx="199">
                        <c:v>228.08625280000001</c:v>
                      </c:pt>
                      <c:pt idx="200">
                        <c:v>229.9230647</c:v>
                      </c:pt>
                      <c:pt idx="201">
                        <c:v>228.48750190000001</c:v>
                      </c:pt>
                      <c:pt idx="202">
                        <c:v>233.4760794</c:v>
                      </c:pt>
                      <c:pt idx="203">
                        <c:v>237.22522240000001</c:v>
                      </c:pt>
                      <c:pt idx="204">
                        <c:v>246.33773020000001</c:v>
                      </c:pt>
                      <c:pt idx="205">
                        <c:v>254.08731589999999</c:v>
                      </c:pt>
                      <c:pt idx="206">
                        <c:v>241.9427857</c:v>
                      </c:pt>
                      <c:pt idx="207">
                        <c:v>237.42580459999999</c:v>
                      </c:pt>
                      <c:pt idx="208">
                        <c:v>243.48512099999999</c:v>
                      </c:pt>
                      <c:pt idx="209">
                        <c:v>258.81799089999998</c:v>
                      </c:pt>
                      <c:pt idx="210">
                        <c:v>242.08761670000001</c:v>
                      </c:pt>
                      <c:pt idx="211">
                        <c:v>248.46041750000001</c:v>
                      </c:pt>
                      <c:pt idx="212">
                        <c:v>257.43729860000002</c:v>
                      </c:pt>
                      <c:pt idx="213">
                        <c:v>239.66328490000001</c:v>
                      </c:pt>
                      <c:pt idx="214">
                        <c:v>237.68020369999999</c:v>
                      </c:pt>
                      <c:pt idx="215">
                        <c:v>234.12433039999999</c:v>
                      </c:pt>
                      <c:pt idx="216">
                        <c:v>238.603655</c:v>
                      </c:pt>
                      <c:pt idx="217">
                        <c:v>238.94068859999999</c:v>
                      </c:pt>
                      <c:pt idx="218">
                        <c:v>250.20600949999999</c:v>
                      </c:pt>
                      <c:pt idx="219">
                        <c:v>257.0210151</c:v>
                      </c:pt>
                      <c:pt idx="220">
                        <c:v>239.12938310000001</c:v>
                      </c:pt>
                      <c:pt idx="221">
                        <c:v>242.9900375</c:v>
                      </c:pt>
                      <c:pt idx="222">
                        <c:v>239.24680770000001</c:v>
                      </c:pt>
                      <c:pt idx="223">
                        <c:v>240.41364659999999</c:v>
                      </c:pt>
                      <c:pt idx="224">
                        <c:v>243.46456319999999</c:v>
                      </c:pt>
                      <c:pt idx="225">
                        <c:v>253.7317391</c:v>
                      </c:pt>
                      <c:pt idx="226">
                        <c:v>268.3157233</c:v>
                      </c:pt>
                      <c:pt idx="227">
                        <c:v>235.1914404</c:v>
                      </c:pt>
                      <c:pt idx="228">
                        <c:v>241.05389640000001</c:v>
                      </c:pt>
                      <c:pt idx="229">
                        <c:v>267.05207339999998</c:v>
                      </c:pt>
                      <c:pt idx="230">
                        <c:v>239.76622159999999</c:v>
                      </c:pt>
                      <c:pt idx="231">
                        <c:v>240.51240720000001</c:v>
                      </c:pt>
                      <c:pt idx="232">
                        <c:v>253.08171590000001</c:v>
                      </c:pt>
                      <c:pt idx="233">
                        <c:v>264.34884599999998</c:v>
                      </c:pt>
                      <c:pt idx="234">
                        <c:v>238.36942569999999</c:v>
                      </c:pt>
                      <c:pt idx="235">
                        <c:v>235.41312350000001</c:v>
                      </c:pt>
                      <c:pt idx="236">
                        <c:v>241.67360619999999</c:v>
                      </c:pt>
                      <c:pt idx="237">
                        <c:v>247.63351950000001</c:v>
                      </c:pt>
                      <c:pt idx="238">
                        <c:v>245.0934092</c:v>
                      </c:pt>
                      <c:pt idx="239">
                        <c:v>260.01105239999998</c:v>
                      </c:pt>
                      <c:pt idx="240">
                        <c:v>267.37151879999999</c:v>
                      </c:pt>
                      <c:pt idx="241">
                        <c:v>253.50554539999999</c:v>
                      </c:pt>
                      <c:pt idx="242">
                        <c:v>248.72081589999999</c:v>
                      </c:pt>
                      <c:pt idx="243">
                        <c:v>247.1369162</c:v>
                      </c:pt>
                      <c:pt idx="244">
                        <c:v>254.99673250000001</c:v>
                      </c:pt>
                      <c:pt idx="245">
                        <c:v>252.1167968</c:v>
                      </c:pt>
                      <c:pt idx="246">
                        <c:v>258.88498550000003</c:v>
                      </c:pt>
                      <c:pt idx="247">
                        <c:v>272.16703919999998</c:v>
                      </c:pt>
                      <c:pt idx="248">
                        <c:v>250.4078805</c:v>
                      </c:pt>
                      <c:pt idx="249">
                        <c:v>251.5251069</c:v>
                      </c:pt>
                      <c:pt idx="250">
                        <c:v>251.38878740000001</c:v>
                      </c:pt>
                      <c:pt idx="251">
                        <c:v>253.5379776</c:v>
                      </c:pt>
                      <c:pt idx="252">
                        <c:v>254.5481772</c:v>
                      </c:pt>
                      <c:pt idx="253">
                        <c:v>260.1824269</c:v>
                      </c:pt>
                      <c:pt idx="254">
                        <c:v>263.63538840000001</c:v>
                      </c:pt>
                      <c:pt idx="255">
                        <c:v>266.72276040000003</c:v>
                      </c:pt>
                      <c:pt idx="256">
                        <c:v>245.673452</c:v>
                      </c:pt>
                      <c:pt idx="257">
                        <c:v>247.6243647</c:v>
                      </c:pt>
                      <c:pt idx="258">
                        <c:v>249.0828688</c:v>
                      </c:pt>
                      <c:pt idx="259">
                        <c:v>248.5799006</c:v>
                      </c:pt>
                      <c:pt idx="260">
                        <c:v>260.46338580000003</c:v>
                      </c:pt>
                      <c:pt idx="261">
                        <c:v>268.1852715</c:v>
                      </c:pt>
                      <c:pt idx="262">
                        <c:v>245.51199840000001</c:v>
                      </c:pt>
                      <c:pt idx="263">
                        <c:v>243.30317919999999</c:v>
                      </c:pt>
                      <c:pt idx="264">
                        <c:v>245.1980174</c:v>
                      </c:pt>
                      <c:pt idx="265">
                        <c:v>248.883118</c:v>
                      </c:pt>
                      <c:pt idx="266">
                        <c:v>249.8105631</c:v>
                      </c:pt>
                      <c:pt idx="267">
                        <c:v>261.58811930000002</c:v>
                      </c:pt>
                      <c:pt idx="268">
                        <c:v>265.64013119999998</c:v>
                      </c:pt>
                      <c:pt idx="269">
                        <c:v>247.18349330000001</c:v>
                      </c:pt>
                      <c:pt idx="270">
                        <c:v>248.99781089999999</c:v>
                      </c:pt>
                      <c:pt idx="271">
                        <c:v>264.98792329999998</c:v>
                      </c:pt>
                      <c:pt idx="272">
                        <c:v>252.84713679999999</c:v>
                      </c:pt>
                      <c:pt idx="273">
                        <c:v>256.70705670000001</c:v>
                      </c:pt>
                      <c:pt idx="274">
                        <c:v>271.1121033</c:v>
                      </c:pt>
                      <c:pt idx="275">
                        <c:v>271.34689639999999</c:v>
                      </c:pt>
                      <c:pt idx="276">
                        <c:v>252.8135011</c:v>
                      </c:pt>
                      <c:pt idx="277">
                        <c:v>256.6251575</c:v>
                      </c:pt>
                      <c:pt idx="278">
                        <c:v>265.02528080000002</c:v>
                      </c:pt>
                      <c:pt idx="279">
                        <c:v>255.65631339999999</c:v>
                      </c:pt>
                      <c:pt idx="280">
                        <c:v>256.54600579999999</c:v>
                      </c:pt>
                      <c:pt idx="281">
                        <c:v>268.8529446</c:v>
                      </c:pt>
                      <c:pt idx="282">
                        <c:v>275.1461425</c:v>
                      </c:pt>
                      <c:pt idx="283">
                        <c:v>252.4269309</c:v>
                      </c:pt>
                      <c:pt idx="284">
                        <c:v>254.10626819999999</c:v>
                      </c:pt>
                      <c:pt idx="285">
                        <c:v>277.70625030000002</c:v>
                      </c:pt>
                      <c:pt idx="286">
                        <c:v>254.59982149999999</c:v>
                      </c:pt>
                      <c:pt idx="287">
                        <c:v>269.3079644</c:v>
                      </c:pt>
                      <c:pt idx="288">
                        <c:v>266.70991459999999</c:v>
                      </c:pt>
                      <c:pt idx="289">
                        <c:v>274.90140300000002</c:v>
                      </c:pt>
                      <c:pt idx="290">
                        <c:v>251.42242590000001</c:v>
                      </c:pt>
                      <c:pt idx="291">
                        <c:v>251.44772510000001</c:v>
                      </c:pt>
                      <c:pt idx="292">
                        <c:v>258.8267128</c:v>
                      </c:pt>
                      <c:pt idx="293">
                        <c:v>251.31424820000001</c:v>
                      </c:pt>
                      <c:pt idx="294">
                        <c:v>252.41762729999999</c:v>
                      </c:pt>
                      <c:pt idx="295">
                        <c:v>256.44071179999997</c:v>
                      </c:pt>
                      <c:pt idx="296">
                        <c:v>251.33115760000001</c:v>
                      </c:pt>
                      <c:pt idx="297">
                        <c:v>252.75829279999999</c:v>
                      </c:pt>
                      <c:pt idx="298">
                        <c:v>256.07894549999997</c:v>
                      </c:pt>
                      <c:pt idx="299">
                        <c:v>245.01872879999999</c:v>
                      </c:pt>
                      <c:pt idx="300">
                        <c:v>249.208789</c:v>
                      </c:pt>
                      <c:pt idx="301">
                        <c:v>256.00577720000001</c:v>
                      </c:pt>
                      <c:pt idx="302">
                        <c:v>259.90006340000002</c:v>
                      </c:pt>
                      <c:pt idx="303">
                        <c:v>261.25698540000002</c:v>
                      </c:pt>
                      <c:pt idx="304">
                        <c:v>250.04497889999999</c:v>
                      </c:pt>
                      <c:pt idx="305">
                        <c:v>250.3867554</c:v>
                      </c:pt>
                      <c:pt idx="306">
                        <c:v>254.82555529999999</c:v>
                      </c:pt>
                      <c:pt idx="307">
                        <c:v>255.8609663</c:v>
                      </c:pt>
                      <c:pt idx="308">
                        <c:v>260.12833210000002</c:v>
                      </c:pt>
                      <c:pt idx="309">
                        <c:v>269.3096319</c:v>
                      </c:pt>
                      <c:pt idx="310">
                        <c:v>272.30802899999998</c:v>
                      </c:pt>
                      <c:pt idx="311">
                        <c:v>256.5377646</c:v>
                      </c:pt>
                      <c:pt idx="312">
                        <c:v>257.9078667</c:v>
                      </c:pt>
                      <c:pt idx="313">
                        <c:v>254.48623860000001</c:v>
                      </c:pt>
                      <c:pt idx="314">
                        <c:v>254.2348514</c:v>
                      </c:pt>
                      <c:pt idx="315">
                        <c:v>284.32806019999998</c:v>
                      </c:pt>
                      <c:pt idx="316">
                        <c:v>274.23772430000002</c:v>
                      </c:pt>
                      <c:pt idx="317">
                        <c:v>271.9420399</c:v>
                      </c:pt>
                      <c:pt idx="318">
                        <c:v>251.21298279999999</c:v>
                      </c:pt>
                      <c:pt idx="319">
                        <c:v>252.878995</c:v>
                      </c:pt>
                      <c:pt idx="320">
                        <c:v>249.69932399999999</c:v>
                      </c:pt>
                      <c:pt idx="321">
                        <c:v>252.7718926</c:v>
                      </c:pt>
                      <c:pt idx="322">
                        <c:v>255.18483620000001</c:v>
                      </c:pt>
                      <c:pt idx="323">
                        <c:v>268.28882270000003</c:v>
                      </c:pt>
                      <c:pt idx="324">
                        <c:v>278.61969720000002</c:v>
                      </c:pt>
                      <c:pt idx="325">
                        <c:v>257.23223109999998</c:v>
                      </c:pt>
                      <c:pt idx="326">
                        <c:v>256.9314273</c:v>
                      </c:pt>
                      <c:pt idx="327">
                        <c:v>274.13627159999999</c:v>
                      </c:pt>
                      <c:pt idx="328">
                        <c:v>258.41835759999998</c:v>
                      </c:pt>
                      <c:pt idx="329">
                        <c:v>265.76594130000001</c:v>
                      </c:pt>
                      <c:pt idx="330">
                        <c:v>277.39867720000001</c:v>
                      </c:pt>
                      <c:pt idx="331">
                        <c:v>279.48295050000002</c:v>
                      </c:pt>
                      <c:pt idx="332">
                        <c:v>257.63529740000001</c:v>
                      </c:pt>
                      <c:pt idx="333">
                        <c:v>257.3931364</c:v>
                      </c:pt>
                      <c:pt idx="334">
                        <c:v>257.54650609999999</c:v>
                      </c:pt>
                      <c:pt idx="335">
                        <c:v>254.920333</c:v>
                      </c:pt>
                      <c:pt idx="336">
                        <c:v>265.91888310000002</c:v>
                      </c:pt>
                      <c:pt idx="337">
                        <c:v>276.0573966</c:v>
                      </c:pt>
                      <c:pt idx="338">
                        <c:v>278.41558939999999</c:v>
                      </c:pt>
                      <c:pt idx="339">
                        <c:v>254.91939020000001</c:v>
                      </c:pt>
                      <c:pt idx="340">
                        <c:v>253.47628030000001</c:v>
                      </c:pt>
                      <c:pt idx="341">
                        <c:v>259.75501910000003</c:v>
                      </c:pt>
                      <c:pt idx="342">
                        <c:v>269.06791670000001</c:v>
                      </c:pt>
                      <c:pt idx="343">
                        <c:v>260.3070826</c:v>
                      </c:pt>
                      <c:pt idx="344">
                        <c:v>253.91576130000001</c:v>
                      </c:pt>
                      <c:pt idx="345">
                        <c:v>268.66704249999998</c:v>
                      </c:pt>
                      <c:pt idx="346">
                        <c:v>263.89599629999998</c:v>
                      </c:pt>
                      <c:pt idx="347">
                        <c:v>259.53820560000003</c:v>
                      </c:pt>
                      <c:pt idx="348">
                        <c:v>259.04210260000002</c:v>
                      </c:pt>
                      <c:pt idx="349">
                        <c:v>257.48916730000002</c:v>
                      </c:pt>
                      <c:pt idx="350">
                        <c:v>260.39574099999999</c:v>
                      </c:pt>
                      <c:pt idx="351">
                        <c:v>270.81363190000002</c:v>
                      </c:pt>
                      <c:pt idx="352">
                        <c:v>277.54595180000001</c:v>
                      </c:pt>
                      <c:pt idx="353">
                        <c:v>256.99408469999997</c:v>
                      </c:pt>
                      <c:pt idx="354">
                        <c:v>259.26719020000002</c:v>
                      </c:pt>
                      <c:pt idx="355">
                        <c:v>255.85499909999999</c:v>
                      </c:pt>
                      <c:pt idx="356">
                        <c:v>258.91611519999998</c:v>
                      </c:pt>
                      <c:pt idx="357">
                        <c:v>262.41586180000002</c:v>
                      </c:pt>
                      <c:pt idx="358">
                        <c:v>275.58468090000002</c:v>
                      </c:pt>
                      <c:pt idx="359">
                        <c:v>282.87245080000002</c:v>
                      </c:pt>
                      <c:pt idx="360">
                        <c:v>262.4800467</c:v>
                      </c:pt>
                      <c:pt idx="361">
                        <c:v>258.56789279999998</c:v>
                      </c:pt>
                      <c:pt idx="362">
                        <c:v>258.52496209999998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3-D1D2-4C14-8A94-855B902BB9C4}"/>
                  </c:ext>
                </c:extLst>
              </c15:ser>
            </c15:filteredLineSeries>
            <c15:filteredLine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Sheet1!$F$1</c15:sqref>
                        </c15:formulaRef>
                      </c:ext>
                    </c:extLst>
                    <c:strCache>
                      <c:ptCount val="1"/>
                      <c:pt idx="0">
                        <c:v>GAM Region</c:v>
                      </c:pt>
                    </c:strCache>
                  </c:strRef>
                </c:tx>
                <c:spPr>
                  <a:ln w="28575" cap="rnd">
                    <a:solidFill>
                      <a:schemeClr val="accent5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Sheet1!$A$2:$A$364</c15:sqref>
                        </c15:formulaRef>
                      </c:ext>
                    </c:extLst>
                    <c:numCache>
                      <c:formatCode>m/d/yyyy</c:formatCode>
                      <c:ptCount val="363"/>
                      <c:pt idx="0">
                        <c:v>45828</c:v>
                      </c:pt>
                      <c:pt idx="1">
                        <c:v>45829</c:v>
                      </c:pt>
                      <c:pt idx="2">
                        <c:v>45830</c:v>
                      </c:pt>
                      <c:pt idx="3">
                        <c:v>45831</c:v>
                      </c:pt>
                      <c:pt idx="4">
                        <c:v>45832</c:v>
                      </c:pt>
                      <c:pt idx="5">
                        <c:v>45833</c:v>
                      </c:pt>
                      <c:pt idx="6">
                        <c:v>45834</c:v>
                      </c:pt>
                      <c:pt idx="7">
                        <c:v>45835</c:v>
                      </c:pt>
                      <c:pt idx="8">
                        <c:v>45836</c:v>
                      </c:pt>
                      <c:pt idx="9">
                        <c:v>45837</c:v>
                      </c:pt>
                      <c:pt idx="10">
                        <c:v>45838</c:v>
                      </c:pt>
                      <c:pt idx="11">
                        <c:v>45839</c:v>
                      </c:pt>
                      <c:pt idx="12">
                        <c:v>45840</c:v>
                      </c:pt>
                      <c:pt idx="13">
                        <c:v>45841</c:v>
                      </c:pt>
                      <c:pt idx="14">
                        <c:v>45842</c:v>
                      </c:pt>
                      <c:pt idx="15">
                        <c:v>45843</c:v>
                      </c:pt>
                      <c:pt idx="16">
                        <c:v>45844</c:v>
                      </c:pt>
                      <c:pt idx="17">
                        <c:v>45845</c:v>
                      </c:pt>
                      <c:pt idx="18">
                        <c:v>45846</c:v>
                      </c:pt>
                      <c:pt idx="19">
                        <c:v>45847</c:v>
                      </c:pt>
                      <c:pt idx="20">
                        <c:v>45848</c:v>
                      </c:pt>
                      <c:pt idx="21">
                        <c:v>45849</c:v>
                      </c:pt>
                      <c:pt idx="22">
                        <c:v>45850</c:v>
                      </c:pt>
                      <c:pt idx="23">
                        <c:v>45851</c:v>
                      </c:pt>
                      <c:pt idx="24">
                        <c:v>45852</c:v>
                      </c:pt>
                      <c:pt idx="25">
                        <c:v>45853</c:v>
                      </c:pt>
                      <c:pt idx="26">
                        <c:v>45854</c:v>
                      </c:pt>
                      <c:pt idx="27">
                        <c:v>45855</c:v>
                      </c:pt>
                      <c:pt idx="28">
                        <c:v>45856</c:v>
                      </c:pt>
                      <c:pt idx="29">
                        <c:v>45857</c:v>
                      </c:pt>
                      <c:pt idx="30">
                        <c:v>45858</c:v>
                      </c:pt>
                      <c:pt idx="31">
                        <c:v>45859</c:v>
                      </c:pt>
                      <c:pt idx="32">
                        <c:v>45860</c:v>
                      </c:pt>
                      <c:pt idx="33">
                        <c:v>45861</c:v>
                      </c:pt>
                      <c:pt idx="34">
                        <c:v>45862</c:v>
                      </c:pt>
                      <c:pt idx="35">
                        <c:v>45863</c:v>
                      </c:pt>
                      <c:pt idx="36">
                        <c:v>45864</c:v>
                      </c:pt>
                      <c:pt idx="37">
                        <c:v>45865</c:v>
                      </c:pt>
                      <c:pt idx="38">
                        <c:v>45866</c:v>
                      </c:pt>
                      <c:pt idx="39">
                        <c:v>45867</c:v>
                      </c:pt>
                      <c:pt idx="40">
                        <c:v>45868</c:v>
                      </c:pt>
                      <c:pt idx="41">
                        <c:v>45869</c:v>
                      </c:pt>
                      <c:pt idx="42">
                        <c:v>45870</c:v>
                      </c:pt>
                      <c:pt idx="43">
                        <c:v>45871</c:v>
                      </c:pt>
                      <c:pt idx="44">
                        <c:v>45872</c:v>
                      </c:pt>
                      <c:pt idx="45">
                        <c:v>45873</c:v>
                      </c:pt>
                      <c:pt idx="46">
                        <c:v>45874</c:v>
                      </c:pt>
                      <c:pt idx="47">
                        <c:v>45875</c:v>
                      </c:pt>
                      <c:pt idx="48">
                        <c:v>45876</c:v>
                      </c:pt>
                      <c:pt idx="49">
                        <c:v>45877</c:v>
                      </c:pt>
                      <c:pt idx="50">
                        <c:v>45878</c:v>
                      </c:pt>
                      <c:pt idx="51">
                        <c:v>45879</c:v>
                      </c:pt>
                      <c:pt idx="52">
                        <c:v>45880</c:v>
                      </c:pt>
                      <c:pt idx="53">
                        <c:v>45881</c:v>
                      </c:pt>
                      <c:pt idx="54">
                        <c:v>45882</c:v>
                      </c:pt>
                      <c:pt idx="55">
                        <c:v>45883</c:v>
                      </c:pt>
                      <c:pt idx="56">
                        <c:v>45884</c:v>
                      </c:pt>
                      <c:pt idx="57">
                        <c:v>45885</c:v>
                      </c:pt>
                      <c:pt idx="58">
                        <c:v>45886</c:v>
                      </c:pt>
                      <c:pt idx="59">
                        <c:v>45887</c:v>
                      </c:pt>
                      <c:pt idx="60">
                        <c:v>45888</c:v>
                      </c:pt>
                      <c:pt idx="61">
                        <c:v>45889</c:v>
                      </c:pt>
                      <c:pt idx="62">
                        <c:v>45890</c:v>
                      </c:pt>
                      <c:pt idx="63">
                        <c:v>45891</c:v>
                      </c:pt>
                      <c:pt idx="64">
                        <c:v>45892</c:v>
                      </c:pt>
                      <c:pt idx="65">
                        <c:v>45893</c:v>
                      </c:pt>
                      <c:pt idx="66">
                        <c:v>45894</c:v>
                      </c:pt>
                      <c:pt idx="67">
                        <c:v>45895</c:v>
                      </c:pt>
                      <c:pt idx="68">
                        <c:v>45896</c:v>
                      </c:pt>
                      <c:pt idx="69">
                        <c:v>45897</c:v>
                      </c:pt>
                      <c:pt idx="70">
                        <c:v>45898</c:v>
                      </c:pt>
                      <c:pt idx="71">
                        <c:v>45899</c:v>
                      </c:pt>
                      <c:pt idx="72">
                        <c:v>45900</c:v>
                      </c:pt>
                      <c:pt idx="73">
                        <c:v>45901</c:v>
                      </c:pt>
                      <c:pt idx="74">
                        <c:v>45902</c:v>
                      </c:pt>
                      <c:pt idx="75">
                        <c:v>45903</c:v>
                      </c:pt>
                      <c:pt idx="76">
                        <c:v>45904</c:v>
                      </c:pt>
                      <c:pt idx="77">
                        <c:v>45905</c:v>
                      </c:pt>
                      <c:pt idx="78">
                        <c:v>45906</c:v>
                      </c:pt>
                      <c:pt idx="79">
                        <c:v>45907</c:v>
                      </c:pt>
                      <c:pt idx="80">
                        <c:v>45908</c:v>
                      </c:pt>
                      <c:pt idx="81">
                        <c:v>45909</c:v>
                      </c:pt>
                      <c:pt idx="82">
                        <c:v>45910</c:v>
                      </c:pt>
                      <c:pt idx="83">
                        <c:v>45911</c:v>
                      </c:pt>
                      <c:pt idx="84">
                        <c:v>45912</c:v>
                      </c:pt>
                      <c:pt idx="85">
                        <c:v>45913</c:v>
                      </c:pt>
                      <c:pt idx="86">
                        <c:v>45914</c:v>
                      </c:pt>
                      <c:pt idx="87">
                        <c:v>45915</c:v>
                      </c:pt>
                      <c:pt idx="88">
                        <c:v>45916</c:v>
                      </c:pt>
                      <c:pt idx="89">
                        <c:v>45917</c:v>
                      </c:pt>
                      <c:pt idx="90">
                        <c:v>45918</c:v>
                      </c:pt>
                      <c:pt idx="91">
                        <c:v>45919</c:v>
                      </c:pt>
                      <c:pt idx="92">
                        <c:v>45920</c:v>
                      </c:pt>
                      <c:pt idx="93">
                        <c:v>45921</c:v>
                      </c:pt>
                      <c:pt idx="94">
                        <c:v>45922</c:v>
                      </c:pt>
                      <c:pt idx="95">
                        <c:v>45923</c:v>
                      </c:pt>
                      <c:pt idx="96">
                        <c:v>45924</c:v>
                      </c:pt>
                      <c:pt idx="97">
                        <c:v>45925</c:v>
                      </c:pt>
                      <c:pt idx="98">
                        <c:v>45926</c:v>
                      </c:pt>
                      <c:pt idx="99">
                        <c:v>45927</c:v>
                      </c:pt>
                      <c:pt idx="100">
                        <c:v>45928</c:v>
                      </c:pt>
                      <c:pt idx="101">
                        <c:v>45929</c:v>
                      </c:pt>
                      <c:pt idx="102">
                        <c:v>45930</c:v>
                      </c:pt>
                      <c:pt idx="103">
                        <c:v>45931</c:v>
                      </c:pt>
                      <c:pt idx="104">
                        <c:v>45932</c:v>
                      </c:pt>
                      <c:pt idx="105">
                        <c:v>45933</c:v>
                      </c:pt>
                      <c:pt idx="106">
                        <c:v>45934</c:v>
                      </c:pt>
                      <c:pt idx="107">
                        <c:v>45935</c:v>
                      </c:pt>
                      <c:pt idx="108">
                        <c:v>45936</c:v>
                      </c:pt>
                      <c:pt idx="109">
                        <c:v>45937</c:v>
                      </c:pt>
                      <c:pt idx="110">
                        <c:v>45938</c:v>
                      </c:pt>
                      <c:pt idx="111">
                        <c:v>45939</c:v>
                      </c:pt>
                      <c:pt idx="112">
                        <c:v>45940</c:v>
                      </c:pt>
                      <c:pt idx="113">
                        <c:v>45941</c:v>
                      </c:pt>
                      <c:pt idx="114">
                        <c:v>45942</c:v>
                      </c:pt>
                      <c:pt idx="115">
                        <c:v>45943</c:v>
                      </c:pt>
                      <c:pt idx="116">
                        <c:v>45944</c:v>
                      </c:pt>
                      <c:pt idx="117">
                        <c:v>45945</c:v>
                      </c:pt>
                      <c:pt idx="118">
                        <c:v>45946</c:v>
                      </c:pt>
                      <c:pt idx="119">
                        <c:v>45947</c:v>
                      </c:pt>
                      <c:pt idx="120">
                        <c:v>45948</c:v>
                      </c:pt>
                      <c:pt idx="121">
                        <c:v>45949</c:v>
                      </c:pt>
                      <c:pt idx="122">
                        <c:v>45950</c:v>
                      </c:pt>
                      <c:pt idx="123">
                        <c:v>45951</c:v>
                      </c:pt>
                      <c:pt idx="124">
                        <c:v>45952</c:v>
                      </c:pt>
                      <c:pt idx="125">
                        <c:v>45953</c:v>
                      </c:pt>
                      <c:pt idx="126">
                        <c:v>45954</c:v>
                      </c:pt>
                      <c:pt idx="127">
                        <c:v>45955</c:v>
                      </c:pt>
                      <c:pt idx="128">
                        <c:v>45956</c:v>
                      </c:pt>
                      <c:pt idx="129">
                        <c:v>45957</c:v>
                      </c:pt>
                      <c:pt idx="130">
                        <c:v>45958</c:v>
                      </c:pt>
                      <c:pt idx="131">
                        <c:v>45959</c:v>
                      </c:pt>
                      <c:pt idx="132">
                        <c:v>45960</c:v>
                      </c:pt>
                      <c:pt idx="133">
                        <c:v>45961</c:v>
                      </c:pt>
                      <c:pt idx="134">
                        <c:v>45962</c:v>
                      </c:pt>
                      <c:pt idx="135">
                        <c:v>45963</c:v>
                      </c:pt>
                      <c:pt idx="136">
                        <c:v>45964</c:v>
                      </c:pt>
                      <c:pt idx="137">
                        <c:v>45965</c:v>
                      </c:pt>
                      <c:pt idx="138">
                        <c:v>45966</c:v>
                      </c:pt>
                      <c:pt idx="139">
                        <c:v>45967</c:v>
                      </c:pt>
                      <c:pt idx="140">
                        <c:v>45968</c:v>
                      </c:pt>
                      <c:pt idx="141">
                        <c:v>45969</c:v>
                      </c:pt>
                      <c:pt idx="142">
                        <c:v>45970</c:v>
                      </c:pt>
                      <c:pt idx="143">
                        <c:v>45971</c:v>
                      </c:pt>
                      <c:pt idx="144">
                        <c:v>45972</c:v>
                      </c:pt>
                      <c:pt idx="145">
                        <c:v>45973</c:v>
                      </c:pt>
                      <c:pt idx="146">
                        <c:v>45974</c:v>
                      </c:pt>
                      <c:pt idx="147">
                        <c:v>45975</c:v>
                      </c:pt>
                      <c:pt idx="148">
                        <c:v>45976</c:v>
                      </c:pt>
                      <c:pt idx="149">
                        <c:v>45977</c:v>
                      </c:pt>
                      <c:pt idx="150">
                        <c:v>45978</c:v>
                      </c:pt>
                      <c:pt idx="151">
                        <c:v>45979</c:v>
                      </c:pt>
                      <c:pt idx="152">
                        <c:v>45980</c:v>
                      </c:pt>
                      <c:pt idx="153">
                        <c:v>45981</c:v>
                      </c:pt>
                      <c:pt idx="154">
                        <c:v>45982</c:v>
                      </c:pt>
                      <c:pt idx="155">
                        <c:v>45983</c:v>
                      </c:pt>
                      <c:pt idx="156">
                        <c:v>45984</c:v>
                      </c:pt>
                      <c:pt idx="157">
                        <c:v>45985</c:v>
                      </c:pt>
                      <c:pt idx="158">
                        <c:v>45986</c:v>
                      </c:pt>
                      <c:pt idx="159">
                        <c:v>45987</c:v>
                      </c:pt>
                      <c:pt idx="160">
                        <c:v>45988</c:v>
                      </c:pt>
                      <c:pt idx="161">
                        <c:v>45989</c:v>
                      </c:pt>
                      <c:pt idx="162">
                        <c:v>45990</c:v>
                      </c:pt>
                      <c:pt idx="163">
                        <c:v>45991</c:v>
                      </c:pt>
                      <c:pt idx="164">
                        <c:v>45992</c:v>
                      </c:pt>
                      <c:pt idx="165">
                        <c:v>45993</c:v>
                      </c:pt>
                      <c:pt idx="166">
                        <c:v>45994</c:v>
                      </c:pt>
                      <c:pt idx="167">
                        <c:v>45995</c:v>
                      </c:pt>
                      <c:pt idx="168">
                        <c:v>45996</c:v>
                      </c:pt>
                      <c:pt idx="169">
                        <c:v>45997</c:v>
                      </c:pt>
                      <c:pt idx="170">
                        <c:v>45998</c:v>
                      </c:pt>
                      <c:pt idx="171">
                        <c:v>45999</c:v>
                      </c:pt>
                      <c:pt idx="172">
                        <c:v>46000</c:v>
                      </c:pt>
                      <c:pt idx="173">
                        <c:v>46001</c:v>
                      </c:pt>
                      <c:pt idx="174">
                        <c:v>46002</c:v>
                      </c:pt>
                      <c:pt idx="175">
                        <c:v>46003</c:v>
                      </c:pt>
                      <c:pt idx="176">
                        <c:v>46004</c:v>
                      </c:pt>
                      <c:pt idx="177">
                        <c:v>46005</c:v>
                      </c:pt>
                      <c:pt idx="178">
                        <c:v>46006</c:v>
                      </c:pt>
                      <c:pt idx="179">
                        <c:v>46007</c:v>
                      </c:pt>
                      <c:pt idx="180">
                        <c:v>46008</c:v>
                      </c:pt>
                      <c:pt idx="181">
                        <c:v>46009</c:v>
                      </c:pt>
                      <c:pt idx="182">
                        <c:v>46010</c:v>
                      </c:pt>
                      <c:pt idx="183">
                        <c:v>46011</c:v>
                      </c:pt>
                      <c:pt idx="184">
                        <c:v>46012</c:v>
                      </c:pt>
                      <c:pt idx="185">
                        <c:v>46013</c:v>
                      </c:pt>
                      <c:pt idx="186">
                        <c:v>46014</c:v>
                      </c:pt>
                      <c:pt idx="187">
                        <c:v>46015</c:v>
                      </c:pt>
                      <c:pt idx="188">
                        <c:v>46016</c:v>
                      </c:pt>
                      <c:pt idx="189">
                        <c:v>46017</c:v>
                      </c:pt>
                      <c:pt idx="190">
                        <c:v>46018</c:v>
                      </c:pt>
                      <c:pt idx="191">
                        <c:v>46019</c:v>
                      </c:pt>
                      <c:pt idx="192">
                        <c:v>46020</c:v>
                      </c:pt>
                      <c:pt idx="193">
                        <c:v>46021</c:v>
                      </c:pt>
                      <c:pt idx="194">
                        <c:v>46022</c:v>
                      </c:pt>
                      <c:pt idx="195">
                        <c:v>46023</c:v>
                      </c:pt>
                      <c:pt idx="196">
                        <c:v>46024</c:v>
                      </c:pt>
                      <c:pt idx="197">
                        <c:v>46025</c:v>
                      </c:pt>
                      <c:pt idx="198">
                        <c:v>46026</c:v>
                      </c:pt>
                      <c:pt idx="199">
                        <c:v>46027</c:v>
                      </c:pt>
                      <c:pt idx="200">
                        <c:v>46028</c:v>
                      </c:pt>
                      <c:pt idx="201">
                        <c:v>46029</c:v>
                      </c:pt>
                      <c:pt idx="202">
                        <c:v>46030</c:v>
                      </c:pt>
                      <c:pt idx="203">
                        <c:v>46031</c:v>
                      </c:pt>
                      <c:pt idx="204">
                        <c:v>46032</c:v>
                      </c:pt>
                      <c:pt idx="205">
                        <c:v>46033</c:v>
                      </c:pt>
                      <c:pt idx="206">
                        <c:v>46034</c:v>
                      </c:pt>
                      <c:pt idx="207">
                        <c:v>46035</c:v>
                      </c:pt>
                      <c:pt idx="208">
                        <c:v>46036</c:v>
                      </c:pt>
                      <c:pt idx="209">
                        <c:v>46037</c:v>
                      </c:pt>
                      <c:pt idx="210">
                        <c:v>46038</c:v>
                      </c:pt>
                      <c:pt idx="211">
                        <c:v>46039</c:v>
                      </c:pt>
                      <c:pt idx="212">
                        <c:v>46040</c:v>
                      </c:pt>
                      <c:pt idx="213">
                        <c:v>46041</c:v>
                      </c:pt>
                      <c:pt idx="214">
                        <c:v>46042</c:v>
                      </c:pt>
                      <c:pt idx="215">
                        <c:v>46043</c:v>
                      </c:pt>
                      <c:pt idx="216">
                        <c:v>46044</c:v>
                      </c:pt>
                      <c:pt idx="217">
                        <c:v>46045</c:v>
                      </c:pt>
                      <c:pt idx="218">
                        <c:v>46046</c:v>
                      </c:pt>
                      <c:pt idx="219">
                        <c:v>46047</c:v>
                      </c:pt>
                      <c:pt idx="220">
                        <c:v>46048</c:v>
                      </c:pt>
                      <c:pt idx="221">
                        <c:v>46049</c:v>
                      </c:pt>
                      <c:pt idx="222">
                        <c:v>46050</c:v>
                      </c:pt>
                      <c:pt idx="223">
                        <c:v>46051</c:v>
                      </c:pt>
                      <c:pt idx="224">
                        <c:v>46052</c:v>
                      </c:pt>
                      <c:pt idx="225">
                        <c:v>46053</c:v>
                      </c:pt>
                      <c:pt idx="226">
                        <c:v>46054</c:v>
                      </c:pt>
                      <c:pt idx="227">
                        <c:v>46055</c:v>
                      </c:pt>
                      <c:pt idx="228">
                        <c:v>46056</c:v>
                      </c:pt>
                      <c:pt idx="229">
                        <c:v>46057</c:v>
                      </c:pt>
                      <c:pt idx="230">
                        <c:v>46058</c:v>
                      </c:pt>
                      <c:pt idx="231">
                        <c:v>46059</c:v>
                      </c:pt>
                      <c:pt idx="232">
                        <c:v>46060</c:v>
                      </c:pt>
                      <c:pt idx="233">
                        <c:v>46061</c:v>
                      </c:pt>
                      <c:pt idx="234">
                        <c:v>46062</c:v>
                      </c:pt>
                      <c:pt idx="235">
                        <c:v>46063</c:v>
                      </c:pt>
                      <c:pt idx="236">
                        <c:v>46064</c:v>
                      </c:pt>
                      <c:pt idx="237">
                        <c:v>46065</c:v>
                      </c:pt>
                      <c:pt idx="238">
                        <c:v>46066</c:v>
                      </c:pt>
                      <c:pt idx="239">
                        <c:v>46067</c:v>
                      </c:pt>
                      <c:pt idx="240">
                        <c:v>46068</c:v>
                      </c:pt>
                      <c:pt idx="241">
                        <c:v>46069</c:v>
                      </c:pt>
                      <c:pt idx="242">
                        <c:v>46070</c:v>
                      </c:pt>
                      <c:pt idx="243">
                        <c:v>46071</c:v>
                      </c:pt>
                      <c:pt idx="244">
                        <c:v>46072</c:v>
                      </c:pt>
                      <c:pt idx="245">
                        <c:v>46073</c:v>
                      </c:pt>
                      <c:pt idx="246">
                        <c:v>46074</c:v>
                      </c:pt>
                      <c:pt idx="247">
                        <c:v>46075</c:v>
                      </c:pt>
                      <c:pt idx="248">
                        <c:v>46076</c:v>
                      </c:pt>
                      <c:pt idx="249">
                        <c:v>46077</c:v>
                      </c:pt>
                      <c:pt idx="250">
                        <c:v>46078</c:v>
                      </c:pt>
                      <c:pt idx="251">
                        <c:v>46079</c:v>
                      </c:pt>
                      <c:pt idx="252">
                        <c:v>46080</c:v>
                      </c:pt>
                      <c:pt idx="253">
                        <c:v>46081</c:v>
                      </c:pt>
                      <c:pt idx="254">
                        <c:v>46082</c:v>
                      </c:pt>
                      <c:pt idx="255">
                        <c:v>46083</c:v>
                      </c:pt>
                      <c:pt idx="256">
                        <c:v>46084</c:v>
                      </c:pt>
                      <c:pt idx="257">
                        <c:v>46085</c:v>
                      </c:pt>
                      <c:pt idx="258">
                        <c:v>46086</c:v>
                      </c:pt>
                      <c:pt idx="259">
                        <c:v>46087</c:v>
                      </c:pt>
                      <c:pt idx="260">
                        <c:v>46088</c:v>
                      </c:pt>
                      <c:pt idx="261">
                        <c:v>46089</c:v>
                      </c:pt>
                      <c:pt idx="262">
                        <c:v>46090</c:v>
                      </c:pt>
                      <c:pt idx="263">
                        <c:v>46091</c:v>
                      </c:pt>
                      <c:pt idx="264">
                        <c:v>46092</c:v>
                      </c:pt>
                      <c:pt idx="265">
                        <c:v>46093</c:v>
                      </c:pt>
                      <c:pt idx="266">
                        <c:v>46094</c:v>
                      </c:pt>
                      <c:pt idx="267">
                        <c:v>46095</c:v>
                      </c:pt>
                      <c:pt idx="268">
                        <c:v>46096</c:v>
                      </c:pt>
                      <c:pt idx="269">
                        <c:v>46097</c:v>
                      </c:pt>
                      <c:pt idx="270">
                        <c:v>46098</c:v>
                      </c:pt>
                      <c:pt idx="271">
                        <c:v>46099</c:v>
                      </c:pt>
                      <c:pt idx="272">
                        <c:v>46100</c:v>
                      </c:pt>
                      <c:pt idx="273">
                        <c:v>46101</c:v>
                      </c:pt>
                      <c:pt idx="274">
                        <c:v>46102</c:v>
                      </c:pt>
                      <c:pt idx="275">
                        <c:v>46103</c:v>
                      </c:pt>
                      <c:pt idx="276">
                        <c:v>46104</c:v>
                      </c:pt>
                      <c:pt idx="277">
                        <c:v>46105</c:v>
                      </c:pt>
                      <c:pt idx="278">
                        <c:v>46106</c:v>
                      </c:pt>
                      <c:pt idx="279">
                        <c:v>46107</c:v>
                      </c:pt>
                      <c:pt idx="280">
                        <c:v>46108</c:v>
                      </c:pt>
                      <c:pt idx="281">
                        <c:v>46109</c:v>
                      </c:pt>
                      <c:pt idx="282">
                        <c:v>46110</c:v>
                      </c:pt>
                      <c:pt idx="283">
                        <c:v>46111</c:v>
                      </c:pt>
                      <c:pt idx="284">
                        <c:v>46112</c:v>
                      </c:pt>
                      <c:pt idx="285">
                        <c:v>46113</c:v>
                      </c:pt>
                      <c:pt idx="286">
                        <c:v>46114</c:v>
                      </c:pt>
                      <c:pt idx="287">
                        <c:v>46115</c:v>
                      </c:pt>
                      <c:pt idx="288">
                        <c:v>46116</c:v>
                      </c:pt>
                      <c:pt idx="289">
                        <c:v>46117</c:v>
                      </c:pt>
                      <c:pt idx="290">
                        <c:v>46118</c:v>
                      </c:pt>
                      <c:pt idx="291">
                        <c:v>46119</c:v>
                      </c:pt>
                      <c:pt idx="292">
                        <c:v>46120</c:v>
                      </c:pt>
                      <c:pt idx="293">
                        <c:v>46121</c:v>
                      </c:pt>
                      <c:pt idx="294">
                        <c:v>46122</c:v>
                      </c:pt>
                      <c:pt idx="295">
                        <c:v>46123</c:v>
                      </c:pt>
                      <c:pt idx="296">
                        <c:v>46124</c:v>
                      </c:pt>
                      <c:pt idx="297">
                        <c:v>46125</c:v>
                      </c:pt>
                      <c:pt idx="298">
                        <c:v>46126</c:v>
                      </c:pt>
                      <c:pt idx="299">
                        <c:v>46127</c:v>
                      </c:pt>
                      <c:pt idx="300">
                        <c:v>46128</c:v>
                      </c:pt>
                      <c:pt idx="301">
                        <c:v>46129</c:v>
                      </c:pt>
                      <c:pt idx="302">
                        <c:v>46130</c:v>
                      </c:pt>
                      <c:pt idx="303">
                        <c:v>46131</c:v>
                      </c:pt>
                      <c:pt idx="304">
                        <c:v>46132</c:v>
                      </c:pt>
                      <c:pt idx="305">
                        <c:v>46133</c:v>
                      </c:pt>
                      <c:pt idx="306">
                        <c:v>46134</c:v>
                      </c:pt>
                      <c:pt idx="307">
                        <c:v>46135</c:v>
                      </c:pt>
                      <c:pt idx="308">
                        <c:v>46136</c:v>
                      </c:pt>
                      <c:pt idx="309">
                        <c:v>46137</c:v>
                      </c:pt>
                      <c:pt idx="310">
                        <c:v>46138</c:v>
                      </c:pt>
                      <c:pt idx="311">
                        <c:v>46139</c:v>
                      </c:pt>
                      <c:pt idx="312">
                        <c:v>46140</c:v>
                      </c:pt>
                      <c:pt idx="313">
                        <c:v>46141</c:v>
                      </c:pt>
                      <c:pt idx="314">
                        <c:v>46142</c:v>
                      </c:pt>
                      <c:pt idx="315">
                        <c:v>46143</c:v>
                      </c:pt>
                      <c:pt idx="316">
                        <c:v>46144</c:v>
                      </c:pt>
                      <c:pt idx="317">
                        <c:v>46145</c:v>
                      </c:pt>
                      <c:pt idx="318">
                        <c:v>46146</c:v>
                      </c:pt>
                      <c:pt idx="319">
                        <c:v>46147</c:v>
                      </c:pt>
                      <c:pt idx="320">
                        <c:v>46148</c:v>
                      </c:pt>
                      <c:pt idx="321">
                        <c:v>46149</c:v>
                      </c:pt>
                      <c:pt idx="322">
                        <c:v>46150</c:v>
                      </c:pt>
                      <c:pt idx="323">
                        <c:v>46151</c:v>
                      </c:pt>
                      <c:pt idx="324">
                        <c:v>46152</c:v>
                      </c:pt>
                      <c:pt idx="325">
                        <c:v>46153</c:v>
                      </c:pt>
                      <c:pt idx="326">
                        <c:v>46154</c:v>
                      </c:pt>
                      <c:pt idx="327">
                        <c:v>46155</c:v>
                      </c:pt>
                      <c:pt idx="328">
                        <c:v>46156</c:v>
                      </c:pt>
                      <c:pt idx="329">
                        <c:v>46157</c:v>
                      </c:pt>
                      <c:pt idx="330">
                        <c:v>46158</c:v>
                      </c:pt>
                      <c:pt idx="331">
                        <c:v>46159</c:v>
                      </c:pt>
                      <c:pt idx="332">
                        <c:v>46160</c:v>
                      </c:pt>
                      <c:pt idx="333">
                        <c:v>46161</c:v>
                      </c:pt>
                      <c:pt idx="334">
                        <c:v>46162</c:v>
                      </c:pt>
                      <c:pt idx="335">
                        <c:v>46163</c:v>
                      </c:pt>
                      <c:pt idx="336">
                        <c:v>46164</c:v>
                      </c:pt>
                      <c:pt idx="337">
                        <c:v>46165</c:v>
                      </c:pt>
                      <c:pt idx="338">
                        <c:v>46166</c:v>
                      </c:pt>
                      <c:pt idx="339">
                        <c:v>46167</c:v>
                      </c:pt>
                      <c:pt idx="340">
                        <c:v>46168</c:v>
                      </c:pt>
                      <c:pt idx="341">
                        <c:v>46169</c:v>
                      </c:pt>
                      <c:pt idx="342">
                        <c:v>46170</c:v>
                      </c:pt>
                      <c:pt idx="343">
                        <c:v>46171</c:v>
                      </c:pt>
                      <c:pt idx="344">
                        <c:v>46172</c:v>
                      </c:pt>
                      <c:pt idx="345">
                        <c:v>46173</c:v>
                      </c:pt>
                      <c:pt idx="346">
                        <c:v>46174</c:v>
                      </c:pt>
                      <c:pt idx="347">
                        <c:v>46175</c:v>
                      </c:pt>
                      <c:pt idx="348">
                        <c:v>46176</c:v>
                      </c:pt>
                      <c:pt idx="349">
                        <c:v>46177</c:v>
                      </c:pt>
                      <c:pt idx="350">
                        <c:v>46178</c:v>
                      </c:pt>
                      <c:pt idx="351">
                        <c:v>46179</c:v>
                      </c:pt>
                      <c:pt idx="352">
                        <c:v>46180</c:v>
                      </c:pt>
                      <c:pt idx="353">
                        <c:v>46181</c:v>
                      </c:pt>
                      <c:pt idx="354">
                        <c:v>46182</c:v>
                      </c:pt>
                      <c:pt idx="355">
                        <c:v>46183</c:v>
                      </c:pt>
                      <c:pt idx="356">
                        <c:v>46184</c:v>
                      </c:pt>
                      <c:pt idx="357">
                        <c:v>46185</c:v>
                      </c:pt>
                      <c:pt idx="358">
                        <c:v>46186</c:v>
                      </c:pt>
                      <c:pt idx="359">
                        <c:v>46187</c:v>
                      </c:pt>
                      <c:pt idx="360">
                        <c:v>46188</c:v>
                      </c:pt>
                      <c:pt idx="361">
                        <c:v>46189</c:v>
                      </c:pt>
                      <c:pt idx="362">
                        <c:v>46190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Sheet1!$F$2:$F$364</c15:sqref>
                        </c15:formulaRef>
                      </c:ext>
                    </c:extLst>
                    <c:numCache>
                      <c:formatCode>General</c:formatCode>
                      <c:ptCount val="363"/>
                      <c:pt idx="0">
                        <c:v>285.71636577999999</c:v>
                      </c:pt>
                      <c:pt idx="1">
                        <c:v>296.47920706999997</c:v>
                      </c:pt>
                      <c:pt idx="2">
                        <c:v>301.17931940000005</c:v>
                      </c:pt>
                      <c:pt idx="3">
                        <c:v>279.17977903000002</c:v>
                      </c:pt>
                      <c:pt idx="4">
                        <c:v>281.07530356999996</c:v>
                      </c:pt>
                      <c:pt idx="5">
                        <c:v>282.44130344000001</c:v>
                      </c:pt>
                      <c:pt idx="6">
                        <c:v>285.13560260000003</c:v>
                      </c:pt>
                      <c:pt idx="7">
                        <c:v>287.93307522999999</c:v>
                      </c:pt>
                      <c:pt idx="8">
                        <c:v>298.27442144999998</c:v>
                      </c:pt>
                      <c:pt idx="9">
                        <c:v>303.98951531999995</c:v>
                      </c:pt>
                      <c:pt idx="10">
                        <c:v>280.06111107999999</c:v>
                      </c:pt>
                      <c:pt idx="11">
                        <c:v>284.36570756999998</c:v>
                      </c:pt>
                      <c:pt idx="12">
                        <c:v>283.33676434</c:v>
                      </c:pt>
                      <c:pt idx="13">
                        <c:v>281.45410053000001</c:v>
                      </c:pt>
                      <c:pt idx="14">
                        <c:v>285.45419401999999</c:v>
                      </c:pt>
                      <c:pt idx="15">
                        <c:v>300.42661478000002</c:v>
                      </c:pt>
                      <c:pt idx="16">
                        <c:v>299.66291059000002</c:v>
                      </c:pt>
                      <c:pt idx="17">
                        <c:v>278.28492166000001</c:v>
                      </c:pt>
                      <c:pt idx="18">
                        <c:v>285.61221374000002</c:v>
                      </c:pt>
                      <c:pt idx="19">
                        <c:v>280.44269591</c:v>
                      </c:pt>
                      <c:pt idx="20">
                        <c:v>311.88153092999994</c:v>
                      </c:pt>
                      <c:pt idx="21">
                        <c:v>284.98463704</c:v>
                      </c:pt>
                      <c:pt idx="22">
                        <c:v>297.09374811000004</c:v>
                      </c:pt>
                      <c:pt idx="23">
                        <c:v>304.38975737999999</c:v>
                      </c:pt>
                      <c:pt idx="24">
                        <c:v>279.95221780999998</c:v>
                      </c:pt>
                      <c:pt idx="25">
                        <c:v>282.53159632000001</c:v>
                      </c:pt>
                      <c:pt idx="26">
                        <c:v>283.55134063000003</c:v>
                      </c:pt>
                      <c:pt idx="27">
                        <c:v>283.32451877</c:v>
                      </c:pt>
                      <c:pt idx="28">
                        <c:v>286.23601346999999</c:v>
                      </c:pt>
                      <c:pt idx="29">
                        <c:v>296.56918647999998</c:v>
                      </c:pt>
                      <c:pt idx="30">
                        <c:v>306.58247561000002</c:v>
                      </c:pt>
                      <c:pt idx="31">
                        <c:v>285.06553457000001</c:v>
                      </c:pt>
                      <c:pt idx="32">
                        <c:v>287.76923089000002</c:v>
                      </c:pt>
                      <c:pt idx="33">
                        <c:v>283.04218889999999</c:v>
                      </c:pt>
                      <c:pt idx="34">
                        <c:v>287.39494019</c:v>
                      </c:pt>
                      <c:pt idx="35">
                        <c:v>291.85722104000001</c:v>
                      </c:pt>
                      <c:pt idx="36">
                        <c:v>303.26575816000002</c:v>
                      </c:pt>
                      <c:pt idx="37">
                        <c:v>309.05051054999996</c:v>
                      </c:pt>
                      <c:pt idx="38">
                        <c:v>289.37507133999998</c:v>
                      </c:pt>
                      <c:pt idx="39">
                        <c:v>289.74653719999998</c:v>
                      </c:pt>
                      <c:pt idx="40">
                        <c:v>296.52074793999998</c:v>
                      </c:pt>
                      <c:pt idx="41">
                        <c:v>293.65031928999997</c:v>
                      </c:pt>
                      <c:pt idx="42">
                        <c:v>290.22057875999997</c:v>
                      </c:pt>
                      <c:pt idx="43">
                        <c:v>301.86718770999994</c:v>
                      </c:pt>
                      <c:pt idx="44">
                        <c:v>311.89820834000005</c:v>
                      </c:pt>
                      <c:pt idx="45">
                        <c:v>287.31006374999998</c:v>
                      </c:pt>
                      <c:pt idx="46">
                        <c:v>283.47086188000003</c:v>
                      </c:pt>
                      <c:pt idx="47">
                        <c:v>276.25999288000003</c:v>
                      </c:pt>
                      <c:pt idx="48">
                        <c:v>291.56721081000001</c:v>
                      </c:pt>
                      <c:pt idx="49">
                        <c:v>320.23727386000002</c:v>
                      </c:pt>
                      <c:pt idx="50">
                        <c:v>306.04487452000001</c:v>
                      </c:pt>
                      <c:pt idx="51">
                        <c:v>310.96445467999996</c:v>
                      </c:pt>
                      <c:pt idx="52">
                        <c:v>298.58594418000001</c:v>
                      </c:pt>
                      <c:pt idx="53">
                        <c:v>295.39119946</c:v>
                      </c:pt>
                      <c:pt idx="54">
                        <c:v>299.85114055000003</c:v>
                      </c:pt>
                      <c:pt idx="55">
                        <c:v>300.59633529999996</c:v>
                      </c:pt>
                      <c:pt idx="56">
                        <c:v>301.56182059999998</c:v>
                      </c:pt>
                      <c:pt idx="57">
                        <c:v>309.46061799</c:v>
                      </c:pt>
                      <c:pt idx="58">
                        <c:v>316.63078049000001</c:v>
                      </c:pt>
                      <c:pt idx="59">
                        <c:v>296.27687702999998</c:v>
                      </c:pt>
                      <c:pt idx="60">
                        <c:v>293.32001357999997</c:v>
                      </c:pt>
                      <c:pt idx="61">
                        <c:v>294.60063943</c:v>
                      </c:pt>
                      <c:pt idx="62">
                        <c:v>295.92001350999999</c:v>
                      </c:pt>
                      <c:pt idx="63">
                        <c:v>296.78772197000001</c:v>
                      </c:pt>
                      <c:pt idx="64">
                        <c:v>312.11269619000001</c:v>
                      </c:pt>
                      <c:pt idx="65">
                        <c:v>314.98880957</c:v>
                      </c:pt>
                      <c:pt idx="66">
                        <c:v>291.56469289</c:v>
                      </c:pt>
                      <c:pt idx="67">
                        <c:v>298.47554611000004</c:v>
                      </c:pt>
                      <c:pt idx="68">
                        <c:v>291.72351377000001</c:v>
                      </c:pt>
                      <c:pt idx="69">
                        <c:v>296.20847248999996</c:v>
                      </c:pt>
                      <c:pt idx="70">
                        <c:v>302.15472671000003</c:v>
                      </c:pt>
                      <c:pt idx="71">
                        <c:v>313.73724966999998</c:v>
                      </c:pt>
                      <c:pt idx="72">
                        <c:v>321.16571997</c:v>
                      </c:pt>
                      <c:pt idx="73">
                        <c:v>291.75576421</c:v>
                      </c:pt>
                      <c:pt idx="74">
                        <c:v>290.36352355999998</c:v>
                      </c:pt>
                      <c:pt idx="75">
                        <c:v>295.37314629000002</c:v>
                      </c:pt>
                      <c:pt idx="76">
                        <c:v>296.42086051000001</c:v>
                      </c:pt>
                      <c:pt idx="77">
                        <c:v>318.92624000999996</c:v>
                      </c:pt>
                      <c:pt idx="78">
                        <c:v>310.65217299999995</c:v>
                      </c:pt>
                      <c:pt idx="79">
                        <c:v>324.18032735999998</c:v>
                      </c:pt>
                      <c:pt idx="80">
                        <c:v>293.04820735999999</c:v>
                      </c:pt>
                      <c:pt idx="81">
                        <c:v>293.43815721999999</c:v>
                      </c:pt>
                      <c:pt idx="82">
                        <c:v>297.42586632000001</c:v>
                      </c:pt>
                      <c:pt idx="83">
                        <c:v>300.44138679000002</c:v>
                      </c:pt>
                      <c:pt idx="84">
                        <c:v>305.43853416000002</c:v>
                      </c:pt>
                      <c:pt idx="85">
                        <c:v>322.99283853000003</c:v>
                      </c:pt>
                      <c:pt idx="86">
                        <c:v>325.16179135999994</c:v>
                      </c:pt>
                      <c:pt idx="87">
                        <c:v>306.12219901999998</c:v>
                      </c:pt>
                      <c:pt idx="88">
                        <c:v>304.11861450999999</c:v>
                      </c:pt>
                      <c:pt idx="89">
                        <c:v>307.33952277999998</c:v>
                      </c:pt>
                      <c:pt idx="90">
                        <c:v>312.79053687999999</c:v>
                      </c:pt>
                      <c:pt idx="91">
                        <c:v>312.22720525999995</c:v>
                      </c:pt>
                      <c:pt idx="92">
                        <c:v>328.30599037000002</c:v>
                      </c:pt>
                      <c:pt idx="93">
                        <c:v>332.28317762999995</c:v>
                      </c:pt>
                      <c:pt idx="94">
                        <c:v>299.28770352000004</c:v>
                      </c:pt>
                      <c:pt idx="95">
                        <c:v>304.09385850999996</c:v>
                      </c:pt>
                      <c:pt idx="96">
                        <c:v>307.87255445000005</c:v>
                      </c:pt>
                      <c:pt idx="97">
                        <c:v>293.72218476</c:v>
                      </c:pt>
                      <c:pt idx="98">
                        <c:v>312.60314835999998</c:v>
                      </c:pt>
                      <c:pt idx="99">
                        <c:v>321.32156095000005</c:v>
                      </c:pt>
                      <c:pt idx="100">
                        <c:v>328.86542199000002</c:v>
                      </c:pt>
                      <c:pt idx="101">
                        <c:v>301.52058140999998</c:v>
                      </c:pt>
                      <c:pt idx="102">
                        <c:v>302.19470156</c:v>
                      </c:pt>
                      <c:pt idx="103">
                        <c:v>302.96545811000004</c:v>
                      </c:pt>
                      <c:pt idx="104">
                        <c:v>303.64610483000001</c:v>
                      </c:pt>
                      <c:pt idx="105">
                        <c:v>308.80956275</c:v>
                      </c:pt>
                      <c:pt idx="106">
                        <c:v>317.62899219000002</c:v>
                      </c:pt>
                      <c:pt idx="107">
                        <c:v>325.90686460999996</c:v>
                      </c:pt>
                      <c:pt idx="108">
                        <c:v>327.47554563</c:v>
                      </c:pt>
                      <c:pt idx="109">
                        <c:v>303.04419218999999</c:v>
                      </c:pt>
                      <c:pt idx="110">
                        <c:v>303.98473531999997</c:v>
                      </c:pt>
                      <c:pt idx="111">
                        <c:v>297.31083476999999</c:v>
                      </c:pt>
                      <c:pt idx="112">
                        <c:v>307.09794698999997</c:v>
                      </c:pt>
                      <c:pt idx="113">
                        <c:v>325.85399786000005</c:v>
                      </c:pt>
                      <c:pt idx="114">
                        <c:v>327.37335719000004</c:v>
                      </c:pt>
                      <c:pt idx="115">
                        <c:v>299.18961564</c:v>
                      </c:pt>
                      <c:pt idx="116">
                        <c:v>301.75669028999999</c:v>
                      </c:pt>
                      <c:pt idx="117">
                        <c:v>302.78402922999999</c:v>
                      </c:pt>
                      <c:pt idx="118">
                        <c:v>301.78729687999999</c:v>
                      </c:pt>
                      <c:pt idx="119">
                        <c:v>308.85158367999998</c:v>
                      </c:pt>
                      <c:pt idx="120">
                        <c:v>318.64040189999997</c:v>
                      </c:pt>
                      <c:pt idx="121">
                        <c:v>328.28846751999998</c:v>
                      </c:pt>
                      <c:pt idx="122">
                        <c:v>324.19966148999998</c:v>
                      </c:pt>
                      <c:pt idx="123">
                        <c:v>314.90834394000001</c:v>
                      </c:pt>
                      <c:pt idx="124">
                        <c:v>308.18011369999999</c:v>
                      </c:pt>
                      <c:pt idx="125">
                        <c:v>305.87057665000003</c:v>
                      </c:pt>
                      <c:pt idx="126">
                        <c:v>315.13948906999997</c:v>
                      </c:pt>
                      <c:pt idx="127">
                        <c:v>334.37000761000002</c:v>
                      </c:pt>
                      <c:pt idx="128">
                        <c:v>333.16629885999998</c:v>
                      </c:pt>
                      <c:pt idx="129">
                        <c:v>305.33303857999999</c:v>
                      </c:pt>
                      <c:pt idx="130">
                        <c:v>310.09352673000001</c:v>
                      </c:pt>
                      <c:pt idx="131">
                        <c:v>314.50311598000002</c:v>
                      </c:pt>
                      <c:pt idx="132">
                        <c:v>315.33863201999998</c:v>
                      </c:pt>
                      <c:pt idx="133">
                        <c:v>318.80369374999998</c:v>
                      </c:pt>
                      <c:pt idx="134">
                        <c:v>328.98162955999999</c:v>
                      </c:pt>
                      <c:pt idx="135">
                        <c:v>337.73795180999997</c:v>
                      </c:pt>
                      <c:pt idx="136">
                        <c:v>310.07642773999999</c:v>
                      </c:pt>
                      <c:pt idx="137">
                        <c:v>313.74337305999995</c:v>
                      </c:pt>
                      <c:pt idx="138">
                        <c:v>345.56319139999999</c:v>
                      </c:pt>
                      <c:pt idx="139">
                        <c:v>287.85926362000004</c:v>
                      </c:pt>
                      <c:pt idx="140">
                        <c:v>322.08113490000005</c:v>
                      </c:pt>
                      <c:pt idx="141">
                        <c:v>327.38545640999996</c:v>
                      </c:pt>
                      <c:pt idx="142">
                        <c:v>334.63533796999997</c:v>
                      </c:pt>
                      <c:pt idx="143">
                        <c:v>314.84324250999998</c:v>
                      </c:pt>
                      <c:pt idx="144">
                        <c:v>320.31149961</c:v>
                      </c:pt>
                      <c:pt idx="145">
                        <c:v>320.28599134000001</c:v>
                      </c:pt>
                      <c:pt idx="146">
                        <c:v>321.68053350999998</c:v>
                      </c:pt>
                      <c:pt idx="147">
                        <c:v>328.36703879999999</c:v>
                      </c:pt>
                      <c:pt idx="148">
                        <c:v>326.73492980000003</c:v>
                      </c:pt>
                      <c:pt idx="149">
                        <c:v>342.58051008999996</c:v>
                      </c:pt>
                      <c:pt idx="150">
                        <c:v>323.20266979000002</c:v>
                      </c:pt>
                      <c:pt idx="151">
                        <c:v>324.53287818000001</c:v>
                      </c:pt>
                      <c:pt idx="152">
                        <c:v>325.02914919999995</c:v>
                      </c:pt>
                      <c:pt idx="153">
                        <c:v>334.74819832999998</c:v>
                      </c:pt>
                      <c:pt idx="154">
                        <c:v>333.83652044000002</c:v>
                      </c:pt>
                      <c:pt idx="155">
                        <c:v>339.63077927</c:v>
                      </c:pt>
                      <c:pt idx="156">
                        <c:v>346.66481785000002</c:v>
                      </c:pt>
                      <c:pt idx="157">
                        <c:v>324.63502599000003</c:v>
                      </c:pt>
                      <c:pt idx="158">
                        <c:v>329.03482907999995</c:v>
                      </c:pt>
                      <c:pt idx="159">
                        <c:v>328.93125005000002</c:v>
                      </c:pt>
                      <c:pt idx="160">
                        <c:v>327.22645562000002</c:v>
                      </c:pt>
                      <c:pt idx="161">
                        <c:v>226.22411822000001</c:v>
                      </c:pt>
                      <c:pt idx="162">
                        <c:v>225.060938163</c:v>
                      </c:pt>
                      <c:pt idx="163">
                        <c:v>243.135282109</c:v>
                      </c:pt>
                      <c:pt idx="164">
                        <c:v>287.01215427999995</c:v>
                      </c:pt>
                      <c:pt idx="165">
                        <c:v>310.90086096999994</c:v>
                      </c:pt>
                      <c:pt idx="166">
                        <c:v>318.30446363999999</c:v>
                      </c:pt>
                      <c:pt idx="167">
                        <c:v>346.90929965999999</c:v>
                      </c:pt>
                      <c:pt idx="168">
                        <c:v>332.72653350000002</c:v>
                      </c:pt>
                      <c:pt idx="169">
                        <c:v>341.92143283999997</c:v>
                      </c:pt>
                      <c:pt idx="170">
                        <c:v>346.93497506</c:v>
                      </c:pt>
                      <c:pt idx="171">
                        <c:v>328.75913718999999</c:v>
                      </c:pt>
                      <c:pt idx="172">
                        <c:v>332.61020305</c:v>
                      </c:pt>
                      <c:pt idx="173">
                        <c:v>335.25231097</c:v>
                      </c:pt>
                      <c:pt idx="174">
                        <c:v>337.69096895000001</c:v>
                      </c:pt>
                      <c:pt idx="175">
                        <c:v>339.83152149</c:v>
                      </c:pt>
                      <c:pt idx="176">
                        <c:v>345.59045940000004</c:v>
                      </c:pt>
                      <c:pt idx="177">
                        <c:v>352.35897675999996</c:v>
                      </c:pt>
                      <c:pt idx="178">
                        <c:v>329.47647974</c:v>
                      </c:pt>
                      <c:pt idx="179">
                        <c:v>330.81879819</c:v>
                      </c:pt>
                      <c:pt idx="180">
                        <c:v>336.61330480000004</c:v>
                      </c:pt>
                      <c:pt idx="181">
                        <c:v>343.09778849000003</c:v>
                      </c:pt>
                      <c:pt idx="182">
                        <c:v>339.52370452000002</c:v>
                      </c:pt>
                      <c:pt idx="183">
                        <c:v>347.12635084999999</c:v>
                      </c:pt>
                      <c:pt idx="184">
                        <c:v>355.56310603999998</c:v>
                      </c:pt>
                      <c:pt idx="185">
                        <c:v>334.42010937999999</c:v>
                      </c:pt>
                      <c:pt idx="186">
                        <c:v>336.78029068999996</c:v>
                      </c:pt>
                      <c:pt idx="187">
                        <c:v>339.01850415000001</c:v>
                      </c:pt>
                      <c:pt idx="188">
                        <c:v>360.19317225999998</c:v>
                      </c:pt>
                      <c:pt idx="189">
                        <c:v>349.23253531</c:v>
                      </c:pt>
                      <c:pt idx="190">
                        <c:v>349.48874273000001</c:v>
                      </c:pt>
                      <c:pt idx="191">
                        <c:v>352.14854092000002</c:v>
                      </c:pt>
                      <c:pt idx="192">
                        <c:v>337.56733277999996</c:v>
                      </c:pt>
                      <c:pt idx="193">
                        <c:v>339.43182387999997</c:v>
                      </c:pt>
                      <c:pt idx="194">
                        <c:v>332.53779323000003</c:v>
                      </c:pt>
                      <c:pt idx="195">
                        <c:v>353.69715939999998</c:v>
                      </c:pt>
                      <c:pt idx="196">
                        <c:v>330.64396962000001</c:v>
                      </c:pt>
                      <c:pt idx="197">
                        <c:v>347.18630918000002</c:v>
                      </c:pt>
                      <c:pt idx="198">
                        <c:v>341.22343318000003</c:v>
                      </c:pt>
                      <c:pt idx="199">
                        <c:v>319.01684364000005</c:v>
                      </c:pt>
                      <c:pt idx="200">
                        <c:v>321.10617010999999</c:v>
                      </c:pt>
                      <c:pt idx="201">
                        <c:v>320.40553895000005</c:v>
                      </c:pt>
                      <c:pt idx="202">
                        <c:v>325.01401644999999</c:v>
                      </c:pt>
                      <c:pt idx="203">
                        <c:v>331.7935683</c:v>
                      </c:pt>
                      <c:pt idx="204">
                        <c:v>345.02435910999998</c:v>
                      </c:pt>
                      <c:pt idx="205">
                        <c:v>353.20913130999998</c:v>
                      </c:pt>
                      <c:pt idx="206">
                        <c:v>337.99018770999999</c:v>
                      </c:pt>
                      <c:pt idx="207">
                        <c:v>331.80842367000002</c:v>
                      </c:pt>
                      <c:pt idx="208">
                        <c:v>341.25727082999998</c:v>
                      </c:pt>
                      <c:pt idx="209">
                        <c:v>358.82226828999995</c:v>
                      </c:pt>
                      <c:pt idx="210">
                        <c:v>339.88401812000006</c:v>
                      </c:pt>
                      <c:pt idx="211">
                        <c:v>346.39409500000005</c:v>
                      </c:pt>
                      <c:pt idx="212">
                        <c:v>357.32721669</c:v>
                      </c:pt>
                      <c:pt idx="213">
                        <c:v>335.76285912999998</c:v>
                      </c:pt>
                      <c:pt idx="214">
                        <c:v>331.93960084999998</c:v>
                      </c:pt>
                      <c:pt idx="215">
                        <c:v>326.67820746000001</c:v>
                      </c:pt>
                      <c:pt idx="216">
                        <c:v>331.69659571</c:v>
                      </c:pt>
                      <c:pt idx="217">
                        <c:v>333.80539421999998</c:v>
                      </c:pt>
                      <c:pt idx="218">
                        <c:v>350.37256400999996</c:v>
                      </c:pt>
                      <c:pt idx="219">
                        <c:v>356.49810055999995</c:v>
                      </c:pt>
                      <c:pt idx="220">
                        <c:v>333.94650646000002</c:v>
                      </c:pt>
                      <c:pt idx="221">
                        <c:v>338.47716787000002</c:v>
                      </c:pt>
                      <c:pt idx="222">
                        <c:v>333.68322162999999</c:v>
                      </c:pt>
                      <c:pt idx="223">
                        <c:v>336.18428603000001</c:v>
                      </c:pt>
                      <c:pt idx="224">
                        <c:v>341.27212808000002</c:v>
                      </c:pt>
                      <c:pt idx="225">
                        <c:v>354.89144647000001</c:v>
                      </c:pt>
                      <c:pt idx="226">
                        <c:v>373.2744045</c:v>
                      </c:pt>
                      <c:pt idx="227">
                        <c:v>329.51990675000002</c:v>
                      </c:pt>
                      <c:pt idx="228">
                        <c:v>334.13237273000004</c:v>
                      </c:pt>
                      <c:pt idx="229">
                        <c:v>369.98918070999997</c:v>
                      </c:pt>
                      <c:pt idx="230">
                        <c:v>335.53513242000002</c:v>
                      </c:pt>
                      <c:pt idx="231">
                        <c:v>337.72908109000002</c:v>
                      </c:pt>
                      <c:pt idx="232">
                        <c:v>354.78236401999999</c:v>
                      </c:pt>
                      <c:pt idx="233">
                        <c:v>367.90095878</c:v>
                      </c:pt>
                      <c:pt idx="234">
                        <c:v>333.78923015999999</c:v>
                      </c:pt>
                      <c:pt idx="235">
                        <c:v>329.82224115000002</c:v>
                      </c:pt>
                      <c:pt idx="236">
                        <c:v>336.17995979</c:v>
                      </c:pt>
                      <c:pt idx="237">
                        <c:v>345.63028701999997</c:v>
                      </c:pt>
                      <c:pt idx="238">
                        <c:v>343.65837237</c:v>
                      </c:pt>
                      <c:pt idx="239">
                        <c:v>361.96715551999995</c:v>
                      </c:pt>
                      <c:pt idx="240">
                        <c:v>372.86076151999998</c:v>
                      </c:pt>
                      <c:pt idx="241">
                        <c:v>354.93935325999996</c:v>
                      </c:pt>
                      <c:pt idx="242">
                        <c:v>347.03316154999999</c:v>
                      </c:pt>
                      <c:pt idx="243">
                        <c:v>345.81139009999998</c:v>
                      </c:pt>
                      <c:pt idx="244">
                        <c:v>356.63087422000001</c:v>
                      </c:pt>
                      <c:pt idx="245">
                        <c:v>350.55671790000002</c:v>
                      </c:pt>
                      <c:pt idx="246">
                        <c:v>358.57900146000003</c:v>
                      </c:pt>
                      <c:pt idx="247">
                        <c:v>376.72930666999997</c:v>
                      </c:pt>
                      <c:pt idx="248">
                        <c:v>348.62216989000001</c:v>
                      </c:pt>
                      <c:pt idx="249">
                        <c:v>351.05090801</c:v>
                      </c:pt>
                      <c:pt idx="250">
                        <c:v>351.32148410000002</c:v>
                      </c:pt>
                      <c:pt idx="251">
                        <c:v>354.53318662999999</c:v>
                      </c:pt>
                      <c:pt idx="252">
                        <c:v>356.51165596999999</c:v>
                      </c:pt>
                      <c:pt idx="253">
                        <c:v>364.31551425999999</c:v>
                      </c:pt>
                      <c:pt idx="254">
                        <c:v>367.61648491</c:v>
                      </c:pt>
                      <c:pt idx="255">
                        <c:v>373.07924154000006</c:v>
                      </c:pt>
                      <c:pt idx="256">
                        <c:v>345.89668414999994</c:v>
                      </c:pt>
                      <c:pt idx="257">
                        <c:v>346.96892643000001</c:v>
                      </c:pt>
                      <c:pt idx="258">
                        <c:v>349.34169506000001</c:v>
                      </c:pt>
                      <c:pt idx="259">
                        <c:v>350.05265544000002</c:v>
                      </c:pt>
                      <c:pt idx="260">
                        <c:v>364.48053641000001</c:v>
                      </c:pt>
                      <c:pt idx="261">
                        <c:v>371.25275184999998</c:v>
                      </c:pt>
                      <c:pt idx="262">
                        <c:v>343.99336949000002</c:v>
                      </c:pt>
                      <c:pt idx="263">
                        <c:v>340.45995380999994</c:v>
                      </c:pt>
                      <c:pt idx="264">
                        <c:v>338.65392524000004</c:v>
                      </c:pt>
                      <c:pt idx="265">
                        <c:v>347.12443260999999</c:v>
                      </c:pt>
                      <c:pt idx="266">
                        <c:v>349.43235523999999</c:v>
                      </c:pt>
                      <c:pt idx="267">
                        <c:v>363.04285725</c:v>
                      </c:pt>
                      <c:pt idx="268">
                        <c:v>368.24613211999997</c:v>
                      </c:pt>
                      <c:pt idx="269">
                        <c:v>346.73340582000003</c:v>
                      </c:pt>
                      <c:pt idx="270">
                        <c:v>347.83772475000001</c:v>
                      </c:pt>
                      <c:pt idx="271">
                        <c:v>368.57495632999996</c:v>
                      </c:pt>
                      <c:pt idx="272">
                        <c:v>352.81963732999998</c:v>
                      </c:pt>
                      <c:pt idx="273">
                        <c:v>359.30293556999999</c:v>
                      </c:pt>
                      <c:pt idx="274">
                        <c:v>376.97119705</c:v>
                      </c:pt>
                      <c:pt idx="275">
                        <c:v>375.67296450999999</c:v>
                      </c:pt>
                      <c:pt idx="276">
                        <c:v>353.36432726999999</c:v>
                      </c:pt>
                      <c:pt idx="277">
                        <c:v>358.20140398999996</c:v>
                      </c:pt>
                      <c:pt idx="278">
                        <c:v>370.02324513999997</c:v>
                      </c:pt>
                      <c:pt idx="279">
                        <c:v>356.10503507999999</c:v>
                      </c:pt>
                      <c:pt idx="280">
                        <c:v>358.77648432000001</c:v>
                      </c:pt>
                      <c:pt idx="281">
                        <c:v>373.42808527</c:v>
                      </c:pt>
                      <c:pt idx="282">
                        <c:v>381.72902412999997</c:v>
                      </c:pt>
                      <c:pt idx="283">
                        <c:v>353.05003298000003</c:v>
                      </c:pt>
                      <c:pt idx="284">
                        <c:v>354.77149100999998</c:v>
                      </c:pt>
                      <c:pt idx="285">
                        <c:v>384.93344913999999</c:v>
                      </c:pt>
                      <c:pt idx="286">
                        <c:v>355.42243210999999</c:v>
                      </c:pt>
                      <c:pt idx="287">
                        <c:v>373.36289312999997</c:v>
                      </c:pt>
                      <c:pt idx="288">
                        <c:v>372.35740276000001</c:v>
                      </c:pt>
                      <c:pt idx="289">
                        <c:v>381.99478258000005</c:v>
                      </c:pt>
                      <c:pt idx="290">
                        <c:v>351.81112641000004</c:v>
                      </c:pt>
                      <c:pt idx="291">
                        <c:v>350.15424059000003</c:v>
                      </c:pt>
                      <c:pt idx="292">
                        <c:v>360.34249062000004</c:v>
                      </c:pt>
                      <c:pt idx="293">
                        <c:v>351.60546717</c:v>
                      </c:pt>
                      <c:pt idx="294">
                        <c:v>353.82625505999999</c:v>
                      </c:pt>
                      <c:pt idx="295">
                        <c:v>362.37616957</c:v>
                      </c:pt>
                      <c:pt idx="296">
                        <c:v>357.01557593000001</c:v>
                      </c:pt>
                      <c:pt idx="297">
                        <c:v>360.07953292000002</c:v>
                      </c:pt>
                      <c:pt idx="298">
                        <c:v>366.85016256999995</c:v>
                      </c:pt>
                      <c:pt idx="299">
                        <c:v>351.82423169999998</c:v>
                      </c:pt>
                      <c:pt idx="300">
                        <c:v>356.96982839999998</c:v>
                      </c:pt>
                      <c:pt idx="301">
                        <c:v>365.40703332999999</c:v>
                      </c:pt>
                      <c:pt idx="302">
                        <c:v>368.27934620000002</c:v>
                      </c:pt>
                      <c:pt idx="303">
                        <c:v>366.34807792000004</c:v>
                      </c:pt>
                      <c:pt idx="304">
                        <c:v>349.49813859999995</c:v>
                      </c:pt>
                      <c:pt idx="305">
                        <c:v>350.26936865000005</c:v>
                      </c:pt>
                      <c:pt idx="306">
                        <c:v>355.79628868999998</c:v>
                      </c:pt>
                      <c:pt idx="307">
                        <c:v>357.74159958000001</c:v>
                      </c:pt>
                      <c:pt idx="308">
                        <c:v>363.57186657</c:v>
                      </c:pt>
                      <c:pt idx="309">
                        <c:v>375.26829769</c:v>
                      </c:pt>
                      <c:pt idx="310">
                        <c:v>376.63573250999997</c:v>
                      </c:pt>
                      <c:pt idx="311">
                        <c:v>357.83054974000004</c:v>
                      </c:pt>
                      <c:pt idx="312">
                        <c:v>358.94432054000004</c:v>
                      </c:pt>
                      <c:pt idx="313">
                        <c:v>357.49849996</c:v>
                      </c:pt>
                      <c:pt idx="314">
                        <c:v>355.51808354999997</c:v>
                      </c:pt>
                      <c:pt idx="315">
                        <c:v>396.65201863999999</c:v>
                      </c:pt>
                      <c:pt idx="316">
                        <c:v>383.6869279</c:v>
                      </c:pt>
                      <c:pt idx="317">
                        <c:v>380.03148063999998</c:v>
                      </c:pt>
                      <c:pt idx="318">
                        <c:v>353.03608598</c:v>
                      </c:pt>
                      <c:pt idx="319">
                        <c:v>352.53960940999997</c:v>
                      </c:pt>
                      <c:pt idx="320">
                        <c:v>348.31209570999999</c:v>
                      </c:pt>
                      <c:pt idx="321">
                        <c:v>352.20770076000002</c:v>
                      </c:pt>
                      <c:pt idx="322">
                        <c:v>356.57015378</c:v>
                      </c:pt>
                      <c:pt idx="323">
                        <c:v>371.71719271000001</c:v>
                      </c:pt>
                      <c:pt idx="324">
                        <c:v>384.14305268000004</c:v>
                      </c:pt>
                      <c:pt idx="325">
                        <c:v>359.71793093999997</c:v>
                      </c:pt>
                      <c:pt idx="326">
                        <c:v>359.08644175000001</c:v>
                      </c:pt>
                      <c:pt idx="327">
                        <c:v>379.29323879999998</c:v>
                      </c:pt>
                      <c:pt idx="328">
                        <c:v>361.28008387</c:v>
                      </c:pt>
                      <c:pt idx="329">
                        <c:v>370.56327753000005</c:v>
                      </c:pt>
                      <c:pt idx="330">
                        <c:v>386.61767893000001</c:v>
                      </c:pt>
                      <c:pt idx="331">
                        <c:v>386.37110185</c:v>
                      </c:pt>
                      <c:pt idx="332">
                        <c:v>359.55317294999998</c:v>
                      </c:pt>
                      <c:pt idx="333">
                        <c:v>359.93114768999999</c:v>
                      </c:pt>
                      <c:pt idx="334">
                        <c:v>359.12843982999999</c:v>
                      </c:pt>
                      <c:pt idx="335">
                        <c:v>354.88214704000001</c:v>
                      </c:pt>
                      <c:pt idx="336">
                        <c:v>365.90658426000005</c:v>
                      </c:pt>
                      <c:pt idx="337">
                        <c:v>382.62445235000001</c:v>
                      </c:pt>
                      <c:pt idx="338">
                        <c:v>386.51958538999997</c:v>
                      </c:pt>
                      <c:pt idx="339">
                        <c:v>355.61577826000001</c:v>
                      </c:pt>
                      <c:pt idx="340">
                        <c:v>351.93924254000001</c:v>
                      </c:pt>
                      <c:pt idx="341">
                        <c:v>362.25573502999998</c:v>
                      </c:pt>
                      <c:pt idx="342">
                        <c:v>377.08113639000004</c:v>
                      </c:pt>
                      <c:pt idx="343">
                        <c:v>364.69203401999999</c:v>
                      </c:pt>
                      <c:pt idx="344">
                        <c:v>356.94106214000004</c:v>
                      </c:pt>
                      <c:pt idx="345">
                        <c:v>377.19690614999996</c:v>
                      </c:pt>
                      <c:pt idx="346">
                        <c:v>368.88316149999997</c:v>
                      </c:pt>
                      <c:pt idx="347">
                        <c:v>362.33059219</c:v>
                      </c:pt>
                      <c:pt idx="348">
                        <c:v>363.00761140999998</c:v>
                      </c:pt>
                      <c:pt idx="349">
                        <c:v>360.61345873000005</c:v>
                      </c:pt>
                      <c:pt idx="350">
                        <c:v>363.06474521999996</c:v>
                      </c:pt>
                      <c:pt idx="351">
                        <c:v>377.88605960000001</c:v>
                      </c:pt>
                      <c:pt idx="352">
                        <c:v>385.70422547000004</c:v>
                      </c:pt>
                      <c:pt idx="353">
                        <c:v>358.81967524999999</c:v>
                      </c:pt>
                      <c:pt idx="354">
                        <c:v>359.70129990000004</c:v>
                      </c:pt>
                      <c:pt idx="355">
                        <c:v>358.04130992999995</c:v>
                      </c:pt>
                      <c:pt idx="356">
                        <c:v>360.05240054999996</c:v>
                      </c:pt>
                      <c:pt idx="357">
                        <c:v>366.38469792000001</c:v>
                      </c:pt>
                      <c:pt idx="358">
                        <c:v>381.23757462000003</c:v>
                      </c:pt>
                      <c:pt idx="359">
                        <c:v>392.62742197000006</c:v>
                      </c:pt>
                      <c:pt idx="360">
                        <c:v>366.15158236000002</c:v>
                      </c:pt>
                      <c:pt idx="361">
                        <c:v>359.90095066999999</c:v>
                      </c:pt>
                      <c:pt idx="362">
                        <c:v>360.29797797999993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D1D2-4C14-8A94-855B902BB9C4}"/>
                  </c:ext>
                </c:extLst>
              </c15:ser>
            </c15:filteredLineSeries>
          </c:ext>
        </c:extLst>
      </c:line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Total(TB)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numRef>
              <c:f>Sheet1!$A$2:$A$364</c:f>
              <c:numCache>
                <c:formatCode>m/d/yyyy</c:formatCode>
                <c:ptCount val="363"/>
                <c:pt idx="0">
                  <c:v>45828</c:v>
                </c:pt>
                <c:pt idx="1">
                  <c:v>45829</c:v>
                </c:pt>
                <c:pt idx="2">
                  <c:v>45830</c:v>
                </c:pt>
                <c:pt idx="3">
                  <c:v>45831</c:v>
                </c:pt>
                <c:pt idx="4">
                  <c:v>45832</c:v>
                </c:pt>
                <c:pt idx="5">
                  <c:v>45833</c:v>
                </c:pt>
                <c:pt idx="6">
                  <c:v>45834</c:v>
                </c:pt>
                <c:pt idx="7">
                  <c:v>45835</c:v>
                </c:pt>
                <c:pt idx="8">
                  <c:v>45836</c:v>
                </c:pt>
                <c:pt idx="9">
                  <c:v>45837</c:v>
                </c:pt>
                <c:pt idx="10">
                  <c:v>45838</c:v>
                </c:pt>
                <c:pt idx="11">
                  <c:v>45839</c:v>
                </c:pt>
                <c:pt idx="12">
                  <c:v>45840</c:v>
                </c:pt>
                <c:pt idx="13">
                  <c:v>45841</c:v>
                </c:pt>
                <c:pt idx="14">
                  <c:v>45842</c:v>
                </c:pt>
                <c:pt idx="15">
                  <c:v>45843</c:v>
                </c:pt>
                <c:pt idx="16">
                  <c:v>45844</c:v>
                </c:pt>
                <c:pt idx="17">
                  <c:v>45845</c:v>
                </c:pt>
                <c:pt idx="18">
                  <c:v>45846</c:v>
                </c:pt>
                <c:pt idx="19">
                  <c:v>45847</c:v>
                </c:pt>
                <c:pt idx="20">
                  <c:v>45848</c:v>
                </c:pt>
                <c:pt idx="21">
                  <c:v>45849</c:v>
                </c:pt>
                <c:pt idx="22">
                  <c:v>45850</c:v>
                </c:pt>
                <c:pt idx="23">
                  <c:v>45851</c:v>
                </c:pt>
                <c:pt idx="24">
                  <c:v>45852</c:v>
                </c:pt>
                <c:pt idx="25">
                  <c:v>45853</c:v>
                </c:pt>
                <c:pt idx="26">
                  <c:v>45854</c:v>
                </c:pt>
                <c:pt idx="27">
                  <c:v>45855</c:v>
                </c:pt>
                <c:pt idx="28">
                  <c:v>45856</c:v>
                </c:pt>
                <c:pt idx="29">
                  <c:v>45857</c:v>
                </c:pt>
                <c:pt idx="30">
                  <c:v>45858</c:v>
                </c:pt>
                <c:pt idx="31">
                  <c:v>45859</c:v>
                </c:pt>
                <c:pt idx="32">
                  <c:v>45860</c:v>
                </c:pt>
                <c:pt idx="33">
                  <c:v>45861</c:v>
                </c:pt>
                <c:pt idx="34">
                  <c:v>45862</c:v>
                </c:pt>
                <c:pt idx="35">
                  <c:v>45863</c:v>
                </c:pt>
                <c:pt idx="36">
                  <c:v>45864</c:v>
                </c:pt>
                <c:pt idx="37">
                  <c:v>45865</c:v>
                </c:pt>
                <c:pt idx="38">
                  <c:v>45866</c:v>
                </c:pt>
                <c:pt idx="39">
                  <c:v>45867</c:v>
                </c:pt>
                <c:pt idx="40">
                  <c:v>45868</c:v>
                </c:pt>
                <c:pt idx="41">
                  <c:v>45869</c:v>
                </c:pt>
                <c:pt idx="42">
                  <c:v>45870</c:v>
                </c:pt>
                <c:pt idx="43">
                  <c:v>45871</c:v>
                </c:pt>
                <c:pt idx="44">
                  <c:v>45872</c:v>
                </c:pt>
                <c:pt idx="45">
                  <c:v>45873</c:v>
                </c:pt>
                <c:pt idx="46">
                  <c:v>45874</c:v>
                </c:pt>
                <c:pt idx="47">
                  <c:v>45875</c:v>
                </c:pt>
                <c:pt idx="48">
                  <c:v>45876</c:v>
                </c:pt>
                <c:pt idx="49">
                  <c:v>45877</c:v>
                </c:pt>
                <c:pt idx="50">
                  <c:v>45878</c:v>
                </c:pt>
                <c:pt idx="51">
                  <c:v>45879</c:v>
                </c:pt>
                <c:pt idx="52">
                  <c:v>45880</c:v>
                </c:pt>
                <c:pt idx="53">
                  <c:v>45881</c:v>
                </c:pt>
                <c:pt idx="54">
                  <c:v>45882</c:v>
                </c:pt>
                <c:pt idx="55">
                  <c:v>45883</c:v>
                </c:pt>
                <c:pt idx="56">
                  <c:v>45884</c:v>
                </c:pt>
                <c:pt idx="57">
                  <c:v>45885</c:v>
                </c:pt>
                <c:pt idx="58">
                  <c:v>45886</c:v>
                </c:pt>
                <c:pt idx="59">
                  <c:v>45887</c:v>
                </c:pt>
                <c:pt idx="60">
                  <c:v>45888</c:v>
                </c:pt>
                <c:pt idx="61">
                  <c:v>45889</c:v>
                </c:pt>
                <c:pt idx="62">
                  <c:v>45890</c:v>
                </c:pt>
                <c:pt idx="63">
                  <c:v>45891</c:v>
                </c:pt>
                <c:pt idx="64">
                  <c:v>45892</c:v>
                </c:pt>
                <c:pt idx="65">
                  <c:v>45893</c:v>
                </c:pt>
                <c:pt idx="66">
                  <c:v>45894</c:v>
                </c:pt>
                <c:pt idx="67">
                  <c:v>45895</c:v>
                </c:pt>
                <c:pt idx="68">
                  <c:v>45896</c:v>
                </c:pt>
                <c:pt idx="69">
                  <c:v>45897</c:v>
                </c:pt>
                <c:pt idx="70">
                  <c:v>45898</c:v>
                </c:pt>
                <c:pt idx="71">
                  <c:v>45899</c:v>
                </c:pt>
                <c:pt idx="72">
                  <c:v>45900</c:v>
                </c:pt>
                <c:pt idx="73">
                  <c:v>45901</c:v>
                </c:pt>
                <c:pt idx="74">
                  <c:v>45902</c:v>
                </c:pt>
                <c:pt idx="75">
                  <c:v>45903</c:v>
                </c:pt>
                <c:pt idx="76">
                  <c:v>45904</c:v>
                </c:pt>
                <c:pt idx="77">
                  <c:v>45905</c:v>
                </c:pt>
                <c:pt idx="78">
                  <c:v>45906</c:v>
                </c:pt>
                <c:pt idx="79">
                  <c:v>45907</c:v>
                </c:pt>
                <c:pt idx="80">
                  <c:v>45908</c:v>
                </c:pt>
                <c:pt idx="81">
                  <c:v>45909</c:v>
                </c:pt>
                <c:pt idx="82">
                  <c:v>45910</c:v>
                </c:pt>
                <c:pt idx="83">
                  <c:v>45911</c:v>
                </c:pt>
                <c:pt idx="84">
                  <c:v>45912</c:v>
                </c:pt>
                <c:pt idx="85">
                  <c:v>45913</c:v>
                </c:pt>
                <c:pt idx="86">
                  <c:v>45914</c:v>
                </c:pt>
                <c:pt idx="87">
                  <c:v>45915</c:v>
                </c:pt>
                <c:pt idx="88">
                  <c:v>45916</c:v>
                </c:pt>
                <c:pt idx="89">
                  <c:v>45917</c:v>
                </c:pt>
                <c:pt idx="90">
                  <c:v>45918</c:v>
                </c:pt>
                <c:pt idx="91">
                  <c:v>45919</c:v>
                </c:pt>
                <c:pt idx="92">
                  <c:v>45920</c:v>
                </c:pt>
                <c:pt idx="93">
                  <c:v>45921</c:v>
                </c:pt>
                <c:pt idx="94">
                  <c:v>45922</c:v>
                </c:pt>
                <c:pt idx="95">
                  <c:v>45923</c:v>
                </c:pt>
                <c:pt idx="96">
                  <c:v>45924</c:v>
                </c:pt>
                <c:pt idx="97">
                  <c:v>45925</c:v>
                </c:pt>
                <c:pt idx="98">
                  <c:v>45926</c:v>
                </c:pt>
                <c:pt idx="99">
                  <c:v>45927</c:v>
                </c:pt>
                <c:pt idx="100">
                  <c:v>45928</c:v>
                </c:pt>
                <c:pt idx="101">
                  <c:v>45929</c:v>
                </c:pt>
                <c:pt idx="102">
                  <c:v>45930</c:v>
                </c:pt>
                <c:pt idx="103">
                  <c:v>45931</c:v>
                </c:pt>
                <c:pt idx="104">
                  <c:v>45932</c:v>
                </c:pt>
                <c:pt idx="105">
                  <c:v>45933</c:v>
                </c:pt>
                <c:pt idx="106">
                  <c:v>45934</c:v>
                </c:pt>
                <c:pt idx="107">
                  <c:v>45935</c:v>
                </c:pt>
                <c:pt idx="108">
                  <c:v>45936</c:v>
                </c:pt>
                <c:pt idx="109">
                  <c:v>45937</c:v>
                </c:pt>
                <c:pt idx="110">
                  <c:v>45938</c:v>
                </c:pt>
                <c:pt idx="111">
                  <c:v>45939</c:v>
                </c:pt>
                <c:pt idx="112">
                  <c:v>45940</c:v>
                </c:pt>
                <c:pt idx="113">
                  <c:v>45941</c:v>
                </c:pt>
                <c:pt idx="114">
                  <c:v>45942</c:v>
                </c:pt>
                <c:pt idx="115">
                  <c:v>45943</c:v>
                </c:pt>
                <c:pt idx="116">
                  <c:v>45944</c:v>
                </c:pt>
                <c:pt idx="117">
                  <c:v>45945</c:v>
                </c:pt>
                <c:pt idx="118">
                  <c:v>45946</c:v>
                </c:pt>
                <c:pt idx="119">
                  <c:v>45947</c:v>
                </c:pt>
                <c:pt idx="120">
                  <c:v>45948</c:v>
                </c:pt>
                <c:pt idx="121">
                  <c:v>45949</c:v>
                </c:pt>
                <c:pt idx="122">
                  <c:v>45950</c:v>
                </c:pt>
                <c:pt idx="123">
                  <c:v>45951</c:v>
                </c:pt>
                <c:pt idx="124">
                  <c:v>45952</c:v>
                </c:pt>
                <c:pt idx="125">
                  <c:v>45953</c:v>
                </c:pt>
                <c:pt idx="126">
                  <c:v>45954</c:v>
                </c:pt>
                <c:pt idx="127">
                  <c:v>45955</c:v>
                </c:pt>
                <c:pt idx="128">
                  <c:v>45956</c:v>
                </c:pt>
                <c:pt idx="129">
                  <c:v>45957</c:v>
                </c:pt>
                <c:pt idx="130">
                  <c:v>45958</c:v>
                </c:pt>
                <c:pt idx="131">
                  <c:v>45959</c:v>
                </c:pt>
                <c:pt idx="132">
                  <c:v>45960</c:v>
                </c:pt>
                <c:pt idx="133">
                  <c:v>45961</c:v>
                </c:pt>
                <c:pt idx="134">
                  <c:v>45962</c:v>
                </c:pt>
                <c:pt idx="135">
                  <c:v>45963</c:v>
                </c:pt>
                <c:pt idx="136">
                  <c:v>45964</c:v>
                </c:pt>
                <c:pt idx="137">
                  <c:v>45965</c:v>
                </c:pt>
                <c:pt idx="138">
                  <c:v>45966</c:v>
                </c:pt>
                <c:pt idx="139">
                  <c:v>45967</c:v>
                </c:pt>
                <c:pt idx="140">
                  <c:v>45968</c:v>
                </c:pt>
                <c:pt idx="141">
                  <c:v>45969</c:v>
                </c:pt>
                <c:pt idx="142">
                  <c:v>45970</c:v>
                </c:pt>
                <c:pt idx="143">
                  <c:v>45971</c:v>
                </c:pt>
                <c:pt idx="144">
                  <c:v>45972</c:v>
                </c:pt>
                <c:pt idx="145">
                  <c:v>45973</c:v>
                </c:pt>
                <c:pt idx="146">
                  <c:v>45974</c:v>
                </c:pt>
                <c:pt idx="147">
                  <c:v>45975</c:v>
                </c:pt>
                <c:pt idx="148">
                  <c:v>45976</c:v>
                </c:pt>
                <c:pt idx="149">
                  <c:v>45977</c:v>
                </c:pt>
                <c:pt idx="150">
                  <c:v>45978</c:v>
                </c:pt>
                <c:pt idx="151">
                  <c:v>45979</c:v>
                </c:pt>
                <c:pt idx="152">
                  <c:v>45980</c:v>
                </c:pt>
                <c:pt idx="153">
                  <c:v>45981</c:v>
                </c:pt>
                <c:pt idx="154">
                  <c:v>45982</c:v>
                </c:pt>
                <c:pt idx="155">
                  <c:v>45983</c:v>
                </c:pt>
                <c:pt idx="156">
                  <c:v>45984</c:v>
                </c:pt>
                <c:pt idx="157">
                  <c:v>45985</c:v>
                </c:pt>
                <c:pt idx="158">
                  <c:v>45986</c:v>
                </c:pt>
                <c:pt idx="159">
                  <c:v>45987</c:v>
                </c:pt>
                <c:pt idx="160">
                  <c:v>45988</c:v>
                </c:pt>
                <c:pt idx="161">
                  <c:v>45989</c:v>
                </c:pt>
                <c:pt idx="162">
                  <c:v>45990</c:v>
                </c:pt>
                <c:pt idx="163">
                  <c:v>45991</c:v>
                </c:pt>
                <c:pt idx="164">
                  <c:v>45992</c:v>
                </c:pt>
                <c:pt idx="165">
                  <c:v>45993</c:v>
                </c:pt>
                <c:pt idx="166">
                  <c:v>45994</c:v>
                </c:pt>
                <c:pt idx="167">
                  <c:v>45995</c:v>
                </c:pt>
                <c:pt idx="168">
                  <c:v>45996</c:v>
                </c:pt>
                <c:pt idx="169">
                  <c:v>45997</c:v>
                </c:pt>
                <c:pt idx="170">
                  <c:v>45998</c:v>
                </c:pt>
                <c:pt idx="171">
                  <c:v>45999</c:v>
                </c:pt>
                <c:pt idx="172">
                  <c:v>46000</c:v>
                </c:pt>
                <c:pt idx="173">
                  <c:v>46001</c:v>
                </c:pt>
                <c:pt idx="174">
                  <c:v>46002</c:v>
                </c:pt>
                <c:pt idx="175">
                  <c:v>46003</c:v>
                </c:pt>
                <c:pt idx="176">
                  <c:v>46004</c:v>
                </c:pt>
                <c:pt idx="177">
                  <c:v>46005</c:v>
                </c:pt>
                <c:pt idx="178">
                  <c:v>46006</c:v>
                </c:pt>
                <c:pt idx="179">
                  <c:v>46007</c:v>
                </c:pt>
                <c:pt idx="180">
                  <c:v>46008</c:v>
                </c:pt>
                <c:pt idx="181">
                  <c:v>46009</c:v>
                </c:pt>
                <c:pt idx="182">
                  <c:v>46010</c:v>
                </c:pt>
                <c:pt idx="183">
                  <c:v>46011</c:v>
                </c:pt>
                <c:pt idx="184">
                  <c:v>46012</c:v>
                </c:pt>
                <c:pt idx="185">
                  <c:v>46013</c:v>
                </c:pt>
                <c:pt idx="186">
                  <c:v>46014</c:v>
                </c:pt>
                <c:pt idx="187">
                  <c:v>46015</c:v>
                </c:pt>
                <c:pt idx="188">
                  <c:v>46016</c:v>
                </c:pt>
                <c:pt idx="189">
                  <c:v>46017</c:v>
                </c:pt>
                <c:pt idx="190">
                  <c:v>46018</c:v>
                </c:pt>
                <c:pt idx="191">
                  <c:v>46019</c:v>
                </c:pt>
                <c:pt idx="192">
                  <c:v>46020</c:v>
                </c:pt>
                <c:pt idx="193">
                  <c:v>46021</c:v>
                </c:pt>
                <c:pt idx="194">
                  <c:v>46022</c:v>
                </c:pt>
                <c:pt idx="195">
                  <c:v>46023</c:v>
                </c:pt>
                <c:pt idx="196">
                  <c:v>46024</c:v>
                </c:pt>
                <c:pt idx="197">
                  <c:v>46025</c:v>
                </c:pt>
                <c:pt idx="198">
                  <c:v>46026</c:v>
                </c:pt>
                <c:pt idx="199">
                  <c:v>46027</c:v>
                </c:pt>
                <c:pt idx="200">
                  <c:v>46028</c:v>
                </c:pt>
                <c:pt idx="201">
                  <c:v>46029</c:v>
                </c:pt>
                <c:pt idx="202">
                  <c:v>46030</c:v>
                </c:pt>
                <c:pt idx="203">
                  <c:v>46031</c:v>
                </c:pt>
                <c:pt idx="204">
                  <c:v>46032</c:v>
                </c:pt>
                <c:pt idx="205">
                  <c:v>46033</c:v>
                </c:pt>
                <c:pt idx="206">
                  <c:v>46034</c:v>
                </c:pt>
                <c:pt idx="207">
                  <c:v>46035</c:v>
                </c:pt>
                <c:pt idx="208">
                  <c:v>46036</c:v>
                </c:pt>
                <c:pt idx="209">
                  <c:v>46037</c:v>
                </c:pt>
                <c:pt idx="210">
                  <c:v>46038</c:v>
                </c:pt>
                <c:pt idx="211">
                  <c:v>46039</c:v>
                </c:pt>
                <c:pt idx="212">
                  <c:v>46040</c:v>
                </c:pt>
                <c:pt idx="213">
                  <c:v>46041</c:v>
                </c:pt>
                <c:pt idx="214">
                  <c:v>46042</c:v>
                </c:pt>
                <c:pt idx="215">
                  <c:v>46043</c:v>
                </c:pt>
                <c:pt idx="216">
                  <c:v>46044</c:v>
                </c:pt>
                <c:pt idx="217">
                  <c:v>46045</c:v>
                </c:pt>
                <c:pt idx="218">
                  <c:v>46046</c:v>
                </c:pt>
                <c:pt idx="219">
                  <c:v>46047</c:v>
                </c:pt>
                <c:pt idx="220">
                  <c:v>46048</c:v>
                </c:pt>
                <c:pt idx="221">
                  <c:v>46049</c:v>
                </c:pt>
                <c:pt idx="222">
                  <c:v>46050</c:v>
                </c:pt>
                <c:pt idx="223">
                  <c:v>46051</c:v>
                </c:pt>
                <c:pt idx="224">
                  <c:v>46052</c:v>
                </c:pt>
                <c:pt idx="225">
                  <c:v>46053</c:v>
                </c:pt>
                <c:pt idx="226">
                  <c:v>46054</c:v>
                </c:pt>
                <c:pt idx="227">
                  <c:v>46055</c:v>
                </c:pt>
                <c:pt idx="228">
                  <c:v>46056</c:v>
                </c:pt>
                <c:pt idx="229">
                  <c:v>46057</c:v>
                </c:pt>
                <c:pt idx="230">
                  <c:v>46058</c:v>
                </c:pt>
                <c:pt idx="231">
                  <c:v>46059</c:v>
                </c:pt>
                <c:pt idx="232">
                  <c:v>46060</c:v>
                </c:pt>
                <c:pt idx="233">
                  <c:v>46061</c:v>
                </c:pt>
                <c:pt idx="234">
                  <c:v>46062</c:v>
                </c:pt>
                <c:pt idx="235">
                  <c:v>46063</c:v>
                </c:pt>
                <c:pt idx="236">
                  <c:v>46064</c:v>
                </c:pt>
                <c:pt idx="237">
                  <c:v>46065</c:v>
                </c:pt>
                <c:pt idx="238">
                  <c:v>46066</c:v>
                </c:pt>
                <c:pt idx="239">
                  <c:v>46067</c:v>
                </c:pt>
                <c:pt idx="240">
                  <c:v>46068</c:v>
                </c:pt>
                <c:pt idx="241">
                  <c:v>46069</c:v>
                </c:pt>
                <c:pt idx="242">
                  <c:v>46070</c:v>
                </c:pt>
                <c:pt idx="243">
                  <c:v>46071</c:v>
                </c:pt>
                <c:pt idx="244">
                  <c:v>46072</c:v>
                </c:pt>
                <c:pt idx="245">
                  <c:v>46073</c:v>
                </c:pt>
                <c:pt idx="246">
                  <c:v>46074</c:v>
                </c:pt>
                <c:pt idx="247">
                  <c:v>46075</c:v>
                </c:pt>
                <c:pt idx="248">
                  <c:v>46076</c:v>
                </c:pt>
                <c:pt idx="249">
                  <c:v>46077</c:v>
                </c:pt>
                <c:pt idx="250">
                  <c:v>46078</c:v>
                </c:pt>
                <c:pt idx="251">
                  <c:v>46079</c:v>
                </c:pt>
                <c:pt idx="252">
                  <c:v>46080</c:v>
                </c:pt>
                <c:pt idx="253">
                  <c:v>46081</c:v>
                </c:pt>
                <c:pt idx="254">
                  <c:v>46082</c:v>
                </c:pt>
                <c:pt idx="255">
                  <c:v>46083</c:v>
                </c:pt>
                <c:pt idx="256">
                  <c:v>46084</c:v>
                </c:pt>
                <c:pt idx="257">
                  <c:v>46085</c:v>
                </c:pt>
                <c:pt idx="258">
                  <c:v>46086</c:v>
                </c:pt>
                <c:pt idx="259">
                  <c:v>46087</c:v>
                </c:pt>
                <c:pt idx="260">
                  <c:v>46088</c:v>
                </c:pt>
                <c:pt idx="261">
                  <c:v>46089</c:v>
                </c:pt>
                <c:pt idx="262">
                  <c:v>46090</c:v>
                </c:pt>
                <c:pt idx="263">
                  <c:v>46091</c:v>
                </c:pt>
                <c:pt idx="264">
                  <c:v>46092</c:v>
                </c:pt>
                <c:pt idx="265">
                  <c:v>46093</c:v>
                </c:pt>
                <c:pt idx="266">
                  <c:v>46094</c:v>
                </c:pt>
                <c:pt idx="267">
                  <c:v>46095</c:v>
                </c:pt>
                <c:pt idx="268">
                  <c:v>46096</c:v>
                </c:pt>
                <c:pt idx="269">
                  <c:v>46097</c:v>
                </c:pt>
                <c:pt idx="270">
                  <c:v>46098</c:v>
                </c:pt>
                <c:pt idx="271">
                  <c:v>46099</c:v>
                </c:pt>
                <c:pt idx="272">
                  <c:v>46100</c:v>
                </c:pt>
                <c:pt idx="273">
                  <c:v>46101</c:v>
                </c:pt>
                <c:pt idx="274">
                  <c:v>46102</c:v>
                </c:pt>
                <c:pt idx="275">
                  <c:v>46103</c:v>
                </c:pt>
                <c:pt idx="276">
                  <c:v>46104</c:v>
                </c:pt>
                <c:pt idx="277">
                  <c:v>46105</c:v>
                </c:pt>
                <c:pt idx="278">
                  <c:v>46106</c:v>
                </c:pt>
                <c:pt idx="279">
                  <c:v>46107</c:v>
                </c:pt>
                <c:pt idx="280">
                  <c:v>46108</c:v>
                </c:pt>
                <c:pt idx="281">
                  <c:v>46109</c:v>
                </c:pt>
                <c:pt idx="282">
                  <c:v>46110</c:v>
                </c:pt>
                <c:pt idx="283">
                  <c:v>46111</c:v>
                </c:pt>
                <c:pt idx="284">
                  <c:v>46112</c:v>
                </c:pt>
                <c:pt idx="285">
                  <c:v>46113</c:v>
                </c:pt>
                <c:pt idx="286">
                  <c:v>46114</c:v>
                </c:pt>
                <c:pt idx="287">
                  <c:v>46115</c:v>
                </c:pt>
                <c:pt idx="288">
                  <c:v>46116</c:v>
                </c:pt>
                <c:pt idx="289">
                  <c:v>46117</c:v>
                </c:pt>
                <c:pt idx="290">
                  <c:v>46118</c:v>
                </c:pt>
                <c:pt idx="291">
                  <c:v>46119</c:v>
                </c:pt>
                <c:pt idx="292">
                  <c:v>46120</c:v>
                </c:pt>
                <c:pt idx="293">
                  <c:v>46121</c:v>
                </c:pt>
                <c:pt idx="294">
                  <c:v>46122</c:v>
                </c:pt>
                <c:pt idx="295">
                  <c:v>46123</c:v>
                </c:pt>
                <c:pt idx="296">
                  <c:v>46124</c:v>
                </c:pt>
                <c:pt idx="297">
                  <c:v>46125</c:v>
                </c:pt>
                <c:pt idx="298">
                  <c:v>46126</c:v>
                </c:pt>
                <c:pt idx="299">
                  <c:v>46127</c:v>
                </c:pt>
                <c:pt idx="300">
                  <c:v>46128</c:v>
                </c:pt>
                <c:pt idx="301">
                  <c:v>46129</c:v>
                </c:pt>
                <c:pt idx="302">
                  <c:v>46130</c:v>
                </c:pt>
                <c:pt idx="303">
                  <c:v>46131</c:v>
                </c:pt>
                <c:pt idx="304">
                  <c:v>46132</c:v>
                </c:pt>
                <c:pt idx="305">
                  <c:v>46133</c:v>
                </c:pt>
                <c:pt idx="306">
                  <c:v>46134</c:v>
                </c:pt>
                <c:pt idx="307">
                  <c:v>46135</c:v>
                </c:pt>
                <c:pt idx="308">
                  <c:v>46136</c:v>
                </c:pt>
                <c:pt idx="309">
                  <c:v>46137</c:v>
                </c:pt>
                <c:pt idx="310">
                  <c:v>46138</c:v>
                </c:pt>
                <c:pt idx="311">
                  <c:v>46139</c:v>
                </c:pt>
                <c:pt idx="312">
                  <c:v>46140</c:v>
                </c:pt>
                <c:pt idx="313">
                  <c:v>46141</c:v>
                </c:pt>
                <c:pt idx="314">
                  <c:v>46142</c:v>
                </c:pt>
                <c:pt idx="315">
                  <c:v>46143</c:v>
                </c:pt>
                <c:pt idx="316">
                  <c:v>46144</c:v>
                </c:pt>
                <c:pt idx="317">
                  <c:v>46145</c:v>
                </c:pt>
                <c:pt idx="318">
                  <c:v>46146</c:v>
                </c:pt>
                <c:pt idx="319">
                  <c:v>46147</c:v>
                </c:pt>
                <c:pt idx="320">
                  <c:v>46148</c:v>
                </c:pt>
                <c:pt idx="321">
                  <c:v>46149</c:v>
                </c:pt>
                <c:pt idx="322">
                  <c:v>46150</c:v>
                </c:pt>
                <c:pt idx="323">
                  <c:v>46151</c:v>
                </c:pt>
                <c:pt idx="324">
                  <c:v>46152</c:v>
                </c:pt>
                <c:pt idx="325">
                  <c:v>46153</c:v>
                </c:pt>
                <c:pt idx="326">
                  <c:v>46154</c:v>
                </c:pt>
                <c:pt idx="327">
                  <c:v>46155</c:v>
                </c:pt>
                <c:pt idx="328">
                  <c:v>46156</c:v>
                </c:pt>
                <c:pt idx="329">
                  <c:v>46157</c:v>
                </c:pt>
                <c:pt idx="330">
                  <c:v>46158</c:v>
                </c:pt>
                <c:pt idx="331">
                  <c:v>46159</c:v>
                </c:pt>
                <c:pt idx="332">
                  <c:v>46160</c:v>
                </c:pt>
                <c:pt idx="333">
                  <c:v>46161</c:v>
                </c:pt>
                <c:pt idx="334">
                  <c:v>46162</c:v>
                </c:pt>
                <c:pt idx="335">
                  <c:v>46163</c:v>
                </c:pt>
                <c:pt idx="336">
                  <c:v>46164</c:v>
                </c:pt>
                <c:pt idx="337">
                  <c:v>46165</c:v>
                </c:pt>
                <c:pt idx="338">
                  <c:v>46166</c:v>
                </c:pt>
                <c:pt idx="339">
                  <c:v>46167</c:v>
                </c:pt>
                <c:pt idx="340">
                  <c:v>46168</c:v>
                </c:pt>
                <c:pt idx="341">
                  <c:v>46169</c:v>
                </c:pt>
                <c:pt idx="342">
                  <c:v>46170</c:v>
                </c:pt>
                <c:pt idx="343">
                  <c:v>46171</c:v>
                </c:pt>
                <c:pt idx="344">
                  <c:v>46172</c:v>
                </c:pt>
                <c:pt idx="345">
                  <c:v>46173</c:v>
                </c:pt>
                <c:pt idx="346">
                  <c:v>46174</c:v>
                </c:pt>
                <c:pt idx="347">
                  <c:v>46175</c:v>
                </c:pt>
                <c:pt idx="348">
                  <c:v>46176</c:v>
                </c:pt>
                <c:pt idx="349">
                  <c:v>46177</c:v>
                </c:pt>
                <c:pt idx="350">
                  <c:v>46178</c:v>
                </c:pt>
                <c:pt idx="351">
                  <c:v>46179</c:v>
                </c:pt>
                <c:pt idx="352">
                  <c:v>46180</c:v>
                </c:pt>
                <c:pt idx="353">
                  <c:v>46181</c:v>
                </c:pt>
                <c:pt idx="354">
                  <c:v>46182</c:v>
                </c:pt>
                <c:pt idx="355">
                  <c:v>46183</c:v>
                </c:pt>
                <c:pt idx="356">
                  <c:v>46184</c:v>
                </c:pt>
                <c:pt idx="357">
                  <c:v>46185</c:v>
                </c:pt>
                <c:pt idx="358">
                  <c:v>46186</c:v>
                </c:pt>
                <c:pt idx="359">
                  <c:v>46187</c:v>
                </c:pt>
                <c:pt idx="360">
                  <c:v>46188</c:v>
                </c:pt>
                <c:pt idx="361">
                  <c:v>46189</c:v>
                </c:pt>
                <c:pt idx="362">
                  <c:v>46190</c:v>
                </c:pt>
              </c:numCache>
            </c:numRef>
          </c:cat>
          <c:val>
            <c:numRef>
              <c:f>Sheet1!$B$2:$B$364</c:f>
              <c:numCache>
                <c:formatCode>General</c:formatCode>
                <c:ptCount val="363"/>
                <c:pt idx="0">
                  <c:v>1335.0676196386719</c:v>
                </c:pt>
                <c:pt idx="1">
                  <c:v>1360.7231728671875</c:v>
                </c:pt>
                <c:pt idx="2">
                  <c:v>1375.8630752109375</c:v>
                </c:pt>
                <c:pt idx="3">
                  <c:v>1295.5593080058593</c:v>
                </c:pt>
                <c:pt idx="4">
                  <c:v>1313.7846745146485</c:v>
                </c:pt>
                <c:pt idx="5">
                  <c:v>1316.7947451992188</c:v>
                </c:pt>
                <c:pt idx="6">
                  <c:v>1328.7453522783203</c:v>
                </c:pt>
                <c:pt idx="7">
                  <c:v>1343.2752052646483</c:v>
                </c:pt>
                <c:pt idx="8">
                  <c:v>1378.7361161054689</c:v>
                </c:pt>
                <c:pt idx="9">
                  <c:v>1386.7760520292968</c:v>
                </c:pt>
                <c:pt idx="10">
                  <c:v>1302.5700169511717</c:v>
                </c:pt>
                <c:pt idx="11">
                  <c:v>1320.6241868115235</c:v>
                </c:pt>
                <c:pt idx="12">
                  <c:v>1329.3088627021484</c:v>
                </c:pt>
                <c:pt idx="13">
                  <c:v>1319.788220533203</c:v>
                </c:pt>
                <c:pt idx="14">
                  <c:v>1325.9285478339843</c:v>
                </c:pt>
                <c:pt idx="15">
                  <c:v>1378.7935446015626</c:v>
                </c:pt>
                <c:pt idx="16">
                  <c:v>1364.191987459961</c:v>
                </c:pt>
                <c:pt idx="17">
                  <c:v>1293.8143112753905</c:v>
                </c:pt>
                <c:pt idx="18">
                  <c:v>1327.7307972304686</c:v>
                </c:pt>
                <c:pt idx="19">
                  <c:v>1309.0375937294921</c:v>
                </c:pt>
                <c:pt idx="20">
                  <c:v>1423.4117313740235</c:v>
                </c:pt>
                <c:pt idx="21">
                  <c:v>1329.703076435547</c:v>
                </c:pt>
                <c:pt idx="22">
                  <c:v>1370.0243774150392</c:v>
                </c:pt>
                <c:pt idx="23">
                  <c:v>1392.6142239628905</c:v>
                </c:pt>
                <c:pt idx="24">
                  <c:v>1304.930357725586</c:v>
                </c:pt>
                <c:pt idx="25">
                  <c:v>1316.2912497666016</c:v>
                </c:pt>
                <c:pt idx="26">
                  <c:v>1325.078177685547</c:v>
                </c:pt>
                <c:pt idx="27">
                  <c:v>1321.5288887802733</c:v>
                </c:pt>
                <c:pt idx="28">
                  <c:v>1333.4741844882813</c:v>
                </c:pt>
                <c:pt idx="29">
                  <c:v>1372.2839314003907</c:v>
                </c:pt>
                <c:pt idx="30">
                  <c:v>1398.260608220703</c:v>
                </c:pt>
                <c:pt idx="31">
                  <c:v>1323.9009821718748</c:v>
                </c:pt>
                <c:pt idx="32">
                  <c:v>1336.3128859511719</c:v>
                </c:pt>
                <c:pt idx="33">
                  <c:v>1310.2964717880859</c:v>
                </c:pt>
                <c:pt idx="34">
                  <c:v>1331.4928677070311</c:v>
                </c:pt>
                <c:pt idx="35">
                  <c:v>1350.8170674736327</c:v>
                </c:pt>
                <c:pt idx="36">
                  <c:v>1389.3581403564453</c:v>
                </c:pt>
                <c:pt idx="37">
                  <c:v>1405.8915832753908</c:v>
                </c:pt>
                <c:pt idx="38">
                  <c:v>1336.6105151445313</c:v>
                </c:pt>
                <c:pt idx="39">
                  <c:v>1345.0604214843752</c:v>
                </c:pt>
                <c:pt idx="40">
                  <c:v>1370.7035887314453</c:v>
                </c:pt>
                <c:pt idx="41">
                  <c:v>1358.0210514716796</c:v>
                </c:pt>
                <c:pt idx="42">
                  <c:v>1340.8020262841796</c:v>
                </c:pt>
                <c:pt idx="43">
                  <c:v>1390.9515018798829</c:v>
                </c:pt>
                <c:pt idx="44">
                  <c:v>1437.1369321708983</c:v>
                </c:pt>
                <c:pt idx="45">
                  <c:v>1336.4596095898437</c:v>
                </c:pt>
                <c:pt idx="46">
                  <c:v>1317.633953680664</c:v>
                </c:pt>
                <c:pt idx="47">
                  <c:v>1283.3860795625001</c:v>
                </c:pt>
                <c:pt idx="48">
                  <c:v>1352.2918940039062</c:v>
                </c:pt>
                <c:pt idx="49">
                  <c:v>1463.9748011767576</c:v>
                </c:pt>
                <c:pt idx="50">
                  <c:v>1414.9198955244142</c:v>
                </c:pt>
                <c:pt idx="51">
                  <c:v>1420.8820896142579</c:v>
                </c:pt>
                <c:pt idx="52">
                  <c:v>1383.28314678125</c:v>
                </c:pt>
                <c:pt idx="53">
                  <c:v>1377.2805354619143</c:v>
                </c:pt>
                <c:pt idx="54">
                  <c:v>1392.8816187011719</c:v>
                </c:pt>
                <c:pt idx="55">
                  <c:v>1393.1983887138672</c:v>
                </c:pt>
                <c:pt idx="56">
                  <c:v>1402.3682401884766</c:v>
                </c:pt>
                <c:pt idx="57">
                  <c:v>1419.3599851503905</c:v>
                </c:pt>
                <c:pt idx="58">
                  <c:v>1440.0859224687499</c:v>
                </c:pt>
                <c:pt idx="59">
                  <c:v>1368.0591423544922</c:v>
                </c:pt>
                <c:pt idx="60">
                  <c:v>1364.3501799453124</c:v>
                </c:pt>
                <c:pt idx="61">
                  <c:v>1366.4897623691406</c:v>
                </c:pt>
                <c:pt idx="62">
                  <c:v>1370.6108818300781</c:v>
                </c:pt>
                <c:pt idx="63">
                  <c:v>1370.6145745742188</c:v>
                </c:pt>
                <c:pt idx="64">
                  <c:v>1421.4132350732423</c:v>
                </c:pt>
                <c:pt idx="65">
                  <c:v>1432.446393756836</c:v>
                </c:pt>
                <c:pt idx="66">
                  <c:v>1347.7441532255859</c:v>
                </c:pt>
                <c:pt idx="67">
                  <c:v>1371.0044134091797</c:v>
                </c:pt>
                <c:pt idx="68">
                  <c:v>1356.3113645312501</c:v>
                </c:pt>
                <c:pt idx="69">
                  <c:v>1367.6154619785157</c:v>
                </c:pt>
                <c:pt idx="70">
                  <c:v>1390.8543171416018</c:v>
                </c:pt>
                <c:pt idx="71">
                  <c:v>1428.6466381191406</c:v>
                </c:pt>
                <c:pt idx="72">
                  <c:v>1453.6892494414062</c:v>
                </c:pt>
                <c:pt idx="73">
                  <c:v>1350.5478887753907</c:v>
                </c:pt>
                <c:pt idx="74">
                  <c:v>1342.1069318662107</c:v>
                </c:pt>
                <c:pt idx="75">
                  <c:v>1364.514692066406</c:v>
                </c:pt>
                <c:pt idx="76">
                  <c:v>1363.3022104121094</c:v>
                </c:pt>
                <c:pt idx="77">
                  <c:v>1449.2850488994141</c:v>
                </c:pt>
                <c:pt idx="78">
                  <c:v>1420.6360049873047</c:v>
                </c:pt>
                <c:pt idx="79">
                  <c:v>1470.074814758789</c:v>
                </c:pt>
                <c:pt idx="80">
                  <c:v>1357.3341294326174</c:v>
                </c:pt>
                <c:pt idx="81">
                  <c:v>1365.1451532236329</c:v>
                </c:pt>
                <c:pt idx="82">
                  <c:v>1376.5263823398436</c:v>
                </c:pt>
                <c:pt idx="83">
                  <c:v>1388.4415566064451</c:v>
                </c:pt>
                <c:pt idx="84">
                  <c:v>1405.6272042421874</c:v>
                </c:pt>
                <c:pt idx="85">
                  <c:v>1475.9864401992188</c:v>
                </c:pt>
                <c:pt idx="86">
                  <c:v>1474.1849691210937</c:v>
                </c:pt>
                <c:pt idx="87">
                  <c:v>1401.5056896416015</c:v>
                </c:pt>
                <c:pt idx="88">
                  <c:v>1407.4905039921875</c:v>
                </c:pt>
                <c:pt idx="89">
                  <c:v>1422.683056347656</c:v>
                </c:pt>
                <c:pt idx="90">
                  <c:v>1447.9174792509766</c:v>
                </c:pt>
                <c:pt idx="91">
                  <c:v>1434.4937569541016</c:v>
                </c:pt>
                <c:pt idx="92">
                  <c:v>1495.8369417539061</c:v>
                </c:pt>
                <c:pt idx="93">
                  <c:v>1489.8113563251952</c:v>
                </c:pt>
                <c:pt idx="94">
                  <c:v>1376.5502890478515</c:v>
                </c:pt>
                <c:pt idx="95">
                  <c:v>1405.2002350859375</c:v>
                </c:pt>
                <c:pt idx="96">
                  <c:v>1413.0111084492187</c:v>
                </c:pt>
                <c:pt idx="97">
                  <c:v>1371.4947534267576</c:v>
                </c:pt>
                <c:pt idx="98">
                  <c:v>1447.7859825390626</c:v>
                </c:pt>
                <c:pt idx="99">
                  <c:v>1469.4329515527343</c:v>
                </c:pt>
                <c:pt idx="100">
                  <c:v>1488.300309006836</c:v>
                </c:pt>
                <c:pt idx="101">
                  <c:v>1390.9704855781249</c:v>
                </c:pt>
                <c:pt idx="102">
                  <c:v>1395.0423008730468</c:v>
                </c:pt>
                <c:pt idx="103">
                  <c:v>1397.929337265625</c:v>
                </c:pt>
                <c:pt idx="104">
                  <c:v>1404.3801611132812</c:v>
                </c:pt>
                <c:pt idx="105">
                  <c:v>1421.033311626953</c:v>
                </c:pt>
                <c:pt idx="106">
                  <c:v>1459.2166656562501</c:v>
                </c:pt>
                <c:pt idx="107">
                  <c:v>1465.0633973085937</c:v>
                </c:pt>
                <c:pt idx="108">
                  <c:v>1479.6528298496094</c:v>
                </c:pt>
                <c:pt idx="109">
                  <c:v>1397.1674981103515</c:v>
                </c:pt>
                <c:pt idx="110">
                  <c:v>1401.8006044052734</c:v>
                </c:pt>
                <c:pt idx="111">
                  <c:v>1371.1692215585938</c:v>
                </c:pt>
                <c:pt idx="112">
                  <c:v>1408.38821190625</c:v>
                </c:pt>
                <c:pt idx="113">
                  <c:v>1486.3533616845702</c:v>
                </c:pt>
                <c:pt idx="114">
                  <c:v>1485.2327558867187</c:v>
                </c:pt>
                <c:pt idx="115">
                  <c:v>1387.538694852539</c:v>
                </c:pt>
                <c:pt idx="116">
                  <c:v>1401.0759805107421</c:v>
                </c:pt>
                <c:pt idx="117">
                  <c:v>1408.9947194736328</c:v>
                </c:pt>
                <c:pt idx="118">
                  <c:v>1399.1292448232423</c:v>
                </c:pt>
                <c:pt idx="119">
                  <c:v>1418.8181223134766</c:v>
                </c:pt>
                <c:pt idx="120">
                  <c:v>1461.0153851123048</c:v>
                </c:pt>
                <c:pt idx="121">
                  <c:v>1492.4997207158203</c:v>
                </c:pt>
                <c:pt idx="122">
                  <c:v>1484.1610526386719</c:v>
                </c:pt>
                <c:pt idx="123">
                  <c:v>1438.8059284492188</c:v>
                </c:pt>
                <c:pt idx="124">
                  <c:v>1426.6028817656249</c:v>
                </c:pt>
                <c:pt idx="125">
                  <c:v>1423.9913983593751</c:v>
                </c:pt>
                <c:pt idx="126">
                  <c:v>1444.1121056259765</c:v>
                </c:pt>
                <c:pt idx="127">
                  <c:v>1508.2565518388674</c:v>
                </c:pt>
                <c:pt idx="128">
                  <c:v>1489.5533646123047</c:v>
                </c:pt>
                <c:pt idx="129">
                  <c:v>1397.5471521357422</c:v>
                </c:pt>
                <c:pt idx="130">
                  <c:v>1430.5585754472656</c:v>
                </c:pt>
                <c:pt idx="131">
                  <c:v>1446.0458927500001</c:v>
                </c:pt>
                <c:pt idx="132">
                  <c:v>1452.4704768623046</c:v>
                </c:pt>
                <c:pt idx="133">
                  <c:v>1463.5666486982423</c:v>
                </c:pt>
                <c:pt idx="134">
                  <c:v>1498.6594195107421</c:v>
                </c:pt>
                <c:pt idx="135">
                  <c:v>1521.7710590927734</c:v>
                </c:pt>
                <c:pt idx="136">
                  <c:v>1431.8515313027344</c:v>
                </c:pt>
                <c:pt idx="137">
                  <c:v>1449.6577015800783</c:v>
                </c:pt>
                <c:pt idx="138">
                  <c:v>1563.9043947753908</c:v>
                </c:pt>
                <c:pt idx="139">
                  <c:v>1372.4259758691405</c:v>
                </c:pt>
                <c:pt idx="140">
                  <c:v>1482.8519605126953</c:v>
                </c:pt>
                <c:pt idx="141">
                  <c:v>1498.9232855273438</c:v>
                </c:pt>
                <c:pt idx="142">
                  <c:v>1510.9391824912111</c:v>
                </c:pt>
                <c:pt idx="143">
                  <c:v>1446.251990881836</c:v>
                </c:pt>
                <c:pt idx="144">
                  <c:v>1472.179242515625</c:v>
                </c:pt>
                <c:pt idx="145">
                  <c:v>1475.595215915039</c:v>
                </c:pt>
                <c:pt idx="146">
                  <c:v>1477.4027479023437</c:v>
                </c:pt>
                <c:pt idx="147">
                  <c:v>1514.671013350586</c:v>
                </c:pt>
                <c:pt idx="148">
                  <c:v>1496.3519501992187</c:v>
                </c:pt>
                <c:pt idx="149">
                  <c:v>1555.6701890527343</c:v>
                </c:pt>
                <c:pt idx="150">
                  <c:v>1486.1485883642579</c:v>
                </c:pt>
                <c:pt idx="151">
                  <c:v>1500.925525620117</c:v>
                </c:pt>
                <c:pt idx="152">
                  <c:v>1494.8847728085937</c:v>
                </c:pt>
                <c:pt idx="153">
                  <c:v>1531.8084414384766</c:v>
                </c:pt>
                <c:pt idx="154">
                  <c:v>1520.5435130878905</c:v>
                </c:pt>
                <c:pt idx="155">
                  <c:v>1546.5131888906249</c:v>
                </c:pt>
                <c:pt idx="156">
                  <c:v>1569.7213526816406</c:v>
                </c:pt>
                <c:pt idx="157">
                  <c:v>1492.7259680810546</c:v>
                </c:pt>
                <c:pt idx="158">
                  <c:v>1522.2111426308595</c:v>
                </c:pt>
                <c:pt idx="159">
                  <c:v>1504.7756616455076</c:v>
                </c:pt>
                <c:pt idx="160">
                  <c:v>1411.1494466279296</c:v>
                </c:pt>
                <c:pt idx="161">
                  <c:v>1084.6171523886719</c:v>
                </c:pt>
                <c:pt idx="162">
                  <c:v>1146.5205101357421</c:v>
                </c:pt>
                <c:pt idx="163">
                  <c:v>1268.4597522646484</c:v>
                </c:pt>
                <c:pt idx="164">
                  <c:v>1350.0008595253905</c:v>
                </c:pt>
                <c:pt idx="165">
                  <c:v>1378.9325673330079</c:v>
                </c:pt>
                <c:pt idx="166">
                  <c:v>1444.4922564140625</c:v>
                </c:pt>
                <c:pt idx="167">
                  <c:v>1535.9127580068359</c:v>
                </c:pt>
                <c:pt idx="168">
                  <c:v>1474.6057402851563</c:v>
                </c:pt>
                <c:pt idx="169">
                  <c:v>1523.5004491640625</c:v>
                </c:pt>
                <c:pt idx="170">
                  <c:v>1560.879328680664</c:v>
                </c:pt>
                <c:pt idx="171">
                  <c:v>1516.416701772461</c:v>
                </c:pt>
                <c:pt idx="172">
                  <c:v>1547.5170569716795</c:v>
                </c:pt>
                <c:pt idx="173">
                  <c:v>1554.8094649560546</c:v>
                </c:pt>
                <c:pt idx="174">
                  <c:v>1569.5414972724609</c:v>
                </c:pt>
                <c:pt idx="175">
                  <c:v>1563.4562755664062</c:v>
                </c:pt>
                <c:pt idx="176">
                  <c:v>1587.4661126728515</c:v>
                </c:pt>
                <c:pt idx="177">
                  <c:v>1605.8671531152345</c:v>
                </c:pt>
                <c:pt idx="178">
                  <c:v>1529.6728076171876</c:v>
                </c:pt>
                <c:pt idx="179">
                  <c:v>1540.6570072490235</c:v>
                </c:pt>
                <c:pt idx="180">
                  <c:v>1561.0101790117187</c:v>
                </c:pt>
                <c:pt idx="181">
                  <c:v>1580.4912577773437</c:v>
                </c:pt>
                <c:pt idx="182">
                  <c:v>1584.3021975498048</c:v>
                </c:pt>
                <c:pt idx="183">
                  <c:v>1598.2402989550781</c:v>
                </c:pt>
                <c:pt idx="184">
                  <c:v>1610.611732272461</c:v>
                </c:pt>
                <c:pt idx="185">
                  <c:v>1536.2478813847656</c:v>
                </c:pt>
                <c:pt idx="186">
                  <c:v>1549.3986985859376</c:v>
                </c:pt>
                <c:pt idx="187">
                  <c:v>1552.7943377695312</c:v>
                </c:pt>
                <c:pt idx="188">
                  <c:v>1620.5451936103516</c:v>
                </c:pt>
                <c:pt idx="189">
                  <c:v>1583.9614552958985</c:v>
                </c:pt>
                <c:pt idx="190">
                  <c:v>1584.9929258720704</c:v>
                </c:pt>
                <c:pt idx="191">
                  <c:v>1583.4734904355469</c:v>
                </c:pt>
                <c:pt idx="192">
                  <c:v>1549.372233084961</c:v>
                </c:pt>
                <c:pt idx="193">
                  <c:v>1550.2202819042968</c:v>
                </c:pt>
                <c:pt idx="194">
                  <c:v>1519.9343723300781</c:v>
                </c:pt>
                <c:pt idx="195">
                  <c:v>1600.9437922294921</c:v>
                </c:pt>
                <c:pt idx="196">
                  <c:v>1522.4846741777344</c:v>
                </c:pt>
                <c:pt idx="197">
                  <c:v>1580.3025077470704</c:v>
                </c:pt>
                <c:pt idx="198">
                  <c:v>1538.5119580693358</c:v>
                </c:pt>
                <c:pt idx="199">
                  <c:v>1471.1475514179688</c:v>
                </c:pt>
                <c:pt idx="200">
                  <c:v>1495.7512579082031</c:v>
                </c:pt>
                <c:pt idx="201">
                  <c:v>1486.4303860332031</c:v>
                </c:pt>
                <c:pt idx="202">
                  <c:v>1505.4154063798828</c:v>
                </c:pt>
                <c:pt idx="203">
                  <c:v>1530.9770121767579</c:v>
                </c:pt>
                <c:pt idx="204">
                  <c:v>1562.0033882548828</c:v>
                </c:pt>
                <c:pt idx="205">
                  <c:v>1608.480680475586</c:v>
                </c:pt>
                <c:pt idx="206">
                  <c:v>1548.4212935332032</c:v>
                </c:pt>
                <c:pt idx="207">
                  <c:v>1531.3773410742187</c:v>
                </c:pt>
                <c:pt idx="208">
                  <c:v>1566.7687924169923</c:v>
                </c:pt>
                <c:pt idx="209">
                  <c:v>1612.9321390683592</c:v>
                </c:pt>
                <c:pt idx="210">
                  <c:v>1569.7424065986329</c:v>
                </c:pt>
                <c:pt idx="211">
                  <c:v>1585.8078166748046</c:v>
                </c:pt>
                <c:pt idx="212">
                  <c:v>1616.3276027246093</c:v>
                </c:pt>
                <c:pt idx="213">
                  <c:v>1547.8113190693359</c:v>
                </c:pt>
                <c:pt idx="214">
                  <c:v>1534.5353899824217</c:v>
                </c:pt>
                <c:pt idx="215">
                  <c:v>1511.2752647050781</c:v>
                </c:pt>
                <c:pt idx="216">
                  <c:v>1528.5008882802736</c:v>
                </c:pt>
                <c:pt idx="217">
                  <c:v>1540.2708004169922</c:v>
                </c:pt>
                <c:pt idx="218">
                  <c:v>1606.7105591054687</c:v>
                </c:pt>
                <c:pt idx="219">
                  <c:v>1612.6721008662109</c:v>
                </c:pt>
                <c:pt idx="220">
                  <c:v>1536.4750431953123</c:v>
                </c:pt>
                <c:pt idx="221">
                  <c:v>1569.8345196855469</c:v>
                </c:pt>
                <c:pt idx="222">
                  <c:v>1536.9605152753907</c:v>
                </c:pt>
                <c:pt idx="223">
                  <c:v>1549.0557338974611</c:v>
                </c:pt>
                <c:pt idx="224">
                  <c:v>1584.3011002060548</c:v>
                </c:pt>
                <c:pt idx="225">
                  <c:v>1628.7684526337889</c:v>
                </c:pt>
                <c:pt idx="226">
                  <c:v>1684.6710644804687</c:v>
                </c:pt>
                <c:pt idx="227">
                  <c:v>1518.3410900625001</c:v>
                </c:pt>
                <c:pt idx="228">
                  <c:v>1547.0191812890623</c:v>
                </c:pt>
                <c:pt idx="229">
                  <c:v>1676.5082135429686</c:v>
                </c:pt>
                <c:pt idx="230">
                  <c:v>1547.8840679736327</c:v>
                </c:pt>
                <c:pt idx="231">
                  <c:v>1575.2706760947267</c:v>
                </c:pt>
                <c:pt idx="232">
                  <c:v>1628.7985085205078</c:v>
                </c:pt>
                <c:pt idx="233">
                  <c:v>1657.6609648398437</c:v>
                </c:pt>
                <c:pt idx="234">
                  <c:v>1527.621787328125</c:v>
                </c:pt>
                <c:pt idx="235">
                  <c:v>1522.2629793320314</c:v>
                </c:pt>
                <c:pt idx="236">
                  <c:v>1548.058782506836</c:v>
                </c:pt>
                <c:pt idx="237">
                  <c:v>1593.813529279297</c:v>
                </c:pt>
                <c:pt idx="238">
                  <c:v>1597.6131409140626</c:v>
                </c:pt>
                <c:pt idx="239">
                  <c:v>1667.3213176699219</c:v>
                </c:pt>
                <c:pt idx="240">
                  <c:v>1686.9699644833984</c:v>
                </c:pt>
                <c:pt idx="241">
                  <c:v>1623.8937392666016</c:v>
                </c:pt>
                <c:pt idx="242">
                  <c:v>1605.9994645566408</c:v>
                </c:pt>
                <c:pt idx="243">
                  <c:v>1608.013232234375</c:v>
                </c:pt>
                <c:pt idx="244">
                  <c:v>1640.5150814912108</c:v>
                </c:pt>
                <c:pt idx="245">
                  <c:v>1607.2677323984376</c:v>
                </c:pt>
                <c:pt idx="246">
                  <c:v>1628.7919734521483</c:v>
                </c:pt>
                <c:pt idx="247">
                  <c:v>1705.5223358281251</c:v>
                </c:pt>
                <c:pt idx="248">
                  <c:v>1592.9035428710938</c:v>
                </c:pt>
                <c:pt idx="249">
                  <c:v>1605.6766750185545</c:v>
                </c:pt>
                <c:pt idx="250">
                  <c:v>1610.0413369296875</c:v>
                </c:pt>
                <c:pt idx="251">
                  <c:v>1620.2510079296874</c:v>
                </c:pt>
                <c:pt idx="252">
                  <c:v>1627.707160491211</c:v>
                </c:pt>
                <c:pt idx="253">
                  <c:v>1653.0810446298826</c:v>
                </c:pt>
                <c:pt idx="254">
                  <c:v>1657.9276050937499</c:v>
                </c:pt>
                <c:pt idx="255">
                  <c:v>1667.372937727539</c:v>
                </c:pt>
                <c:pt idx="256">
                  <c:v>1586.1167056640627</c:v>
                </c:pt>
                <c:pt idx="257">
                  <c:v>1599.4073408164061</c:v>
                </c:pt>
                <c:pt idx="258">
                  <c:v>1603.129434591797</c:v>
                </c:pt>
                <c:pt idx="259">
                  <c:v>1613.336785760742</c:v>
                </c:pt>
                <c:pt idx="260">
                  <c:v>1658.0536698916014</c:v>
                </c:pt>
                <c:pt idx="261">
                  <c:v>1681.4586913027345</c:v>
                </c:pt>
                <c:pt idx="262">
                  <c:v>1579.2867921318359</c:v>
                </c:pt>
                <c:pt idx="263">
                  <c:v>1560.147088685547</c:v>
                </c:pt>
                <c:pt idx="264">
                  <c:v>1567.8433360908205</c:v>
                </c:pt>
                <c:pt idx="265">
                  <c:v>1602.7565085175781</c:v>
                </c:pt>
                <c:pt idx="266">
                  <c:v>1613.3518857597655</c:v>
                </c:pt>
                <c:pt idx="267">
                  <c:v>1659.315382390625</c:v>
                </c:pt>
                <c:pt idx="268">
                  <c:v>1670.7150033769531</c:v>
                </c:pt>
                <c:pt idx="269">
                  <c:v>1588.2042566113282</c:v>
                </c:pt>
                <c:pt idx="270">
                  <c:v>1593.6498115957031</c:v>
                </c:pt>
                <c:pt idx="271">
                  <c:v>1673.6138024511718</c:v>
                </c:pt>
                <c:pt idx="272">
                  <c:v>1618.5062868701173</c:v>
                </c:pt>
                <c:pt idx="273">
                  <c:v>1640.9164093955078</c:v>
                </c:pt>
                <c:pt idx="274">
                  <c:v>1699.969131178711</c:v>
                </c:pt>
                <c:pt idx="275">
                  <c:v>1696.8237548300781</c:v>
                </c:pt>
                <c:pt idx="276">
                  <c:v>1617.6622696542968</c:v>
                </c:pt>
                <c:pt idx="277">
                  <c:v>1645.112398694336</c:v>
                </c:pt>
                <c:pt idx="278">
                  <c:v>1671.6567239355468</c:v>
                </c:pt>
                <c:pt idx="279">
                  <c:v>1630.2832737968749</c:v>
                </c:pt>
                <c:pt idx="280">
                  <c:v>1639.8255690429687</c:v>
                </c:pt>
                <c:pt idx="281">
                  <c:v>1691.9732363251953</c:v>
                </c:pt>
                <c:pt idx="282">
                  <c:v>1710.1663550751953</c:v>
                </c:pt>
                <c:pt idx="283">
                  <c:v>1609.8061520693359</c:v>
                </c:pt>
                <c:pt idx="284">
                  <c:v>1625.065129133789</c:v>
                </c:pt>
                <c:pt idx="285">
                  <c:v>1733.749307373047</c:v>
                </c:pt>
                <c:pt idx="286">
                  <c:v>1628.3507139306641</c:v>
                </c:pt>
                <c:pt idx="287">
                  <c:v>1692.9439158847656</c:v>
                </c:pt>
                <c:pt idx="288">
                  <c:v>1691.8295130976562</c:v>
                </c:pt>
                <c:pt idx="289">
                  <c:v>1704.1745763652343</c:v>
                </c:pt>
                <c:pt idx="290">
                  <c:v>1602.092121899414</c:v>
                </c:pt>
                <c:pt idx="291">
                  <c:v>1609.8869085947265</c:v>
                </c:pt>
                <c:pt idx="292">
                  <c:v>1645.9047800703127</c:v>
                </c:pt>
                <c:pt idx="293">
                  <c:v>1611.1659101923826</c:v>
                </c:pt>
                <c:pt idx="294">
                  <c:v>1624.777845517578</c:v>
                </c:pt>
                <c:pt idx="295">
                  <c:v>1646.6798507763672</c:v>
                </c:pt>
                <c:pt idx="296">
                  <c:v>1637.4377024042967</c:v>
                </c:pt>
                <c:pt idx="297">
                  <c:v>1662.135764267578</c:v>
                </c:pt>
                <c:pt idx="298">
                  <c:v>1695.9691327910157</c:v>
                </c:pt>
                <c:pt idx="299">
                  <c:v>1643.4885975429688</c:v>
                </c:pt>
                <c:pt idx="300">
                  <c:v>1659.0088161386718</c:v>
                </c:pt>
                <c:pt idx="301">
                  <c:v>1686.7375736396484</c:v>
                </c:pt>
                <c:pt idx="302">
                  <c:v>1688.3810409785158</c:v>
                </c:pt>
                <c:pt idx="303">
                  <c:v>1666.257577298828</c:v>
                </c:pt>
                <c:pt idx="304">
                  <c:v>1618.7025872294921</c:v>
                </c:pt>
                <c:pt idx="305">
                  <c:v>1635.8387038378905</c:v>
                </c:pt>
                <c:pt idx="306">
                  <c:v>1647.6041106728517</c:v>
                </c:pt>
                <c:pt idx="307">
                  <c:v>1660.838940848633</c:v>
                </c:pt>
                <c:pt idx="308">
                  <c:v>1692.5675352246094</c:v>
                </c:pt>
                <c:pt idx="309">
                  <c:v>1719.8127879023436</c:v>
                </c:pt>
                <c:pt idx="310">
                  <c:v>1719.9835128125001</c:v>
                </c:pt>
                <c:pt idx="311">
                  <c:v>1649.8558315126954</c:v>
                </c:pt>
                <c:pt idx="312">
                  <c:v>1659.4493253173828</c:v>
                </c:pt>
                <c:pt idx="313">
                  <c:v>1655.4574551640624</c:v>
                </c:pt>
                <c:pt idx="314">
                  <c:v>1640.8981000878907</c:v>
                </c:pt>
                <c:pt idx="315">
                  <c:v>1796.9359474052735</c:v>
                </c:pt>
                <c:pt idx="316">
                  <c:v>1737.2591246923828</c:v>
                </c:pt>
                <c:pt idx="317">
                  <c:v>1718.6395559873047</c:v>
                </c:pt>
                <c:pt idx="318">
                  <c:v>1633.9419915322264</c:v>
                </c:pt>
                <c:pt idx="319">
                  <c:v>1633.0675862177734</c:v>
                </c:pt>
                <c:pt idx="320">
                  <c:v>1635.8251396347657</c:v>
                </c:pt>
                <c:pt idx="321">
                  <c:v>1630.6652192509766</c:v>
                </c:pt>
                <c:pt idx="322">
                  <c:v>1654.9432152929687</c:v>
                </c:pt>
                <c:pt idx="323">
                  <c:v>1716.2419324013672</c:v>
                </c:pt>
                <c:pt idx="324">
                  <c:v>1752.3716067617188</c:v>
                </c:pt>
                <c:pt idx="325">
                  <c:v>1654.4043224433594</c:v>
                </c:pt>
                <c:pt idx="326">
                  <c:v>1665.3445471396483</c:v>
                </c:pt>
                <c:pt idx="327">
                  <c:v>1730.3134105703125</c:v>
                </c:pt>
                <c:pt idx="328">
                  <c:v>1683.5396590800781</c:v>
                </c:pt>
                <c:pt idx="329">
                  <c:v>1707.2151872792967</c:v>
                </c:pt>
                <c:pt idx="330">
                  <c:v>1762.5323715976563</c:v>
                </c:pt>
                <c:pt idx="331">
                  <c:v>1753.2156721376955</c:v>
                </c:pt>
                <c:pt idx="332">
                  <c:v>1650.2128325839844</c:v>
                </c:pt>
                <c:pt idx="333">
                  <c:v>1655.6239517382812</c:v>
                </c:pt>
                <c:pt idx="334">
                  <c:v>1650.6947599746095</c:v>
                </c:pt>
                <c:pt idx="335">
                  <c:v>1643.0740201542967</c:v>
                </c:pt>
                <c:pt idx="336">
                  <c:v>1698.2591600742187</c:v>
                </c:pt>
                <c:pt idx="337">
                  <c:v>1734.8507978173827</c:v>
                </c:pt>
                <c:pt idx="338">
                  <c:v>1745.3635691777342</c:v>
                </c:pt>
                <c:pt idx="339">
                  <c:v>1631.2024576230467</c:v>
                </c:pt>
                <c:pt idx="340">
                  <c:v>1631.9135990224609</c:v>
                </c:pt>
                <c:pt idx="341">
                  <c:v>1666.2835646582032</c:v>
                </c:pt>
                <c:pt idx="342">
                  <c:v>1727.369720453125</c:v>
                </c:pt>
                <c:pt idx="343">
                  <c:v>1671.9720338583986</c:v>
                </c:pt>
                <c:pt idx="344">
                  <c:v>1636.1632563359374</c:v>
                </c:pt>
                <c:pt idx="345">
                  <c:v>1738.8073585664063</c:v>
                </c:pt>
                <c:pt idx="346">
                  <c:v>1689.2829485498046</c:v>
                </c:pt>
                <c:pt idx="347">
                  <c:v>1674.387325515625</c:v>
                </c:pt>
                <c:pt idx="348">
                  <c:v>1681.1083002519531</c:v>
                </c:pt>
                <c:pt idx="349">
                  <c:v>1667.3638611943361</c:v>
                </c:pt>
                <c:pt idx="350">
                  <c:v>1678.6687850898436</c:v>
                </c:pt>
                <c:pt idx="351">
                  <c:v>1731.8838194814455</c:v>
                </c:pt>
                <c:pt idx="352">
                  <c:v>1750.0929426650391</c:v>
                </c:pt>
                <c:pt idx="353">
                  <c:v>1652.1350486953124</c:v>
                </c:pt>
                <c:pt idx="354">
                  <c:v>1659.0644614736327</c:v>
                </c:pt>
                <c:pt idx="355">
                  <c:v>1667.1813539833984</c:v>
                </c:pt>
                <c:pt idx="356">
                  <c:v>1660.2830330458985</c:v>
                </c:pt>
                <c:pt idx="357">
                  <c:v>1693.0098577998046</c:v>
                </c:pt>
                <c:pt idx="358">
                  <c:v>1747.6446192529297</c:v>
                </c:pt>
                <c:pt idx="359">
                  <c:v>1784.8866055214844</c:v>
                </c:pt>
                <c:pt idx="360">
                  <c:v>1686.4926189062498</c:v>
                </c:pt>
                <c:pt idx="361">
                  <c:v>1668.775056439453</c:v>
                </c:pt>
                <c:pt idx="362">
                  <c:v>1675.0857438925782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1D2-4C14-8A94-855B902BB9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28239199"/>
        <c:axId val="528227679"/>
      </c:lineChart>
      <c:dateAx>
        <c:axId val="528240159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8241119"/>
        <c:crosses val="autoZero"/>
        <c:auto val="1"/>
        <c:lblOffset val="100"/>
        <c:baseTimeUnit val="days"/>
      </c:dateAx>
      <c:valAx>
        <c:axId val="5282411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District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8240159"/>
        <c:crosses val="autoZero"/>
        <c:crossBetween val="between"/>
      </c:valAx>
      <c:valAx>
        <c:axId val="528227679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Total Network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8239199"/>
        <c:crosses val="max"/>
        <c:crossBetween val="between"/>
      </c:valAx>
      <c:dateAx>
        <c:axId val="528239199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528227679"/>
        <c:crosses val="autoZero"/>
        <c:auto val="1"/>
        <c:lblOffset val="100"/>
        <c:baseTimeUnit val="days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VoLTE TRAFFIC(Erl)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2"/>
          <c:order val="2"/>
          <c:tx>
            <c:strRef>
              <c:f>G!$D$1</c:f>
              <c:strCache>
                <c:ptCount val="1"/>
                <c:pt idx="0">
                  <c:v>KEG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G!$A$2:$A$364</c:f>
              <c:numCache>
                <c:formatCode>m/d/yyyy</c:formatCode>
                <c:ptCount val="363"/>
                <c:pt idx="0">
                  <c:v>45828</c:v>
                </c:pt>
                <c:pt idx="1">
                  <c:v>45829</c:v>
                </c:pt>
                <c:pt idx="2">
                  <c:v>45830</c:v>
                </c:pt>
                <c:pt idx="3">
                  <c:v>45831</c:v>
                </c:pt>
                <c:pt idx="4">
                  <c:v>45832</c:v>
                </c:pt>
                <c:pt idx="5">
                  <c:v>45833</c:v>
                </c:pt>
                <c:pt idx="6">
                  <c:v>45834</c:v>
                </c:pt>
                <c:pt idx="7">
                  <c:v>45835</c:v>
                </c:pt>
                <c:pt idx="8">
                  <c:v>45836</c:v>
                </c:pt>
                <c:pt idx="9">
                  <c:v>45837</c:v>
                </c:pt>
                <c:pt idx="10">
                  <c:v>45838</c:v>
                </c:pt>
                <c:pt idx="11">
                  <c:v>45839</c:v>
                </c:pt>
                <c:pt idx="12">
                  <c:v>45840</c:v>
                </c:pt>
                <c:pt idx="13">
                  <c:v>45841</c:v>
                </c:pt>
                <c:pt idx="14">
                  <c:v>45842</c:v>
                </c:pt>
                <c:pt idx="15">
                  <c:v>45843</c:v>
                </c:pt>
                <c:pt idx="16">
                  <c:v>45844</c:v>
                </c:pt>
                <c:pt idx="17">
                  <c:v>45845</c:v>
                </c:pt>
                <c:pt idx="18">
                  <c:v>45846</c:v>
                </c:pt>
                <c:pt idx="19">
                  <c:v>45847</c:v>
                </c:pt>
                <c:pt idx="20">
                  <c:v>45848</c:v>
                </c:pt>
                <c:pt idx="21">
                  <c:v>45849</c:v>
                </c:pt>
                <c:pt idx="22">
                  <c:v>45850</c:v>
                </c:pt>
                <c:pt idx="23">
                  <c:v>45851</c:v>
                </c:pt>
                <c:pt idx="24">
                  <c:v>45852</c:v>
                </c:pt>
                <c:pt idx="25">
                  <c:v>45853</c:v>
                </c:pt>
                <c:pt idx="26">
                  <c:v>45854</c:v>
                </c:pt>
                <c:pt idx="27">
                  <c:v>45855</c:v>
                </c:pt>
                <c:pt idx="28">
                  <c:v>45856</c:v>
                </c:pt>
                <c:pt idx="29">
                  <c:v>45857</c:v>
                </c:pt>
                <c:pt idx="30">
                  <c:v>45858</c:v>
                </c:pt>
                <c:pt idx="31">
                  <c:v>45859</c:v>
                </c:pt>
                <c:pt idx="32">
                  <c:v>45860</c:v>
                </c:pt>
                <c:pt idx="33">
                  <c:v>45861</c:v>
                </c:pt>
                <c:pt idx="34">
                  <c:v>45862</c:v>
                </c:pt>
                <c:pt idx="35">
                  <c:v>45863</c:v>
                </c:pt>
                <c:pt idx="36">
                  <c:v>45864</c:v>
                </c:pt>
                <c:pt idx="37">
                  <c:v>45865</c:v>
                </c:pt>
                <c:pt idx="38">
                  <c:v>45866</c:v>
                </c:pt>
                <c:pt idx="39">
                  <c:v>45867</c:v>
                </c:pt>
                <c:pt idx="40">
                  <c:v>45868</c:v>
                </c:pt>
                <c:pt idx="41">
                  <c:v>45869</c:v>
                </c:pt>
                <c:pt idx="42">
                  <c:v>45870</c:v>
                </c:pt>
                <c:pt idx="43">
                  <c:v>45871</c:v>
                </c:pt>
                <c:pt idx="44">
                  <c:v>45872</c:v>
                </c:pt>
                <c:pt idx="45">
                  <c:v>45873</c:v>
                </c:pt>
                <c:pt idx="46">
                  <c:v>45874</c:v>
                </c:pt>
                <c:pt idx="47">
                  <c:v>45875</c:v>
                </c:pt>
                <c:pt idx="48">
                  <c:v>45876</c:v>
                </c:pt>
                <c:pt idx="49">
                  <c:v>45877</c:v>
                </c:pt>
                <c:pt idx="50">
                  <c:v>45878</c:v>
                </c:pt>
                <c:pt idx="51">
                  <c:v>45879</c:v>
                </c:pt>
                <c:pt idx="52">
                  <c:v>45880</c:v>
                </c:pt>
                <c:pt idx="53">
                  <c:v>45881</c:v>
                </c:pt>
                <c:pt idx="54">
                  <c:v>45882</c:v>
                </c:pt>
                <c:pt idx="55">
                  <c:v>45883</c:v>
                </c:pt>
                <c:pt idx="56">
                  <c:v>45884</c:v>
                </c:pt>
                <c:pt idx="57">
                  <c:v>45885</c:v>
                </c:pt>
                <c:pt idx="58">
                  <c:v>45886</c:v>
                </c:pt>
                <c:pt idx="59">
                  <c:v>45887</c:v>
                </c:pt>
                <c:pt idx="60">
                  <c:v>45888</c:v>
                </c:pt>
                <c:pt idx="61">
                  <c:v>45889</c:v>
                </c:pt>
                <c:pt idx="62">
                  <c:v>45890</c:v>
                </c:pt>
                <c:pt idx="63">
                  <c:v>45891</c:v>
                </c:pt>
                <c:pt idx="64">
                  <c:v>45892</c:v>
                </c:pt>
                <c:pt idx="65">
                  <c:v>45893</c:v>
                </c:pt>
                <c:pt idx="66">
                  <c:v>45894</c:v>
                </c:pt>
                <c:pt idx="67">
                  <c:v>45895</c:v>
                </c:pt>
                <c:pt idx="68">
                  <c:v>45896</c:v>
                </c:pt>
                <c:pt idx="69">
                  <c:v>45897</c:v>
                </c:pt>
                <c:pt idx="70">
                  <c:v>45898</c:v>
                </c:pt>
                <c:pt idx="71">
                  <c:v>45899</c:v>
                </c:pt>
                <c:pt idx="72">
                  <c:v>45900</c:v>
                </c:pt>
                <c:pt idx="73">
                  <c:v>45901</c:v>
                </c:pt>
                <c:pt idx="74">
                  <c:v>45902</c:v>
                </c:pt>
                <c:pt idx="75">
                  <c:v>45903</c:v>
                </c:pt>
                <c:pt idx="76">
                  <c:v>45904</c:v>
                </c:pt>
                <c:pt idx="77">
                  <c:v>45905</c:v>
                </c:pt>
                <c:pt idx="78">
                  <c:v>45906</c:v>
                </c:pt>
                <c:pt idx="79">
                  <c:v>45907</c:v>
                </c:pt>
                <c:pt idx="80">
                  <c:v>45908</c:v>
                </c:pt>
                <c:pt idx="81">
                  <c:v>45909</c:v>
                </c:pt>
                <c:pt idx="82">
                  <c:v>45910</c:v>
                </c:pt>
                <c:pt idx="83">
                  <c:v>45911</c:v>
                </c:pt>
                <c:pt idx="84">
                  <c:v>45912</c:v>
                </c:pt>
                <c:pt idx="85">
                  <c:v>45913</c:v>
                </c:pt>
                <c:pt idx="86">
                  <c:v>45914</c:v>
                </c:pt>
                <c:pt idx="87">
                  <c:v>45915</c:v>
                </c:pt>
                <c:pt idx="88">
                  <c:v>45916</c:v>
                </c:pt>
                <c:pt idx="89">
                  <c:v>45917</c:v>
                </c:pt>
                <c:pt idx="90">
                  <c:v>45918</c:v>
                </c:pt>
                <c:pt idx="91">
                  <c:v>45919</c:v>
                </c:pt>
                <c:pt idx="92">
                  <c:v>45920</c:v>
                </c:pt>
                <c:pt idx="93">
                  <c:v>45921</c:v>
                </c:pt>
                <c:pt idx="94">
                  <c:v>45922</c:v>
                </c:pt>
                <c:pt idx="95">
                  <c:v>45923</c:v>
                </c:pt>
                <c:pt idx="96">
                  <c:v>45924</c:v>
                </c:pt>
                <c:pt idx="97">
                  <c:v>45925</c:v>
                </c:pt>
                <c:pt idx="98">
                  <c:v>45926</c:v>
                </c:pt>
                <c:pt idx="99">
                  <c:v>45927</c:v>
                </c:pt>
                <c:pt idx="100">
                  <c:v>45928</c:v>
                </c:pt>
                <c:pt idx="101">
                  <c:v>45929</c:v>
                </c:pt>
                <c:pt idx="102">
                  <c:v>45930</c:v>
                </c:pt>
                <c:pt idx="103">
                  <c:v>45931</c:v>
                </c:pt>
                <c:pt idx="104">
                  <c:v>45932</c:v>
                </c:pt>
                <c:pt idx="105">
                  <c:v>45933</c:v>
                </c:pt>
                <c:pt idx="106">
                  <c:v>45934</c:v>
                </c:pt>
                <c:pt idx="107">
                  <c:v>45935</c:v>
                </c:pt>
                <c:pt idx="108">
                  <c:v>45936</c:v>
                </c:pt>
                <c:pt idx="109">
                  <c:v>45937</c:v>
                </c:pt>
                <c:pt idx="110">
                  <c:v>45938</c:v>
                </c:pt>
                <c:pt idx="111">
                  <c:v>45939</c:v>
                </c:pt>
                <c:pt idx="112">
                  <c:v>45940</c:v>
                </c:pt>
                <c:pt idx="113">
                  <c:v>45941</c:v>
                </c:pt>
                <c:pt idx="114">
                  <c:v>45942</c:v>
                </c:pt>
                <c:pt idx="115">
                  <c:v>45943</c:v>
                </c:pt>
                <c:pt idx="116">
                  <c:v>45944</c:v>
                </c:pt>
                <c:pt idx="117">
                  <c:v>45945</c:v>
                </c:pt>
                <c:pt idx="118">
                  <c:v>45946</c:v>
                </c:pt>
                <c:pt idx="119">
                  <c:v>45947</c:v>
                </c:pt>
                <c:pt idx="120">
                  <c:v>45948</c:v>
                </c:pt>
                <c:pt idx="121">
                  <c:v>45949</c:v>
                </c:pt>
                <c:pt idx="122">
                  <c:v>45950</c:v>
                </c:pt>
                <c:pt idx="123">
                  <c:v>45951</c:v>
                </c:pt>
                <c:pt idx="124">
                  <c:v>45952</c:v>
                </c:pt>
                <c:pt idx="125">
                  <c:v>45953</c:v>
                </c:pt>
                <c:pt idx="126">
                  <c:v>45954</c:v>
                </c:pt>
                <c:pt idx="127">
                  <c:v>45955</c:v>
                </c:pt>
                <c:pt idx="128">
                  <c:v>45956</c:v>
                </c:pt>
                <c:pt idx="129">
                  <c:v>45957</c:v>
                </c:pt>
                <c:pt idx="130">
                  <c:v>45958</c:v>
                </c:pt>
                <c:pt idx="131">
                  <c:v>45959</c:v>
                </c:pt>
                <c:pt idx="132">
                  <c:v>45960</c:v>
                </c:pt>
                <c:pt idx="133">
                  <c:v>45961</c:v>
                </c:pt>
                <c:pt idx="134">
                  <c:v>45962</c:v>
                </c:pt>
                <c:pt idx="135">
                  <c:v>45963</c:v>
                </c:pt>
                <c:pt idx="136">
                  <c:v>45964</c:v>
                </c:pt>
                <c:pt idx="137">
                  <c:v>45965</c:v>
                </c:pt>
                <c:pt idx="138">
                  <c:v>45966</c:v>
                </c:pt>
                <c:pt idx="139">
                  <c:v>45967</c:v>
                </c:pt>
                <c:pt idx="140">
                  <c:v>45968</c:v>
                </c:pt>
                <c:pt idx="141">
                  <c:v>45969</c:v>
                </c:pt>
                <c:pt idx="142">
                  <c:v>45970</c:v>
                </c:pt>
                <c:pt idx="143">
                  <c:v>45971</c:v>
                </c:pt>
                <c:pt idx="144">
                  <c:v>45972</c:v>
                </c:pt>
                <c:pt idx="145">
                  <c:v>45973</c:v>
                </c:pt>
                <c:pt idx="146">
                  <c:v>45974</c:v>
                </c:pt>
                <c:pt idx="147">
                  <c:v>45975</c:v>
                </c:pt>
                <c:pt idx="148">
                  <c:v>45976</c:v>
                </c:pt>
                <c:pt idx="149">
                  <c:v>45977</c:v>
                </c:pt>
                <c:pt idx="150">
                  <c:v>45978</c:v>
                </c:pt>
                <c:pt idx="151">
                  <c:v>45979</c:v>
                </c:pt>
                <c:pt idx="152">
                  <c:v>45980</c:v>
                </c:pt>
                <c:pt idx="153">
                  <c:v>45981</c:v>
                </c:pt>
                <c:pt idx="154">
                  <c:v>45982</c:v>
                </c:pt>
                <c:pt idx="155">
                  <c:v>45983</c:v>
                </c:pt>
                <c:pt idx="156">
                  <c:v>45984</c:v>
                </c:pt>
                <c:pt idx="157">
                  <c:v>45985</c:v>
                </c:pt>
                <c:pt idx="158">
                  <c:v>45986</c:v>
                </c:pt>
                <c:pt idx="159">
                  <c:v>45987</c:v>
                </c:pt>
                <c:pt idx="160">
                  <c:v>45988</c:v>
                </c:pt>
                <c:pt idx="161">
                  <c:v>45989</c:v>
                </c:pt>
                <c:pt idx="162">
                  <c:v>45990</c:v>
                </c:pt>
                <c:pt idx="163">
                  <c:v>45991</c:v>
                </c:pt>
                <c:pt idx="164">
                  <c:v>45992</c:v>
                </c:pt>
                <c:pt idx="165">
                  <c:v>45993</c:v>
                </c:pt>
                <c:pt idx="166">
                  <c:v>45994</c:v>
                </c:pt>
                <c:pt idx="167">
                  <c:v>45995</c:v>
                </c:pt>
                <c:pt idx="168">
                  <c:v>45996</c:v>
                </c:pt>
                <c:pt idx="169">
                  <c:v>45997</c:v>
                </c:pt>
                <c:pt idx="170">
                  <c:v>45998</c:v>
                </c:pt>
                <c:pt idx="171">
                  <c:v>45999</c:v>
                </c:pt>
                <c:pt idx="172">
                  <c:v>46000</c:v>
                </c:pt>
                <c:pt idx="173">
                  <c:v>46001</c:v>
                </c:pt>
                <c:pt idx="174">
                  <c:v>46002</c:v>
                </c:pt>
                <c:pt idx="175">
                  <c:v>46003</c:v>
                </c:pt>
                <c:pt idx="176">
                  <c:v>46004</c:v>
                </c:pt>
                <c:pt idx="177">
                  <c:v>46005</c:v>
                </c:pt>
                <c:pt idx="178">
                  <c:v>46006</c:v>
                </c:pt>
                <c:pt idx="179">
                  <c:v>46007</c:v>
                </c:pt>
                <c:pt idx="180">
                  <c:v>46008</c:v>
                </c:pt>
                <c:pt idx="181">
                  <c:v>46009</c:v>
                </c:pt>
                <c:pt idx="182">
                  <c:v>46010</c:v>
                </c:pt>
                <c:pt idx="183">
                  <c:v>46011</c:v>
                </c:pt>
                <c:pt idx="184">
                  <c:v>46012</c:v>
                </c:pt>
                <c:pt idx="185">
                  <c:v>46013</c:v>
                </c:pt>
                <c:pt idx="186">
                  <c:v>46014</c:v>
                </c:pt>
                <c:pt idx="187">
                  <c:v>46015</c:v>
                </c:pt>
                <c:pt idx="188">
                  <c:v>46016</c:v>
                </c:pt>
                <c:pt idx="189">
                  <c:v>46017</c:v>
                </c:pt>
                <c:pt idx="190">
                  <c:v>46018</c:v>
                </c:pt>
                <c:pt idx="191">
                  <c:v>46019</c:v>
                </c:pt>
                <c:pt idx="192">
                  <c:v>46020</c:v>
                </c:pt>
                <c:pt idx="193">
                  <c:v>46021</c:v>
                </c:pt>
                <c:pt idx="194">
                  <c:v>46022</c:v>
                </c:pt>
                <c:pt idx="195">
                  <c:v>46023</c:v>
                </c:pt>
                <c:pt idx="196">
                  <c:v>46024</c:v>
                </c:pt>
                <c:pt idx="197">
                  <c:v>46025</c:v>
                </c:pt>
                <c:pt idx="198">
                  <c:v>46026</c:v>
                </c:pt>
                <c:pt idx="199">
                  <c:v>46027</c:v>
                </c:pt>
                <c:pt idx="200">
                  <c:v>46028</c:v>
                </c:pt>
                <c:pt idx="201">
                  <c:v>46029</c:v>
                </c:pt>
                <c:pt idx="202">
                  <c:v>46030</c:v>
                </c:pt>
                <c:pt idx="203">
                  <c:v>46031</c:v>
                </c:pt>
                <c:pt idx="204">
                  <c:v>46032</c:v>
                </c:pt>
                <c:pt idx="205">
                  <c:v>46033</c:v>
                </c:pt>
                <c:pt idx="206">
                  <c:v>46034</c:v>
                </c:pt>
                <c:pt idx="207">
                  <c:v>46035</c:v>
                </c:pt>
                <c:pt idx="208">
                  <c:v>46036</c:v>
                </c:pt>
                <c:pt idx="209">
                  <c:v>46037</c:v>
                </c:pt>
                <c:pt idx="210">
                  <c:v>46038</c:v>
                </c:pt>
                <c:pt idx="211">
                  <c:v>46039</c:v>
                </c:pt>
                <c:pt idx="212">
                  <c:v>46040</c:v>
                </c:pt>
                <c:pt idx="213">
                  <c:v>46041</c:v>
                </c:pt>
                <c:pt idx="214">
                  <c:v>46042</c:v>
                </c:pt>
                <c:pt idx="215">
                  <c:v>46043</c:v>
                </c:pt>
                <c:pt idx="216">
                  <c:v>46044</c:v>
                </c:pt>
                <c:pt idx="217">
                  <c:v>46045</c:v>
                </c:pt>
                <c:pt idx="218">
                  <c:v>46046</c:v>
                </c:pt>
                <c:pt idx="219">
                  <c:v>46047</c:v>
                </c:pt>
                <c:pt idx="220">
                  <c:v>46048</c:v>
                </c:pt>
                <c:pt idx="221">
                  <c:v>46049</c:v>
                </c:pt>
                <c:pt idx="222">
                  <c:v>46050</c:v>
                </c:pt>
                <c:pt idx="223">
                  <c:v>46051</c:v>
                </c:pt>
                <c:pt idx="224">
                  <c:v>46052</c:v>
                </c:pt>
                <c:pt idx="225">
                  <c:v>46053</c:v>
                </c:pt>
                <c:pt idx="226">
                  <c:v>46054</c:v>
                </c:pt>
                <c:pt idx="227">
                  <c:v>46055</c:v>
                </c:pt>
                <c:pt idx="228">
                  <c:v>46056</c:v>
                </c:pt>
                <c:pt idx="229">
                  <c:v>46057</c:v>
                </c:pt>
                <c:pt idx="230">
                  <c:v>46058</c:v>
                </c:pt>
                <c:pt idx="231">
                  <c:v>46059</c:v>
                </c:pt>
                <c:pt idx="232">
                  <c:v>46060</c:v>
                </c:pt>
                <c:pt idx="233">
                  <c:v>46061</c:v>
                </c:pt>
                <c:pt idx="234">
                  <c:v>46062</c:v>
                </c:pt>
                <c:pt idx="235">
                  <c:v>46063</c:v>
                </c:pt>
                <c:pt idx="236">
                  <c:v>46064</c:v>
                </c:pt>
                <c:pt idx="237">
                  <c:v>46065</c:v>
                </c:pt>
                <c:pt idx="238">
                  <c:v>46066</c:v>
                </c:pt>
                <c:pt idx="239">
                  <c:v>46067</c:v>
                </c:pt>
                <c:pt idx="240">
                  <c:v>46068</c:v>
                </c:pt>
                <c:pt idx="241">
                  <c:v>46069</c:v>
                </c:pt>
                <c:pt idx="242">
                  <c:v>46070</c:v>
                </c:pt>
                <c:pt idx="243">
                  <c:v>46071</c:v>
                </c:pt>
                <c:pt idx="244">
                  <c:v>46072</c:v>
                </c:pt>
                <c:pt idx="245">
                  <c:v>46073</c:v>
                </c:pt>
                <c:pt idx="246">
                  <c:v>46074</c:v>
                </c:pt>
                <c:pt idx="247">
                  <c:v>46075</c:v>
                </c:pt>
                <c:pt idx="248">
                  <c:v>46076</c:v>
                </c:pt>
                <c:pt idx="249">
                  <c:v>46077</c:v>
                </c:pt>
                <c:pt idx="250">
                  <c:v>46078</c:v>
                </c:pt>
                <c:pt idx="251">
                  <c:v>46079</c:v>
                </c:pt>
                <c:pt idx="252">
                  <c:v>46080</c:v>
                </c:pt>
                <c:pt idx="253">
                  <c:v>46081</c:v>
                </c:pt>
                <c:pt idx="254">
                  <c:v>46082</c:v>
                </c:pt>
                <c:pt idx="255">
                  <c:v>46083</c:v>
                </c:pt>
                <c:pt idx="256">
                  <c:v>46084</c:v>
                </c:pt>
                <c:pt idx="257">
                  <c:v>46085</c:v>
                </c:pt>
                <c:pt idx="258">
                  <c:v>46086</c:v>
                </c:pt>
                <c:pt idx="259">
                  <c:v>46087</c:v>
                </c:pt>
                <c:pt idx="260">
                  <c:v>46088</c:v>
                </c:pt>
                <c:pt idx="261">
                  <c:v>46089</c:v>
                </c:pt>
                <c:pt idx="262">
                  <c:v>46090</c:v>
                </c:pt>
                <c:pt idx="263">
                  <c:v>46091</c:v>
                </c:pt>
                <c:pt idx="264">
                  <c:v>46092</c:v>
                </c:pt>
                <c:pt idx="265">
                  <c:v>46093</c:v>
                </c:pt>
                <c:pt idx="266">
                  <c:v>46094</c:v>
                </c:pt>
                <c:pt idx="267">
                  <c:v>46095</c:v>
                </c:pt>
                <c:pt idx="268">
                  <c:v>46096</c:v>
                </c:pt>
                <c:pt idx="269">
                  <c:v>46097</c:v>
                </c:pt>
                <c:pt idx="270">
                  <c:v>46098</c:v>
                </c:pt>
                <c:pt idx="271">
                  <c:v>46099</c:v>
                </c:pt>
                <c:pt idx="272">
                  <c:v>46100</c:v>
                </c:pt>
                <c:pt idx="273">
                  <c:v>46101</c:v>
                </c:pt>
                <c:pt idx="274">
                  <c:v>46102</c:v>
                </c:pt>
                <c:pt idx="275">
                  <c:v>46103</c:v>
                </c:pt>
                <c:pt idx="276">
                  <c:v>46104</c:v>
                </c:pt>
                <c:pt idx="277">
                  <c:v>46105</c:v>
                </c:pt>
                <c:pt idx="278">
                  <c:v>46106</c:v>
                </c:pt>
                <c:pt idx="279">
                  <c:v>46107</c:v>
                </c:pt>
                <c:pt idx="280">
                  <c:v>46108</c:v>
                </c:pt>
                <c:pt idx="281">
                  <c:v>46109</c:v>
                </c:pt>
                <c:pt idx="282">
                  <c:v>46110</c:v>
                </c:pt>
                <c:pt idx="283">
                  <c:v>46111</c:v>
                </c:pt>
                <c:pt idx="284">
                  <c:v>46112</c:v>
                </c:pt>
                <c:pt idx="285">
                  <c:v>46113</c:v>
                </c:pt>
                <c:pt idx="286">
                  <c:v>46114</c:v>
                </c:pt>
                <c:pt idx="287">
                  <c:v>46115</c:v>
                </c:pt>
                <c:pt idx="288">
                  <c:v>46116</c:v>
                </c:pt>
                <c:pt idx="289">
                  <c:v>46117</c:v>
                </c:pt>
                <c:pt idx="290">
                  <c:v>46118</c:v>
                </c:pt>
                <c:pt idx="291">
                  <c:v>46119</c:v>
                </c:pt>
                <c:pt idx="292">
                  <c:v>46120</c:v>
                </c:pt>
                <c:pt idx="293">
                  <c:v>46121</c:v>
                </c:pt>
                <c:pt idx="294">
                  <c:v>46122</c:v>
                </c:pt>
                <c:pt idx="295">
                  <c:v>46123</c:v>
                </c:pt>
                <c:pt idx="296">
                  <c:v>46124</c:v>
                </c:pt>
                <c:pt idx="297">
                  <c:v>46125</c:v>
                </c:pt>
                <c:pt idx="298">
                  <c:v>46126</c:v>
                </c:pt>
                <c:pt idx="299">
                  <c:v>46127</c:v>
                </c:pt>
                <c:pt idx="300">
                  <c:v>46128</c:v>
                </c:pt>
                <c:pt idx="301">
                  <c:v>46129</c:v>
                </c:pt>
                <c:pt idx="302">
                  <c:v>46130</c:v>
                </c:pt>
                <c:pt idx="303">
                  <c:v>46131</c:v>
                </c:pt>
                <c:pt idx="304">
                  <c:v>46132</c:v>
                </c:pt>
                <c:pt idx="305">
                  <c:v>46133</c:v>
                </c:pt>
                <c:pt idx="306">
                  <c:v>46134</c:v>
                </c:pt>
                <c:pt idx="307">
                  <c:v>46135</c:v>
                </c:pt>
                <c:pt idx="308">
                  <c:v>46136</c:v>
                </c:pt>
                <c:pt idx="309">
                  <c:v>46137</c:v>
                </c:pt>
                <c:pt idx="310">
                  <c:v>46138</c:v>
                </c:pt>
                <c:pt idx="311">
                  <c:v>46139</c:v>
                </c:pt>
                <c:pt idx="312">
                  <c:v>46140</c:v>
                </c:pt>
                <c:pt idx="313">
                  <c:v>46141</c:v>
                </c:pt>
                <c:pt idx="314">
                  <c:v>46142</c:v>
                </c:pt>
                <c:pt idx="315">
                  <c:v>46143</c:v>
                </c:pt>
                <c:pt idx="316">
                  <c:v>46144</c:v>
                </c:pt>
                <c:pt idx="317">
                  <c:v>46145</c:v>
                </c:pt>
                <c:pt idx="318">
                  <c:v>46146</c:v>
                </c:pt>
                <c:pt idx="319">
                  <c:v>46147</c:v>
                </c:pt>
                <c:pt idx="320">
                  <c:v>46148</c:v>
                </c:pt>
                <c:pt idx="321">
                  <c:v>46149</c:v>
                </c:pt>
                <c:pt idx="322">
                  <c:v>46150</c:v>
                </c:pt>
                <c:pt idx="323">
                  <c:v>46151</c:v>
                </c:pt>
                <c:pt idx="324">
                  <c:v>46152</c:v>
                </c:pt>
                <c:pt idx="325">
                  <c:v>46153</c:v>
                </c:pt>
                <c:pt idx="326">
                  <c:v>46154</c:v>
                </c:pt>
                <c:pt idx="327">
                  <c:v>46155</c:v>
                </c:pt>
                <c:pt idx="328">
                  <c:v>46156</c:v>
                </c:pt>
                <c:pt idx="329">
                  <c:v>46157</c:v>
                </c:pt>
                <c:pt idx="330">
                  <c:v>46158</c:v>
                </c:pt>
                <c:pt idx="331">
                  <c:v>46159</c:v>
                </c:pt>
                <c:pt idx="332">
                  <c:v>46160</c:v>
                </c:pt>
                <c:pt idx="333">
                  <c:v>46161</c:v>
                </c:pt>
                <c:pt idx="334">
                  <c:v>46162</c:v>
                </c:pt>
                <c:pt idx="335">
                  <c:v>46163</c:v>
                </c:pt>
                <c:pt idx="336">
                  <c:v>46164</c:v>
                </c:pt>
                <c:pt idx="337">
                  <c:v>46165</c:v>
                </c:pt>
                <c:pt idx="338">
                  <c:v>46166</c:v>
                </c:pt>
                <c:pt idx="339">
                  <c:v>46167</c:v>
                </c:pt>
                <c:pt idx="340">
                  <c:v>46168</c:v>
                </c:pt>
                <c:pt idx="341">
                  <c:v>46169</c:v>
                </c:pt>
                <c:pt idx="342">
                  <c:v>46170</c:v>
                </c:pt>
                <c:pt idx="343">
                  <c:v>46171</c:v>
                </c:pt>
                <c:pt idx="344">
                  <c:v>46172</c:v>
                </c:pt>
                <c:pt idx="345">
                  <c:v>46173</c:v>
                </c:pt>
                <c:pt idx="346">
                  <c:v>46174</c:v>
                </c:pt>
                <c:pt idx="347">
                  <c:v>46175</c:v>
                </c:pt>
                <c:pt idx="348">
                  <c:v>46176</c:v>
                </c:pt>
                <c:pt idx="349">
                  <c:v>46177</c:v>
                </c:pt>
                <c:pt idx="350">
                  <c:v>46178</c:v>
                </c:pt>
                <c:pt idx="351">
                  <c:v>46179</c:v>
                </c:pt>
                <c:pt idx="352">
                  <c:v>46180</c:v>
                </c:pt>
                <c:pt idx="353">
                  <c:v>46181</c:v>
                </c:pt>
                <c:pt idx="354">
                  <c:v>46182</c:v>
                </c:pt>
                <c:pt idx="355">
                  <c:v>46183</c:v>
                </c:pt>
                <c:pt idx="356">
                  <c:v>46184</c:v>
                </c:pt>
                <c:pt idx="357">
                  <c:v>46185</c:v>
                </c:pt>
                <c:pt idx="358">
                  <c:v>46186</c:v>
                </c:pt>
                <c:pt idx="359">
                  <c:v>46187</c:v>
                </c:pt>
                <c:pt idx="360">
                  <c:v>46188</c:v>
                </c:pt>
                <c:pt idx="361">
                  <c:v>46189</c:v>
                </c:pt>
                <c:pt idx="362">
                  <c:v>46190</c:v>
                </c:pt>
              </c:numCache>
            </c:numRef>
          </c:cat>
          <c:val>
            <c:numRef>
              <c:f>G!$D$2:$D$364</c:f>
              <c:numCache>
                <c:formatCode>General</c:formatCode>
                <c:ptCount val="363"/>
                <c:pt idx="0">
                  <c:v>915.81119999999999</c:v>
                </c:pt>
                <c:pt idx="1">
                  <c:v>859.98350000000005</c:v>
                </c:pt>
                <c:pt idx="2">
                  <c:v>800.56359999999995</c:v>
                </c:pt>
                <c:pt idx="3">
                  <c:v>927.72320000000002</c:v>
                </c:pt>
                <c:pt idx="4">
                  <c:v>905.154</c:v>
                </c:pt>
                <c:pt idx="5">
                  <c:v>928.50969999999995</c:v>
                </c:pt>
                <c:pt idx="6">
                  <c:v>897.36329999999998</c:v>
                </c:pt>
                <c:pt idx="7">
                  <c:v>943.80560000000003</c:v>
                </c:pt>
                <c:pt idx="8">
                  <c:v>863.3886</c:v>
                </c:pt>
                <c:pt idx="9">
                  <c:v>873.69500000000005</c:v>
                </c:pt>
                <c:pt idx="10">
                  <c:v>947.57349999999997</c:v>
                </c:pt>
                <c:pt idx="11">
                  <c:v>915.31870000000004</c:v>
                </c:pt>
                <c:pt idx="12">
                  <c:v>874.5598</c:v>
                </c:pt>
                <c:pt idx="13">
                  <c:v>873.30799999999999</c:v>
                </c:pt>
                <c:pt idx="14">
                  <c:v>898.07339999999999</c:v>
                </c:pt>
                <c:pt idx="15">
                  <c:v>893.8931</c:v>
                </c:pt>
                <c:pt idx="16">
                  <c:v>864.29660000000001</c:v>
                </c:pt>
                <c:pt idx="17">
                  <c:v>938.23500000000001</c:v>
                </c:pt>
                <c:pt idx="18">
                  <c:v>926.89110000000005</c:v>
                </c:pt>
                <c:pt idx="19">
                  <c:v>977.16470000000004</c:v>
                </c:pt>
                <c:pt idx="20">
                  <c:v>842.38800000000003</c:v>
                </c:pt>
                <c:pt idx="21">
                  <c:v>1094.1606999999999</c:v>
                </c:pt>
                <c:pt idx="22">
                  <c:v>901.10209999999995</c:v>
                </c:pt>
                <c:pt idx="23">
                  <c:v>880.12120000000004</c:v>
                </c:pt>
                <c:pt idx="24">
                  <c:v>936.59810000000004</c:v>
                </c:pt>
                <c:pt idx="25">
                  <c:v>965.88819999999998</c:v>
                </c:pt>
                <c:pt idx="26">
                  <c:v>938.35050000000001</c:v>
                </c:pt>
                <c:pt idx="27">
                  <c:v>925.92409999999995</c:v>
                </c:pt>
                <c:pt idx="28">
                  <c:v>955.64620000000002</c:v>
                </c:pt>
                <c:pt idx="29">
                  <c:v>885.96780000000001</c:v>
                </c:pt>
                <c:pt idx="30">
                  <c:v>866.56479999999999</c:v>
                </c:pt>
                <c:pt idx="31">
                  <c:v>921.9298</c:v>
                </c:pt>
                <c:pt idx="32">
                  <c:v>888.9905</c:v>
                </c:pt>
                <c:pt idx="33">
                  <c:v>880.19460000000004</c:v>
                </c:pt>
                <c:pt idx="34">
                  <c:v>909.82410000000004</c:v>
                </c:pt>
                <c:pt idx="35">
                  <c:v>932.55799999999999</c:v>
                </c:pt>
                <c:pt idx="36">
                  <c:v>836.0077</c:v>
                </c:pt>
                <c:pt idx="37">
                  <c:v>853.14160000000004</c:v>
                </c:pt>
                <c:pt idx="38">
                  <c:v>945.80579999999998</c:v>
                </c:pt>
                <c:pt idx="39">
                  <c:v>906.74159999999995</c:v>
                </c:pt>
                <c:pt idx="40">
                  <c:v>947.06399999999996</c:v>
                </c:pt>
                <c:pt idx="41">
                  <c:v>934.58349999999996</c:v>
                </c:pt>
                <c:pt idx="42">
                  <c:v>925.79430000000002</c:v>
                </c:pt>
                <c:pt idx="43">
                  <c:v>865.43</c:v>
                </c:pt>
                <c:pt idx="44">
                  <c:v>818.57920000000001</c:v>
                </c:pt>
                <c:pt idx="45">
                  <c:v>912.13379999999995</c:v>
                </c:pt>
                <c:pt idx="46">
                  <c:v>898.01210000000003</c:v>
                </c:pt>
                <c:pt idx="47">
                  <c:v>901.67849999999999</c:v>
                </c:pt>
                <c:pt idx="48">
                  <c:v>989.45989999999995</c:v>
                </c:pt>
                <c:pt idx="49">
                  <c:v>814.56079999999997</c:v>
                </c:pt>
                <c:pt idx="50">
                  <c:v>921.95680000000004</c:v>
                </c:pt>
                <c:pt idx="51">
                  <c:v>910.70460000000003</c:v>
                </c:pt>
                <c:pt idx="52">
                  <c:v>900.98059999999998</c:v>
                </c:pt>
                <c:pt idx="53">
                  <c:v>858.41750000000002</c:v>
                </c:pt>
                <c:pt idx="54">
                  <c:v>866.46730000000002</c:v>
                </c:pt>
                <c:pt idx="55">
                  <c:v>889.10429999999997</c:v>
                </c:pt>
                <c:pt idx="56">
                  <c:v>853.37509999999997</c:v>
                </c:pt>
                <c:pt idx="57">
                  <c:v>857.85350000000005</c:v>
                </c:pt>
                <c:pt idx="58">
                  <c:v>844.01220000000001</c:v>
                </c:pt>
                <c:pt idx="59">
                  <c:v>866.3306</c:v>
                </c:pt>
                <c:pt idx="60">
                  <c:v>888.5942</c:v>
                </c:pt>
                <c:pt idx="61">
                  <c:v>906.16790000000003</c:v>
                </c:pt>
                <c:pt idx="62">
                  <c:v>922.74419999999998</c:v>
                </c:pt>
                <c:pt idx="63">
                  <c:v>905.93830000000003</c:v>
                </c:pt>
                <c:pt idx="64">
                  <c:v>850.44979999999998</c:v>
                </c:pt>
                <c:pt idx="65">
                  <c:v>860.21469999999999</c:v>
                </c:pt>
                <c:pt idx="66">
                  <c:v>914.37869999999998</c:v>
                </c:pt>
                <c:pt idx="67">
                  <c:v>893.202</c:v>
                </c:pt>
                <c:pt idx="68">
                  <c:v>896.26490000000001</c:v>
                </c:pt>
                <c:pt idx="69">
                  <c:v>895.55539999999996</c:v>
                </c:pt>
                <c:pt idx="70">
                  <c:v>895.83339999999998</c:v>
                </c:pt>
                <c:pt idx="71">
                  <c:v>885.28710000000001</c:v>
                </c:pt>
                <c:pt idx="72">
                  <c:v>844.22130000000004</c:v>
                </c:pt>
                <c:pt idx="73">
                  <c:v>906.58330000000001</c:v>
                </c:pt>
                <c:pt idx="74">
                  <c:v>890.55600000000004</c:v>
                </c:pt>
                <c:pt idx="75">
                  <c:v>885.52059999999994</c:v>
                </c:pt>
                <c:pt idx="76">
                  <c:v>976.89580000000001</c:v>
                </c:pt>
                <c:pt idx="77">
                  <c:v>857.58</c:v>
                </c:pt>
                <c:pt idx="78">
                  <c:v>847.83429999999998</c:v>
                </c:pt>
                <c:pt idx="79">
                  <c:v>766.91549999999995</c:v>
                </c:pt>
                <c:pt idx="80">
                  <c:v>889.92870000000005</c:v>
                </c:pt>
                <c:pt idx="81">
                  <c:v>848.85789999999997</c:v>
                </c:pt>
                <c:pt idx="82">
                  <c:v>897.32280000000003</c:v>
                </c:pt>
                <c:pt idx="83">
                  <c:v>902.7473</c:v>
                </c:pt>
                <c:pt idx="84">
                  <c:v>889.75109999999995</c:v>
                </c:pt>
                <c:pt idx="85">
                  <c:v>853.93029999999999</c:v>
                </c:pt>
                <c:pt idx="86">
                  <c:v>860.20069999999998</c:v>
                </c:pt>
                <c:pt idx="87">
                  <c:v>913.20339999999999</c:v>
                </c:pt>
                <c:pt idx="88">
                  <c:v>904.36689999999999</c:v>
                </c:pt>
                <c:pt idx="89">
                  <c:v>846.71510000000001</c:v>
                </c:pt>
                <c:pt idx="90">
                  <c:v>813.11890000000005</c:v>
                </c:pt>
                <c:pt idx="91">
                  <c:v>840.25699999999995</c:v>
                </c:pt>
                <c:pt idx="92">
                  <c:v>841.73760000000004</c:v>
                </c:pt>
                <c:pt idx="93">
                  <c:v>816.88789999999995</c:v>
                </c:pt>
                <c:pt idx="94">
                  <c:v>854.44579999999996</c:v>
                </c:pt>
                <c:pt idx="95">
                  <c:v>844.32029999999997</c:v>
                </c:pt>
                <c:pt idx="96">
                  <c:v>826.88589999999999</c:v>
                </c:pt>
                <c:pt idx="97">
                  <c:v>833.06389999999999</c:v>
                </c:pt>
                <c:pt idx="98">
                  <c:v>837.68330000000003</c:v>
                </c:pt>
                <c:pt idx="99">
                  <c:v>809.15719999999999</c:v>
                </c:pt>
                <c:pt idx="100">
                  <c:v>795.48130000000003</c:v>
                </c:pt>
                <c:pt idx="101">
                  <c:v>866.72749999999996</c:v>
                </c:pt>
                <c:pt idx="102">
                  <c:v>934.88459999999998</c:v>
                </c:pt>
                <c:pt idx="103">
                  <c:v>892.18169999999998</c:v>
                </c:pt>
                <c:pt idx="104">
                  <c:v>899.4357</c:v>
                </c:pt>
                <c:pt idx="105">
                  <c:v>870.73260000000005</c:v>
                </c:pt>
                <c:pt idx="106">
                  <c:v>815.35649999999998</c:v>
                </c:pt>
                <c:pt idx="107">
                  <c:v>818.97050000000002</c:v>
                </c:pt>
                <c:pt idx="108">
                  <c:v>748.0992</c:v>
                </c:pt>
                <c:pt idx="109">
                  <c:v>911.35149999999999</c:v>
                </c:pt>
                <c:pt idx="110">
                  <c:v>878.92139999999995</c:v>
                </c:pt>
                <c:pt idx="111">
                  <c:v>894.09979999999996</c:v>
                </c:pt>
                <c:pt idx="112">
                  <c:v>875.28539999999998</c:v>
                </c:pt>
                <c:pt idx="113">
                  <c:v>859.18</c:v>
                </c:pt>
                <c:pt idx="114">
                  <c:v>825.62260000000003</c:v>
                </c:pt>
                <c:pt idx="115">
                  <c:v>832.78520000000003</c:v>
                </c:pt>
                <c:pt idx="116">
                  <c:v>857.20399999999995</c:v>
                </c:pt>
                <c:pt idx="117">
                  <c:v>865.99270000000001</c:v>
                </c:pt>
                <c:pt idx="118">
                  <c:v>824.64670000000001</c:v>
                </c:pt>
                <c:pt idx="119">
                  <c:v>812.78620000000001</c:v>
                </c:pt>
                <c:pt idx="120">
                  <c:v>806.12929999999994</c:v>
                </c:pt>
                <c:pt idx="121">
                  <c:v>771.61940000000004</c:v>
                </c:pt>
                <c:pt idx="122">
                  <c:v>800.11779999999999</c:v>
                </c:pt>
                <c:pt idx="123">
                  <c:v>850.39919999999995</c:v>
                </c:pt>
                <c:pt idx="124">
                  <c:v>840.2731</c:v>
                </c:pt>
                <c:pt idx="125">
                  <c:v>791.05269999999996</c:v>
                </c:pt>
                <c:pt idx="126">
                  <c:v>801.90509999999995</c:v>
                </c:pt>
                <c:pt idx="127">
                  <c:v>837.03909999999996</c:v>
                </c:pt>
                <c:pt idx="128">
                  <c:v>792.84230000000002</c:v>
                </c:pt>
                <c:pt idx="129">
                  <c:v>865.55460000000005</c:v>
                </c:pt>
                <c:pt idx="130">
                  <c:v>879.37599999999998</c:v>
                </c:pt>
                <c:pt idx="131">
                  <c:v>857.35180000000003</c:v>
                </c:pt>
                <c:pt idx="132">
                  <c:v>886.3537</c:v>
                </c:pt>
                <c:pt idx="133">
                  <c:v>876.79769999999996</c:v>
                </c:pt>
                <c:pt idx="134">
                  <c:v>846.13940000000002</c:v>
                </c:pt>
                <c:pt idx="135">
                  <c:v>858.32920000000001</c:v>
                </c:pt>
                <c:pt idx="136">
                  <c:v>871.58299999999997</c:v>
                </c:pt>
                <c:pt idx="137">
                  <c:v>883.22820000000002</c:v>
                </c:pt>
                <c:pt idx="138">
                  <c:v>751.88930000000005</c:v>
                </c:pt>
                <c:pt idx="139">
                  <c:v>833.55309999999997</c:v>
                </c:pt>
                <c:pt idx="140">
                  <c:v>825.44860000000006</c:v>
                </c:pt>
                <c:pt idx="141">
                  <c:v>936.30340000000001</c:v>
                </c:pt>
                <c:pt idx="142">
                  <c:v>963.2491</c:v>
                </c:pt>
                <c:pt idx="143">
                  <c:v>1000.965</c:v>
                </c:pt>
                <c:pt idx="144">
                  <c:v>972.01689999999996</c:v>
                </c:pt>
                <c:pt idx="145">
                  <c:v>974.80899999999997</c:v>
                </c:pt>
                <c:pt idx="146">
                  <c:v>962.41809999999998</c:v>
                </c:pt>
                <c:pt idx="147">
                  <c:v>983.89779999999996</c:v>
                </c:pt>
                <c:pt idx="148">
                  <c:v>944.3075</c:v>
                </c:pt>
                <c:pt idx="149">
                  <c:v>883.20849999999996</c:v>
                </c:pt>
                <c:pt idx="150">
                  <c:v>930.13139999999999</c:v>
                </c:pt>
                <c:pt idx="151">
                  <c:v>932.74850000000004</c:v>
                </c:pt>
                <c:pt idx="152">
                  <c:v>960.74239999999998</c:v>
                </c:pt>
                <c:pt idx="153">
                  <c:v>966.66650000000004</c:v>
                </c:pt>
                <c:pt idx="154">
                  <c:v>968.78980000000001</c:v>
                </c:pt>
                <c:pt idx="155">
                  <c:v>965.12149999999997</c:v>
                </c:pt>
                <c:pt idx="156">
                  <c:v>890.84670000000006</c:v>
                </c:pt>
                <c:pt idx="157">
                  <c:v>930.83789999999999</c:v>
                </c:pt>
                <c:pt idx="158">
                  <c:v>977.01589999999999</c:v>
                </c:pt>
                <c:pt idx="159">
                  <c:v>897.44569999999999</c:v>
                </c:pt>
                <c:pt idx="160">
                  <c:v>915.11890000000005</c:v>
                </c:pt>
                <c:pt idx="161">
                  <c:v>791.86739999999998</c:v>
                </c:pt>
                <c:pt idx="162">
                  <c:v>656.57950000000005</c:v>
                </c:pt>
                <c:pt idx="163">
                  <c:v>1070.4201</c:v>
                </c:pt>
                <c:pt idx="164">
                  <c:v>1085.5799</c:v>
                </c:pt>
                <c:pt idx="165">
                  <c:v>1155.6004</c:v>
                </c:pt>
                <c:pt idx="166">
                  <c:v>1098.1993</c:v>
                </c:pt>
                <c:pt idx="167">
                  <c:v>965.6259</c:v>
                </c:pt>
                <c:pt idx="168">
                  <c:v>1049.0920000000001</c:v>
                </c:pt>
                <c:pt idx="169">
                  <c:v>994.42520000000002</c:v>
                </c:pt>
                <c:pt idx="170">
                  <c:v>949.63549999999998</c:v>
                </c:pt>
                <c:pt idx="171">
                  <c:v>1011.3684</c:v>
                </c:pt>
                <c:pt idx="172">
                  <c:v>1009.5915</c:v>
                </c:pt>
                <c:pt idx="173">
                  <c:v>1027.3801000000001</c:v>
                </c:pt>
                <c:pt idx="174">
                  <c:v>973.32600000000002</c:v>
                </c:pt>
                <c:pt idx="175">
                  <c:v>951.36</c:v>
                </c:pt>
                <c:pt idx="176">
                  <c:v>1059.3225</c:v>
                </c:pt>
                <c:pt idx="177">
                  <c:v>1073.1652999999999</c:v>
                </c:pt>
                <c:pt idx="178">
                  <c:v>1144.9391000000001</c:v>
                </c:pt>
                <c:pt idx="179">
                  <c:v>1113.8158000000001</c:v>
                </c:pt>
                <c:pt idx="180">
                  <c:v>1105.1072999999999</c:v>
                </c:pt>
                <c:pt idx="181">
                  <c:v>1140.7107000000001</c:v>
                </c:pt>
                <c:pt idx="182">
                  <c:v>1139.1759</c:v>
                </c:pt>
                <c:pt idx="183">
                  <c:v>1106.905</c:v>
                </c:pt>
                <c:pt idx="184">
                  <c:v>1093.0578</c:v>
                </c:pt>
                <c:pt idx="185">
                  <c:v>1155.9350999999999</c:v>
                </c:pt>
                <c:pt idx="186">
                  <c:v>1123.1433</c:v>
                </c:pt>
                <c:pt idx="187">
                  <c:v>1174.6309000000001</c:v>
                </c:pt>
                <c:pt idx="188">
                  <c:v>1063.3317</c:v>
                </c:pt>
                <c:pt idx="189">
                  <c:v>1170.2705000000001</c:v>
                </c:pt>
                <c:pt idx="190">
                  <c:v>1154.0259000000001</c:v>
                </c:pt>
                <c:pt idx="191">
                  <c:v>1114.8943999999999</c:v>
                </c:pt>
                <c:pt idx="192">
                  <c:v>1121.9779000000001</c:v>
                </c:pt>
                <c:pt idx="193">
                  <c:v>1145.8800000000001</c:v>
                </c:pt>
                <c:pt idx="194">
                  <c:v>1213.4996000000001</c:v>
                </c:pt>
                <c:pt idx="195">
                  <c:v>1252.4391000000001</c:v>
                </c:pt>
                <c:pt idx="196">
                  <c:v>1175.7983999999999</c:v>
                </c:pt>
                <c:pt idx="197">
                  <c:v>1058.2686000000001</c:v>
                </c:pt>
                <c:pt idx="198">
                  <c:v>1170.7473</c:v>
                </c:pt>
                <c:pt idx="199">
                  <c:v>1212.5645</c:v>
                </c:pt>
                <c:pt idx="200">
                  <c:v>1155.4069999999999</c:v>
                </c:pt>
                <c:pt idx="201">
                  <c:v>1159.903</c:v>
                </c:pt>
                <c:pt idx="202">
                  <c:v>1163.0661</c:v>
                </c:pt>
                <c:pt idx="203">
                  <c:v>1176.6197999999999</c:v>
                </c:pt>
                <c:pt idx="204">
                  <c:v>1097.4061999999999</c:v>
                </c:pt>
                <c:pt idx="205">
                  <c:v>1037.9454000000001</c:v>
                </c:pt>
                <c:pt idx="206">
                  <c:v>1153.8815</c:v>
                </c:pt>
                <c:pt idx="207">
                  <c:v>1148.2632000000001</c:v>
                </c:pt>
                <c:pt idx="208">
                  <c:v>1195.4826</c:v>
                </c:pt>
                <c:pt idx="209">
                  <c:v>1085.7728</c:v>
                </c:pt>
                <c:pt idx="210">
                  <c:v>1137.4034999999999</c:v>
                </c:pt>
                <c:pt idx="211">
                  <c:v>1078.4733000000001</c:v>
                </c:pt>
                <c:pt idx="212">
                  <c:v>1061.1024</c:v>
                </c:pt>
                <c:pt idx="213">
                  <c:v>1154.5697</c:v>
                </c:pt>
                <c:pt idx="214">
                  <c:v>1180.0041000000001</c:v>
                </c:pt>
                <c:pt idx="215">
                  <c:v>1166.8695</c:v>
                </c:pt>
                <c:pt idx="216">
                  <c:v>1126.0389</c:v>
                </c:pt>
                <c:pt idx="217">
                  <c:v>1239.4349999999999</c:v>
                </c:pt>
                <c:pt idx="218">
                  <c:v>1162.5313000000001</c:v>
                </c:pt>
                <c:pt idx="219">
                  <c:v>1196.6690000000001</c:v>
                </c:pt>
                <c:pt idx="220">
                  <c:v>1243.7773999999999</c:v>
                </c:pt>
                <c:pt idx="221">
                  <c:v>1198.8280999999999</c:v>
                </c:pt>
                <c:pt idx="222">
                  <c:v>1239.4875999999999</c:v>
                </c:pt>
                <c:pt idx="223">
                  <c:v>1244.5189</c:v>
                </c:pt>
                <c:pt idx="224">
                  <c:v>1257.6130000000001</c:v>
                </c:pt>
                <c:pt idx="225">
                  <c:v>1219.3669</c:v>
                </c:pt>
                <c:pt idx="226">
                  <c:v>1067.0036</c:v>
                </c:pt>
                <c:pt idx="227">
                  <c:v>1248.9405999999999</c:v>
                </c:pt>
                <c:pt idx="228">
                  <c:v>1252.8334</c:v>
                </c:pt>
                <c:pt idx="229">
                  <c:v>1117.9541999999999</c:v>
                </c:pt>
                <c:pt idx="230">
                  <c:v>1250.7058999999999</c:v>
                </c:pt>
                <c:pt idx="231">
                  <c:v>1227.5581</c:v>
                </c:pt>
                <c:pt idx="232">
                  <c:v>1207.1828</c:v>
                </c:pt>
                <c:pt idx="233">
                  <c:v>1200.8081999999999</c:v>
                </c:pt>
                <c:pt idx="234">
                  <c:v>1244.662</c:v>
                </c:pt>
                <c:pt idx="235">
                  <c:v>1265.856</c:v>
                </c:pt>
                <c:pt idx="236">
                  <c:v>1244.8442</c:v>
                </c:pt>
                <c:pt idx="237">
                  <c:v>1250.4840999999999</c:v>
                </c:pt>
                <c:pt idx="238">
                  <c:v>1197.2275</c:v>
                </c:pt>
                <c:pt idx="239">
                  <c:v>1191.8258000000001</c:v>
                </c:pt>
                <c:pt idx="240">
                  <c:v>1191.1131</c:v>
                </c:pt>
                <c:pt idx="241">
                  <c:v>1233.2238</c:v>
                </c:pt>
                <c:pt idx="242">
                  <c:v>1182.5888</c:v>
                </c:pt>
                <c:pt idx="243">
                  <c:v>1184.2159999999999</c:v>
                </c:pt>
                <c:pt idx="244">
                  <c:v>1146.2040999999999</c:v>
                </c:pt>
                <c:pt idx="245">
                  <c:v>1196.5650000000001</c:v>
                </c:pt>
                <c:pt idx="246">
                  <c:v>1096.2614000000001</c:v>
                </c:pt>
                <c:pt idx="247">
                  <c:v>1087.3003000000001</c:v>
                </c:pt>
                <c:pt idx="248">
                  <c:v>1171.8175000000001</c:v>
                </c:pt>
                <c:pt idx="249">
                  <c:v>1193.1505</c:v>
                </c:pt>
                <c:pt idx="250">
                  <c:v>1181.0407</c:v>
                </c:pt>
                <c:pt idx="251">
                  <c:v>1184.6923999999999</c:v>
                </c:pt>
                <c:pt idx="252">
                  <c:v>1207.9539</c:v>
                </c:pt>
                <c:pt idx="253">
                  <c:v>1246.8916999999999</c:v>
                </c:pt>
                <c:pt idx="254">
                  <c:v>1269.3771999999999</c:v>
                </c:pt>
                <c:pt idx="255">
                  <c:v>1116.1815999999999</c:v>
                </c:pt>
                <c:pt idx="256">
                  <c:v>1263.6457</c:v>
                </c:pt>
                <c:pt idx="257">
                  <c:v>1209.9490000000001</c:v>
                </c:pt>
                <c:pt idx="258">
                  <c:v>1208.3839</c:v>
                </c:pt>
                <c:pt idx="259">
                  <c:v>1202.9019000000001</c:v>
                </c:pt>
                <c:pt idx="260">
                  <c:v>1166.6532999999999</c:v>
                </c:pt>
                <c:pt idx="261">
                  <c:v>1143.0615</c:v>
                </c:pt>
                <c:pt idx="262">
                  <c:v>1232.6283000000001</c:v>
                </c:pt>
                <c:pt idx="263">
                  <c:v>1234.4503999999999</c:v>
                </c:pt>
                <c:pt idx="264">
                  <c:v>1184.0565999999999</c:v>
                </c:pt>
                <c:pt idx="265">
                  <c:v>1178.298</c:v>
                </c:pt>
                <c:pt idx="266">
                  <c:v>1240.6301000000001</c:v>
                </c:pt>
                <c:pt idx="267">
                  <c:v>1180.8275000000001</c:v>
                </c:pt>
                <c:pt idx="268">
                  <c:v>1223.8396</c:v>
                </c:pt>
                <c:pt idx="269">
                  <c:v>1314.2031999999999</c:v>
                </c:pt>
                <c:pt idx="270">
                  <c:v>1324.202</c:v>
                </c:pt>
                <c:pt idx="271">
                  <c:v>1207.5318</c:v>
                </c:pt>
                <c:pt idx="272">
                  <c:v>1277.7611999999999</c:v>
                </c:pt>
                <c:pt idx="273">
                  <c:v>1319.4996000000001</c:v>
                </c:pt>
                <c:pt idx="274">
                  <c:v>1211.5329999999999</c:v>
                </c:pt>
                <c:pt idx="275">
                  <c:v>1171.6943000000001</c:v>
                </c:pt>
                <c:pt idx="276">
                  <c:v>1274.2257999999999</c:v>
                </c:pt>
                <c:pt idx="277">
                  <c:v>1260.0864999999999</c:v>
                </c:pt>
                <c:pt idx="278">
                  <c:v>1201.2546</c:v>
                </c:pt>
                <c:pt idx="279">
                  <c:v>1273.1137000000001</c:v>
                </c:pt>
                <c:pt idx="280">
                  <c:v>1263.3184000000001</c:v>
                </c:pt>
                <c:pt idx="281">
                  <c:v>1218.4902</c:v>
                </c:pt>
                <c:pt idx="282">
                  <c:v>1180.3910000000001</c:v>
                </c:pt>
                <c:pt idx="283">
                  <c:v>1289.0119</c:v>
                </c:pt>
                <c:pt idx="284">
                  <c:v>1284.5443</c:v>
                </c:pt>
                <c:pt idx="285">
                  <c:v>1192.4492</c:v>
                </c:pt>
                <c:pt idx="286">
                  <c:v>1237.9428</c:v>
                </c:pt>
                <c:pt idx="287">
                  <c:v>1095.6913999999999</c:v>
                </c:pt>
                <c:pt idx="288">
                  <c:v>1154.5616</c:v>
                </c:pt>
                <c:pt idx="289">
                  <c:v>1171.7665999999999</c:v>
                </c:pt>
                <c:pt idx="290">
                  <c:v>1211.2004999999999</c:v>
                </c:pt>
                <c:pt idx="291">
                  <c:v>1257.9629</c:v>
                </c:pt>
                <c:pt idx="292">
                  <c:v>1182.5696</c:v>
                </c:pt>
                <c:pt idx="293">
                  <c:v>1268.6034999999999</c:v>
                </c:pt>
                <c:pt idx="294">
                  <c:v>1380.3331000000001</c:v>
                </c:pt>
                <c:pt idx="295">
                  <c:v>1364.0868</c:v>
                </c:pt>
                <c:pt idx="296">
                  <c:v>1287.4476</c:v>
                </c:pt>
                <c:pt idx="297">
                  <c:v>1169.6244999999999</c:v>
                </c:pt>
                <c:pt idx="298">
                  <c:v>1145.5785000000001</c:v>
                </c:pt>
                <c:pt idx="299">
                  <c:v>1140.3053</c:v>
                </c:pt>
                <c:pt idx="300">
                  <c:v>1222.5509999999999</c:v>
                </c:pt>
                <c:pt idx="301">
                  <c:v>1199.7415000000001</c:v>
                </c:pt>
                <c:pt idx="302">
                  <c:v>1219.9612</c:v>
                </c:pt>
                <c:pt idx="303">
                  <c:v>1180.9045000000001</c:v>
                </c:pt>
                <c:pt idx="304">
                  <c:v>1120.115</c:v>
                </c:pt>
                <c:pt idx="305">
                  <c:v>1179.3257000000001</c:v>
                </c:pt>
                <c:pt idx="306">
                  <c:v>1182.4861000000001</c:v>
                </c:pt>
                <c:pt idx="307">
                  <c:v>1191.8596</c:v>
                </c:pt>
                <c:pt idx="308">
                  <c:v>1275.9831999999999</c:v>
                </c:pt>
                <c:pt idx="309">
                  <c:v>1499.9875999999999</c:v>
                </c:pt>
                <c:pt idx="310">
                  <c:v>1383.1434999999999</c:v>
                </c:pt>
                <c:pt idx="311">
                  <c:v>1511.5633</c:v>
                </c:pt>
                <c:pt idx="312">
                  <c:v>1473.2472</c:v>
                </c:pt>
                <c:pt idx="313">
                  <c:v>1467.59</c:v>
                </c:pt>
                <c:pt idx="314">
                  <c:v>1528.2757999999999</c:v>
                </c:pt>
                <c:pt idx="315">
                  <c:v>1296.6976999999999</c:v>
                </c:pt>
                <c:pt idx="316">
                  <c:v>1453.8825999999999</c:v>
                </c:pt>
                <c:pt idx="317">
                  <c:v>1434.107</c:v>
                </c:pt>
                <c:pt idx="318">
                  <c:v>1466.585</c:v>
                </c:pt>
                <c:pt idx="319">
                  <c:v>1486.4773</c:v>
                </c:pt>
                <c:pt idx="320">
                  <c:v>1426.9907000000001</c:v>
                </c:pt>
                <c:pt idx="321">
                  <c:v>1444.9532999999999</c:v>
                </c:pt>
                <c:pt idx="322">
                  <c:v>1453.5841</c:v>
                </c:pt>
                <c:pt idx="323">
                  <c:v>1382.9962</c:v>
                </c:pt>
                <c:pt idx="324">
                  <c:v>1381.8889999999999</c:v>
                </c:pt>
                <c:pt idx="325">
                  <c:v>1474.1945000000001</c:v>
                </c:pt>
                <c:pt idx="326">
                  <c:v>1442.2308</c:v>
                </c:pt>
                <c:pt idx="327">
                  <c:v>1516.9094</c:v>
                </c:pt>
                <c:pt idx="328">
                  <c:v>1396.9021</c:v>
                </c:pt>
                <c:pt idx="329">
                  <c:v>1411.5890999999999</c:v>
                </c:pt>
                <c:pt idx="330">
                  <c:v>1338.6892</c:v>
                </c:pt>
                <c:pt idx="331">
                  <c:v>1362.0764999999999</c:v>
                </c:pt>
                <c:pt idx="332">
                  <c:v>1460.4201</c:v>
                </c:pt>
                <c:pt idx="333">
                  <c:v>1448.1674</c:v>
                </c:pt>
                <c:pt idx="334">
                  <c:v>1411.3388</c:v>
                </c:pt>
                <c:pt idx="335">
                  <c:v>1411.0364999999999</c:v>
                </c:pt>
                <c:pt idx="336">
                  <c:v>1498.7426</c:v>
                </c:pt>
                <c:pt idx="337">
                  <c:v>1350.8288</c:v>
                </c:pt>
                <c:pt idx="338">
                  <c:v>1381.1331</c:v>
                </c:pt>
                <c:pt idx="339">
                  <c:v>1473.2095999999999</c:v>
                </c:pt>
                <c:pt idx="340">
                  <c:v>1452.0648000000001</c:v>
                </c:pt>
                <c:pt idx="341">
                  <c:v>1482.8096</c:v>
                </c:pt>
                <c:pt idx="342">
                  <c:v>1402.1656</c:v>
                </c:pt>
                <c:pt idx="343">
                  <c:v>1646.6235999999999</c:v>
                </c:pt>
                <c:pt idx="344">
                  <c:v>1393.0156999999999</c:v>
                </c:pt>
                <c:pt idx="345">
                  <c:v>1479.136</c:v>
                </c:pt>
                <c:pt idx="346">
                  <c:v>1701.4111</c:v>
                </c:pt>
                <c:pt idx="347">
                  <c:v>1653.6905999999999</c:v>
                </c:pt>
                <c:pt idx="348">
                  <c:v>1590.876</c:v>
                </c:pt>
                <c:pt idx="349">
                  <c:v>1561.4114999999999</c:v>
                </c:pt>
                <c:pt idx="350">
                  <c:v>1526.0505000000001</c:v>
                </c:pt>
                <c:pt idx="351">
                  <c:v>1485.0761</c:v>
                </c:pt>
                <c:pt idx="352">
                  <c:v>1426.778</c:v>
                </c:pt>
                <c:pt idx="353">
                  <c:v>1523.6416999999999</c:v>
                </c:pt>
                <c:pt idx="354">
                  <c:v>1533.6935000000001</c:v>
                </c:pt>
                <c:pt idx="355">
                  <c:v>1559.1424</c:v>
                </c:pt>
                <c:pt idx="356">
                  <c:v>1579.4168</c:v>
                </c:pt>
                <c:pt idx="357">
                  <c:v>1502.1676</c:v>
                </c:pt>
                <c:pt idx="358">
                  <c:v>1418.982</c:v>
                </c:pt>
                <c:pt idx="359">
                  <c:v>1487.9204</c:v>
                </c:pt>
                <c:pt idx="360">
                  <c:v>1625.3598999999999</c:v>
                </c:pt>
                <c:pt idx="361">
                  <c:v>1453.1025999999999</c:v>
                </c:pt>
                <c:pt idx="362">
                  <c:v>1477.335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0AF-4487-833B-F4845D5D420D}"/>
            </c:ext>
          </c:extLst>
        </c:ser>
        <c:ser>
          <c:idx val="3"/>
          <c:order val="3"/>
          <c:tx>
            <c:strRef>
              <c:f>G!$E$1</c:f>
              <c:strCache>
                <c:ptCount val="1"/>
                <c:pt idx="0">
                  <c:v>PUT</c:v>
                </c:pt>
              </c:strCache>
            </c:strRef>
          </c:tx>
          <c:spPr>
            <a:ln w="28575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cat>
            <c:numRef>
              <c:f>G!$A$2:$A$364</c:f>
              <c:numCache>
                <c:formatCode>m/d/yyyy</c:formatCode>
                <c:ptCount val="363"/>
                <c:pt idx="0">
                  <c:v>45828</c:v>
                </c:pt>
                <c:pt idx="1">
                  <c:v>45829</c:v>
                </c:pt>
                <c:pt idx="2">
                  <c:v>45830</c:v>
                </c:pt>
                <c:pt idx="3">
                  <c:v>45831</c:v>
                </c:pt>
                <c:pt idx="4">
                  <c:v>45832</c:v>
                </c:pt>
                <c:pt idx="5">
                  <c:v>45833</c:v>
                </c:pt>
                <c:pt idx="6">
                  <c:v>45834</c:v>
                </c:pt>
                <c:pt idx="7">
                  <c:v>45835</c:v>
                </c:pt>
                <c:pt idx="8">
                  <c:v>45836</c:v>
                </c:pt>
                <c:pt idx="9">
                  <c:v>45837</c:v>
                </c:pt>
                <c:pt idx="10">
                  <c:v>45838</c:v>
                </c:pt>
                <c:pt idx="11">
                  <c:v>45839</c:v>
                </c:pt>
                <c:pt idx="12">
                  <c:v>45840</c:v>
                </c:pt>
                <c:pt idx="13">
                  <c:v>45841</c:v>
                </c:pt>
                <c:pt idx="14">
                  <c:v>45842</c:v>
                </c:pt>
                <c:pt idx="15">
                  <c:v>45843</c:v>
                </c:pt>
                <c:pt idx="16">
                  <c:v>45844</c:v>
                </c:pt>
                <c:pt idx="17">
                  <c:v>45845</c:v>
                </c:pt>
                <c:pt idx="18">
                  <c:v>45846</c:v>
                </c:pt>
                <c:pt idx="19">
                  <c:v>45847</c:v>
                </c:pt>
                <c:pt idx="20">
                  <c:v>45848</c:v>
                </c:pt>
                <c:pt idx="21">
                  <c:v>45849</c:v>
                </c:pt>
                <c:pt idx="22">
                  <c:v>45850</c:v>
                </c:pt>
                <c:pt idx="23">
                  <c:v>45851</c:v>
                </c:pt>
                <c:pt idx="24">
                  <c:v>45852</c:v>
                </c:pt>
                <c:pt idx="25">
                  <c:v>45853</c:v>
                </c:pt>
                <c:pt idx="26">
                  <c:v>45854</c:v>
                </c:pt>
                <c:pt idx="27">
                  <c:v>45855</c:v>
                </c:pt>
                <c:pt idx="28">
                  <c:v>45856</c:v>
                </c:pt>
                <c:pt idx="29">
                  <c:v>45857</c:v>
                </c:pt>
                <c:pt idx="30">
                  <c:v>45858</c:v>
                </c:pt>
                <c:pt idx="31">
                  <c:v>45859</c:v>
                </c:pt>
                <c:pt idx="32">
                  <c:v>45860</c:v>
                </c:pt>
                <c:pt idx="33">
                  <c:v>45861</c:v>
                </c:pt>
                <c:pt idx="34">
                  <c:v>45862</c:v>
                </c:pt>
                <c:pt idx="35">
                  <c:v>45863</c:v>
                </c:pt>
                <c:pt idx="36">
                  <c:v>45864</c:v>
                </c:pt>
                <c:pt idx="37">
                  <c:v>45865</c:v>
                </c:pt>
                <c:pt idx="38">
                  <c:v>45866</c:v>
                </c:pt>
                <c:pt idx="39">
                  <c:v>45867</c:v>
                </c:pt>
                <c:pt idx="40">
                  <c:v>45868</c:v>
                </c:pt>
                <c:pt idx="41">
                  <c:v>45869</c:v>
                </c:pt>
                <c:pt idx="42">
                  <c:v>45870</c:v>
                </c:pt>
                <c:pt idx="43">
                  <c:v>45871</c:v>
                </c:pt>
                <c:pt idx="44">
                  <c:v>45872</c:v>
                </c:pt>
                <c:pt idx="45">
                  <c:v>45873</c:v>
                </c:pt>
                <c:pt idx="46">
                  <c:v>45874</c:v>
                </c:pt>
                <c:pt idx="47">
                  <c:v>45875</c:v>
                </c:pt>
                <c:pt idx="48">
                  <c:v>45876</c:v>
                </c:pt>
                <c:pt idx="49">
                  <c:v>45877</c:v>
                </c:pt>
                <c:pt idx="50">
                  <c:v>45878</c:v>
                </c:pt>
                <c:pt idx="51">
                  <c:v>45879</c:v>
                </c:pt>
                <c:pt idx="52">
                  <c:v>45880</c:v>
                </c:pt>
                <c:pt idx="53">
                  <c:v>45881</c:v>
                </c:pt>
                <c:pt idx="54">
                  <c:v>45882</c:v>
                </c:pt>
                <c:pt idx="55">
                  <c:v>45883</c:v>
                </c:pt>
                <c:pt idx="56">
                  <c:v>45884</c:v>
                </c:pt>
                <c:pt idx="57">
                  <c:v>45885</c:v>
                </c:pt>
                <c:pt idx="58">
                  <c:v>45886</c:v>
                </c:pt>
                <c:pt idx="59">
                  <c:v>45887</c:v>
                </c:pt>
                <c:pt idx="60">
                  <c:v>45888</c:v>
                </c:pt>
                <c:pt idx="61">
                  <c:v>45889</c:v>
                </c:pt>
                <c:pt idx="62">
                  <c:v>45890</c:v>
                </c:pt>
                <c:pt idx="63">
                  <c:v>45891</c:v>
                </c:pt>
                <c:pt idx="64">
                  <c:v>45892</c:v>
                </c:pt>
                <c:pt idx="65">
                  <c:v>45893</c:v>
                </c:pt>
                <c:pt idx="66">
                  <c:v>45894</c:v>
                </c:pt>
                <c:pt idx="67">
                  <c:v>45895</c:v>
                </c:pt>
                <c:pt idx="68">
                  <c:v>45896</c:v>
                </c:pt>
                <c:pt idx="69">
                  <c:v>45897</c:v>
                </c:pt>
                <c:pt idx="70">
                  <c:v>45898</c:v>
                </c:pt>
                <c:pt idx="71">
                  <c:v>45899</c:v>
                </c:pt>
                <c:pt idx="72">
                  <c:v>45900</c:v>
                </c:pt>
                <c:pt idx="73">
                  <c:v>45901</c:v>
                </c:pt>
                <c:pt idx="74">
                  <c:v>45902</c:v>
                </c:pt>
                <c:pt idx="75">
                  <c:v>45903</c:v>
                </c:pt>
                <c:pt idx="76">
                  <c:v>45904</c:v>
                </c:pt>
                <c:pt idx="77">
                  <c:v>45905</c:v>
                </c:pt>
                <c:pt idx="78">
                  <c:v>45906</c:v>
                </c:pt>
                <c:pt idx="79">
                  <c:v>45907</c:v>
                </c:pt>
                <c:pt idx="80">
                  <c:v>45908</c:v>
                </c:pt>
                <c:pt idx="81">
                  <c:v>45909</c:v>
                </c:pt>
                <c:pt idx="82">
                  <c:v>45910</c:v>
                </c:pt>
                <c:pt idx="83">
                  <c:v>45911</c:v>
                </c:pt>
                <c:pt idx="84">
                  <c:v>45912</c:v>
                </c:pt>
                <c:pt idx="85">
                  <c:v>45913</c:v>
                </c:pt>
                <c:pt idx="86">
                  <c:v>45914</c:v>
                </c:pt>
                <c:pt idx="87">
                  <c:v>45915</c:v>
                </c:pt>
                <c:pt idx="88">
                  <c:v>45916</c:v>
                </c:pt>
                <c:pt idx="89">
                  <c:v>45917</c:v>
                </c:pt>
                <c:pt idx="90">
                  <c:v>45918</c:v>
                </c:pt>
                <c:pt idx="91">
                  <c:v>45919</c:v>
                </c:pt>
                <c:pt idx="92">
                  <c:v>45920</c:v>
                </c:pt>
                <c:pt idx="93">
                  <c:v>45921</c:v>
                </c:pt>
                <c:pt idx="94">
                  <c:v>45922</c:v>
                </c:pt>
                <c:pt idx="95">
                  <c:v>45923</c:v>
                </c:pt>
                <c:pt idx="96">
                  <c:v>45924</c:v>
                </c:pt>
                <c:pt idx="97">
                  <c:v>45925</c:v>
                </c:pt>
                <c:pt idx="98">
                  <c:v>45926</c:v>
                </c:pt>
                <c:pt idx="99">
                  <c:v>45927</c:v>
                </c:pt>
                <c:pt idx="100">
                  <c:v>45928</c:v>
                </c:pt>
                <c:pt idx="101">
                  <c:v>45929</c:v>
                </c:pt>
                <c:pt idx="102">
                  <c:v>45930</c:v>
                </c:pt>
                <c:pt idx="103">
                  <c:v>45931</c:v>
                </c:pt>
                <c:pt idx="104">
                  <c:v>45932</c:v>
                </c:pt>
                <c:pt idx="105">
                  <c:v>45933</c:v>
                </c:pt>
                <c:pt idx="106">
                  <c:v>45934</c:v>
                </c:pt>
                <c:pt idx="107">
                  <c:v>45935</c:v>
                </c:pt>
                <c:pt idx="108">
                  <c:v>45936</c:v>
                </c:pt>
                <c:pt idx="109">
                  <c:v>45937</c:v>
                </c:pt>
                <c:pt idx="110">
                  <c:v>45938</c:v>
                </c:pt>
                <c:pt idx="111">
                  <c:v>45939</c:v>
                </c:pt>
                <c:pt idx="112">
                  <c:v>45940</c:v>
                </c:pt>
                <c:pt idx="113">
                  <c:v>45941</c:v>
                </c:pt>
                <c:pt idx="114">
                  <c:v>45942</c:v>
                </c:pt>
                <c:pt idx="115">
                  <c:v>45943</c:v>
                </c:pt>
                <c:pt idx="116">
                  <c:v>45944</c:v>
                </c:pt>
                <c:pt idx="117">
                  <c:v>45945</c:v>
                </c:pt>
                <c:pt idx="118">
                  <c:v>45946</c:v>
                </c:pt>
                <c:pt idx="119">
                  <c:v>45947</c:v>
                </c:pt>
                <c:pt idx="120">
                  <c:v>45948</c:v>
                </c:pt>
                <c:pt idx="121">
                  <c:v>45949</c:v>
                </c:pt>
                <c:pt idx="122">
                  <c:v>45950</c:v>
                </c:pt>
                <c:pt idx="123">
                  <c:v>45951</c:v>
                </c:pt>
                <c:pt idx="124">
                  <c:v>45952</c:v>
                </c:pt>
                <c:pt idx="125">
                  <c:v>45953</c:v>
                </c:pt>
                <c:pt idx="126">
                  <c:v>45954</c:v>
                </c:pt>
                <c:pt idx="127">
                  <c:v>45955</c:v>
                </c:pt>
                <c:pt idx="128">
                  <c:v>45956</c:v>
                </c:pt>
                <c:pt idx="129">
                  <c:v>45957</c:v>
                </c:pt>
                <c:pt idx="130">
                  <c:v>45958</c:v>
                </c:pt>
                <c:pt idx="131">
                  <c:v>45959</c:v>
                </c:pt>
                <c:pt idx="132">
                  <c:v>45960</c:v>
                </c:pt>
                <c:pt idx="133">
                  <c:v>45961</c:v>
                </c:pt>
                <c:pt idx="134">
                  <c:v>45962</c:v>
                </c:pt>
                <c:pt idx="135">
                  <c:v>45963</c:v>
                </c:pt>
                <c:pt idx="136">
                  <c:v>45964</c:v>
                </c:pt>
                <c:pt idx="137">
                  <c:v>45965</c:v>
                </c:pt>
                <c:pt idx="138">
                  <c:v>45966</c:v>
                </c:pt>
                <c:pt idx="139">
                  <c:v>45967</c:v>
                </c:pt>
                <c:pt idx="140">
                  <c:v>45968</c:v>
                </c:pt>
                <c:pt idx="141">
                  <c:v>45969</c:v>
                </c:pt>
                <c:pt idx="142">
                  <c:v>45970</c:v>
                </c:pt>
                <c:pt idx="143">
                  <c:v>45971</c:v>
                </c:pt>
                <c:pt idx="144">
                  <c:v>45972</c:v>
                </c:pt>
                <c:pt idx="145">
                  <c:v>45973</c:v>
                </c:pt>
                <c:pt idx="146">
                  <c:v>45974</c:v>
                </c:pt>
                <c:pt idx="147">
                  <c:v>45975</c:v>
                </c:pt>
                <c:pt idx="148">
                  <c:v>45976</c:v>
                </c:pt>
                <c:pt idx="149">
                  <c:v>45977</c:v>
                </c:pt>
                <c:pt idx="150">
                  <c:v>45978</c:v>
                </c:pt>
                <c:pt idx="151">
                  <c:v>45979</c:v>
                </c:pt>
                <c:pt idx="152">
                  <c:v>45980</c:v>
                </c:pt>
                <c:pt idx="153">
                  <c:v>45981</c:v>
                </c:pt>
                <c:pt idx="154">
                  <c:v>45982</c:v>
                </c:pt>
                <c:pt idx="155">
                  <c:v>45983</c:v>
                </c:pt>
                <c:pt idx="156">
                  <c:v>45984</c:v>
                </c:pt>
                <c:pt idx="157">
                  <c:v>45985</c:v>
                </c:pt>
                <c:pt idx="158">
                  <c:v>45986</c:v>
                </c:pt>
                <c:pt idx="159">
                  <c:v>45987</c:v>
                </c:pt>
                <c:pt idx="160">
                  <c:v>45988</c:v>
                </c:pt>
                <c:pt idx="161">
                  <c:v>45989</c:v>
                </c:pt>
                <c:pt idx="162">
                  <c:v>45990</c:v>
                </c:pt>
                <c:pt idx="163">
                  <c:v>45991</c:v>
                </c:pt>
                <c:pt idx="164">
                  <c:v>45992</c:v>
                </c:pt>
                <c:pt idx="165">
                  <c:v>45993</c:v>
                </c:pt>
                <c:pt idx="166">
                  <c:v>45994</c:v>
                </c:pt>
                <c:pt idx="167">
                  <c:v>45995</c:v>
                </c:pt>
                <c:pt idx="168">
                  <c:v>45996</c:v>
                </c:pt>
                <c:pt idx="169">
                  <c:v>45997</c:v>
                </c:pt>
                <c:pt idx="170">
                  <c:v>45998</c:v>
                </c:pt>
                <c:pt idx="171">
                  <c:v>45999</c:v>
                </c:pt>
                <c:pt idx="172">
                  <c:v>46000</c:v>
                </c:pt>
                <c:pt idx="173">
                  <c:v>46001</c:v>
                </c:pt>
                <c:pt idx="174">
                  <c:v>46002</c:v>
                </c:pt>
                <c:pt idx="175">
                  <c:v>46003</c:v>
                </c:pt>
                <c:pt idx="176">
                  <c:v>46004</c:v>
                </c:pt>
                <c:pt idx="177">
                  <c:v>46005</c:v>
                </c:pt>
                <c:pt idx="178">
                  <c:v>46006</c:v>
                </c:pt>
                <c:pt idx="179">
                  <c:v>46007</c:v>
                </c:pt>
                <c:pt idx="180">
                  <c:v>46008</c:v>
                </c:pt>
                <c:pt idx="181">
                  <c:v>46009</c:v>
                </c:pt>
                <c:pt idx="182">
                  <c:v>46010</c:v>
                </c:pt>
                <c:pt idx="183">
                  <c:v>46011</c:v>
                </c:pt>
                <c:pt idx="184">
                  <c:v>46012</c:v>
                </c:pt>
                <c:pt idx="185">
                  <c:v>46013</c:v>
                </c:pt>
                <c:pt idx="186">
                  <c:v>46014</c:v>
                </c:pt>
                <c:pt idx="187">
                  <c:v>46015</c:v>
                </c:pt>
                <c:pt idx="188">
                  <c:v>46016</c:v>
                </c:pt>
                <c:pt idx="189">
                  <c:v>46017</c:v>
                </c:pt>
                <c:pt idx="190">
                  <c:v>46018</c:v>
                </c:pt>
                <c:pt idx="191">
                  <c:v>46019</c:v>
                </c:pt>
                <c:pt idx="192">
                  <c:v>46020</c:v>
                </c:pt>
                <c:pt idx="193">
                  <c:v>46021</c:v>
                </c:pt>
                <c:pt idx="194">
                  <c:v>46022</c:v>
                </c:pt>
                <c:pt idx="195">
                  <c:v>46023</c:v>
                </c:pt>
                <c:pt idx="196">
                  <c:v>46024</c:v>
                </c:pt>
                <c:pt idx="197">
                  <c:v>46025</c:v>
                </c:pt>
                <c:pt idx="198">
                  <c:v>46026</c:v>
                </c:pt>
                <c:pt idx="199">
                  <c:v>46027</c:v>
                </c:pt>
                <c:pt idx="200">
                  <c:v>46028</c:v>
                </c:pt>
                <c:pt idx="201">
                  <c:v>46029</c:v>
                </c:pt>
                <c:pt idx="202">
                  <c:v>46030</c:v>
                </c:pt>
                <c:pt idx="203">
                  <c:v>46031</c:v>
                </c:pt>
                <c:pt idx="204">
                  <c:v>46032</c:v>
                </c:pt>
                <c:pt idx="205">
                  <c:v>46033</c:v>
                </c:pt>
                <c:pt idx="206">
                  <c:v>46034</c:v>
                </c:pt>
                <c:pt idx="207">
                  <c:v>46035</c:v>
                </c:pt>
                <c:pt idx="208">
                  <c:v>46036</c:v>
                </c:pt>
                <c:pt idx="209">
                  <c:v>46037</c:v>
                </c:pt>
                <c:pt idx="210">
                  <c:v>46038</c:v>
                </c:pt>
                <c:pt idx="211">
                  <c:v>46039</c:v>
                </c:pt>
                <c:pt idx="212">
                  <c:v>46040</c:v>
                </c:pt>
                <c:pt idx="213">
                  <c:v>46041</c:v>
                </c:pt>
                <c:pt idx="214">
                  <c:v>46042</c:v>
                </c:pt>
                <c:pt idx="215">
                  <c:v>46043</c:v>
                </c:pt>
                <c:pt idx="216">
                  <c:v>46044</c:v>
                </c:pt>
                <c:pt idx="217">
                  <c:v>46045</c:v>
                </c:pt>
                <c:pt idx="218">
                  <c:v>46046</c:v>
                </c:pt>
                <c:pt idx="219">
                  <c:v>46047</c:v>
                </c:pt>
                <c:pt idx="220">
                  <c:v>46048</c:v>
                </c:pt>
                <c:pt idx="221">
                  <c:v>46049</c:v>
                </c:pt>
                <c:pt idx="222">
                  <c:v>46050</c:v>
                </c:pt>
                <c:pt idx="223">
                  <c:v>46051</c:v>
                </c:pt>
                <c:pt idx="224">
                  <c:v>46052</c:v>
                </c:pt>
                <c:pt idx="225">
                  <c:v>46053</c:v>
                </c:pt>
                <c:pt idx="226">
                  <c:v>46054</c:v>
                </c:pt>
                <c:pt idx="227">
                  <c:v>46055</c:v>
                </c:pt>
                <c:pt idx="228">
                  <c:v>46056</c:v>
                </c:pt>
                <c:pt idx="229">
                  <c:v>46057</c:v>
                </c:pt>
                <c:pt idx="230">
                  <c:v>46058</c:v>
                </c:pt>
                <c:pt idx="231">
                  <c:v>46059</c:v>
                </c:pt>
                <c:pt idx="232">
                  <c:v>46060</c:v>
                </c:pt>
                <c:pt idx="233">
                  <c:v>46061</c:v>
                </c:pt>
                <c:pt idx="234">
                  <c:v>46062</c:v>
                </c:pt>
                <c:pt idx="235">
                  <c:v>46063</c:v>
                </c:pt>
                <c:pt idx="236">
                  <c:v>46064</c:v>
                </c:pt>
                <c:pt idx="237">
                  <c:v>46065</c:v>
                </c:pt>
                <c:pt idx="238">
                  <c:v>46066</c:v>
                </c:pt>
                <c:pt idx="239">
                  <c:v>46067</c:v>
                </c:pt>
                <c:pt idx="240">
                  <c:v>46068</c:v>
                </c:pt>
                <c:pt idx="241">
                  <c:v>46069</c:v>
                </c:pt>
                <c:pt idx="242">
                  <c:v>46070</c:v>
                </c:pt>
                <c:pt idx="243">
                  <c:v>46071</c:v>
                </c:pt>
                <c:pt idx="244">
                  <c:v>46072</c:v>
                </c:pt>
                <c:pt idx="245">
                  <c:v>46073</c:v>
                </c:pt>
                <c:pt idx="246">
                  <c:v>46074</c:v>
                </c:pt>
                <c:pt idx="247">
                  <c:v>46075</c:v>
                </c:pt>
                <c:pt idx="248">
                  <c:v>46076</c:v>
                </c:pt>
                <c:pt idx="249">
                  <c:v>46077</c:v>
                </c:pt>
                <c:pt idx="250">
                  <c:v>46078</c:v>
                </c:pt>
                <c:pt idx="251">
                  <c:v>46079</c:v>
                </c:pt>
                <c:pt idx="252">
                  <c:v>46080</c:v>
                </c:pt>
                <c:pt idx="253">
                  <c:v>46081</c:v>
                </c:pt>
                <c:pt idx="254">
                  <c:v>46082</c:v>
                </c:pt>
                <c:pt idx="255">
                  <c:v>46083</c:v>
                </c:pt>
                <c:pt idx="256">
                  <c:v>46084</c:v>
                </c:pt>
                <c:pt idx="257">
                  <c:v>46085</c:v>
                </c:pt>
                <c:pt idx="258">
                  <c:v>46086</c:v>
                </c:pt>
                <c:pt idx="259">
                  <c:v>46087</c:v>
                </c:pt>
                <c:pt idx="260">
                  <c:v>46088</c:v>
                </c:pt>
                <c:pt idx="261">
                  <c:v>46089</c:v>
                </c:pt>
                <c:pt idx="262">
                  <c:v>46090</c:v>
                </c:pt>
                <c:pt idx="263">
                  <c:v>46091</c:v>
                </c:pt>
                <c:pt idx="264">
                  <c:v>46092</c:v>
                </c:pt>
                <c:pt idx="265">
                  <c:v>46093</c:v>
                </c:pt>
                <c:pt idx="266">
                  <c:v>46094</c:v>
                </c:pt>
                <c:pt idx="267">
                  <c:v>46095</c:v>
                </c:pt>
                <c:pt idx="268">
                  <c:v>46096</c:v>
                </c:pt>
                <c:pt idx="269">
                  <c:v>46097</c:v>
                </c:pt>
                <c:pt idx="270">
                  <c:v>46098</c:v>
                </c:pt>
                <c:pt idx="271">
                  <c:v>46099</c:v>
                </c:pt>
                <c:pt idx="272">
                  <c:v>46100</c:v>
                </c:pt>
                <c:pt idx="273">
                  <c:v>46101</c:v>
                </c:pt>
                <c:pt idx="274">
                  <c:v>46102</c:v>
                </c:pt>
                <c:pt idx="275">
                  <c:v>46103</c:v>
                </c:pt>
                <c:pt idx="276">
                  <c:v>46104</c:v>
                </c:pt>
                <c:pt idx="277">
                  <c:v>46105</c:v>
                </c:pt>
                <c:pt idx="278">
                  <c:v>46106</c:v>
                </c:pt>
                <c:pt idx="279">
                  <c:v>46107</c:v>
                </c:pt>
                <c:pt idx="280">
                  <c:v>46108</c:v>
                </c:pt>
                <c:pt idx="281">
                  <c:v>46109</c:v>
                </c:pt>
                <c:pt idx="282">
                  <c:v>46110</c:v>
                </c:pt>
                <c:pt idx="283">
                  <c:v>46111</c:v>
                </c:pt>
                <c:pt idx="284">
                  <c:v>46112</c:v>
                </c:pt>
                <c:pt idx="285">
                  <c:v>46113</c:v>
                </c:pt>
                <c:pt idx="286">
                  <c:v>46114</c:v>
                </c:pt>
                <c:pt idx="287">
                  <c:v>46115</c:v>
                </c:pt>
                <c:pt idx="288">
                  <c:v>46116</c:v>
                </c:pt>
                <c:pt idx="289">
                  <c:v>46117</c:v>
                </c:pt>
                <c:pt idx="290">
                  <c:v>46118</c:v>
                </c:pt>
                <c:pt idx="291">
                  <c:v>46119</c:v>
                </c:pt>
                <c:pt idx="292">
                  <c:v>46120</c:v>
                </c:pt>
                <c:pt idx="293">
                  <c:v>46121</c:v>
                </c:pt>
                <c:pt idx="294">
                  <c:v>46122</c:v>
                </c:pt>
                <c:pt idx="295">
                  <c:v>46123</c:v>
                </c:pt>
                <c:pt idx="296">
                  <c:v>46124</c:v>
                </c:pt>
                <c:pt idx="297">
                  <c:v>46125</c:v>
                </c:pt>
                <c:pt idx="298">
                  <c:v>46126</c:v>
                </c:pt>
                <c:pt idx="299">
                  <c:v>46127</c:v>
                </c:pt>
                <c:pt idx="300">
                  <c:v>46128</c:v>
                </c:pt>
                <c:pt idx="301">
                  <c:v>46129</c:v>
                </c:pt>
                <c:pt idx="302">
                  <c:v>46130</c:v>
                </c:pt>
                <c:pt idx="303">
                  <c:v>46131</c:v>
                </c:pt>
                <c:pt idx="304">
                  <c:v>46132</c:v>
                </c:pt>
                <c:pt idx="305">
                  <c:v>46133</c:v>
                </c:pt>
                <c:pt idx="306">
                  <c:v>46134</c:v>
                </c:pt>
                <c:pt idx="307">
                  <c:v>46135</c:v>
                </c:pt>
                <c:pt idx="308">
                  <c:v>46136</c:v>
                </c:pt>
                <c:pt idx="309">
                  <c:v>46137</c:v>
                </c:pt>
                <c:pt idx="310">
                  <c:v>46138</c:v>
                </c:pt>
                <c:pt idx="311">
                  <c:v>46139</c:v>
                </c:pt>
                <c:pt idx="312">
                  <c:v>46140</c:v>
                </c:pt>
                <c:pt idx="313">
                  <c:v>46141</c:v>
                </c:pt>
                <c:pt idx="314">
                  <c:v>46142</c:v>
                </c:pt>
                <c:pt idx="315">
                  <c:v>46143</c:v>
                </c:pt>
                <c:pt idx="316">
                  <c:v>46144</c:v>
                </c:pt>
                <c:pt idx="317">
                  <c:v>46145</c:v>
                </c:pt>
                <c:pt idx="318">
                  <c:v>46146</c:v>
                </c:pt>
                <c:pt idx="319">
                  <c:v>46147</c:v>
                </c:pt>
                <c:pt idx="320">
                  <c:v>46148</c:v>
                </c:pt>
                <c:pt idx="321">
                  <c:v>46149</c:v>
                </c:pt>
                <c:pt idx="322">
                  <c:v>46150</c:v>
                </c:pt>
                <c:pt idx="323">
                  <c:v>46151</c:v>
                </c:pt>
                <c:pt idx="324">
                  <c:v>46152</c:v>
                </c:pt>
                <c:pt idx="325">
                  <c:v>46153</c:v>
                </c:pt>
                <c:pt idx="326">
                  <c:v>46154</c:v>
                </c:pt>
                <c:pt idx="327">
                  <c:v>46155</c:v>
                </c:pt>
                <c:pt idx="328">
                  <c:v>46156</c:v>
                </c:pt>
                <c:pt idx="329">
                  <c:v>46157</c:v>
                </c:pt>
                <c:pt idx="330">
                  <c:v>46158</c:v>
                </c:pt>
                <c:pt idx="331">
                  <c:v>46159</c:v>
                </c:pt>
                <c:pt idx="332">
                  <c:v>46160</c:v>
                </c:pt>
                <c:pt idx="333">
                  <c:v>46161</c:v>
                </c:pt>
                <c:pt idx="334">
                  <c:v>46162</c:v>
                </c:pt>
                <c:pt idx="335">
                  <c:v>46163</c:v>
                </c:pt>
                <c:pt idx="336">
                  <c:v>46164</c:v>
                </c:pt>
                <c:pt idx="337">
                  <c:v>46165</c:v>
                </c:pt>
                <c:pt idx="338">
                  <c:v>46166</c:v>
                </c:pt>
                <c:pt idx="339">
                  <c:v>46167</c:v>
                </c:pt>
                <c:pt idx="340">
                  <c:v>46168</c:v>
                </c:pt>
                <c:pt idx="341">
                  <c:v>46169</c:v>
                </c:pt>
                <c:pt idx="342">
                  <c:v>46170</c:v>
                </c:pt>
                <c:pt idx="343">
                  <c:v>46171</c:v>
                </c:pt>
                <c:pt idx="344">
                  <c:v>46172</c:v>
                </c:pt>
                <c:pt idx="345">
                  <c:v>46173</c:v>
                </c:pt>
                <c:pt idx="346">
                  <c:v>46174</c:v>
                </c:pt>
                <c:pt idx="347">
                  <c:v>46175</c:v>
                </c:pt>
                <c:pt idx="348">
                  <c:v>46176</c:v>
                </c:pt>
                <c:pt idx="349">
                  <c:v>46177</c:v>
                </c:pt>
                <c:pt idx="350">
                  <c:v>46178</c:v>
                </c:pt>
                <c:pt idx="351">
                  <c:v>46179</c:v>
                </c:pt>
                <c:pt idx="352">
                  <c:v>46180</c:v>
                </c:pt>
                <c:pt idx="353">
                  <c:v>46181</c:v>
                </c:pt>
                <c:pt idx="354">
                  <c:v>46182</c:v>
                </c:pt>
                <c:pt idx="355">
                  <c:v>46183</c:v>
                </c:pt>
                <c:pt idx="356">
                  <c:v>46184</c:v>
                </c:pt>
                <c:pt idx="357">
                  <c:v>46185</c:v>
                </c:pt>
                <c:pt idx="358">
                  <c:v>46186</c:v>
                </c:pt>
                <c:pt idx="359">
                  <c:v>46187</c:v>
                </c:pt>
                <c:pt idx="360">
                  <c:v>46188</c:v>
                </c:pt>
                <c:pt idx="361">
                  <c:v>46189</c:v>
                </c:pt>
                <c:pt idx="362">
                  <c:v>46190</c:v>
                </c:pt>
              </c:numCache>
            </c:numRef>
          </c:cat>
          <c:val>
            <c:numRef>
              <c:f>G!$E$2:$E$364</c:f>
              <c:numCache>
                <c:formatCode>General</c:formatCode>
                <c:ptCount val="363"/>
                <c:pt idx="0">
                  <c:v>1601.8504</c:v>
                </c:pt>
                <c:pt idx="1">
                  <c:v>1547.864</c:v>
                </c:pt>
                <c:pt idx="2">
                  <c:v>1398.5409</c:v>
                </c:pt>
                <c:pt idx="3">
                  <c:v>1649.4562000000001</c:v>
                </c:pt>
                <c:pt idx="4">
                  <c:v>1671.4666999999999</c:v>
                </c:pt>
                <c:pt idx="5">
                  <c:v>1719.4056</c:v>
                </c:pt>
                <c:pt idx="6">
                  <c:v>1656.2876000000001</c:v>
                </c:pt>
                <c:pt idx="7">
                  <c:v>1596.5427999999999</c:v>
                </c:pt>
                <c:pt idx="8">
                  <c:v>1562.8611000000001</c:v>
                </c:pt>
                <c:pt idx="9">
                  <c:v>1480.0844999999999</c:v>
                </c:pt>
                <c:pt idx="10">
                  <c:v>1764.1563000000001</c:v>
                </c:pt>
                <c:pt idx="11">
                  <c:v>1703.0376000000001</c:v>
                </c:pt>
                <c:pt idx="12">
                  <c:v>1628.9694999999999</c:v>
                </c:pt>
                <c:pt idx="13">
                  <c:v>1661.2058</c:v>
                </c:pt>
                <c:pt idx="14">
                  <c:v>1648.6415999999999</c:v>
                </c:pt>
                <c:pt idx="15">
                  <c:v>1586.7867000000001</c:v>
                </c:pt>
                <c:pt idx="16">
                  <c:v>1519.4074000000001</c:v>
                </c:pt>
                <c:pt idx="17">
                  <c:v>1684.604</c:v>
                </c:pt>
                <c:pt idx="18">
                  <c:v>1692.9115999999999</c:v>
                </c:pt>
                <c:pt idx="19">
                  <c:v>1694.3716999999999</c:v>
                </c:pt>
                <c:pt idx="20">
                  <c:v>1490.5426</c:v>
                </c:pt>
                <c:pt idx="21">
                  <c:v>1713.2724000000001</c:v>
                </c:pt>
                <c:pt idx="22">
                  <c:v>1530.8051</c:v>
                </c:pt>
                <c:pt idx="23">
                  <c:v>1449.3664000000001</c:v>
                </c:pt>
                <c:pt idx="24">
                  <c:v>1661.6014</c:v>
                </c:pt>
                <c:pt idx="25">
                  <c:v>1685.1024</c:v>
                </c:pt>
                <c:pt idx="26">
                  <c:v>1651.8655000000001</c:v>
                </c:pt>
                <c:pt idx="27">
                  <c:v>1573.5220999999999</c:v>
                </c:pt>
                <c:pt idx="28">
                  <c:v>1557.3502000000001</c:v>
                </c:pt>
                <c:pt idx="29">
                  <c:v>1518.6434999999999</c:v>
                </c:pt>
                <c:pt idx="30">
                  <c:v>1400.5625</c:v>
                </c:pt>
                <c:pt idx="31">
                  <c:v>1603.9707000000001</c:v>
                </c:pt>
                <c:pt idx="32">
                  <c:v>1607.0579</c:v>
                </c:pt>
                <c:pt idx="33">
                  <c:v>1539.1851999999999</c:v>
                </c:pt>
                <c:pt idx="34">
                  <c:v>1558.6143</c:v>
                </c:pt>
                <c:pt idx="35">
                  <c:v>1526.0924</c:v>
                </c:pt>
                <c:pt idx="36">
                  <c:v>1469.5873999999999</c:v>
                </c:pt>
                <c:pt idx="37">
                  <c:v>1409.4012</c:v>
                </c:pt>
                <c:pt idx="38">
                  <c:v>1666.0524</c:v>
                </c:pt>
                <c:pt idx="39">
                  <c:v>1607.0753</c:v>
                </c:pt>
                <c:pt idx="40">
                  <c:v>1659.8590999999999</c:v>
                </c:pt>
                <c:pt idx="41">
                  <c:v>1699.2732000000001</c:v>
                </c:pt>
                <c:pt idx="42">
                  <c:v>1637.1938</c:v>
                </c:pt>
                <c:pt idx="43">
                  <c:v>1484.4068</c:v>
                </c:pt>
                <c:pt idx="44">
                  <c:v>1422.7692</c:v>
                </c:pt>
                <c:pt idx="45">
                  <c:v>1656.2845</c:v>
                </c:pt>
                <c:pt idx="46">
                  <c:v>1607.0739000000001</c:v>
                </c:pt>
                <c:pt idx="47">
                  <c:v>1570.8705</c:v>
                </c:pt>
                <c:pt idx="48">
                  <c:v>1582.0534</c:v>
                </c:pt>
                <c:pt idx="49">
                  <c:v>1354.6581000000001</c:v>
                </c:pt>
                <c:pt idx="50">
                  <c:v>1460.9844000000001</c:v>
                </c:pt>
                <c:pt idx="51">
                  <c:v>1409.79</c:v>
                </c:pt>
                <c:pt idx="52">
                  <c:v>1567.181</c:v>
                </c:pt>
                <c:pt idx="53">
                  <c:v>1543.1346000000001</c:v>
                </c:pt>
                <c:pt idx="54">
                  <c:v>1555.309</c:v>
                </c:pt>
                <c:pt idx="55">
                  <c:v>1586.4883</c:v>
                </c:pt>
                <c:pt idx="56">
                  <c:v>1498.8009999999999</c:v>
                </c:pt>
                <c:pt idx="57">
                  <c:v>1476.4648999999999</c:v>
                </c:pt>
                <c:pt idx="58">
                  <c:v>1362.4480000000001</c:v>
                </c:pt>
                <c:pt idx="59">
                  <c:v>1576.4773</c:v>
                </c:pt>
                <c:pt idx="60">
                  <c:v>1552.3023000000001</c:v>
                </c:pt>
                <c:pt idx="61">
                  <c:v>1554.0477000000001</c:v>
                </c:pt>
                <c:pt idx="62">
                  <c:v>1589.8108999999999</c:v>
                </c:pt>
                <c:pt idx="63">
                  <c:v>1484.9471000000001</c:v>
                </c:pt>
                <c:pt idx="64">
                  <c:v>1440.0073</c:v>
                </c:pt>
                <c:pt idx="65">
                  <c:v>1352.3036999999999</c:v>
                </c:pt>
                <c:pt idx="66">
                  <c:v>1576.633</c:v>
                </c:pt>
                <c:pt idx="67">
                  <c:v>1602.5476000000001</c:v>
                </c:pt>
                <c:pt idx="68">
                  <c:v>1541.9204999999999</c:v>
                </c:pt>
                <c:pt idx="69">
                  <c:v>1588.116</c:v>
                </c:pt>
                <c:pt idx="70">
                  <c:v>1522.8090999999999</c:v>
                </c:pt>
                <c:pt idx="71">
                  <c:v>1512.7959000000001</c:v>
                </c:pt>
                <c:pt idx="72">
                  <c:v>1360.6422</c:v>
                </c:pt>
                <c:pt idx="73">
                  <c:v>1534.6232</c:v>
                </c:pt>
                <c:pt idx="74">
                  <c:v>1595.4869000000001</c:v>
                </c:pt>
                <c:pt idx="75">
                  <c:v>1545.0362</c:v>
                </c:pt>
                <c:pt idx="76">
                  <c:v>1653.0521000000001</c:v>
                </c:pt>
                <c:pt idx="77">
                  <c:v>1443.5253</c:v>
                </c:pt>
                <c:pt idx="78">
                  <c:v>1477.5989</c:v>
                </c:pt>
                <c:pt idx="79">
                  <c:v>1379.4572000000001</c:v>
                </c:pt>
                <c:pt idx="80">
                  <c:v>1605.7572</c:v>
                </c:pt>
                <c:pt idx="81">
                  <c:v>1581.6158</c:v>
                </c:pt>
                <c:pt idx="82">
                  <c:v>1560.9160999999999</c:v>
                </c:pt>
                <c:pt idx="83">
                  <c:v>1557.3886</c:v>
                </c:pt>
                <c:pt idx="84">
                  <c:v>1533.7360000000001</c:v>
                </c:pt>
                <c:pt idx="85">
                  <c:v>1463.4223999999999</c:v>
                </c:pt>
                <c:pt idx="86">
                  <c:v>1403.2003</c:v>
                </c:pt>
                <c:pt idx="87">
                  <c:v>1587.8607999999999</c:v>
                </c:pt>
                <c:pt idx="88">
                  <c:v>1605.2211</c:v>
                </c:pt>
                <c:pt idx="89">
                  <c:v>1568.6206999999999</c:v>
                </c:pt>
                <c:pt idx="90">
                  <c:v>1543.8050000000001</c:v>
                </c:pt>
                <c:pt idx="91">
                  <c:v>1497.8411000000001</c:v>
                </c:pt>
                <c:pt idx="92">
                  <c:v>1471.2185999999999</c:v>
                </c:pt>
                <c:pt idx="93">
                  <c:v>1332.2638999999999</c:v>
                </c:pt>
                <c:pt idx="94">
                  <c:v>1529.3198</c:v>
                </c:pt>
                <c:pt idx="95">
                  <c:v>1538.9425000000001</c:v>
                </c:pt>
                <c:pt idx="96">
                  <c:v>1561.0295000000001</c:v>
                </c:pt>
                <c:pt idx="97">
                  <c:v>1512.2560000000001</c:v>
                </c:pt>
                <c:pt idx="98">
                  <c:v>1442.1366</c:v>
                </c:pt>
                <c:pt idx="99">
                  <c:v>1446.1203</c:v>
                </c:pt>
                <c:pt idx="100">
                  <c:v>1340.8362999999999</c:v>
                </c:pt>
                <c:pt idx="101">
                  <c:v>1537.9654</c:v>
                </c:pt>
                <c:pt idx="102">
                  <c:v>1589.6641</c:v>
                </c:pt>
                <c:pt idx="103">
                  <c:v>1531.9253000000001</c:v>
                </c:pt>
                <c:pt idx="104">
                  <c:v>1567.1056000000001</c:v>
                </c:pt>
                <c:pt idx="105">
                  <c:v>1521.4306999999999</c:v>
                </c:pt>
                <c:pt idx="106">
                  <c:v>1341.1938</c:v>
                </c:pt>
                <c:pt idx="107">
                  <c:v>1364.7363</c:v>
                </c:pt>
                <c:pt idx="108">
                  <c:v>1353.2349999999999</c:v>
                </c:pt>
                <c:pt idx="109">
                  <c:v>1581.4399000000001</c:v>
                </c:pt>
                <c:pt idx="110">
                  <c:v>1567.0856000000001</c:v>
                </c:pt>
                <c:pt idx="111">
                  <c:v>1566.2193</c:v>
                </c:pt>
                <c:pt idx="112">
                  <c:v>1455.3612000000001</c:v>
                </c:pt>
                <c:pt idx="113">
                  <c:v>1514.7632000000001</c:v>
                </c:pt>
                <c:pt idx="114">
                  <c:v>1394.7311999999999</c:v>
                </c:pt>
                <c:pt idx="115">
                  <c:v>1536.9412</c:v>
                </c:pt>
                <c:pt idx="116">
                  <c:v>1524.9538</c:v>
                </c:pt>
                <c:pt idx="117">
                  <c:v>1510.4475</c:v>
                </c:pt>
                <c:pt idx="118">
                  <c:v>1530.2603999999999</c:v>
                </c:pt>
                <c:pt idx="119">
                  <c:v>1387.4803999999999</c:v>
                </c:pt>
                <c:pt idx="120">
                  <c:v>1422.0527999999999</c:v>
                </c:pt>
                <c:pt idx="121">
                  <c:v>1354.3846000000001</c:v>
                </c:pt>
                <c:pt idx="122">
                  <c:v>1469.3885</c:v>
                </c:pt>
                <c:pt idx="123">
                  <c:v>1531.9048</c:v>
                </c:pt>
                <c:pt idx="124">
                  <c:v>1445.4340999999999</c:v>
                </c:pt>
                <c:pt idx="125">
                  <c:v>1399.8856000000001</c:v>
                </c:pt>
                <c:pt idx="126">
                  <c:v>1401.2330999999999</c:v>
                </c:pt>
                <c:pt idx="127">
                  <c:v>1380.5332000000001</c:v>
                </c:pt>
                <c:pt idx="128">
                  <c:v>1324.0111999999999</c:v>
                </c:pt>
                <c:pt idx="129">
                  <c:v>1538.9675999999999</c:v>
                </c:pt>
                <c:pt idx="130">
                  <c:v>1506.6369</c:v>
                </c:pt>
                <c:pt idx="131">
                  <c:v>1524.7724000000001</c:v>
                </c:pt>
                <c:pt idx="132">
                  <c:v>1587.309</c:v>
                </c:pt>
                <c:pt idx="133">
                  <c:v>1494.6221</c:v>
                </c:pt>
                <c:pt idx="134">
                  <c:v>1524.3805</c:v>
                </c:pt>
                <c:pt idx="135">
                  <c:v>1370.5694000000001</c:v>
                </c:pt>
                <c:pt idx="136">
                  <c:v>1592.3597</c:v>
                </c:pt>
                <c:pt idx="137">
                  <c:v>1564.7248</c:v>
                </c:pt>
                <c:pt idx="138">
                  <c:v>1405.0482</c:v>
                </c:pt>
                <c:pt idx="139">
                  <c:v>680.95280000000002</c:v>
                </c:pt>
                <c:pt idx="140">
                  <c:v>1484.6061</c:v>
                </c:pt>
                <c:pt idx="141">
                  <c:v>1435.7668000000001</c:v>
                </c:pt>
                <c:pt idx="142">
                  <c:v>1411.2318</c:v>
                </c:pt>
                <c:pt idx="143">
                  <c:v>1547.2799</c:v>
                </c:pt>
                <c:pt idx="144">
                  <c:v>1484.165</c:v>
                </c:pt>
                <c:pt idx="145">
                  <c:v>1459.8484000000001</c:v>
                </c:pt>
                <c:pt idx="146">
                  <c:v>1446.4662000000001</c:v>
                </c:pt>
                <c:pt idx="147">
                  <c:v>1446.6104</c:v>
                </c:pt>
                <c:pt idx="148">
                  <c:v>1434.8864000000001</c:v>
                </c:pt>
                <c:pt idx="149">
                  <c:v>1319.6654000000001</c:v>
                </c:pt>
                <c:pt idx="150">
                  <c:v>1452.6346000000001</c:v>
                </c:pt>
                <c:pt idx="151">
                  <c:v>1422.2932000000001</c:v>
                </c:pt>
                <c:pt idx="152">
                  <c:v>1451.1057000000001</c:v>
                </c:pt>
                <c:pt idx="153">
                  <c:v>1441.7066</c:v>
                </c:pt>
                <c:pt idx="154">
                  <c:v>1377.5259000000001</c:v>
                </c:pt>
                <c:pt idx="155">
                  <c:v>1322.7926</c:v>
                </c:pt>
                <c:pt idx="156">
                  <c:v>1270.0254</c:v>
                </c:pt>
                <c:pt idx="157">
                  <c:v>1393.7683</c:v>
                </c:pt>
                <c:pt idx="158">
                  <c:v>1453.2325000000001</c:v>
                </c:pt>
                <c:pt idx="159">
                  <c:v>1396.3753999999999</c:v>
                </c:pt>
                <c:pt idx="160">
                  <c:v>1548.5446999999999</c:v>
                </c:pt>
                <c:pt idx="161">
                  <c:v>767.18780000000004</c:v>
                </c:pt>
                <c:pt idx="162">
                  <c:v>284.21140000000003</c:v>
                </c:pt>
                <c:pt idx="163">
                  <c:v>449.18079999999998</c:v>
                </c:pt>
                <c:pt idx="164">
                  <c:v>979.50310000000002</c:v>
                </c:pt>
                <c:pt idx="165">
                  <c:v>1110.7811999999999</c:v>
                </c:pt>
                <c:pt idx="166">
                  <c:v>1222.2315000000001</c:v>
                </c:pt>
                <c:pt idx="167">
                  <c:v>1334.2744</c:v>
                </c:pt>
                <c:pt idx="168">
                  <c:v>1381.7828</c:v>
                </c:pt>
                <c:pt idx="169">
                  <c:v>1363.1931999999999</c:v>
                </c:pt>
                <c:pt idx="170">
                  <c:v>1318.2117000000001</c:v>
                </c:pt>
                <c:pt idx="171">
                  <c:v>1469.3744999999999</c:v>
                </c:pt>
                <c:pt idx="172">
                  <c:v>1477.1088</c:v>
                </c:pt>
                <c:pt idx="173">
                  <c:v>1495.3667</c:v>
                </c:pt>
                <c:pt idx="174">
                  <c:v>1434.059</c:v>
                </c:pt>
                <c:pt idx="175">
                  <c:v>1382.4395999999999</c:v>
                </c:pt>
                <c:pt idx="176">
                  <c:v>1578.7325000000001</c:v>
                </c:pt>
                <c:pt idx="177">
                  <c:v>1511.4715000000001</c:v>
                </c:pt>
                <c:pt idx="178">
                  <c:v>1701.4233999999999</c:v>
                </c:pt>
                <c:pt idx="179">
                  <c:v>1720.9767999999999</c:v>
                </c:pt>
                <c:pt idx="180">
                  <c:v>1708.2048</c:v>
                </c:pt>
                <c:pt idx="181">
                  <c:v>1738.4159999999999</c:v>
                </c:pt>
                <c:pt idx="182">
                  <c:v>1684.0713000000001</c:v>
                </c:pt>
                <c:pt idx="183">
                  <c:v>1666.1782000000001</c:v>
                </c:pt>
                <c:pt idx="184">
                  <c:v>1553.7017000000001</c:v>
                </c:pt>
                <c:pt idx="185">
                  <c:v>1818.4348</c:v>
                </c:pt>
                <c:pt idx="186">
                  <c:v>1794.1587</c:v>
                </c:pt>
                <c:pt idx="187">
                  <c:v>1800.8453</c:v>
                </c:pt>
                <c:pt idx="188">
                  <c:v>1586.7891</c:v>
                </c:pt>
                <c:pt idx="189">
                  <c:v>1633.3886</c:v>
                </c:pt>
                <c:pt idx="190">
                  <c:v>1687.1876999999999</c:v>
                </c:pt>
                <c:pt idx="191">
                  <c:v>1553.5961</c:v>
                </c:pt>
                <c:pt idx="192">
                  <c:v>1763.2854</c:v>
                </c:pt>
                <c:pt idx="193">
                  <c:v>1729.6352999999999</c:v>
                </c:pt>
                <c:pt idx="194">
                  <c:v>1754.0925</c:v>
                </c:pt>
                <c:pt idx="195">
                  <c:v>1743.5148999999999</c:v>
                </c:pt>
                <c:pt idx="196">
                  <c:v>1639.3184000000001</c:v>
                </c:pt>
                <c:pt idx="197">
                  <c:v>1558.7383</c:v>
                </c:pt>
                <c:pt idx="198">
                  <c:v>1575.4260999999999</c:v>
                </c:pt>
                <c:pt idx="199">
                  <c:v>1719.7818</c:v>
                </c:pt>
                <c:pt idx="200">
                  <c:v>1725.165</c:v>
                </c:pt>
                <c:pt idx="201">
                  <c:v>1768.3574000000001</c:v>
                </c:pt>
                <c:pt idx="202">
                  <c:v>1678.9804999999999</c:v>
                </c:pt>
                <c:pt idx="203">
                  <c:v>1626.4206999999999</c:v>
                </c:pt>
                <c:pt idx="204">
                  <c:v>1598.0653</c:v>
                </c:pt>
                <c:pt idx="205">
                  <c:v>1546.2384</c:v>
                </c:pt>
                <c:pt idx="206">
                  <c:v>1756.3347000000001</c:v>
                </c:pt>
                <c:pt idx="207">
                  <c:v>1728.3017</c:v>
                </c:pt>
                <c:pt idx="208">
                  <c:v>1728.7319</c:v>
                </c:pt>
                <c:pt idx="209">
                  <c:v>1667.0207</c:v>
                </c:pt>
                <c:pt idx="210">
                  <c:v>1708.4485999999999</c:v>
                </c:pt>
                <c:pt idx="211">
                  <c:v>1658.0017</c:v>
                </c:pt>
                <c:pt idx="212">
                  <c:v>1537.6075000000001</c:v>
                </c:pt>
                <c:pt idx="213">
                  <c:v>1813.3770999999999</c:v>
                </c:pt>
                <c:pt idx="214">
                  <c:v>1763.6346000000001</c:v>
                </c:pt>
                <c:pt idx="215">
                  <c:v>1756.7592</c:v>
                </c:pt>
                <c:pt idx="216">
                  <c:v>1734.7481</c:v>
                </c:pt>
                <c:pt idx="217">
                  <c:v>1819.2697000000001</c:v>
                </c:pt>
                <c:pt idx="218">
                  <c:v>1742.6305</c:v>
                </c:pt>
                <c:pt idx="219">
                  <c:v>1663.2009</c:v>
                </c:pt>
                <c:pt idx="220">
                  <c:v>1895.1349</c:v>
                </c:pt>
                <c:pt idx="221">
                  <c:v>1875.3617999999999</c:v>
                </c:pt>
                <c:pt idx="222">
                  <c:v>1885.2962</c:v>
                </c:pt>
                <c:pt idx="223">
                  <c:v>1810.9084</c:v>
                </c:pt>
                <c:pt idx="224">
                  <c:v>1716.6617000000001</c:v>
                </c:pt>
                <c:pt idx="225">
                  <c:v>1731.5085999999999</c:v>
                </c:pt>
                <c:pt idx="226">
                  <c:v>1554.472</c:v>
                </c:pt>
                <c:pt idx="227">
                  <c:v>1838.0029999999999</c:v>
                </c:pt>
                <c:pt idx="228">
                  <c:v>1810.5488</c:v>
                </c:pt>
                <c:pt idx="229">
                  <c:v>1644.8222000000001</c:v>
                </c:pt>
                <c:pt idx="230">
                  <c:v>1884.4031</c:v>
                </c:pt>
                <c:pt idx="231">
                  <c:v>1772.4077</c:v>
                </c:pt>
                <c:pt idx="232">
                  <c:v>1781.9738</c:v>
                </c:pt>
                <c:pt idx="233">
                  <c:v>1637.1822999999999</c:v>
                </c:pt>
                <c:pt idx="234">
                  <c:v>1905.3205</c:v>
                </c:pt>
                <c:pt idx="235">
                  <c:v>1897.778</c:v>
                </c:pt>
                <c:pt idx="236">
                  <c:v>1821.6727000000001</c:v>
                </c:pt>
                <c:pt idx="237">
                  <c:v>1821.9857999999999</c:v>
                </c:pt>
                <c:pt idx="238">
                  <c:v>1804.5183999999999</c:v>
                </c:pt>
                <c:pt idx="239">
                  <c:v>1853.8006</c:v>
                </c:pt>
                <c:pt idx="240">
                  <c:v>1728.855</c:v>
                </c:pt>
                <c:pt idx="241">
                  <c:v>1914.4304999999999</c:v>
                </c:pt>
                <c:pt idx="242">
                  <c:v>1918.6373000000001</c:v>
                </c:pt>
                <c:pt idx="243">
                  <c:v>1882.5059000000001</c:v>
                </c:pt>
                <c:pt idx="244">
                  <c:v>1743.8382999999999</c:v>
                </c:pt>
                <c:pt idx="245">
                  <c:v>1701.9721999999999</c:v>
                </c:pt>
                <c:pt idx="246">
                  <c:v>1622.4751000000001</c:v>
                </c:pt>
                <c:pt idx="247">
                  <c:v>1588.3862999999999</c:v>
                </c:pt>
                <c:pt idx="248">
                  <c:v>1785.7226000000001</c:v>
                </c:pt>
                <c:pt idx="249">
                  <c:v>1818.3191999999999</c:v>
                </c:pt>
                <c:pt idx="250">
                  <c:v>1814.0735</c:v>
                </c:pt>
                <c:pt idx="251">
                  <c:v>1831.1001000000001</c:v>
                </c:pt>
                <c:pt idx="252">
                  <c:v>1811.6283000000001</c:v>
                </c:pt>
                <c:pt idx="253">
                  <c:v>1793.9340999999999</c:v>
                </c:pt>
                <c:pt idx="254">
                  <c:v>1736.2068999999999</c:v>
                </c:pt>
                <c:pt idx="255">
                  <c:v>1713.3385000000001</c:v>
                </c:pt>
                <c:pt idx="256">
                  <c:v>1874.1314</c:v>
                </c:pt>
                <c:pt idx="257">
                  <c:v>1892.8531</c:v>
                </c:pt>
                <c:pt idx="258">
                  <c:v>1879.9262000000001</c:v>
                </c:pt>
                <c:pt idx="259">
                  <c:v>1862.3252</c:v>
                </c:pt>
                <c:pt idx="260">
                  <c:v>1871.5404000000001</c:v>
                </c:pt>
                <c:pt idx="261">
                  <c:v>1750.4246000000001</c:v>
                </c:pt>
                <c:pt idx="262">
                  <c:v>1925.4391000000001</c:v>
                </c:pt>
                <c:pt idx="263">
                  <c:v>1924.8105</c:v>
                </c:pt>
                <c:pt idx="264">
                  <c:v>1837.0087000000001</c:v>
                </c:pt>
                <c:pt idx="265">
                  <c:v>1868.4238</c:v>
                </c:pt>
                <c:pt idx="266">
                  <c:v>1855.7518</c:v>
                </c:pt>
                <c:pt idx="267">
                  <c:v>1763.7053000000001</c:v>
                </c:pt>
                <c:pt idx="268">
                  <c:v>1798.9635000000001</c:v>
                </c:pt>
                <c:pt idx="269">
                  <c:v>2008.1098999999999</c:v>
                </c:pt>
                <c:pt idx="270">
                  <c:v>2055.7811000000002</c:v>
                </c:pt>
                <c:pt idx="271">
                  <c:v>2001.9146000000001</c:v>
                </c:pt>
                <c:pt idx="272">
                  <c:v>2095.0826999999999</c:v>
                </c:pt>
                <c:pt idx="273">
                  <c:v>1992.8517999999999</c:v>
                </c:pt>
                <c:pt idx="274">
                  <c:v>1865.0087000000001</c:v>
                </c:pt>
                <c:pt idx="275">
                  <c:v>1730.9693</c:v>
                </c:pt>
                <c:pt idx="276">
                  <c:v>1992.8818000000001</c:v>
                </c:pt>
                <c:pt idx="277">
                  <c:v>1969.2356</c:v>
                </c:pt>
                <c:pt idx="278">
                  <c:v>1985.6796999999999</c:v>
                </c:pt>
                <c:pt idx="279">
                  <c:v>2020.9802999999999</c:v>
                </c:pt>
                <c:pt idx="280">
                  <c:v>1926.8233</c:v>
                </c:pt>
                <c:pt idx="281">
                  <c:v>1853.0534</c:v>
                </c:pt>
                <c:pt idx="282">
                  <c:v>1786.7131999999999</c:v>
                </c:pt>
                <c:pt idx="283">
                  <c:v>2046.9548</c:v>
                </c:pt>
                <c:pt idx="284">
                  <c:v>2097.7537000000002</c:v>
                </c:pt>
                <c:pt idx="285">
                  <c:v>1930.4856</c:v>
                </c:pt>
                <c:pt idx="286">
                  <c:v>1981.6565000000001</c:v>
                </c:pt>
                <c:pt idx="287">
                  <c:v>1776.4078</c:v>
                </c:pt>
                <c:pt idx="288">
                  <c:v>1812.7339999999999</c:v>
                </c:pt>
                <c:pt idx="289">
                  <c:v>1776.8308999999999</c:v>
                </c:pt>
                <c:pt idx="290">
                  <c:v>2029.1098</c:v>
                </c:pt>
                <c:pt idx="291">
                  <c:v>1963.2706000000001</c:v>
                </c:pt>
                <c:pt idx="292">
                  <c:v>1983.9992</c:v>
                </c:pt>
                <c:pt idx="293">
                  <c:v>2024.0063</c:v>
                </c:pt>
                <c:pt idx="294">
                  <c:v>2031.9901</c:v>
                </c:pt>
                <c:pt idx="295">
                  <c:v>1956.5984000000001</c:v>
                </c:pt>
                <c:pt idx="296">
                  <c:v>1721.0016000000001</c:v>
                </c:pt>
                <c:pt idx="297">
                  <c:v>1595.3398</c:v>
                </c:pt>
                <c:pt idx="298">
                  <c:v>1586.3110999999999</c:v>
                </c:pt>
                <c:pt idx="299">
                  <c:v>1686.5391999999999</c:v>
                </c:pt>
                <c:pt idx="300">
                  <c:v>1780.5931</c:v>
                </c:pt>
                <c:pt idx="301">
                  <c:v>1756.7575999999999</c:v>
                </c:pt>
                <c:pt idx="302">
                  <c:v>1771.8076000000001</c:v>
                </c:pt>
                <c:pt idx="303">
                  <c:v>1665.9562000000001</c:v>
                </c:pt>
                <c:pt idx="304">
                  <c:v>1940.8966</c:v>
                </c:pt>
                <c:pt idx="305">
                  <c:v>1914.6668999999999</c:v>
                </c:pt>
                <c:pt idx="306">
                  <c:v>1978.9955</c:v>
                </c:pt>
                <c:pt idx="307">
                  <c:v>1938.6805999999999</c:v>
                </c:pt>
                <c:pt idx="308">
                  <c:v>1937.2681</c:v>
                </c:pt>
                <c:pt idx="309">
                  <c:v>2219.4137999999998</c:v>
                </c:pt>
                <c:pt idx="310">
                  <c:v>2088.3670000000002</c:v>
                </c:pt>
                <c:pt idx="311">
                  <c:v>2391.2640999999999</c:v>
                </c:pt>
                <c:pt idx="312">
                  <c:v>2333.7809999999999</c:v>
                </c:pt>
                <c:pt idx="313">
                  <c:v>2344.7514999999999</c:v>
                </c:pt>
                <c:pt idx="314">
                  <c:v>2383.2498000000001</c:v>
                </c:pt>
                <c:pt idx="315">
                  <c:v>2061.8220000000001</c:v>
                </c:pt>
                <c:pt idx="316">
                  <c:v>2180.8108999999999</c:v>
                </c:pt>
                <c:pt idx="317">
                  <c:v>2082.5219000000002</c:v>
                </c:pt>
                <c:pt idx="318">
                  <c:v>2353.1060000000002</c:v>
                </c:pt>
                <c:pt idx="319">
                  <c:v>2346.6287000000002</c:v>
                </c:pt>
                <c:pt idx="320">
                  <c:v>2173.2945</c:v>
                </c:pt>
                <c:pt idx="321">
                  <c:v>2232.6878999999999</c:v>
                </c:pt>
                <c:pt idx="322">
                  <c:v>2019.8502000000001</c:v>
                </c:pt>
                <c:pt idx="323">
                  <c:v>2138.9324000000001</c:v>
                </c:pt>
                <c:pt idx="324">
                  <c:v>2032.2653</c:v>
                </c:pt>
                <c:pt idx="325">
                  <c:v>2306.9670000000001</c:v>
                </c:pt>
                <c:pt idx="326">
                  <c:v>2261.5306999999998</c:v>
                </c:pt>
                <c:pt idx="327">
                  <c:v>2230.5988000000002</c:v>
                </c:pt>
                <c:pt idx="328">
                  <c:v>2169.1008000000002</c:v>
                </c:pt>
                <c:pt idx="329">
                  <c:v>2178.4079999999999</c:v>
                </c:pt>
                <c:pt idx="330">
                  <c:v>2160.2876999999999</c:v>
                </c:pt>
                <c:pt idx="331">
                  <c:v>2023.6271999999999</c:v>
                </c:pt>
                <c:pt idx="332">
                  <c:v>2324.7271999999998</c:v>
                </c:pt>
                <c:pt idx="333">
                  <c:v>2324.0650999999998</c:v>
                </c:pt>
                <c:pt idx="334">
                  <c:v>2306.6109999999999</c:v>
                </c:pt>
                <c:pt idx="335">
                  <c:v>2311.0497999999998</c:v>
                </c:pt>
                <c:pt idx="336">
                  <c:v>2178.8488000000002</c:v>
                </c:pt>
                <c:pt idx="337">
                  <c:v>2227.7411000000002</c:v>
                </c:pt>
                <c:pt idx="338">
                  <c:v>2083.7213000000002</c:v>
                </c:pt>
                <c:pt idx="339">
                  <c:v>2380.7258000000002</c:v>
                </c:pt>
                <c:pt idx="340">
                  <c:v>2357.56</c:v>
                </c:pt>
                <c:pt idx="341">
                  <c:v>2420.8719999999998</c:v>
                </c:pt>
                <c:pt idx="342">
                  <c:v>2220.8204000000001</c:v>
                </c:pt>
                <c:pt idx="343">
                  <c:v>2435.0028000000002</c:v>
                </c:pt>
                <c:pt idx="344">
                  <c:v>2166.8166999999999</c:v>
                </c:pt>
                <c:pt idx="345">
                  <c:v>2309.5877</c:v>
                </c:pt>
                <c:pt idx="346">
                  <c:v>2677.0342999999998</c:v>
                </c:pt>
                <c:pt idx="347">
                  <c:v>2632.9553999999998</c:v>
                </c:pt>
                <c:pt idx="348">
                  <c:v>2563.5862000000002</c:v>
                </c:pt>
                <c:pt idx="349">
                  <c:v>2560.8186000000001</c:v>
                </c:pt>
                <c:pt idx="350">
                  <c:v>2506.0236</c:v>
                </c:pt>
                <c:pt idx="351">
                  <c:v>2400.8507</c:v>
                </c:pt>
                <c:pt idx="352">
                  <c:v>2273.1678999999999</c:v>
                </c:pt>
                <c:pt idx="353">
                  <c:v>2551.7127</c:v>
                </c:pt>
                <c:pt idx="354">
                  <c:v>2514.8791999999999</c:v>
                </c:pt>
                <c:pt idx="355">
                  <c:v>2612.7795999999998</c:v>
                </c:pt>
                <c:pt idx="356">
                  <c:v>2596.6963000000001</c:v>
                </c:pt>
                <c:pt idx="357">
                  <c:v>2459.9290000000001</c:v>
                </c:pt>
                <c:pt idx="358">
                  <c:v>2459.8184000000001</c:v>
                </c:pt>
                <c:pt idx="359">
                  <c:v>2344.5297999999998</c:v>
                </c:pt>
                <c:pt idx="360">
                  <c:v>2658.7871</c:v>
                </c:pt>
                <c:pt idx="361">
                  <c:v>2473.5545000000002</c:v>
                </c:pt>
                <c:pt idx="362">
                  <c:v>2462.5183000000002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0AF-4487-833B-F4845D5D42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54774127"/>
        <c:axId val="1154783247"/>
        <c:extLst>
          <c:ext xmlns:c15="http://schemas.microsoft.com/office/drawing/2012/chart" uri="{02D57815-91ED-43cb-92C2-25804820EDAC}">
            <c15:filteredLine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G!$C$1</c15:sqref>
                        </c15:formulaRef>
                      </c:ext>
                    </c:extLst>
                    <c:strCache>
                      <c:ptCount val="1"/>
                      <c:pt idx="0">
                        <c:v>GAM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G!$A$2:$A$364</c15:sqref>
                        </c15:formulaRef>
                      </c:ext>
                    </c:extLst>
                    <c:numCache>
                      <c:formatCode>m/d/yyyy</c:formatCode>
                      <c:ptCount val="363"/>
                      <c:pt idx="0">
                        <c:v>45828</c:v>
                      </c:pt>
                      <c:pt idx="1">
                        <c:v>45829</c:v>
                      </c:pt>
                      <c:pt idx="2">
                        <c:v>45830</c:v>
                      </c:pt>
                      <c:pt idx="3">
                        <c:v>45831</c:v>
                      </c:pt>
                      <c:pt idx="4">
                        <c:v>45832</c:v>
                      </c:pt>
                      <c:pt idx="5">
                        <c:v>45833</c:v>
                      </c:pt>
                      <c:pt idx="6">
                        <c:v>45834</c:v>
                      </c:pt>
                      <c:pt idx="7">
                        <c:v>45835</c:v>
                      </c:pt>
                      <c:pt idx="8">
                        <c:v>45836</c:v>
                      </c:pt>
                      <c:pt idx="9">
                        <c:v>45837</c:v>
                      </c:pt>
                      <c:pt idx="10">
                        <c:v>45838</c:v>
                      </c:pt>
                      <c:pt idx="11">
                        <c:v>45839</c:v>
                      </c:pt>
                      <c:pt idx="12">
                        <c:v>45840</c:v>
                      </c:pt>
                      <c:pt idx="13">
                        <c:v>45841</c:v>
                      </c:pt>
                      <c:pt idx="14">
                        <c:v>45842</c:v>
                      </c:pt>
                      <c:pt idx="15">
                        <c:v>45843</c:v>
                      </c:pt>
                      <c:pt idx="16">
                        <c:v>45844</c:v>
                      </c:pt>
                      <c:pt idx="17">
                        <c:v>45845</c:v>
                      </c:pt>
                      <c:pt idx="18">
                        <c:v>45846</c:v>
                      </c:pt>
                      <c:pt idx="19">
                        <c:v>45847</c:v>
                      </c:pt>
                      <c:pt idx="20">
                        <c:v>45848</c:v>
                      </c:pt>
                      <c:pt idx="21">
                        <c:v>45849</c:v>
                      </c:pt>
                      <c:pt idx="22">
                        <c:v>45850</c:v>
                      </c:pt>
                      <c:pt idx="23">
                        <c:v>45851</c:v>
                      </c:pt>
                      <c:pt idx="24">
                        <c:v>45852</c:v>
                      </c:pt>
                      <c:pt idx="25">
                        <c:v>45853</c:v>
                      </c:pt>
                      <c:pt idx="26">
                        <c:v>45854</c:v>
                      </c:pt>
                      <c:pt idx="27">
                        <c:v>45855</c:v>
                      </c:pt>
                      <c:pt idx="28">
                        <c:v>45856</c:v>
                      </c:pt>
                      <c:pt idx="29">
                        <c:v>45857</c:v>
                      </c:pt>
                      <c:pt idx="30">
                        <c:v>45858</c:v>
                      </c:pt>
                      <c:pt idx="31">
                        <c:v>45859</c:v>
                      </c:pt>
                      <c:pt idx="32">
                        <c:v>45860</c:v>
                      </c:pt>
                      <c:pt idx="33">
                        <c:v>45861</c:v>
                      </c:pt>
                      <c:pt idx="34">
                        <c:v>45862</c:v>
                      </c:pt>
                      <c:pt idx="35">
                        <c:v>45863</c:v>
                      </c:pt>
                      <c:pt idx="36">
                        <c:v>45864</c:v>
                      </c:pt>
                      <c:pt idx="37">
                        <c:v>45865</c:v>
                      </c:pt>
                      <c:pt idx="38">
                        <c:v>45866</c:v>
                      </c:pt>
                      <c:pt idx="39">
                        <c:v>45867</c:v>
                      </c:pt>
                      <c:pt idx="40">
                        <c:v>45868</c:v>
                      </c:pt>
                      <c:pt idx="41">
                        <c:v>45869</c:v>
                      </c:pt>
                      <c:pt idx="42">
                        <c:v>45870</c:v>
                      </c:pt>
                      <c:pt idx="43">
                        <c:v>45871</c:v>
                      </c:pt>
                      <c:pt idx="44">
                        <c:v>45872</c:v>
                      </c:pt>
                      <c:pt idx="45">
                        <c:v>45873</c:v>
                      </c:pt>
                      <c:pt idx="46">
                        <c:v>45874</c:v>
                      </c:pt>
                      <c:pt idx="47">
                        <c:v>45875</c:v>
                      </c:pt>
                      <c:pt idx="48">
                        <c:v>45876</c:v>
                      </c:pt>
                      <c:pt idx="49">
                        <c:v>45877</c:v>
                      </c:pt>
                      <c:pt idx="50">
                        <c:v>45878</c:v>
                      </c:pt>
                      <c:pt idx="51">
                        <c:v>45879</c:v>
                      </c:pt>
                      <c:pt idx="52">
                        <c:v>45880</c:v>
                      </c:pt>
                      <c:pt idx="53">
                        <c:v>45881</c:v>
                      </c:pt>
                      <c:pt idx="54">
                        <c:v>45882</c:v>
                      </c:pt>
                      <c:pt idx="55">
                        <c:v>45883</c:v>
                      </c:pt>
                      <c:pt idx="56">
                        <c:v>45884</c:v>
                      </c:pt>
                      <c:pt idx="57">
                        <c:v>45885</c:v>
                      </c:pt>
                      <c:pt idx="58">
                        <c:v>45886</c:v>
                      </c:pt>
                      <c:pt idx="59">
                        <c:v>45887</c:v>
                      </c:pt>
                      <c:pt idx="60">
                        <c:v>45888</c:v>
                      </c:pt>
                      <c:pt idx="61">
                        <c:v>45889</c:v>
                      </c:pt>
                      <c:pt idx="62">
                        <c:v>45890</c:v>
                      </c:pt>
                      <c:pt idx="63">
                        <c:v>45891</c:v>
                      </c:pt>
                      <c:pt idx="64">
                        <c:v>45892</c:v>
                      </c:pt>
                      <c:pt idx="65">
                        <c:v>45893</c:v>
                      </c:pt>
                      <c:pt idx="66">
                        <c:v>45894</c:v>
                      </c:pt>
                      <c:pt idx="67">
                        <c:v>45895</c:v>
                      </c:pt>
                      <c:pt idx="68">
                        <c:v>45896</c:v>
                      </c:pt>
                      <c:pt idx="69">
                        <c:v>45897</c:v>
                      </c:pt>
                      <c:pt idx="70">
                        <c:v>45898</c:v>
                      </c:pt>
                      <c:pt idx="71">
                        <c:v>45899</c:v>
                      </c:pt>
                      <c:pt idx="72">
                        <c:v>45900</c:v>
                      </c:pt>
                      <c:pt idx="73">
                        <c:v>45901</c:v>
                      </c:pt>
                      <c:pt idx="74">
                        <c:v>45902</c:v>
                      </c:pt>
                      <c:pt idx="75">
                        <c:v>45903</c:v>
                      </c:pt>
                      <c:pt idx="76">
                        <c:v>45904</c:v>
                      </c:pt>
                      <c:pt idx="77">
                        <c:v>45905</c:v>
                      </c:pt>
                      <c:pt idx="78">
                        <c:v>45906</c:v>
                      </c:pt>
                      <c:pt idx="79">
                        <c:v>45907</c:v>
                      </c:pt>
                      <c:pt idx="80">
                        <c:v>45908</c:v>
                      </c:pt>
                      <c:pt idx="81">
                        <c:v>45909</c:v>
                      </c:pt>
                      <c:pt idx="82">
                        <c:v>45910</c:v>
                      </c:pt>
                      <c:pt idx="83">
                        <c:v>45911</c:v>
                      </c:pt>
                      <c:pt idx="84">
                        <c:v>45912</c:v>
                      </c:pt>
                      <c:pt idx="85">
                        <c:v>45913</c:v>
                      </c:pt>
                      <c:pt idx="86">
                        <c:v>45914</c:v>
                      </c:pt>
                      <c:pt idx="87">
                        <c:v>45915</c:v>
                      </c:pt>
                      <c:pt idx="88">
                        <c:v>45916</c:v>
                      </c:pt>
                      <c:pt idx="89">
                        <c:v>45917</c:v>
                      </c:pt>
                      <c:pt idx="90">
                        <c:v>45918</c:v>
                      </c:pt>
                      <c:pt idx="91">
                        <c:v>45919</c:v>
                      </c:pt>
                      <c:pt idx="92">
                        <c:v>45920</c:v>
                      </c:pt>
                      <c:pt idx="93">
                        <c:v>45921</c:v>
                      </c:pt>
                      <c:pt idx="94">
                        <c:v>45922</c:v>
                      </c:pt>
                      <c:pt idx="95">
                        <c:v>45923</c:v>
                      </c:pt>
                      <c:pt idx="96">
                        <c:v>45924</c:v>
                      </c:pt>
                      <c:pt idx="97">
                        <c:v>45925</c:v>
                      </c:pt>
                      <c:pt idx="98">
                        <c:v>45926</c:v>
                      </c:pt>
                      <c:pt idx="99">
                        <c:v>45927</c:v>
                      </c:pt>
                      <c:pt idx="100">
                        <c:v>45928</c:v>
                      </c:pt>
                      <c:pt idx="101">
                        <c:v>45929</c:v>
                      </c:pt>
                      <c:pt idx="102">
                        <c:v>45930</c:v>
                      </c:pt>
                      <c:pt idx="103">
                        <c:v>45931</c:v>
                      </c:pt>
                      <c:pt idx="104">
                        <c:v>45932</c:v>
                      </c:pt>
                      <c:pt idx="105">
                        <c:v>45933</c:v>
                      </c:pt>
                      <c:pt idx="106">
                        <c:v>45934</c:v>
                      </c:pt>
                      <c:pt idx="107">
                        <c:v>45935</c:v>
                      </c:pt>
                      <c:pt idx="108">
                        <c:v>45936</c:v>
                      </c:pt>
                      <c:pt idx="109">
                        <c:v>45937</c:v>
                      </c:pt>
                      <c:pt idx="110">
                        <c:v>45938</c:v>
                      </c:pt>
                      <c:pt idx="111">
                        <c:v>45939</c:v>
                      </c:pt>
                      <c:pt idx="112">
                        <c:v>45940</c:v>
                      </c:pt>
                      <c:pt idx="113">
                        <c:v>45941</c:v>
                      </c:pt>
                      <c:pt idx="114">
                        <c:v>45942</c:v>
                      </c:pt>
                      <c:pt idx="115">
                        <c:v>45943</c:v>
                      </c:pt>
                      <c:pt idx="116">
                        <c:v>45944</c:v>
                      </c:pt>
                      <c:pt idx="117">
                        <c:v>45945</c:v>
                      </c:pt>
                      <c:pt idx="118">
                        <c:v>45946</c:v>
                      </c:pt>
                      <c:pt idx="119">
                        <c:v>45947</c:v>
                      </c:pt>
                      <c:pt idx="120">
                        <c:v>45948</c:v>
                      </c:pt>
                      <c:pt idx="121">
                        <c:v>45949</c:v>
                      </c:pt>
                      <c:pt idx="122">
                        <c:v>45950</c:v>
                      </c:pt>
                      <c:pt idx="123">
                        <c:v>45951</c:v>
                      </c:pt>
                      <c:pt idx="124">
                        <c:v>45952</c:v>
                      </c:pt>
                      <c:pt idx="125">
                        <c:v>45953</c:v>
                      </c:pt>
                      <c:pt idx="126">
                        <c:v>45954</c:v>
                      </c:pt>
                      <c:pt idx="127">
                        <c:v>45955</c:v>
                      </c:pt>
                      <c:pt idx="128">
                        <c:v>45956</c:v>
                      </c:pt>
                      <c:pt idx="129">
                        <c:v>45957</c:v>
                      </c:pt>
                      <c:pt idx="130">
                        <c:v>45958</c:v>
                      </c:pt>
                      <c:pt idx="131">
                        <c:v>45959</c:v>
                      </c:pt>
                      <c:pt idx="132">
                        <c:v>45960</c:v>
                      </c:pt>
                      <c:pt idx="133">
                        <c:v>45961</c:v>
                      </c:pt>
                      <c:pt idx="134">
                        <c:v>45962</c:v>
                      </c:pt>
                      <c:pt idx="135">
                        <c:v>45963</c:v>
                      </c:pt>
                      <c:pt idx="136">
                        <c:v>45964</c:v>
                      </c:pt>
                      <c:pt idx="137">
                        <c:v>45965</c:v>
                      </c:pt>
                      <c:pt idx="138">
                        <c:v>45966</c:v>
                      </c:pt>
                      <c:pt idx="139">
                        <c:v>45967</c:v>
                      </c:pt>
                      <c:pt idx="140">
                        <c:v>45968</c:v>
                      </c:pt>
                      <c:pt idx="141">
                        <c:v>45969</c:v>
                      </c:pt>
                      <c:pt idx="142">
                        <c:v>45970</c:v>
                      </c:pt>
                      <c:pt idx="143">
                        <c:v>45971</c:v>
                      </c:pt>
                      <c:pt idx="144">
                        <c:v>45972</c:v>
                      </c:pt>
                      <c:pt idx="145">
                        <c:v>45973</c:v>
                      </c:pt>
                      <c:pt idx="146">
                        <c:v>45974</c:v>
                      </c:pt>
                      <c:pt idx="147">
                        <c:v>45975</c:v>
                      </c:pt>
                      <c:pt idx="148">
                        <c:v>45976</c:v>
                      </c:pt>
                      <c:pt idx="149">
                        <c:v>45977</c:v>
                      </c:pt>
                      <c:pt idx="150">
                        <c:v>45978</c:v>
                      </c:pt>
                      <c:pt idx="151">
                        <c:v>45979</c:v>
                      </c:pt>
                      <c:pt idx="152">
                        <c:v>45980</c:v>
                      </c:pt>
                      <c:pt idx="153">
                        <c:v>45981</c:v>
                      </c:pt>
                      <c:pt idx="154">
                        <c:v>45982</c:v>
                      </c:pt>
                      <c:pt idx="155">
                        <c:v>45983</c:v>
                      </c:pt>
                      <c:pt idx="156">
                        <c:v>45984</c:v>
                      </c:pt>
                      <c:pt idx="157">
                        <c:v>45985</c:v>
                      </c:pt>
                      <c:pt idx="158">
                        <c:v>45986</c:v>
                      </c:pt>
                      <c:pt idx="159">
                        <c:v>45987</c:v>
                      </c:pt>
                      <c:pt idx="160">
                        <c:v>45988</c:v>
                      </c:pt>
                      <c:pt idx="161">
                        <c:v>45989</c:v>
                      </c:pt>
                      <c:pt idx="162">
                        <c:v>45990</c:v>
                      </c:pt>
                      <c:pt idx="163">
                        <c:v>45991</c:v>
                      </c:pt>
                      <c:pt idx="164">
                        <c:v>45992</c:v>
                      </c:pt>
                      <c:pt idx="165">
                        <c:v>45993</c:v>
                      </c:pt>
                      <c:pt idx="166">
                        <c:v>45994</c:v>
                      </c:pt>
                      <c:pt idx="167">
                        <c:v>45995</c:v>
                      </c:pt>
                      <c:pt idx="168">
                        <c:v>45996</c:v>
                      </c:pt>
                      <c:pt idx="169">
                        <c:v>45997</c:v>
                      </c:pt>
                      <c:pt idx="170">
                        <c:v>45998</c:v>
                      </c:pt>
                      <c:pt idx="171">
                        <c:v>45999</c:v>
                      </c:pt>
                      <c:pt idx="172">
                        <c:v>46000</c:v>
                      </c:pt>
                      <c:pt idx="173">
                        <c:v>46001</c:v>
                      </c:pt>
                      <c:pt idx="174">
                        <c:v>46002</c:v>
                      </c:pt>
                      <c:pt idx="175">
                        <c:v>46003</c:v>
                      </c:pt>
                      <c:pt idx="176">
                        <c:v>46004</c:v>
                      </c:pt>
                      <c:pt idx="177">
                        <c:v>46005</c:v>
                      </c:pt>
                      <c:pt idx="178">
                        <c:v>46006</c:v>
                      </c:pt>
                      <c:pt idx="179">
                        <c:v>46007</c:v>
                      </c:pt>
                      <c:pt idx="180">
                        <c:v>46008</c:v>
                      </c:pt>
                      <c:pt idx="181">
                        <c:v>46009</c:v>
                      </c:pt>
                      <c:pt idx="182">
                        <c:v>46010</c:v>
                      </c:pt>
                      <c:pt idx="183">
                        <c:v>46011</c:v>
                      </c:pt>
                      <c:pt idx="184">
                        <c:v>46012</c:v>
                      </c:pt>
                      <c:pt idx="185">
                        <c:v>46013</c:v>
                      </c:pt>
                      <c:pt idx="186">
                        <c:v>46014</c:v>
                      </c:pt>
                      <c:pt idx="187">
                        <c:v>46015</c:v>
                      </c:pt>
                      <c:pt idx="188">
                        <c:v>46016</c:v>
                      </c:pt>
                      <c:pt idx="189">
                        <c:v>46017</c:v>
                      </c:pt>
                      <c:pt idx="190">
                        <c:v>46018</c:v>
                      </c:pt>
                      <c:pt idx="191">
                        <c:v>46019</c:v>
                      </c:pt>
                      <c:pt idx="192">
                        <c:v>46020</c:v>
                      </c:pt>
                      <c:pt idx="193">
                        <c:v>46021</c:v>
                      </c:pt>
                      <c:pt idx="194">
                        <c:v>46022</c:v>
                      </c:pt>
                      <c:pt idx="195">
                        <c:v>46023</c:v>
                      </c:pt>
                      <c:pt idx="196">
                        <c:v>46024</c:v>
                      </c:pt>
                      <c:pt idx="197">
                        <c:v>46025</c:v>
                      </c:pt>
                      <c:pt idx="198">
                        <c:v>46026</c:v>
                      </c:pt>
                      <c:pt idx="199">
                        <c:v>46027</c:v>
                      </c:pt>
                      <c:pt idx="200">
                        <c:v>46028</c:v>
                      </c:pt>
                      <c:pt idx="201">
                        <c:v>46029</c:v>
                      </c:pt>
                      <c:pt idx="202">
                        <c:v>46030</c:v>
                      </c:pt>
                      <c:pt idx="203">
                        <c:v>46031</c:v>
                      </c:pt>
                      <c:pt idx="204">
                        <c:v>46032</c:v>
                      </c:pt>
                      <c:pt idx="205">
                        <c:v>46033</c:v>
                      </c:pt>
                      <c:pt idx="206">
                        <c:v>46034</c:v>
                      </c:pt>
                      <c:pt idx="207">
                        <c:v>46035</c:v>
                      </c:pt>
                      <c:pt idx="208">
                        <c:v>46036</c:v>
                      </c:pt>
                      <c:pt idx="209">
                        <c:v>46037</c:v>
                      </c:pt>
                      <c:pt idx="210">
                        <c:v>46038</c:v>
                      </c:pt>
                      <c:pt idx="211">
                        <c:v>46039</c:v>
                      </c:pt>
                      <c:pt idx="212">
                        <c:v>46040</c:v>
                      </c:pt>
                      <c:pt idx="213">
                        <c:v>46041</c:v>
                      </c:pt>
                      <c:pt idx="214">
                        <c:v>46042</c:v>
                      </c:pt>
                      <c:pt idx="215">
                        <c:v>46043</c:v>
                      </c:pt>
                      <c:pt idx="216">
                        <c:v>46044</c:v>
                      </c:pt>
                      <c:pt idx="217">
                        <c:v>46045</c:v>
                      </c:pt>
                      <c:pt idx="218">
                        <c:v>46046</c:v>
                      </c:pt>
                      <c:pt idx="219">
                        <c:v>46047</c:v>
                      </c:pt>
                      <c:pt idx="220">
                        <c:v>46048</c:v>
                      </c:pt>
                      <c:pt idx="221">
                        <c:v>46049</c:v>
                      </c:pt>
                      <c:pt idx="222">
                        <c:v>46050</c:v>
                      </c:pt>
                      <c:pt idx="223">
                        <c:v>46051</c:v>
                      </c:pt>
                      <c:pt idx="224">
                        <c:v>46052</c:v>
                      </c:pt>
                      <c:pt idx="225">
                        <c:v>46053</c:v>
                      </c:pt>
                      <c:pt idx="226">
                        <c:v>46054</c:v>
                      </c:pt>
                      <c:pt idx="227">
                        <c:v>46055</c:v>
                      </c:pt>
                      <c:pt idx="228">
                        <c:v>46056</c:v>
                      </c:pt>
                      <c:pt idx="229">
                        <c:v>46057</c:v>
                      </c:pt>
                      <c:pt idx="230">
                        <c:v>46058</c:v>
                      </c:pt>
                      <c:pt idx="231">
                        <c:v>46059</c:v>
                      </c:pt>
                      <c:pt idx="232">
                        <c:v>46060</c:v>
                      </c:pt>
                      <c:pt idx="233">
                        <c:v>46061</c:v>
                      </c:pt>
                      <c:pt idx="234">
                        <c:v>46062</c:v>
                      </c:pt>
                      <c:pt idx="235">
                        <c:v>46063</c:v>
                      </c:pt>
                      <c:pt idx="236">
                        <c:v>46064</c:v>
                      </c:pt>
                      <c:pt idx="237">
                        <c:v>46065</c:v>
                      </c:pt>
                      <c:pt idx="238">
                        <c:v>46066</c:v>
                      </c:pt>
                      <c:pt idx="239">
                        <c:v>46067</c:v>
                      </c:pt>
                      <c:pt idx="240">
                        <c:v>46068</c:v>
                      </c:pt>
                      <c:pt idx="241">
                        <c:v>46069</c:v>
                      </c:pt>
                      <c:pt idx="242">
                        <c:v>46070</c:v>
                      </c:pt>
                      <c:pt idx="243">
                        <c:v>46071</c:v>
                      </c:pt>
                      <c:pt idx="244">
                        <c:v>46072</c:v>
                      </c:pt>
                      <c:pt idx="245">
                        <c:v>46073</c:v>
                      </c:pt>
                      <c:pt idx="246">
                        <c:v>46074</c:v>
                      </c:pt>
                      <c:pt idx="247">
                        <c:v>46075</c:v>
                      </c:pt>
                      <c:pt idx="248">
                        <c:v>46076</c:v>
                      </c:pt>
                      <c:pt idx="249">
                        <c:v>46077</c:v>
                      </c:pt>
                      <c:pt idx="250">
                        <c:v>46078</c:v>
                      </c:pt>
                      <c:pt idx="251">
                        <c:v>46079</c:v>
                      </c:pt>
                      <c:pt idx="252">
                        <c:v>46080</c:v>
                      </c:pt>
                      <c:pt idx="253">
                        <c:v>46081</c:v>
                      </c:pt>
                      <c:pt idx="254">
                        <c:v>46082</c:v>
                      </c:pt>
                      <c:pt idx="255">
                        <c:v>46083</c:v>
                      </c:pt>
                      <c:pt idx="256">
                        <c:v>46084</c:v>
                      </c:pt>
                      <c:pt idx="257">
                        <c:v>46085</c:v>
                      </c:pt>
                      <c:pt idx="258">
                        <c:v>46086</c:v>
                      </c:pt>
                      <c:pt idx="259">
                        <c:v>46087</c:v>
                      </c:pt>
                      <c:pt idx="260">
                        <c:v>46088</c:v>
                      </c:pt>
                      <c:pt idx="261">
                        <c:v>46089</c:v>
                      </c:pt>
                      <c:pt idx="262">
                        <c:v>46090</c:v>
                      </c:pt>
                      <c:pt idx="263">
                        <c:v>46091</c:v>
                      </c:pt>
                      <c:pt idx="264">
                        <c:v>46092</c:v>
                      </c:pt>
                      <c:pt idx="265">
                        <c:v>46093</c:v>
                      </c:pt>
                      <c:pt idx="266">
                        <c:v>46094</c:v>
                      </c:pt>
                      <c:pt idx="267">
                        <c:v>46095</c:v>
                      </c:pt>
                      <c:pt idx="268">
                        <c:v>46096</c:v>
                      </c:pt>
                      <c:pt idx="269">
                        <c:v>46097</c:v>
                      </c:pt>
                      <c:pt idx="270">
                        <c:v>46098</c:v>
                      </c:pt>
                      <c:pt idx="271">
                        <c:v>46099</c:v>
                      </c:pt>
                      <c:pt idx="272">
                        <c:v>46100</c:v>
                      </c:pt>
                      <c:pt idx="273">
                        <c:v>46101</c:v>
                      </c:pt>
                      <c:pt idx="274">
                        <c:v>46102</c:v>
                      </c:pt>
                      <c:pt idx="275">
                        <c:v>46103</c:v>
                      </c:pt>
                      <c:pt idx="276">
                        <c:v>46104</c:v>
                      </c:pt>
                      <c:pt idx="277">
                        <c:v>46105</c:v>
                      </c:pt>
                      <c:pt idx="278">
                        <c:v>46106</c:v>
                      </c:pt>
                      <c:pt idx="279">
                        <c:v>46107</c:v>
                      </c:pt>
                      <c:pt idx="280">
                        <c:v>46108</c:v>
                      </c:pt>
                      <c:pt idx="281">
                        <c:v>46109</c:v>
                      </c:pt>
                      <c:pt idx="282">
                        <c:v>46110</c:v>
                      </c:pt>
                      <c:pt idx="283">
                        <c:v>46111</c:v>
                      </c:pt>
                      <c:pt idx="284">
                        <c:v>46112</c:v>
                      </c:pt>
                      <c:pt idx="285">
                        <c:v>46113</c:v>
                      </c:pt>
                      <c:pt idx="286">
                        <c:v>46114</c:v>
                      </c:pt>
                      <c:pt idx="287">
                        <c:v>46115</c:v>
                      </c:pt>
                      <c:pt idx="288">
                        <c:v>46116</c:v>
                      </c:pt>
                      <c:pt idx="289">
                        <c:v>46117</c:v>
                      </c:pt>
                      <c:pt idx="290">
                        <c:v>46118</c:v>
                      </c:pt>
                      <c:pt idx="291">
                        <c:v>46119</c:v>
                      </c:pt>
                      <c:pt idx="292">
                        <c:v>46120</c:v>
                      </c:pt>
                      <c:pt idx="293">
                        <c:v>46121</c:v>
                      </c:pt>
                      <c:pt idx="294">
                        <c:v>46122</c:v>
                      </c:pt>
                      <c:pt idx="295">
                        <c:v>46123</c:v>
                      </c:pt>
                      <c:pt idx="296">
                        <c:v>46124</c:v>
                      </c:pt>
                      <c:pt idx="297">
                        <c:v>46125</c:v>
                      </c:pt>
                      <c:pt idx="298">
                        <c:v>46126</c:v>
                      </c:pt>
                      <c:pt idx="299">
                        <c:v>46127</c:v>
                      </c:pt>
                      <c:pt idx="300">
                        <c:v>46128</c:v>
                      </c:pt>
                      <c:pt idx="301">
                        <c:v>46129</c:v>
                      </c:pt>
                      <c:pt idx="302">
                        <c:v>46130</c:v>
                      </c:pt>
                      <c:pt idx="303">
                        <c:v>46131</c:v>
                      </c:pt>
                      <c:pt idx="304">
                        <c:v>46132</c:v>
                      </c:pt>
                      <c:pt idx="305">
                        <c:v>46133</c:v>
                      </c:pt>
                      <c:pt idx="306">
                        <c:v>46134</c:v>
                      </c:pt>
                      <c:pt idx="307">
                        <c:v>46135</c:v>
                      </c:pt>
                      <c:pt idx="308">
                        <c:v>46136</c:v>
                      </c:pt>
                      <c:pt idx="309">
                        <c:v>46137</c:v>
                      </c:pt>
                      <c:pt idx="310">
                        <c:v>46138</c:v>
                      </c:pt>
                      <c:pt idx="311">
                        <c:v>46139</c:v>
                      </c:pt>
                      <c:pt idx="312">
                        <c:v>46140</c:v>
                      </c:pt>
                      <c:pt idx="313">
                        <c:v>46141</c:v>
                      </c:pt>
                      <c:pt idx="314">
                        <c:v>46142</c:v>
                      </c:pt>
                      <c:pt idx="315">
                        <c:v>46143</c:v>
                      </c:pt>
                      <c:pt idx="316">
                        <c:v>46144</c:v>
                      </c:pt>
                      <c:pt idx="317">
                        <c:v>46145</c:v>
                      </c:pt>
                      <c:pt idx="318">
                        <c:v>46146</c:v>
                      </c:pt>
                      <c:pt idx="319">
                        <c:v>46147</c:v>
                      </c:pt>
                      <c:pt idx="320">
                        <c:v>46148</c:v>
                      </c:pt>
                      <c:pt idx="321">
                        <c:v>46149</c:v>
                      </c:pt>
                      <c:pt idx="322">
                        <c:v>46150</c:v>
                      </c:pt>
                      <c:pt idx="323">
                        <c:v>46151</c:v>
                      </c:pt>
                      <c:pt idx="324">
                        <c:v>46152</c:v>
                      </c:pt>
                      <c:pt idx="325">
                        <c:v>46153</c:v>
                      </c:pt>
                      <c:pt idx="326">
                        <c:v>46154</c:v>
                      </c:pt>
                      <c:pt idx="327">
                        <c:v>46155</c:v>
                      </c:pt>
                      <c:pt idx="328">
                        <c:v>46156</c:v>
                      </c:pt>
                      <c:pt idx="329">
                        <c:v>46157</c:v>
                      </c:pt>
                      <c:pt idx="330">
                        <c:v>46158</c:v>
                      </c:pt>
                      <c:pt idx="331">
                        <c:v>46159</c:v>
                      </c:pt>
                      <c:pt idx="332">
                        <c:v>46160</c:v>
                      </c:pt>
                      <c:pt idx="333">
                        <c:v>46161</c:v>
                      </c:pt>
                      <c:pt idx="334">
                        <c:v>46162</c:v>
                      </c:pt>
                      <c:pt idx="335">
                        <c:v>46163</c:v>
                      </c:pt>
                      <c:pt idx="336">
                        <c:v>46164</c:v>
                      </c:pt>
                      <c:pt idx="337">
                        <c:v>46165</c:v>
                      </c:pt>
                      <c:pt idx="338">
                        <c:v>46166</c:v>
                      </c:pt>
                      <c:pt idx="339">
                        <c:v>46167</c:v>
                      </c:pt>
                      <c:pt idx="340">
                        <c:v>46168</c:v>
                      </c:pt>
                      <c:pt idx="341">
                        <c:v>46169</c:v>
                      </c:pt>
                      <c:pt idx="342">
                        <c:v>46170</c:v>
                      </c:pt>
                      <c:pt idx="343">
                        <c:v>46171</c:v>
                      </c:pt>
                      <c:pt idx="344">
                        <c:v>46172</c:v>
                      </c:pt>
                      <c:pt idx="345">
                        <c:v>46173</c:v>
                      </c:pt>
                      <c:pt idx="346">
                        <c:v>46174</c:v>
                      </c:pt>
                      <c:pt idx="347">
                        <c:v>46175</c:v>
                      </c:pt>
                      <c:pt idx="348">
                        <c:v>46176</c:v>
                      </c:pt>
                      <c:pt idx="349">
                        <c:v>46177</c:v>
                      </c:pt>
                      <c:pt idx="350">
                        <c:v>46178</c:v>
                      </c:pt>
                      <c:pt idx="351">
                        <c:v>46179</c:v>
                      </c:pt>
                      <c:pt idx="352">
                        <c:v>46180</c:v>
                      </c:pt>
                      <c:pt idx="353">
                        <c:v>46181</c:v>
                      </c:pt>
                      <c:pt idx="354">
                        <c:v>46182</c:v>
                      </c:pt>
                      <c:pt idx="355">
                        <c:v>46183</c:v>
                      </c:pt>
                      <c:pt idx="356">
                        <c:v>46184</c:v>
                      </c:pt>
                      <c:pt idx="357">
                        <c:v>46185</c:v>
                      </c:pt>
                      <c:pt idx="358">
                        <c:v>46186</c:v>
                      </c:pt>
                      <c:pt idx="359">
                        <c:v>46187</c:v>
                      </c:pt>
                      <c:pt idx="360">
                        <c:v>46188</c:v>
                      </c:pt>
                      <c:pt idx="361">
                        <c:v>46189</c:v>
                      </c:pt>
                      <c:pt idx="362">
                        <c:v>46190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G!$C$2:$C$364</c15:sqref>
                        </c15:formulaRef>
                      </c:ext>
                    </c:extLst>
                    <c:numCache>
                      <c:formatCode>General</c:formatCode>
                      <c:ptCount val="363"/>
                      <c:pt idx="0">
                        <c:v>9490.9560999999994</c:v>
                      </c:pt>
                      <c:pt idx="1">
                        <c:v>8947.5311000000002</c:v>
                      </c:pt>
                      <c:pt idx="2">
                        <c:v>8266.0398999999998</c:v>
                      </c:pt>
                      <c:pt idx="3">
                        <c:v>9776.8749000000007</c:v>
                      </c:pt>
                      <c:pt idx="4">
                        <c:v>11363.561900000001</c:v>
                      </c:pt>
                      <c:pt idx="5">
                        <c:v>11360.8277</c:v>
                      </c:pt>
                      <c:pt idx="6">
                        <c:v>11308.446</c:v>
                      </c:pt>
                      <c:pt idx="7">
                        <c:v>11428.2835</c:v>
                      </c:pt>
                      <c:pt idx="8">
                        <c:v>10764.2222</c:v>
                      </c:pt>
                      <c:pt idx="9">
                        <c:v>9989.5234999999993</c:v>
                      </c:pt>
                      <c:pt idx="10">
                        <c:v>11681.237999999999</c:v>
                      </c:pt>
                      <c:pt idx="11">
                        <c:v>11486.858399999999</c:v>
                      </c:pt>
                      <c:pt idx="12">
                        <c:v>11137.1471</c:v>
                      </c:pt>
                      <c:pt idx="13">
                        <c:v>11318.7063</c:v>
                      </c:pt>
                      <c:pt idx="14">
                        <c:v>11271.450699999999</c:v>
                      </c:pt>
                      <c:pt idx="15">
                        <c:v>11038.542299999999</c:v>
                      </c:pt>
                      <c:pt idx="16">
                        <c:v>11252.760200000001</c:v>
                      </c:pt>
                      <c:pt idx="17">
                        <c:v>12961.9197</c:v>
                      </c:pt>
                      <c:pt idx="18">
                        <c:v>12891.240100000001</c:v>
                      </c:pt>
                      <c:pt idx="19">
                        <c:v>13226.874299999999</c:v>
                      </c:pt>
                      <c:pt idx="20">
                        <c:v>10953.237999999999</c:v>
                      </c:pt>
                      <c:pt idx="21">
                        <c:v>13855.5193</c:v>
                      </c:pt>
                      <c:pt idx="22">
                        <c:v>12283.6564</c:v>
                      </c:pt>
                      <c:pt idx="23">
                        <c:v>11440.1499</c:v>
                      </c:pt>
                      <c:pt idx="24">
                        <c:v>13477.8541</c:v>
                      </c:pt>
                      <c:pt idx="25">
                        <c:v>13394.1201</c:v>
                      </c:pt>
                      <c:pt idx="26">
                        <c:v>13296.83</c:v>
                      </c:pt>
                      <c:pt idx="27">
                        <c:v>13288.008599999999</c:v>
                      </c:pt>
                      <c:pt idx="28">
                        <c:v>13078.471799999999</c:v>
                      </c:pt>
                      <c:pt idx="29">
                        <c:v>12154.239</c:v>
                      </c:pt>
                      <c:pt idx="30">
                        <c:v>11375.661</c:v>
                      </c:pt>
                      <c:pt idx="31">
                        <c:v>13230.5753</c:v>
                      </c:pt>
                      <c:pt idx="32">
                        <c:v>13795.8817</c:v>
                      </c:pt>
                      <c:pt idx="33">
                        <c:v>13589.7166</c:v>
                      </c:pt>
                      <c:pt idx="34">
                        <c:v>13569.1446</c:v>
                      </c:pt>
                      <c:pt idx="35">
                        <c:v>14063.209800000001</c:v>
                      </c:pt>
                      <c:pt idx="36">
                        <c:v>13067.602199999999</c:v>
                      </c:pt>
                      <c:pt idx="37">
                        <c:v>12311.841899999999</c:v>
                      </c:pt>
                      <c:pt idx="38">
                        <c:v>14178.117200000001</c:v>
                      </c:pt>
                      <c:pt idx="39">
                        <c:v>14691.159299999999</c:v>
                      </c:pt>
                      <c:pt idx="40">
                        <c:v>14681.7729</c:v>
                      </c:pt>
                      <c:pt idx="41">
                        <c:v>15030.0263</c:v>
                      </c:pt>
                      <c:pt idx="42">
                        <c:v>14906.194</c:v>
                      </c:pt>
                      <c:pt idx="43">
                        <c:v>13697.929</c:v>
                      </c:pt>
                      <c:pt idx="44">
                        <c:v>12970.449199999999</c:v>
                      </c:pt>
                      <c:pt idx="45">
                        <c:v>14861.4645</c:v>
                      </c:pt>
                      <c:pt idx="46">
                        <c:v>14874.9483</c:v>
                      </c:pt>
                      <c:pt idx="47">
                        <c:v>14904.186100000001</c:v>
                      </c:pt>
                      <c:pt idx="48">
                        <c:v>15174.5679</c:v>
                      </c:pt>
                      <c:pt idx="49">
                        <c:v>11797.3403</c:v>
                      </c:pt>
                      <c:pt idx="50">
                        <c:v>13105.8627</c:v>
                      </c:pt>
                      <c:pt idx="51">
                        <c:v>12686.844300000001</c:v>
                      </c:pt>
                      <c:pt idx="52">
                        <c:v>14635.8151</c:v>
                      </c:pt>
                      <c:pt idx="53">
                        <c:v>14810.633400000001</c:v>
                      </c:pt>
                      <c:pt idx="54">
                        <c:v>14728.8179</c:v>
                      </c:pt>
                      <c:pt idx="55">
                        <c:v>14652.7523</c:v>
                      </c:pt>
                      <c:pt idx="56">
                        <c:v>14489.0206</c:v>
                      </c:pt>
                      <c:pt idx="57">
                        <c:v>13796.6541</c:v>
                      </c:pt>
                      <c:pt idx="58">
                        <c:v>13132.0749</c:v>
                      </c:pt>
                      <c:pt idx="59">
                        <c:v>15140.0988</c:v>
                      </c:pt>
                      <c:pt idx="60">
                        <c:v>15002.444</c:v>
                      </c:pt>
                      <c:pt idx="61">
                        <c:v>15516.0414</c:v>
                      </c:pt>
                      <c:pt idx="62">
                        <c:v>16045.2552</c:v>
                      </c:pt>
                      <c:pt idx="63">
                        <c:v>15805.3416</c:v>
                      </c:pt>
                      <c:pt idx="64">
                        <c:v>14719.4869</c:v>
                      </c:pt>
                      <c:pt idx="65">
                        <c:v>13913.758</c:v>
                      </c:pt>
                      <c:pt idx="66">
                        <c:v>16005.402099999999</c:v>
                      </c:pt>
                      <c:pt idx="67">
                        <c:v>16059.699500000001</c:v>
                      </c:pt>
                      <c:pt idx="68">
                        <c:v>15896.958000000001</c:v>
                      </c:pt>
                      <c:pt idx="69">
                        <c:v>15643.0319</c:v>
                      </c:pt>
                      <c:pt idx="70">
                        <c:v>15609.779699999999</c:v>
                      </c:pt>
                      <c:pt idx="71">
                        <c:v>15046.625099999999</c:v>
                      </c:pt>
                      <c:pt idx="72">
                        <c:v>14023.9861</c:v>
                      </c:pt>
                      <c:pt idx="73">
                        <c:v>15974.110699999999</c:v>
                      </c:pt>
                      <c:pt idx="74">
                        <c:v>15981.982900000001</c:v>
                      </c:pt>
                      <c:pt idx="75">
                        <c:v>15951.994000000001</c:v>
                      </c:pt>
                      <c:pt idx="76">
                        <c:v>16761.186799999999</c:v>
                      </c:pt>
                      <c:pt idx="77">
                        <c:v>13899.9655</c:v>
                      </c:pt>
                      <c:pt idx="78">
                        <c:v>13880.0787</c:v>
                      </c:pt>
                      <c:pt idx="79">
                        <c:v>12387.9175</c:v>
                      </c:pt>
                      <c:pt idx="80">
                        <c:v>16114.0707</c:v>
                      </c:pt>
                      <c:pt idx="81">
                        <c:v>15953.751200000001</c:v>
                      </c:pt>
                      <c:pt idx="82">
                        <c:v>16405.632399999999</c:v>
                      </c:pt>
                      <c:pt idx="83">
                        <c:v>16436.170300000002</c:v>
                      </c:pt>
                      <c:pt idx="84">
                        <c:v>16095.922</c:v>
                      </c:pt>
                      <c:pt idx="85">
                        <c:v>14903.2238</c:v>
                      </c:pt>
                      <c:pt idx="86">
                        <c:v>14073.185799999999</c:v>
                      </c:pt>
                      <c:pt idx="87">
                        <c:v>16381.2482</c:v>
                      </c:pt>
                      <c:pt idx="88">
                        <c:v>16146.0414</c:v>
                      </c:pt>
                      <c:pt idx="89">
                        <c:v>15824.942499999999</c:v>
                      </c:pt>
                      <c:pt idx="90">
                        <c:v>15526.9157</c:v>
                      </c:pt>
                      <c:pt idx="91">
                        <c:v>15459.652899999999</c:v>
                      </c:pt>
                      <c:pt idx="92">
                        <c:v>14705.556200000001</c:v>
                      </c:pt>
                      <c:pt idx="93">
                        <c:v>13759.0321</c:v>
                      </c:pt>
                      <c:pt idx="94">
                        <c:v>15802.991900000001</c:v>
                      </c:pt>
                      <c:pt idx="95">
                        <c:v>15837.831899999999</c:v>
                      </c:pt>
                      <c:pt idx="96">
                        <c:v>16063.802</c:v>
                      </c:pt>
                      <c:pt idx="97">
                        <c:v>16009.0548</c:v>
                      </c:pt>
                      <c:pt idx="98">
                        <c:v>15885.044599999999</c:v>
                      </c:pt>
                      <c:pt idx="99">
                        <c:v>15031.609</c:v>
                      </c:pt>
                      <c:pt idx="100">
                        <c:v>13960.8405</c:v>
                      </c:pt>
                      <c:pt idx="101">
                        <c:v>16390.1443</c:v>
                      </c:pt>
                      <c:pt idx="102">
                        <c:v>16768.264599999999</c:v>
                      </c:pt>
                      <c:pt idx="103">
                        <c:v>16489.098099999999</c:v>
                      </c:pt>
                      <c:pt idx="104">
                        <c:v>16429.876899999999</c:v>
                      </c:pt>
                      <c:pt idx="105">
                        <c:v>16206.793799999999</c:v>
                      </c:pt>
                      <c:pt idx="106">
                        <c:v>14511.374599999999</c:v>
                      </c:pt>
                      <c:pt idx="107">
                        <c:v>13579.3891</c:v>
                      </c:pt>
                      <c:pt idx="108">
                        <c:v>12802.652700000001</c:v>
                      </c:pt>
                      <c:pt idx="109">
                        <c:v>16185.725200000001</c:v>
                      </c:pt>
                      <c:pt idx="110">
                        <c:v>16657.687399999999</c:v>
                      </c:pt>
                      <c:pt idx="111">
                        <c:v>17010.758999999998</c:v>
                      </c:pt>
                      <c:pt idx="112">
                        <c:v>17067.611799999999</c:v>
                      </c:pt>
                      <c:pt idx="113">
                        <c:v>16083.045099999999</c:v>
                      </c:pt>
                      <c:pt idx="114">
                        <c:v>14622.1108</c:v>
                      </c:pt>
                      <c:pt idx="115">
                        <c:v>16470.2271</c:v>
                      </c:pt>
                      <c:pt idx="116">
                        <c:v>16392.364099999999</c:v>
                      </c:pt>
                      <c:pt idx="117">
                        <c:v>16123.2523</c:v>
                      </c:pt>
                      <c:pt idx="118">
                        <c:v>16173.5561</c:v>
                      </c:pt>
                      <c:pt idx="119">
                        <c:v>15952.868399999999</c:v>
                      </c:pt>
                      <c:pt idx="120">
                        <c:v>14920.8297</c:v>
                      </c:pt>
                      <c:pt idx="121">
                        <c:v>13669.316800000001</c:v>
                      </c:pt>
                      <c:pt idx="122">
                        <c:v>14949.193300000001</c:v>
                      </c:pt>
                      <c:pt idx="123">
                        <c:v>15850.3112</c:v>
                      </c:pt>
                      <c:pt idx="124">
                        <c:v>15724.906999999999</c:v>
                      </c:pt>
                      <c:pt idx="125">
                        <c:v>15525.5707</c:v>
                      </c:pt>
                      <c:pt idx="126">
                        <c:v>15556.517099999999</c:v>
                      </c:pt>
                      <c:pt idx="127">
                        <c:v>15068.207399999999</c:v>
                      </c:pt>
                      <c:pt idx="128">
                        <c:v>13932.8421</c:v>
                      </c:pt>
                      <c:pt idx="129">
                        <c:v>16166.652899999999</c:v>
                      </c:pt>
                      <c:pt idx="130">
                        <c:v>16274.418900000001</c:v>
                      </c:pt>
                      <c:pt idx="131">
                        <c:v>16401.190399999999</c:v>
                      </c:pt>
                      <c:pt idx="132">
                        <c:v>16716.001700000001</c:v>
                      </c:pt>
                      <c:pt idx="133">
                        <c:v>16934.841700000001</c:v>
                      </c:pt>
                      <c:pt idx="134">
                        <c:v>15759.788500000001</c:v>
                      </c:pt>
                      <c:pt idx="135">
                        <c:v>14418.064200000001</c:v>
                      </c:pt>
                      <c:pt idx="136">
                        <c:v>16576.849900000001</c:v>
                      </c:pt>
                      <c:pt idx="137">
                        <c:v>16798.709599999998</c:v>
                      </c:pt>
                      <c:pt idx="138">
                        <c:v>13883.329</c:v>
                      </c:pt>
                      <c:pt idx="139">
                        <c:v>15883.8953</c:v>
                      </c:pt>
                      <c:pt idx="140">
                        <c:v>16048.0831</c:v>
                      </c:pt>
                      <c:pt idx="141">
                        <c:v>15059.0067</c:v>
                      </c:pt>
                      <c:pt idx="142">
                        <c:v>14358.610500000001</c:v>
                      </c:pt>
                      <c:pt idx="143">
                        <c:v>16592.480100000001</c:v>
                      </c:pt>
                      <c:pt idx="144">
                        <c:v>16411.019899999999</c:v>
                      </c:pt>
                      <c:pt idx="145">
                        <c:v>16183.3287</c:v>
                      </c:pt>
                      <c:pt idx="146">
                        <c:v>16102.0635</c:v>
                      </c:pt>
                      <c:pt idx="147">
                        <c:v>15981.404</c:v>
                      </c:pt>
                      <c:pt idx="148">
                        <c:v>15188.9329</c:v>
                      </c:pt>
                      <c:pt idx="149">
                        <c:v>13850.976500000001</c:v>
                      </c:pt>
                      <c:pt idx="150">
                        <c:v>15743.071900000001</c:v>
                      </c:pt>
                      <c:pt idx="151">
                        <c:v>15852.849700000001</c:v>
                      </c:pt>
                      <c:pt idx="152">
                        <c:v>16035.579599999999</c:v>
                      </c:pt>
                      <c:pt idx="153">
                        <c:v>15905.911700000001</c:v>
                      </c:pt>
                      <c:pt idx="154">
                        <c:v>15677.3791</c:v>
                      </c:pt>
                      <c:pt idx="155">
                        <c:v>14962.868200000001</c:v>
                      </c:pt>
                      <c:pt idx="156">
                        <c:v>13943.212299999999</c:v>
                      </c:pt>
                      <c:pt idx="157">
                        <c:v>15951.846799999999</c:v>
                      </c:pt>
                      <c:pt idx="158">
                        <c:v>16112.222900000001</c:v>
                      </c:pt>
                      <c:pt idx="159">
                        <c:v>15656.7853</c:v>
                      </c:pt>
                      <c:pt idx="160">
                        <c:v>15993.015799999999</c:v>
                      </c:pt>
                      <c:pt idx="161">
                        <c:v>17167.132099999999</c:v>
                      </c:pt>
                      <c:pt idx="162">
                        <c:v>16127.4668</c:v>
                      </c:pt>
                      <c:pt idx="163">
                        <c:v>15009.6481</c:v>
                      </c:pt>
                      <c:pt idx="164">
                        <c:v>16832.980899999999</c:v>
                      </c:pt>
                      <c:pt idx="165">
                        <c:v>17251.245599999998</c:v>
                      </c:pt>
                      <c:pt idx="166">
                        <c:v>17453.675200000001</c:v>
                      </c:pt>
                      <c:pt idx="167">
                        <c:v>14760.240400000001</c:v>
                      </c:pt>
                      <c:pt idx="168">
                        <c:v>16512.358499999998</c:v>
                      </c:pt>
                      <c:pt idx="169">
                        <c:v>15876.363499999999</c:v>
                      </c:pt>
                      <c:pt idx="170">
                        <c:v>14758.5131</c:v>
                      </c:pt>
                      <c:pt idx="171">
                        <c:v>16872.016199999998</c:v>
                      </c:pt>
                      <c:pt idx="172">
                        <c:v>16669.522499999999</c:v>
                      </c:pt>
                      <c:pt idx="173">
                        <c:v>17020.050299999999</c:v>
                      </c:pt>
                      <c:pt idx="174">
                        <c:v>16875.9787</c:v>
                      </c:pt>
                      <c:pt idx="175">
                        <c:v>16871.452399999998</c:v>
                      </c:pt>
                      <c:pt idx="176">
                        <c:v>16583.944899999999</c:v>
                      </c:pt>
                      <c:pt idx="177">
                        <c:v>15441.982</c:v>
                      </c:pt>
                      <c:pt idx="178">
                        <c:v>17511.004499999999</c:v>
                      </c:pt>
                      <c:pt idx="179">
                        <c:v>17498.397199999999</c:v>
                      </c:pt>
                      <c:pt idx="180">
                        <c:v>17321.5016</c:v>
                      </c:pt>
                      <c:pt idx="181">
                        <c:v>17409.631600000001</c:v>
                      </c:pt>
                      <c:pt idx="182">
                        <c:v>17558.324400000001</c:v>
                      </c:pt>
                      <c:pt idx="183">
                        <c:v>16671.6515</c:v>
                      </c:pt>
                      <c:pt idx="184">
                        <c:v>15502.0674</c:v>
                      </c:pt>
                      <c:pt idx="185">
                        <c:v>17659.1149</c:v>
                      </c:pt>
                      <c:pt idx="186">
                        <c:v>17733.457900000001</c:v>
                      </c:pt>
                      <c:pt idx="187">
                        <c:v>17479.379000000001</c:v>
                      </c:pt>
                      <c:pt idx="188">
                        <c:v>14553.912</c:v>
                      </c:pt>
                      <c:pt idx="189">
                        <c:v>15892.3081</c:v>
                      </c:pt>
                      <c:pt idx="190">
                        <c:v>15496.268899999999</c:v>
                      </c:pt>
                      <c:pt idx="191">
                        <c:v>14658.449000000001</c:v>
                      </c:pt>
                      <c:pt idx="192">
                        <c:v>17082.9493</c:v>
                      </c:pt>
                      <c:pt idx="193">
                        <c:v>17551.711500000001</c:v>
                      </c:pt>
                      <c:pt idx="194">
                        <c:v>17964.580600000001</c:v>
                      </c:pt>
                      <c:pt idx="195">
                        <c:v>18493.565399999999</c:v>
                      </c:pt>
                      <c:pt idx="196">
                        <c:v>17148.067599999998</c:v>
                      </c:pt>
                      <c:pt idx="197">
                        <c:v>14080.2433</c:v>
                      </c:pt>
                      <c:pt idx="198">
                        <c:v>14869.1538</c:v>
                      </c:pt>
                      <c:pt idx="199">
                        <c:v>17264.6888</c:v>
                      </c:pt>
                      <c:pt idx="200">
                        <c:v>16975.416300000001</c:v>
                      </c:pt>
                      <c:pt idx="201">
                        <c:v>16817.899600000001</c:v>
                      </c:pt>
                      <c:pt idx="202">
                        <c:v>16919.365699999998</c:v>
                      </c:pt>
                      <c:pt idx="203">
                        <c:v>17064.812399999999</c:v>
                      </c:pt>
                      <c:pt idx="204">
                        <c:v>16393.3128</c:v>
                      </c:pt>
                      <c:pt idx="205">
                        <c:v>14901.9766</c:v>
                      </c:pt>
                      <c:pt idx="206">
                        <c:v>17295.404900000001</c:v>
                      </c:pt>
                      <c:pt idx="207">
                        <c:v>16682.365399999999</c:v>
                      </c:pt>
                      <c:pt idx="208">
                        <c:v>16985.6515</c:v>
                      </c:pt>
                      <c:pt idx="209">
                        <c:v>15405.681500000001</c:v>
                      </c:pt>
                      <c:pt idx="210">
                        <c:v>16583.845099999999</c:v>
                      </c:pt>
                      <c:pt idx="211">
                        <c:v>15611.5677</c:v>
                      </c:pt>
                      <c:pt idx="212">
                        <c:v>14871.775100000001</c:v>
                      </c:pt>
                      <c:pt idx="213">
                        <c:v>17092.819500000001</c:v>
                      </c:pt>
                      <c:pt idx="214">
                        <c:v>16985.411700000001</c:v>
                      </c:pt>
                      <c:pt idx="215">
                        <c:v>17101.7438</c:v>
                      </c:pt>
                      <c:pt idx="216">
                        <c:v>16990.702000000001</c:v>
                      </c:pt>
                      <c:pt idx="217">
                        <c:v>17427.656200000001</c:v>
                      </c:pt>
                      <c:pt idx="218">
                        <c:v>15955.8042</c:v>
                      </c:pt>
                      <c:pt idx="219">
                        <c:v>15331.179</c:v>
                      </c:pt>
                      <c:pt idx="220">
                        <c:v>17179.401900000001</c:v>
                      </c:pt>
                      <c:pt idx="221">
                        <c:v>17188.152900000001</c:v>
                      </c:pt>
                      <c:pt idx="222">
                        <c:v>17484.964499999998</c:v>
                      </c:pt>
                      <c:pt idx="223">
                        <c:v>17242.221399999999</c:v>
                      </c:pt>
                      <c:pt idx="224">
                        <c:v>17309.770799999998</c:v>
                      </c:pt>
                      <c:pt idx="225">
                        <c:v>16297.328299999999</c:v>
                      </c:pt>
                      <c:pt idx="226">
                        <c:v>13847.481900000001</c:v>
                      </c:pt>
                      <c:pt idx="227">
                        <c:v>17239.020100000002</c:v>
                      </c:pt>
                      <c:pt idx="228">
                        <c:v>17440.332600000002</c:v>
                      </c:pt>
                      <c:pt idx="229">
                        <c:v>14795.7788</c:v>
                      </c:pt>
                      <c:pt idx="230">
                        <c:v>17292.14</c:v>
                      </c:pt>
                      <c:pt idx="231">
                        <c:v>17208.0507</c:v>
                      </c:pt>
                      <c:pt idx="232">
                        <c:v>15982.901099999999</c:v>
                      </c:pt>
                      <c:pt idx="233">
                        <c:v>14918.9918</c:v>
                      </c:pt>
                      <c:pt idx="234">
                        <c:v>17410.976600000002</c:v>
                      </c:pt>
                      <c:pt idx="235">
                        <c:v>17698.142599999999</c:v>
                      </c:pt>
                      <c:pt idx="236">
                        <c:v>17755.9722</c:v>
                      </c:pt>
                      <c:pt idx="237">
                        <c:v>17133.396799999999</c:v>
                      </c:pt>
                      <c:pt idx="238">
                        <c:v>16985.594400000002</c:v>
                      </c:pt>
                      <c:pt idx="239">
                        <c:v>16142.210800000001</c:v>
                      </c:pt>
                      <c:pt idx="240">
                        <c:v>14661.4722</c:v>
                      </c:pt>
                      <c:pt idx="241">
                        <c:v>16749.6227</c:v>
                      </c:pt>
                      <c:pt idx="242">
                        <c:v>16762.171999999999</c:v>
                      </c:pt>
                      <c:pt idx="243">
                        <c:v>16781.129000000001</c:v>
                      </c:pt>
                      <c:pt idx="244">
                        <c:v>16365.0895</c:v>
                      </c:pt>
                      <c:pt idx="245">
                        <c:v>16593.1345</c:v>
                      </c:pt>
                      <c:pt idx="246">
                        <c:v>15448.118700000001</c:v>
                      </c:pt>
                      <c:pt idx="247">
                        <c:v>14393.630499999999</c:v>
                      </c:pt>
                      <c:pt idx="248">
                        <c:v>16710.397499999999</c:v>
                      </c:pt>
                      <c:pt idx="249">
                        <c:v>16585.9725</c:v>
                      </c:pt>
                      <c:pt idx="250">
                        <c:v>16785.682499999999</c:v>
                      </c:pt>
                      <c:pt idx="251">
                        <c:v>17017.474399999999</c:v>
                      </c:pt>
                      <c:pt idx="252">
                        <c:v>17304.855299999999</c:v>
                      </c:pt>
                      <c:pt idx="253">
                        <c:v>16184.1013</c:v>
                      </c:pt>
                      <c:pt idx="254">
                        <c:v>15260.5314</c:v>
                      </c:pt>
                      <c:pt idx="255">
                        <c:v>14226.3068</c:v>
                      </c:pt>
                      <c:pt idx="256">
                        <c:v>17745.0023</c:v>
                      </c:pt>
                      <c:pt idx="257">
                        <c:v>17400.560600000001</c:v>
                      </c:pt>
                      <c:pt idx="258">
                        <c:v>17305.118999999999</c:v>
                      </c:pt>
                      <c:pt idx="259">
                        <c:v>17238.351999999999</c:v>
                      </c:pt>
                      <c:pt idx="260">
                        <c:v>16118.025100000001</c:v>
                      </c:pt>
                      <c:pt idx="261">
                        <c:v>14869.4841</c:v>
                      </c:pt>
                      <c:pt idx="262">
                        <c:v>17539.633000000002</c:v>
                      </c:pt>
                      <c:pt idx="263">
                        <c:v>18045.319</c:v>
                      </c:pt>
                      <c:pt idx="264">
                        <c:v>17926.754400000002</c:v>
                      </c:pt>
                      <c:pt idx="265">
                        <c:v>17762.559099999999</c:v>
                      </c:pt>
                      <c:pt idx="266">
                        <c:v>17611.412499999999</c:v>
                      </c:pt>
                      <c:pt idx="267">
                        <c:v>16468.745200000001</c:v>
                      </c:pt>
                      <c:pt idx="268">
                        <c:v>16247.8208</c:v>
                      </c:pt>
                      <c:pt idx="269">
                        <c:v>18666.1836</c:v>
                      </c:pt>
                      <c:pt idx="270">
                        <c:v>18579.8066</c:v>
                      </c:pt>
                      <c:pt idx="271">
                        <c:v>17742.620900000002</c:v>
                      </c:pt>
                      <c:pt idx="272">
                        <c:v>17779.813600000001</c:v>
                      </c:pt>
                      <c:pt idx="273">
                        <c:v>17625.314999999999</c:v>
                      </c:pt>
                      <c:pt idx="274">
                        <c:v>16042.9861</c:v>
                      </c:pt>
                      <c:pt idx="275">
                        <c:v>15080.494699999999</c:v>
                      </c:pt>
                      <c:pt idx="276">
                        <c:v>17632.1083</c:v>
                      </c:pt>
                      <c:pt idx="277">
                        <c:v>17472.471099999999</c:v>
                      </c:pt>
                      <c:pt idx="278">
                        <c:v>17063.7484</c:v>
                      </c:pt>
                      <c:pt idx="279">
                        <c:v>17729.729800000001</c:v>
                      </c:pt>
                      <c:pt idx="280">
                        <c:v>17605.1338</c:v>
                      </c:pt>
                      <c:pt idx="281">
                        <c:v>16519.2575</c:v>
                      </c:pt>
                      <c:pt idx="282">
                        <c:v>15317.5954</c:v>
                      </c:pt>
                      <c:pt idx="283">
                        <c:v>17795.229299999999</c:v>
                      </c:pt>
                      <c:pt idx="284">
                        <c:v>17891.951300000001</c:v>
                      </c:pt>
                      <c:pt idx="285">
                        <c:v>15973.043299999999</c:v>
                      </c:pt>
                      <c:pt idx="286">
                        <c:v>17240.1178</c:v>
                      </c:pt>
                      <c:pt idx="287">
                        <c:v>16135.932500000001</c:v>
                      </c:pt>
                      <c:pt idx="288">
                        <c:v>16037.213400000001</c:v>
                      </c:pt>
                      <c:pt idx="289">
                        <c:v>15351.3986</c:v>
                      </c:pt>
                      <c:pt idx="290">
                        <c:v>17628.296600000001</c:v>
                      </c:pt>
                      <c:pt idx="291">
                        <c:v>17493.312900000001</c:v>
                      </c:pt>
                      <c:pt idx="292">
                        <c:v>17579.8262</c:v>
                      </c:pt>
                      <c:pt idx="293">
                        <c:v>17839.570199999998</c:v>
                      </c:pt>
                      <c:pt idx="294">
                        <c:v>18398.9143</c:v>
                      </c:pt>
                      <c:pt idx="295">
                        <c:v>16291.668</c:v>
                      </c:pt>
                      <c:pt idx="296">
                        <c:v>13597.2192</c:v>
                      </c:pt>
                      <c:pt idx="297">
                        <c:v>11262.8501</c:v>
                      </c:pt>
                      <c:pt idx="298">
                        <c:v>10835.901</c:v>
                      </c:pt>
                      <c:pt idx="299">
                        <c:v>11080.252399999999</c:v>
                      </c:pt>
                      <c:pt idx="300">
                        <c:v>12129.9131</c:v>
                      </c:pt>
                      <c:pt idx="301">
                        <c:v>13055.4274</c:v>
                      </c:pt>
                      <c:pt idx="302">
                        <c:v>13363.2017</c:v>
                      </c:pt>
                      <c:pt idx="303">
                        <c:v>13392.9594</c:v>
                      </c:pt>
                      <c:pt idx="304">
                        <c:v>15883.0825</c:v>
                      </c:pt>
                      <c:pt idx="305">
                        <c:v>16491.546900000001</c:v>
                      </c:pt>
                      <c:pt idx="306">
                        <c:v>16781.168000000001</c:v>
                      </c:pt>
                      <c:pt idx="307">
                        <c:v>16447.0893</c:v>
                      </c:pt>
                      <c:pt idx="308">
                        <c:v>16771.343799999999</c:v>
                      </c:pt>
                      <c:pt idx="309">
                        <c:v>16630.386200000001</c:v>
                      </c:pt>
                      <c:pt idx="310">
                        <c:v>15366.365</c:v>
                      </c:pt>
                      <c:pt idx="311">
                        <c:v>17507.0769</c:v>
                      </c:pt>
                      <c:pt idx="312">
                        <c:v>17425.167600000001</c:v>
                      </c:pt>
                      <c:pt idx="313">
                        <c:v>17193.908899999999</c:v>
                      </c:pt>
                      <c:pt idx="314">
                        <c:v>17904.534599999999</c:v>
                      </c:pt>
                      <c:pt idx="315">
                        <c:v>14151.7564</c:v>
                      </c:pt>
                      <c:pt idx="316">
                        <c:v>15573.266799999999</c:v>
                      </c:pt>
                      <c:pt idx="317">
                        <c:v>14904.476500000001</c:v>
                      </c:pt>
                      <c:pt idx="318">
                        <c:v>17376.273099999999</c:v>
                      </c:pt>
                      <c:pt idx="319">
                        <c:v>17649.854200000002</c:v>
                      </c:pt>
                      <c:pt idx="320">
                        <c:v>17258.583500000001</c:v>
                      </c:pt>
                      <c:pt idx="321">
                        <c:v>17358.821899999999</c:v>
                      </c:pt>
                      <c:pt idx="322">
                        <c:v>17106.998200000002</c:v>
                      </c:pt>
                      <c:pt idx="323">
                        <c:v>16398.396700000001</c:v>
                      </c:pt>
                      <c:pt idx="324">
                        <c:v>15531.525900000001</c:v>
                      </c:pt>
                      <c:pt idx="325">
                        <c:v>17502.002799999998</c:v>
                      </c:pt>
                      <c:pt idx="326">
                        <c:v>17220.595099999999</c:v>
                      </c:pt>
                      <c:pt idx="327">
                        <c:v>17271.337500000001</c:v>
                      </c:pt>
                      <c:pt idx="328">
                        <c:v>16244.0645</c:v>
                      </c:pt>
                      <c:pt idx="329">
                        <c:v>16749.8436</c:v>
                      </c:pt>
                      <c:pt idx="330">
                        <c:v>15726.628199999999</c:v>
                      </c:pt>
                      <c:pt idx="331">
                        <c:v>14660.9843</c:v>
                      </c:pt>
                      <c:pt idx="332">
                        <c:v>17286.469499999999</c:v>
                      </c:pt>
                      <c:pt idx="333">
                        <c:v>17090.3887</c:v>
                      </c:pt>
                      <c:pt idx="334">
                        <c:v>17177.513500000001</c:v>
                      </c:pt>
                      <c:pt idx="335">
                        <c:v>17008.140599999999</c:v>
                      </c:pt>
                      <c:pt idx="336">
                        <c:v>18070.440999999999</c:v>
                      </c:pt>
                      <c:pt idx="337">
                        <c:v>16190.7135</c:v>
                      </c:pt>
                      <c:pt idx="338">
                        <c:v>15132.115100000001</c:v>
                      </c:pt>
                      <c:pt idx="339">
                        <c:v>17764.644899999999</c:v>
                      </c:pt>
                      <c:pt idx="340">
                        <c:v>17757.8446</c:v>
                      </c:pt>
                      <c:pt idx="341">
                        <c:v>17634.254199999999</c:v>
                      </c:pt>
                      <c:pt idx="342">
                        <c:v>16704.7762</c:v>
                      </c:pt>
                      <c:pt idx="343">
                        <c:v>17971.454300000001</c:v>
                      </c:pt>
                      <c:pt idx="344">
                        <c:v>14546.186</c:v>
                      </c:pt>
                      <c:pt idx="345">
                        <c:v>15262.1661</c:v>
                      </c:pt>
                      <c:pt idx="346">
                        <c:v>18232.055</c:v>
                      </c:pt>
                      <c:pt idx="347">
                        <c:v>18306.7726</c:v>
                      </c:pt>
                      <c:pt idx="348">
                        <c:v>18008.945299999999</c:v>
                      </c:pt>
                      <c:pt idx="349">
                        <c:v>17683.122500000001</c:v>
                      </c:pt>
                      <c:pt idx="350">
                        <c:v>17494.328699999998</c:v>
                      </c:pt>
                      <c:pt idx="351">
                        <c:v>16492.165000000001</c:v>
                      </c:pt>
                      <c:pt idx="352">
                        <c:v>15344.447700000001</c:v>
                      </c:pt>
                      <c:pt idx="353">
                        <c:v>17699.322499999998</c:v>
                      </c:pt>
                      <c:pt idx="354">
                        <c:v>17750.767400000001</c:v>
                      </c:pt>
                      <c:pt idx="355">
                        <c:v>18025.3115</c:v>
                      </c:pt>
                      <c:pt idx="356">
                        <c:v>18170.654200000001</c:v>
                      </c:pt>
                      <c:pt idx="357">
                        <c:v>17615.102999999999</c:v>
                      </c:pt>
                      <c:pt idx="358">
                        <c:v>16521.736700000001</c:v>
                      </c:pt>
                      <c:pt idx="359">
                        <c:v>15357.1697</c:v>
                      </c:pt>
                      <c:pt idx="360">
                        <c:v>18182.6702</c:v>
                      </c:pt>
                      <c:pt idx="361">
                        <c:v>16539.8285</c:v>
                      </c:pt>
                      <c:pt idx="362">
                        <c:v>16440.836200000002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3-A0AF-4487-833B-F4845D5D420D}"/>
                  </c:ext>
                </c:extLst>
              </c15:ser>
            </c15:filteredLineSeries>
            <c15:filteredLine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G!$F$1</c15:sqref>
                        </c15:formulaRef>
                      </c:ext>
                    </c:extLst>
                    <c:strCache>
                      <c:ptCount val="1"/>
                      <c:pt idx="0">
                        <c:v>GAM Region</c:v>
                      </c:pt>
                    </c:strCache>
                  </c:strRef>
                </c:tx>
                <c:spPr>
                  <a:ln w="28575" cap="rnd">
                    <a:solidFill>
                      <a:schemeClr val="accent5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G!$A$2:$A$364</c15:sqref>
                        </c15:formulaRef>
                      </c:ext>
                    </c:extLst>
                    <c:numCache>
                      <c:formatCode>m/d/yyyy</c:formatCode>
                      <c:ptCount val="363"/>
                      <c:pt idx="0">
                        <c:v>45828</c:v>
                      </c:pt>
                      <c:pt idx="1">
                        <c:v>45829</c:v>
                      </c:pt>
                      <c:pt idx="2">
                        <c:v>45830</c:v>
                      </c:pt>
                      <c:pt idx="3">
                        <c:v>45831</c:v>
                      </c:pt>
                      <c:pt idx="4">
                        <c:v>45832</c:v>
                      </c:pt>
                      <c:pt idx="5">
                        <c:v>45833</c:v>
                      </c:pt>
                      <c:pt idx="6">
                        <c:v>45834</c:v>
                      </c:pt>
                      <c:pt idx="7">
                        <c:v>45835</c:v>
                      </c:pt>
                      <c:pt idx="8">
                        <c:v>45836</c:v>
                      </c:pt>
                      <c:pt idx="9">
                        <c:v>45837</c:v>
                      </c:pt>
                      <c:pt idx="10">
                        <c:v>45838</c:v>
                      </c:pt>
                      <c:pt idx="11">
                        <c:v>45839</c:v>
                      </c:pt>
                      <c:pt idx="12">
                        <c:v>45840</c:v>
                      </c:pt>
                      <c:pt idx="13">
                        <c:v>45841</c:v>
                      </c:pt>
                      <c:pt idx="14">
                        <c:v>45842</c:v>
                      </c:pt>
                      <c:pt idx="15">
                        <c:v>45843</c:v>
                      </c:pt>
                      <c:pt idx="16">
                        <c:v>45844</c:v>
                      </c:pt>
                      <c:pt idx="17">
                        <c:v>45845</c:v>
                      </c:pt>
                      <c:pt idx="18">
                        <c:v>45846</c:v>
                      </c:pt>
                      <c:pt idx="19">
                        <c:v>45847</c:v>
                      </c:pt>
                      <c:pt idx="20">
                        <c:v>45848</c:v>
                      </c:pt>
                      <c:pt idx="21">
                        <c:v>45849</c:v>
                      </c:pt>
                      <c:pt idx="22">
                        <c:v>45850</c:v>
                      </c:pt>
                      <c:pt idx="23">
                        <c:v>45851</c:v>
                      </c:pt>
                      <c:pt idx="24">
                        <c:v>45852</c:v>
                      </c:pt>
                      <c:pt idx="25">
                        <c:v>45853</c:v>
                      </c:pt>
                      <c:pt idx="26">
                        <c:v>45854</c:v>
                      </c:pt>
                      <c:pt idx="27">
                        <c:v>45855</c:v>
                      </c:pt>
                      <c:pt idx="28">
                        <c:v>45856</c:v>
                      </c:pt>
                      <c:pt idx="29">
                        <c:v>45857</c:v>
                      </c:pt>
                      <c:pt idx="30">
                        <c:v>45858</c:v>
                      </c:pt>
                      <c:pt idx="31">
                        <c:v>45859</c:v>
                      </c:pt>
                      <c:pt idx="32">
                        <c:v>45860</c:v>
                      </c:pt>
                      <c:pt idx="33">
                        <c:v>45861</c:v>
                      </c:pt>
                      <c:pt idx="34">
                        <c:v>45862</c:v>
                      </c:pt>
                      <c:pt idx="35">
                        <c:v>45863</c:v>
                      </c:pt>
                      <c:pt idx="36">
                        <c:v>45864</c:v>
                      </c:pt>
                      <c:pt idx="37">
                        <c:v>45865</c:v>
                      </c:pt>
                      <c:pt idx="38">
                        <c:v>45866</c:v>
                      </c:pt>
                      <c:pt idx="39">
                        <c:v>45867</c:v>
                      </c:pt>
                      <c:pt idx="40">
                        <c:v>45868</c:v>
                      </c:pt>
                      <c:pt idx="41">
                        <c:v>45869</c:v>
                      </c:pt>
                      <c:pt idx="42">
                        <c:v>45870</c:v>
                      </c:pt>
                      <c:pt idx="43">
                        <c:v>45871</c:v>
                      </c:pt>
                      <c:pt idx="44">
                        <c:v>45872</c:v>
                      </c:pt>
                      <c:pt idx="45">
                        <c:v>45873</c:v>
                      </c:pt>
                      <c:pt idx="46">
                        <c:v>45874</c:v>
                      </c:pt>
                      <c:pt idx="47">
                        <c:v>45875</c:v>
                      </c:pt>
                      <c:pt idx="48">
                        <c:v>45876</c:v>
                      </c:pt>
                      <c:pt idx="49">
                        <c:v>45877</c:v>
                      </c:pt>
                      <c:pt idx="50">
                        <c:v>45878</c:v>
                      </c:pt>
                      <c:pt idx="51">
                        <c:v>45879</c:v>
                      </c:pt>
                      <c:pt idx="52">
                        <c:v>45880</c:v>
                      </c:pt>
                      <c:pt idx="53">
                        <c:v>45881</c:v>
                      </c:pt>
                      <c:pt idx="54">
                        <c:v>45882</c:v>
                      </c:pt>
                      <c:pt idx="55">
                        <c:v>45883</c:v>
                      </c:pt>
                      <c:pt idx="56">
                        <c:v>45884</c:v>
                      </c:pt>
                      <c:pt idx="57">
                        <c:v>45885</c:v>
                      </c:pt>
                      <c:pt idx="58">
                        <c:v>45886</c:v>
                      </c:pt>
                      <c:pt idx="59">
                        <c:v>45887</c:v>
                      </c:pt>
                      <c:pt idx="60">
                        <c:v>45888</c:v>
                      </c:pt>
                      <c:pt idx="61">
                        <c:v>45889</c:v>
                      </c:pt>
                      <c:pt idx="62">
                        <c:v>45890</c:v>
                      </c:pt>
                      <c:pt idx="63">
                        <c:v>45891</c:v>
                      </c:pt>
                      <c:pt idx="64">
                        <c:v>45892</c:v>
                      </c:pt>
                      <c:pt idx="65">
                        <c:v>45893</c:v>
                      </c:pt>
                      <c:pt idx="66">
                        <c:v>45894</c:v>
                      </c:pt>
                      <c:pt idx="67">
                        <c:v>45895</c:v>
                      </c:pt>
                      <c:pt idx="68">
                        <c:v>45896</c:v>
                      </c:pt>
                      <c:pt idx="69">
                        <c:v>45897</c:v>
                      </c:pt>
                      <c:pt idx="70">
                        <c:v>45898</c:v>
                      </c:pt>
                      <c:pt idx="71">
                        <c:v>45899</c:v>
                      </c:pt>
                      <c:pt idx="72">
                        <c:v>45900</c:v>
                      </c:pt>
                      <c:pt idx="73">
                        <c:v>45901</c:v>
                      </c:pt>
                      <c:pt idx="74">
                        <c:v>45902</c:v>
                      </c:pt>
                      <c:pt idx="75">
                        <c:v>45903</c:v>
                      </c:pt>
                      <c:pt idx="76">
                        <c:v>45904</c:v>
                      </c:pt>
                      <c:pt idx="77">
                        <c:v>45905</c:v>
                      </c:pt>
                      <c:pt idx="78">
                        <c:v>45906</c:v>
                      </c:pt>
                      <c:pt idx="79">
                        <c:v>45907</c:v>
                      </c:pt>
                      <c:pt idx="80">
                        <c:v>45908</c:v>
                      </c:pt>
                      <c:pt idx="81">
                        <c:v>45909</c:v>
                      </c:pt>
                      <c:pt idx="82">
                        <c:v>45910</c:v>
                      </c:pt>
                      <c:pt idx="83">
                        <c:v>45911</c:v>
                      </c:pt>
                      <c:pt idx="84">
                        <c:v>45912</c:v>
                      </c:pt>
                      <c:pt idx="85">
                        <c:v>45913</c:v>
                      </c:pt>
                      <c:pt idx="86">
                        <c:v>45914</c:v>
                      </c:pt>
                      <c:pt idx="87">
                        <c:v>45915</c:v>
                      </c:pt>
                      <c:pt idx="88">
                        <c:v>45916</c:v>
                      </c:pt>
                      <c:pt idx="89">
                        <c:v>45917</c:v>
                      </c:pt>
                      <c:pt idx="90">
                        <c:v>45918</c:v>
                      </c:pt>
                      <c:pt idx="91">
                        <c:v>45919</c:v>
                      </c:pt>
                      <c:pt idx="92">
                        <c:v>45920</c:v>
                      </c:pt>
                      <c:pt idx="93">
                        <c:v>45921</c:v>
                      </c:pt>
                      <c:pt idx="94">
                        <c:v>45922</c:v>
                      </c:pt>
                      <c:pt idx="95">
                        <c:v>45923</c:v>
                      </c:pt>
                      <c:pt idx="96">
                        <c:v>45924</c:v>
                      </c:pt>
                      <c:pt idx="97">
                        <c:v>45925</c:v>
                      </c:pt>
                      <c:pt idx="98">
                        <c:v>45926</c:v>
                      </c:pt>
                      <c:pt idx="99">
                        <c:v>45927</c:v>
                      </c:pt>
                      <c:pt idx="100">
                        <c:v>45928</c:v>
                      </c:pt>
                      <c:pt idx="101">
                        <c:v>45929</c:v>
                      </c:pt>
                      <c:pt idx="102">
                        <c:v>45930</c:v>
                      </c:pt>
                      <c:pt idx="103">
                        <c:v>45931</c:v>
                      </c:pt>
                      <c:pt idx="104">
                        <c:v>45932</c:v>
                      </c:pt>
                      <c:pt idx="105">
                        <c:v>45933</c:v>
                      </c:pt>
                      <c:pt idx="106">
                        <c:v>45934</c:v>
                      </c:pt>
                      <c:pt idx="107">
                        <c:v>45935</c:v>
                      </c:pt>
                      <c:pt idx="108">
                        <c:v>45936</c:v>
                      </c:pt>
                      <c:pt idx="109">
                        <c:v>45937</c:v>
                      </c:pt>
                      <c:pt idx="110">
                        <c:v>45938</c:v>
                      </c:pt>
                      <c:pt idx="111">
                        <c:v>45939</c:v>
                      </c:pt>
                      <c:pt idx="112">
                        <c:v>45940</c:v>
                      </c:pt>
                      <c:pt idx="113">
                        <c:v>45941</c:v>
                      </c:pt>
                      <c:pt idx="114">
                        <c:v>45942</c:v>
                      </c:pt>
                      <c:pt idx="115">
                        <c:v>45943</c:v>
                      </c:pt>
                      <c:pt idx="116">
                        <c:v>45944</c:v>
                      </c:pt>
                      <c:pt idx="117">
                        <c:v>45945</c:v>
                      </c:pt>
                      <c:pt idx="118">
                        <c:v>45946</c:v>
                      </c:pt>
                      <c:pt idx="119">
                        <c:v>45947</c:v>
                      </c:pt>
                      <c:pt idx="120">
                        <c:v>45948</c:v>
                      </c:pt>
                      <c:pt idx="121">
                        <c:v>45949</c:v>
                      </c:pt>
                      <c:pt idx="122">
                        <c:v>45950</c:v>
                      </c:pt>
                      <c:pt idx="123">
                        <c:v>45951</c:v>
                      </c:pt>
                      <c:pt idx="124">
                        <c:v>45952</c:v>
                      </c:pt>
                      <c:pt idx="125">
                        <c:v>45953</c:v>
                      </c:pt>
                      <c:pt idx="126">
                        <c:v>45954</c:v>
                      </c:pt>
                      <c:pt idx="127">
                        <c:v>45955</c:v>
                      </c:pt>
                      <c:pt idx="128">
                        <c:v>45956</c:v>
                      </c:pt>
                      <c:pt idx="129">
                        <c:v>45957</c:v>
                      </c:pt>
                      <c:pt idx="130">
                        <c:v>45958</c:v>
                      </c:pt>
                      <c:pt idx="131">
                        <c:v>45959</c:v>
                      </c:pt>
                      <c:pt idx="132">
                        <c:v>45960</c:v>
                      </c:pt>
                      <c:pt idx="133">
                        <c:v>45961</c:v>
                      </c:pt>
                      <c:pt idx="134">
                        <c:v>45962</c:v>
                      </c:pt>
                      <c:pt idx="135">
                        <c:v>45963</c:v>
                      </c:pt>
                      <c:pt idx="136">
                        <c:v>45964</c:v>
                      </c:pt>
                      <c:pt idx="137">
                        <c:v>45965</c:v>
                      </c:pt>
                      <c:pt idx="138">
                        <c:v>45966</c:v>
                      </c:pt>
                      <c:pt idx="139">
                        <c:v>45967</c:v>
                      </c:pt>
                      <c:pt idx="140">
                        <c:v>45968</c:v>
                      </c:pt>
                      <c:pt idx="141">
                        <c:v>45969</c:v>
                      </c:pt>
                      <c:pt idx="142">
                        <c:v>45970</c:v>
                      </c:pt>
                      <c:pt idx="143">
                        <c:v>45971</c:v>
                      </c:pt>
                      <c:pt idx="144">
                        <c:v>45972</c:v>
                      </c:pt>
                      <c:pt idx="145">
                        <c:v>45973</c:v>
                      </c:pt>
                      <c:pt idx="146">
                        <c:v>45974</c:v>
                      </c:pt>
                      <c:pt idx="147">
                        <c:v>45975</c:v>
                      </c:pt>
                      <c:pt idx="148">
                        <c:v>45976</c:v>
                      </c:pt>
                      <c:pt idx="149">
                        <c:v>45977</c:v>
                      </c:pt>
                      <c:pt idx="150">
                        <c:v>45978</c:v>
                      </c:pt>
                      <c:pt idx="151">
                        <c:v>45979</c:v>
                      </c:pt>
                      <c:pt idx="152">
                        <c:v>45980</c:v>
                      </c:pt>
                      <c:pt idx="153">
                        <c:v>45981</c:v>
                      </c:pt>
                      <c:pt idx="154">
                        <c:v>45982</c:v>
                      </c:pt>
                      <c:pt idx="155">
                        <c:v>45983</c:v>
                      </c:pt>
                      <c:pt idx="156">
                        <c:v>45984</c:v>
                      </c:pt>
                      <c:pt idx="157">
                        <c:v>45985</c:v>
                      </c:pt>
                      <c:pt idx="158">
                        <c:v>45986</c:v>
                      </c:pt>
                      <c:pt idx="159">
                        <c:v>45987</c:v>
                      </c:pt>
                      <c:pt idx="160">
                        <c:v>45988</c:v>
                      </c:pt>
                      <c:pt idx="161">
                        <c:v>45989</c:v>
                      </c:pt>
                      <c:pt idx="162">
                        <c:v>45990</c:v>
                      </c:pt>
                      <c:pt idx="163">
                        <c:v>45991</c:v>
                      </c:pt>
                      <c:pt idx="164">
                        <c:v>45992</c:v>
                      </c:pt>
                      <c:pt idx="165">
                        <c:v>45993</c:v>
                      </c:pt>
                      <c:pt idx="166">
                        <c:v>45994</c:v>
                      </c:pt>
                      <c:pt idx="167">
                        <c:v>45995</c:v>
                      </c:pt>
                      <c:pt idx="168">
                        <c:v>45996</c:v>
                      </c:pt>
                      <c:pt idx="169">
                        <c:v>45997</c:v>
                      </c:pt>
                      <c:pt idx="170">
                        <c:v>45998</c:v>
                      </c:pt>
                      <c:pt idx="171">
                        <c:v>45999</c:v>
                      </c:pt>
                      <c:pt idx="172">
                        <c:v>46000</c:v>
                      </c:pt>
                      <c:pt idx="173">
                        <c:v>46001</c:v>
                      </c:pt>
                      <c:pt idx="174">
                        <c:v>46002</c:v>
                      </c:pt>
                      <c:pt idx="175">
                        <c:v>46003</c:v>
                      </c:pt>
                      <c:pt idx="176">
                        <c:v>46004</c:v>
                      </c:pt>
                      <c:pt idx="177">
                        <c:v>46005</c:v>
                      </c:pt>
                      <c:pt idx="178">
                        <c:v>46006</c:v>
                      </c:pt>
                      <c:pt idx="179">
                        <c:v>46007</c:v>
                      </c:pt>
                      <c:pt idx="180">
                        <c:v>46008</c:v>
                      </c:pt>
                      <c:pt idx="181">
                        <c:v>46009</c:v>
                      </c:pt>
                      <c:pt idx="182">
                        <c:v>46010</c:v>
                      </c:pt>
                      <c:pt idx="183">
                        <c:v>46011</c:v>
                      </c:pt>
                      <c:pt idx="184">
                        <c:v>46012</c:v>
                      </c:pt>
                      <c:pt idx="185">
                        <c:v>46013</c:v>
                      </c:pt>
                      <c:pt idx="186">
                        <c:v>46014</c:v>
                      </c:pt>
                      <c:pt idx="187">
                        <c:v>46015</c:v>
                      </c:pt>
                      <c:pt idx="188">
                        <c:v>46016</c:v>
                      </c:pt>
                      <c:pt idx="189">
                        <c:v>46017</c:v>
                      </c:pt>
                      <c:pt idx="190">
                        <c:v>46018</c:v>
                      </c:pt>
                      <c:pt idx="191">
                        <c:v>46019</c:v>
                      </c:pt>
                      <c:pt idx="192">
                        <c:v>46020</c:v>
                      </c:pt>
                      <c:pt idx="193">
                        <c:v>46021</c:v>
                      </c:pt>
                      <c:pt idx="194">
                        <c:v>46022</c:v>
                      </c:pt>
                      <c:pt idx="195">
                        <c:v>46023</c:v>
                      </c:pt>
                      <c:pt idx="196">
                        <c:v>46024</c:v>
                      </c:pt>
                      <c:pt idx="197">
                        <c:v>46025</c:v>
                      </c:pt>
                      <c:pt idx="198">
                        <c:v>46026</c:v>
                      </c:pt>
                      <c:pt idx="199">
                        <c:v>46027</c:v>
                      </c:pt>
                      <c:pt idx="200">
                        <c:v>46028</c:v>
                      </c:pt>
                      <c:pt idx="201">
                        <c:v>46029</c:v>
                      </c:pt>
                      <c:pt idx="202">
                        <c:v>46030</c:v>
                      </c:pt>
                      <c:pt idx="203">
                        <c:v>46031</c:v>
                      </c:pt>
                      <c:pt idx="204">
                        <c:v>46032</c:v>
                      </c:pt>
                      <c:pt idx="205">
                        <c:v>46033</c:v>
                      </c:pt>
                      <c:pt idx="206">
                        <c:v>46034</c:v>
                      </c:pt>
                      <c:pt idx="207">
                        <c:v>46035</c:v>
                      </c:pt>
                      <c:pt idx="208">
                        <c:v>46036</c:v>
                      </c:pt>
                      <c:pt idx="209">
                        <c:v>46037</c:v>
                      </c:pt>
                      <c:pt idx="210">
                        <c:v>46038</c:v>
                      </c:pt>
                      <c:pt idx="211">
                        <c:v>46039</c:v>
                      </c:pt>
                      <c:pt idx="212">
                        <c:v>46040</c:v>
                      </c:pt>
                      <c:pt idx="213">
                        <c:v>46041</c:v>
                      </c:pt>
                      <c:pt idx="214">
                        <c:v>46042</c:v>
                      </c:pt>
                      <c:pt idx="215">
                        <c:v>46043</c:v>
                      </c:pt>
                      <c:pt idx="216">
                        <c:v>46044</c:v>
                      </c:pt>
                      <c:pt idx="217">
                        <c:v>46045</c:v>
                      </c:pt>
                      <c:pt idx="218">
                        <c:v>46046</c:v>
                      </c:pt>
                      <c:pt idx="219">
                        <c:v>46047</c:v>
                      </c:pt>
                      <c:pt idx="220">
                        <c:v>46048</c:v>
                      </c:pt>
                      <c:pt idx="221">
                        <c:v>46049</c:v>
                      </c:pt>
                      <c:pt idx="222">
                        <c:v>46050</c:v>
                      </c:pt>
                      <c:pt idx="223">
                        <c:v>46051</c:v>
                      </c:pt>
                      <c:pt idx="224">
                        <c:v>46052</c:v>
                      </c:pt>
                      <c:pt idx="225">
                        <c:v>46053</c:v>
                      </c:pt>
                      <c:pt idx="226">
                        <c:v>46054</c:v>
                      </c:pt>
                      <c:pt idx="227">
                        <c:v>46055</c:v>
                      </c:pt>
                      <c:pt idx="228">
                        <c:v>46056</c:v>
                      </c:pt>
                      <c:pt idx="229">
                        <c:v>46057</c:v>
                      </c:pt>
                      <c:pt idx="230">
                        <c:v>46058</c:v>
                      </c:pt>
                      <c:pt idx="231">
                        <c:v>46059</c:v>
                      </c:pt>
                      <c:pt idx="232">
                        <c:v>46060</c:v>
                      </c:pt>
                      <c:pt idx="233">
                        <c:v>46061</c:v>
                      </c:pt>
                      <c:pt idx="234">
                        <c:v>46062</c:v>
                      </c:pt>
                      <c:pt idx="235">
                        <c:v>46063</c:v>
                      </c:pt>
                      <c:pt idx="236">
                        <c:v>46064</c:v>
                      </c:pt>
                      <c:pt idx="237">
                        <c:v>46065</c:v>
                      </c:pt>
                      <c:pt idx="238">
                        <c:v>46066</c:v>
                      </c:pt>
                      <c:pt idx="239">
                        <c:v>46067</c:v>
                      </c:pt>
                      <c:pt idx="240">
                        <c:v>46068</c:v>
                      </c:pt>
                      <c:pt idx="241">
                        <c:v>46069</c:v>
                      </c:pt>
                      <c:pt idx="242">
                        <c:v>46070</c:v>
                      </c:pt>
                      <c:pt idx="243">
                        <c:v>46071</c:v>
                      </c:pt>
                      <c:pt idx="244">
                        <c:v>46072</c:v>
                      </c:pt>
                      <c:pt idx="245">
                        <c:v>46073</c:v>
                      </c:pt>
                      <c:pt idx="246">
                        <c:v>46074</c:v>
                      </c:pt>
                      <c:pt idx="247">
                        <c:v>46075</c:v>
                      </c:pt>
                      <c:pt idx="248">
                        <c:v>46076</c:v>
                      </c:pt>
                      <c:pt idx="249">
                        <c:v>46077</c:v>
                      </c:pt>
                      <c:pt idx="250">
                        <c:v>46078</c:v>
                      </c:pt>
                      <c:pt idx="251">
                        <c:v>46079</c:v>
                      </c:pt>
                      <c:pt idx="252">
                        <c:v>46080</c:v>
                      </c:pt>
                      <c:pt idx="253">
                        <c:v>46081</c:v>
                      </c:pt>
                      <c:pt idx="254">
                        <c:v>46082</c:v>
                      </c:pt>
                      <c:pt idx="255">
                        <c:v>46083</c:v>
                      </c:pt>
                      <c:pt idx="256">
                        <c:v>46084</c:v>
                      </c:pt>
                      <c:pt idx="257">
                        <c:v>46085</c:v>
                      </c:pt>
                      <c:pt idx="258">
                        <c:v>46086</c:v>
                      </c:pt>
                      <c:pt idx="259">
                        <c:v>46087</c:v>
                      </c:pt>
                      <c:pt idx="260">
                        <c:v>46088</c:v>
                      </c:pt>
                      <c:pt idx="261">
                        <c:v>46089</c:v>
                      </c:pt>
                      <c:pt idx="262">
                        <c:v>46090</c:v>
                      </c:pt>
                      <c:pt idx="263">
                        <c:v>46091</c:v>
                      </c:pt>
                      <c:pt idx="264">
                        <c:v>46092</c:v>
                      </c:pt>
                      <c:pt idx="265">
                        <c:v>46093</c:v>
                      </c:pt>
                      <c:pt idx="266">
                        <c:v>46094</c:v>
                      </c:pt>
                      <c:pt idx="267">
                        <c:v>46095</c:v>
                      </c:pt>
                      <c:pt idx="268">
                        <c:v>46096</c:v>
                      </c:pt>
                      <c:pt idx="269">
                        <c:v>46097</c:v>
                      </c:pt>
                      <c:pt idx="270">
                        <c:v>46098</c:v>
                      </c:pt>
                      <c:pt idx="271">
                        <c:v>46099</c:v>
                      </c:pt>
                      <c:pt idx="272">
                        <c:v>46100</c:v>
                      </c:pt>
                      <c:pt idx="273">
                        <c:v>46101</c:v>
                      </c:pt>
                      <c:pt idx="274">
                        <c:v>46102</c:v>
                      </c:pt>
                      <c:pt idx="275">
                        <c:v>46103</c:v>
                      </c:pt>
                      <c:pt idx="276">
                        <c:v>46104</c:v>
                      </c:pt>
                      <c:pt idx="277">
                        <c:v>46105</c:v>
                      </c:pt>
                      <c:pt idx="278">
                        <c:v>46106</c:v>
                      </c:pt>
                      <c:pt idx="279">
                        <c:v>46107</c:v>
                      </c:pt>
                      <c:pt idx="280">
                        <c:v>46108</c:v>
                      </c:pt>
                      <c:pt idx="281">
                        <c:v>46109</c:v>
                      </c:pt>
                      <c:pt idx="282">
                        <c:v>46110</c:v>
                      </c:pt>
                      <c:pt idx="283">
                        <c:v>46111</c:v>
                      </c:pt>
                      <c:pt idx="284">
                        <c:v>46112</c:v>
                      </c:pt>
                      <c:pt idx="285">
                        <c:v>46113</c:v>
                      </c:pt>
                      <c:pt idx="286">
                        <c:v>46114</c:v>
                      </c:pt>
                      <c:pt idx="287">
                        <c:v>46115</c:v>
                      </c:pt>
                      <c:pt idx="288">
                        <c:v>46116</c:v>
                      </c:pt>
                      <c:pt idx="289">
                        <c:v>46117</c:v>
                      </c:pt>
                      <c:pt idx="290">
                        <c:v>46118</c:v>
                      </c:pt>
                      <c:pt idx="291">
                        <c:v>46119</c:v>
                      </c:pt>
                      <c:pt idx="292">
                        <c:v>46120</c:v>
                      </c:pt>
                      <c:pt idx="293">
                        <c:v>46121</c:v>
                      </c:pt>
                      <c:pt idx="294">
                        <c:v>46122</c:v>
                      </c:pt>
                      <c:pt idx="295">
                        <c:v>46123</c:v>
                      </c:pt>
                      <c:pt idx="296">
                        <c:v>46124</c:v>
                      </c:pt>
                      <c:pt idx="297">
                        <c:v>46125</c:v>
                      </c:pt>
                      <c:pt idx="298">
                        <c:v>46126</c:v>
                      </c:pt>
                      <c:pt idx="299">
                        <c:v>46127</c:v>
                      </c:pt>
                      <c:pt idx="300">
                        <c:v>46128</c:v>
                      </c:pt>
                      <c:pt idx="301">
                        <c:v>46129</c:v>
                      </c:pt>
                      <c:pt idx="302">
                        <c:v>46130</c:v>
                      </c:pt>
                      <c:pt idx="303">
                        <c:v>46131</c:v>
                      </c:pt>
                      <c:pt idx="304">
                        <c:v>46132</c:v>
                      </c:pt>
                      <c:pt idx="305">
                        <c:v>46133</c:v>
                      </c:pt>
                      <c:pt idx="306">
                        <c:v>46134</c:v>
                      </c:pt>
                      <c:pt idx="307">
                        <c:v>46135</c:v>
                      </c:pt>
                      <c:pt idx="308">
                        <c:v>46136</c:v>
                      </c:pt>
                      <c:pt idx="309">
                        <c:v>46137</c:v>
                      </c:pt>
                      <c:pt idx="310">
                        <c:v>46138</c:v>
                      </c:pt>
                      <c:pt idx="311">
                        <c:v>46139</c:v>
                      </c:pt>
                      <c:pt idx="312">
                        <c:v>46140</c:v>
                      </c:pt>
                      <c:pt idx="313">
                        <c:v>46141</c:v>
                      </c:pt>
                      <c:pt idx="314">
                        <c:v>46142</c:v>
                      </c:pt>
                      <c:pt idx="315">
                        <c:v>46143</c:v>
                      </c:pt>
                      <c:pt idx="316">
                        <c:v>46144</c:v>
                      </c:pt>
                      <c:pt idx="317">
                        <c:v>46145</c:v>
                      </c:pt>
                      <c:pt idx="318">
                        <c:v>46146</c:v>
                      </c:pt>
                      <c:pt idx="319">
                        <c:v>46147</c:v>
                      </c:pt>
                      <c:pt idx="320">
                        <c:v>46148</c:v>
                      </c:pt>
                      <c:pt idx="321">
                        <c:v>46149</c:v>
                      </c:pt>
                      <c:pt idx="322">
                        <c:v>46150</c:v>
                      </c:pt>
                      <c:pt idx="323">
                        <c:v>46151</c:v>
                      </c:pt>
                      <c:pt idx="324">
                        <c:v>46152</c:v>
                      </c:pt>
                      <c:pt idx="325">
                        <c:v>46153</c:v>
                      </c:pt>
                      <c:pt idx="326">
                        <c:v>46154</c:v>
                      </c:pt>
                      <c:pt idx="327">
                        <c:v>46155</c:v>
                      </c:pt>
                      <c:pt idx="328">
                        <c:v>46156</c:v>
                      </c:pt>
                      <c:pt idx="329">
                        <c:v>46157</c:v>
                      </c:pt>
                      <c:pt idx="330">
                        <c:v>46158</c:v>
                      </c:pt>
                      <c:pt idx="331">
                        <c:v>46159</c:v>
                      </c:pt>
                      <c:pt idx="332">
                        <c:v>46160</c:v>
                      </c:pt>
                      <c:pt idx="333">
                        <c:v>46161</c:v>
                      </c:pt>
                      <c:pt idx="334">
                        <c:v>46162</c:v>
                      </c:pt>
                      <c:pt idx="335">
                        <c:v>46163</c:v>
                      </c:pt>
                      <c:pt idx="336">
                        <c:v>46164</c:v>
                      </c:pt>
                      <c:pt idx="337">
                        <c:v>46165</c:v>
                      </c:pt>
                      <c:pt idx="338">
                        <c:v>46166</c:v>
                      </c:pt>
                      <c:pt idx="339">
                        <c:v>46167</c:v>
                      </c:pt>
                      <c:pt idx="340">
                        <c:v>46168</c:v>
                      </c:pt>
                      <c:pt idx="341">
                        <c:v>46169</c:v>
                      </c:pt>
                      <c:pt idx="342">
                        <c:v>46170</c:v>
                      </c:pt>
                      <c:pt idx="343">
                        <c:v>46171</c:v>
                      </c:pt>
                      <c:pt idx="344">
                        <c:v>46172</c:v>
                      </c:pt>
                      <c:pt idx="345">
                        <c:v>46173</c:v>
                      </c:pt>
                      <c:pt idx="346">
                        <c:v>46174</c:v>
                      </c:pt>
                      <c:pt idx="347">
                        <c:v>46175</c:v>
                      </c:pt>
                      <c:pt idx="348">
                        <c:v>46176</c:v>
                      </c:pt>
                      <c:pt idx="349">
                        <c:v>46177</c:v>
                      </c:pt>
                      <c:pt idx="350">
                        <c:v>46178</c:v>
                      </c:pt>
                      <c:pt idx="351">
                        <c:v>46179</c:v>
                      </c:pt>
                      <c:pt idx="352">
                        <c:v>46180</c:v>
                      </c:pt>
                      <c:pt idx="353">
                        <c:v>46181</c:v>
                      </c:pt>
                      <c:pt idx="354">
                        <c:v>46182</c:v>
                      </c:pt>
                      <c:pt idx="355">
                        <c:v>46183</c:v>
                      </c:pt>
                      <c:pt idx="356">
                        <c:v>46184</c:v>
                      </c:pt>
                      <c:pt idx="357">
                        <c:v>46185</c:v>
                      </c:pt>
                      <c:pt idx="358">
                        <c:v>46186</c:v>
                      </c:pt>
                      <c:pt idx="359">
                        <c:v>46187</c:v>
                      </c:pt>
                      <c:pt idx="360">
                        <c:v>46188</c:v>
                      </c:pt>
                      <c:pt idx="361">
                        <c:v>46189</c:v>
                      </c:pt>
                      <c:pt idx="362">
                        <c:v>46190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G!$F$2:$F$364</c15:sqref>
                        </c15:formulaRef>
                      </c:ext>
                    </c:extLst>
                    <c:numCache>
                      <c:formatCode>General</c:formatCode>
                      <c:ptCount val="363"/>
                      <c:pt idx="0">
                        <c:v>12008.617700000001</c:v>
                      </c:pt>
                      <c:pt idx="1">
                        <c:v>11355.3786</c:v>
                      </c:pt>
                      <c:pt idx="2">
                        <c:v>10465.144399999999</c:v>
                      </c:pt>
                      <c:pt idx="3">
                        <c:v>12354.0543</c:v>
                      </c:pt>
                      <c:pt idx="4">
                        <c:v>13940.1826</c:v>
                      </c:pt>
                      <c:pt idx="5">
                        <c:v>14008.743</c:v>
                      </c:pt>
                      <c:pt idx="6">
                        <c:v>13862.0969</c:v>
                      </c:pt>
                      <c:pt idx="7">
                        <c:v>13968.6319</c:v>
                      </c:pt>
                      <c:pt idx="8">
                        <c:v>13190.4719</c:v>
                      </c:pt>
                      <c:pt idx="9">
                        <c:v>12343.303</c:v>
                      </c:pt>
                      <c:pt idx="10">
                        <c:v>14392.9678</c:v>
                      </c:pt>
                      <c:pt idx="11">
                        <c:v>14105.2147</c:v>
                      </c:pt>
                      <c:pt idx="12">
                        <c:v>13640.6764</c:v>
                      </c:pt>
                      <c:pt idx="13">
                        <c:v>13853.2201</c:v>
                      </c:pt>
                      <c:pt idx="14">
                        <c:v>13818.1657</c:v>
                      </c:pt>
                      <c:pt idx="15">
                        <c:v>13519.222100000001</c:v>
                      </c:pt>
                      <c:pt idx="16">
                        <c:v>13636.4642</c:v>
                      </c:pt>
                      <c:pt idx="17">
                        <c:v>15584.7587</c:v>
                      </c:pt>
                      <c:pt idx="18">
                        <c:v>15511.042799999999</c:v>
                      </c:pt>
                      <c:pt idx="19">
                        <c:v>15898.4107</c:v>
                      </c:pt>
                      <c:pt idx="20">
                        <c:v>13286.168600000001</c:v>
                      </c:pt>
                      <c:pt idx="21">
                        <c:v>16662.952399999998</c:v>
                      </c:pt>
                      <c:pt idx="22">
                        <c:v>14715.563599999999</c:v>
                      </c:pt>
                      <c:pt idx="23">
                        <c:v>13769.637500000001</c:v>
                      </c:pt>
                      <c:pt idx="24">
                        <c:v>16076.053599999999</c:v>
                      </c:pt>
                      <c:pt idx="25">
                        <c:v>16045.110699999999</c:v>
                      </c:pt>
                      <c:pt idx="26">
                        <c:v>15887.046</c:v>
                      </c:pt>
                      <c:pt idx="27">
                        <c:v>15787.4548</c:v>
                      </c:pt>
                      <c:pt idx="28">
                        <c:v>15591.468199999999</c:v>
                      </c:pt>
                      <c:pt idx="29">
                        <c:v>14558.8503</c:v>
                      </c:pt>
                      <c:pt idx="30">
                        <c:v>13642.7883</c:v>
                      </c:pt>
                      <c:pt idx="31">
                        <c:v>15756.4758</c:v>
                      </c:pt>
                      <c:pt idx="32">
                        <c:v>16291.9301</c:v>
                      </c:pt>
                      <c:pt idx="33">
                        <c:v>16009.0964</c:v>
                      </c:pt>
                      <c:pt idx="34">
                        <c:v>16037.583000000001</c:v>
                      </c:pt>
                      <c:pt idx="35">
                        <c:v>16521.860199999999</c:v>
                      </c:pt>
                      <c:pt idx="36">
                        <c:v>15373.1973</c:v>
                      </c:pt>
                      <c:pt idx="37">
                        <c:v>14574.384700000001</c:v>
                      </c:pt>
                      <c:pt idx="38">
                        <c:v>16789.975399999999</c:v>
                      </c:pt>
                      <c:pt idx="39">
                        <c:v>17204.976200000001</c:v>
                      </c:pt>
                      <c:pt idx="40">
                        <c:v>17288.696</c:v>
                      </c:pt>
                      <c:pt idx="41">
                        <c:v>17663.883000000002</c:v>
                      </c:pt>
                      <c:pt idx="42">
                        <c:v>17469.182100000002</c:v>
                      </c:pt>
                      <c:pt idx="43">
                        <c:v>16047.765799999999</c:v>
                      </c:pt>
                      <c:pt idx="44">
                        <c:v>15211.7976</c:v>
                      </c:pt>
                      <c:pt idx="45">
                        <c:v>17429.882799999999</c:v>
                      </c:pt>
                      <c:pt idx="46">
                        <c:v>17380.034299999999</c:v>
                      </c:pt>
                      <c:pt idx="47">
                        <c:v>17376.735100000002</c:v>
                      </c:pt>
                      <c:pt idx="48">
                        <c:v>17746.081200000001</c:v>
                      </c:pt>
                      <c:pt idx="49">
                        <c:v>13966.5592</c:v>
                      </c:pt>
                      <c:pt idx="50">
                        <c:v>15488.803900000001</c:v>
                      </c:pt>
                      <c:pt idx="51">
                        <c:v>15007.338900000001</c:v>
                      </c:pt>
                      <c:pt idx="52">
                        <c:v>17103.976699999999</c:v>
                      </c:pt>
                      <c:pt idx="53">
                        <c:v>17212.1855</c:v>
                      </c:pt>
                      <c:pt idx="54">
                        <c:v>17150.5942</c:v>
                      </c:pt>
                      <c:pt idx="55">
                        <c:v>17128.3449</c:v>
                      </c:pt>
                      <c:pt idx="56">
                        <c:v>16841.1967</c:v>
                      </c:pt>
                      <c:pt idx="57">
                        <c:v>16130.9725</c:v>
                      </c:pt>
                      <c:pt idx="58">
                        <c:v>15338.535099999999</c:v>
                      </c:pt>
                      <c:pt idx="59">
                        <c:v>17582.9067</c:v>
                      </c:pt>
                      <c:pt idx="60">
                        <c:v>17443.340499999998</c:v>
                      </c:pt>
                      <c:pt idx="61">
                        <c:v>17976.257000000001</c:v>
                      </c:pt>
                      <c:pt idx="62">
                        <c:v>18557.810300000001</c:v>
                      </c:pt>
                      <c:pt idx="63">
                        <c:v>18196.226999999999</c:v>
                      </c:pt>
                      <c:pt idx="64">
                        <c:v>17009.944</c:v>
                      </c:pt>
                      <c:pt idx="65">
                        <c:v>16126.276400000001</c:v>
                      </c:pt>
                      <c:pt idx="66">
                        <c:v>18496.413799999998</c:v>
                      </c:pt>
                      <c:pt idx="67">
                        <c:v>18555.449100000002</c:v>
                      </c:pt>
                      <c:pt idx="68">
                        <c:v>18335.143400000001</c:v>
                      </c:pt>
                      <c:pt idx="69">
                        <c:v>18126.703300000001</c:v>
                      </c:pt>
                      <c:pt idx="70">
                        <c:v>18028.422200000001</c:v>
                      </c:pt>
                      <c:pt idx="71">
                        <c:v>17444.7081</c:v>
                      </c:pt>
                      <c:pt idx="72">
                        <c:v>16228.8496</c:v>
                      </c:pt>
                      <c:pt idx="73">
                        <c:v>18415.317200000001</c:v>
                      </c:pt>
                      <c:pt idx="74">
                        <c:v>18468.025799999999</c:v>
                      </c:pt>
                      <c:pt idx="75">
                        <c:v>18382.550800000001</c:v>
                      </c:pt>
                      <c:pt idx="76">
                        <c:v>19391.134699999999</c:v>
                      </c:pt>
                      <c:pt idx="77">
                        <c:v>16201.0708</c:v>
                      </c:pt>
                      <c:pt idx="78">
                        <c:v>16205.5119</c:v>
                      </c:pt>
                      <c:pt idx="79">
                        <c:v>14534.290199999999</c:v>
                      </c:pt>
                      <c:pt idx="80">
                        <c:v>18609.756600000001</c:v>
                      </c:pt>
                      <c:pt idx="81">
                        <c:v>18384.224900000001</c:v>
                      </c:pt>
                      <c:pt idx="82">
                        <c:v>18863.871299999999</c:v>
                      </c:pt>
                      <c:pt idx="83">
                        <c:v>18896.306199999999</c:v>
                      </c:pt>
                      <c:pt idx="84">
                        <c:v>18519.409100000001</c:v>
                      </c:pt>
                      <c:pt idx="85">
                        <c:v>17220.576499999999</c:v>
                      </c:pt>
                      <c:pt idx="86">
                        <c:v>16336.586799999999</c:v>
                      </c:pt>
                      <c:pt idx="87">
                        <c:v>18882.312399999999</c:v>
                      </c:pt>
                      <c:pt idx="88">
                        <c:v>18655.629400000002</c:v>
                      </c:pt>
                      <c:pt idx="89">
                        <c:v>18240.278300000002</c:v>
                      </c:pt>
                      <c:pt idx="90">
                        <c:v>17883.839599999999</c:v>
                      </c:pt>
                      <c:pt idx="91">
                        <c:v>17797.751</c:v>
                      </c:pt>
                      <c:pt idx="92">
                        <c:v>17018.5124</c:v>
                      </c:pt>
                      <c:pt idx="93">
                        <c:v>15908.1839</c:v>
                      </c:pt>
                      <c:pt idx="94">
                        <c:v>18186.7575</c:v>
                      </c:pt>
                      <c:pt idx="95">
                        <c:v>18221.094700000001</c:v>
                      </c:pt>
                      <c:pt idx="96">
                        <c:v>18451.717400000001</c:v>
                      </c:pt>
                      <c:pt idx="97">
                        <c:v>18354.3747</c:v>
                      </c:pt>
                      <c:pt idx="98">
                        <c:v>18164.8645</c:v>
                      </c:pt>
                      <c:pt idx="99">
                        <c:v>17286.886500000001</c:v>
                      </c:pt>
                      <c:pt idx="100">
                        <c:v>16097.158100000001</c:v>
                      </c:pt>
                      <c:pt idx="101">
                        <c:v>18794.837200000002</c:v>
                      </c:pt>
                      <c:pt idx="102">
                        <c:v>19292.813300000002</c:v>
                      </c:pt>
                      <c:pt idx="103">
                        <c:v>18913.205099999999</c:v>
                      </c:pt>
                      <c:pt idx="104">
                        <c:v>18896.4182</c:v>
                      </c:pt>
                      <c:pt idx="105">
                        <c:v>18598.9571</c:v>
                      </c:pt>
                      <c:pt idx="106">
                        <c:v>16667.924900000002</c:v>
                      </c:pt>
                      <c:pt idx="107">
                        <c:v>15763.0959</c:v>
                      </c:pt>
                      <c:pt idx="108">
                        <c:v>14903.9869</c:v>
                      </c:pt>
                      <c:pt idx="109">
                        <c:v>18678.516599999999</c:v>
                      </c:pt>
                      <c:pt idx="110">
                        <c:v>19103.6944</c:v>
                      </c:pt>
                      <c:pt idx="111">
                        <c:v>19471.078099999999</c:v>
                      </c:pt>
                      <c:pt idx="112">
                        <c:v>19398.258399999999</c:v>
                      </c:pt>
                      <c:pt idx="113">
                        <c:v>18456.988300000001</c:v>
                      </c:pt>
                      <c:pt idx="114">
                        <c:v>16842.464599999999</c:v>
                      </c:pt>
                      <c:pt idx="115">
                        <c:v>18839.9535</c:v>
                      </c:pt>
                      <c:pt idx="116">
                        <c:v>18774.5219</c:v>
                      </c:pt>
                      <c:pt idx="117">
                        <c:v>18499.692500000001</c:v>
                      </c:pt>
                      <c:pt idx="118">
                        <c:v>18528.463199999998</c:v>
                      </c:pt>
                      <c:pt idx="119">
                        <c:v>18153.134999999998</c:v>
                      </c:pt>
                      <c:pt idx="120">
                        <c:v>17149.0118</c:v>
                      </c:pt>
                      <c:pt idx="121">
                        <c:v>15795.3208</c:v>
                      </c:pt>
                      <c:pt idx="122">
                        <c:v>17218.6996</c:v>
                      </c:pt>
                      <c:pt idx="123">
                        <c:v>18232.6152</c:v>
                      </c:pt>
                      <c:pt idx="124">
                        <c:v>18010.6142</c:v>
                      </c:pt>
                      <c:pt idx="125">
                        <c:v>17716.508999999998</c:v>
                      </c:pt>
                      <c:pt idx="126">
                        <c:v>17759.655299999999</c:v>
                      </c:pt>
                      <c:pt idx="127">
                        <c:v>17285.779699999999</c:v>
                      </c:pt>
                      <c:pt idx="128">
                        <c:v>16049.695599999999</c:v>
                      </c:pt>
                      <c:pt idx="129">
                        <c:v>18571.1751</c:v>
                      </c:pt>
                      <c:pt idx="130">
                        <c:v>18660.431799999998</c:v>
                      </c:pt>
                      <c:pt idx="131">
                        <c:v>18783.314600000002</c:v>
                      </c:pt>
                      <c:pt idx="132">
                        <c:v>19189.664400000001</c:v>
                      </c:pt>
                      <c:pt idx="133">
                        <c:v>19306.261500000001</c:v>
                      </c:pt>
                      <c:pt idx="134">
                        <c:v>18130.308400000002</c:v>
                      </c:pt>
                      <c:pt idx="135">
                        <c:v>16646.962800000001</c:v>
                      </c:pt>
                      <c:pt idx="136">
                        <c:v>19040.792600000001</c:v>
                      </c:pt>
                      <c:pt idx="137">
                        <c:v>19246.6626</c:v>
                      </c:pt>
                      <c:pt idx="138">
                        <c:v>16040.2665</c:v>
                      </c:pt>
                      <c:pt idx="139">
                        <c:v>17398.4012</c:v>
                      </c:pt>
                      <c:pt idx="140">
                        <c:v>18358.1378</c:v>
                      </c:pt>
                      <c:pt idx="141">
                        <c:v>17431.0769</c:v>
                      </c:pt>
                      <c:pt idx="142">
                        <c:v>16733.091400000001</c:v>
                      </c:pt>
                      <c:pt idx="143">
                        <c:v>19140.724999999999</c:v>
                      </c:pt>
                      <c:pt idx="144">
                        <c:v>18867.201799999999</c:v>
                      </c:pt>
                      <c:pt idx="145">
                        <c:v>18617.986099999998</c:v>
                      </c:pt>
                      <c:pt idx="146">
                        <c:v>18510.947800000002</c:v>
                      </c:pt>
                      <c:pt idx="147">
                        <c:v>18411.912199999999</c:v>
                      </c:pt>
                      <c:pt idx="148">
                        <c:v>17568.126799999998</c:v>
                      </c:pt>
                      <c:pt idx="149">
                        <c:v>16053.850399999999</c:v>
                      </c:pt>
                      <c:pt idx="150">
                        <c:v>18125.837899999999</c:v>
                      </c:pt>
                      <c:pt idx="151">
                        <c:v>18207.8914</c:v>
                      </c:pt>
                      <c:pt idx="152">
                        <c:v>18447.4277</c:v>
                      </c:pt>
                      <c:pt idx="153">
                        <c:v>18314.284800000001</c:v>
                      </c:pt>
                      <c:pt idx="154">
                        <c:v>18023.694800000001</c:v>
                      </c:pt>
                      <c:pt idx="155">
                        <c:v>17250.782299999999</c:v>
                      </c:pt>
                      <c:pt idx="156">
                        <c:v>16104.0844</c:v>
                      </c:pt>
                      <c:pt idx="157">
                        <c:v>18276.453000000001</c:v>
                      </c:pt>
                      <c:pt idx="158">
                        <c:v>18542.471300000001</c:v>
                      </c:pt>
                      <c:pt idx="159">
                        <c:v>17950.606400000001</c:v>
                      </c:pt>
                      <c:pt idx="160">
                        <c:v>18456.679400000001</c:v>
                      </c:pt>
                      <c:pt idx="161">
                        <c:v>18726.187300000001</c:v>
                      </c:pt>
                      <c:pt idx="162">
                        <c:v>17068.257699999998</c:v>
                      </c:pt>
                      <c:pt idx="163">
                        <c:v>16529.249</c:v>
                      </c:pt>
                      <c:pt idx="164">
                        <c:v>18898.063900000001</c:v>
                      </c:pt>
                      <c:pt idx="165">
                        <c:v>19517.627199999999</c:v>
                      </c:pt>
                      <c:pt idx="166">
                        <c:v>19774.106</c:v>
                      </c:pt>
                      <c:pt idx="167">
                        <c:v>17060.1407</c:v>
                      </c:pt>
                      <c:pt idx="168">
                        <c:v>18943.2333</c:v>
                      </c:pt>
                      <c:pt idx="169">
                        <c:v>18233.981899999999</c:v>
                      </c:pt>
                      <c:pt idx="170">
                        <c:v>17026.3603</c:v>
                      </c:pt>
                      <c:pt idx="171">
                        <c:v>19352.759099999999</c:v>
                      </c:pt>
                      <c:pt idx="172">
                        <c:v>19156.2228</c:v>
                      </c:pt>
                      <c:pt idx="173">
                        <c:v>19542.7971</c:v>
                      </c:pt>
                      <c:pt idx="174">
                        <c:v>19283.363700000002</c:v>
                      </c:pt>
                      <c:pt idx="175">
                        <c:v>19205.252</c:v>
                      </c:pt>
                      <c:pt idx="176">
                        <c:v>19221.999899999999</c:v>
                      </c:pt>
                      <c:pt idx="177">
                        <c:v>18026.6188</c:v>
                      </c:pt>
                      <c:pt idx="178">
                        <c:v>20357.366999999998</c:v>
                      </c:pt>
                      <c:pt idx="179">
                        <c:v>20333.1898</c:v>
                      </c:pt>
                      <c:pt idx="180">
                        <c:v>20134.813699999999</c:v>
                      </c:pt>
                      <c:pt idx="181">
                        <c:v>20288.758300000001</c:v>
                      </c:pt>
                      <c:pt idx="182">
                        <c:v>20381.571599999999</c:v>
                      </c:pt>
                      <c:pt idx="183">
                        <c:v>19444.734700000001</c:v>
                      </c:pt>
                      <c:pt idx="184">
                        <c:v>18148.8269</c:v>
                      </c:pt>
                      <c:pt idx="185">
                        <c:v>20633.484799999998</c:v>
                      </c:pt>
                      <c:pt idx="186">
                        <c:v>20650.759900000001</c:v>
                      </c:pt>
                      <c:pt idx="187">
                        <c:v>20454.855200000002</c:v>
                      </c:pt>
                      <c:pt idx="188">
                        <c:v>17204.032800000001</c:v>
                      </c:pt>
                      <c:pt idx="189">
                        <c:v>18695.967199999999</c:v>
                      </c:pt>
                      <c:pt idx="190">
                        <c:v>18337.482499999998</c:v>
                      </c:pt>
                      <c:pt idx="191">
                        <c:v>17326.9395</c:v>
                      </c:pt>
                      <c:pt idx="192">
                        <c:v>19968.212599999999</c:v>
                      </c:pt>
                      <c:pt idx="193">
                        <c:v>20427.2268</c:v>
                      </c:pt>
                      <c:pt idx="194">
                        <c:v>20932.172699999999</c:v>
                      </c:pt>
                      <c:pt idx="195">
                        <c:v>21489.519400000001</c:v>
                      </c:pt>
                      <c:pt idx="196">
                        <c:v>19963.184399999998</c:v>
                      </c:pt>
                      <c:pt idx="197">
                        <c:v>16697.250199999999</c:v>
                      </c:pt>
                      <c:pt idx="198">
                        <c:v>17615.3272</c:v>
                      </c:pt>
                      <c:pt idx="199">
                        <c:v>20197.035100000001</c:v>
                      </c:pt>
                      <c:pt idx="200">
                        <c:v>19855.988300000001</c:v>
                      </c:pt>
                      <c:pt idx="201">
                        <c:v>19746.16</c:v>
                      </c:pt>
                      <c:pt idx="202">
                        <c:v>19761.4123</c:v>
                      </c:pt>
                      <c:pt idx="203">
                        <c:v>19867.852900000002</c:v>
                      </c:pt>
                      <c:pt idx="204">
                        <c:v>19088.784299999999</c:v>
                      </c:pt>
                      <c:pt idx="205">
                        <c:v>17486.160400000001</c:v>
                      </c:pt>
                      <c:pt idx="206">
                        <c:v>20205.6211</c:v>
                      </c:pt>
                      <c:pt idx="207">
                        <c:v>19558.9303</c:v>
                      </c:pt>
                      <c:pt idx="208">
                        <c:v>19909.866000000002</c:v>
                      </c:pt>
                      <c:pt idx="209">
                        <c:v>18158.474999999999</c:v>
                      </c:pt>
                      <c:pt idx="210">
                        <c:v>19429.697199999999</c:v>
                      </c:pt>
                      <c:pt idx="211">
                        <c:v>18348.042700000002</c:v>
                      </c:pt>
                      <c:pt idx="212">
                        <c:v>17470.485000000001</c:v>
                      </c:pt>
                      <c:pt idx="213">
                        <c:v>20060.766299999999</c:v>
                      </c:pt>
                      <c:pt idx="214">
                        <c:v>19929.0504</c:v>
                      </c:pt>
                      <c:pt idx="215">
                        <c:v>20025.372500000001</c:v>
                      </c:pt>
                      <c:pt idx="216">
                        <c:v>19851.489000000001</c:v>
                      </c:pt>
                      <c:pt idx="217">
                        <c:v>20486.3609</c:v>
                      </c:pt>
                      <c:pt idx="218">
                        <c:v>18860.966</c:v>
                      </c:pt>
                      <c:pt idx="219">
                        <c:v>18191.048900000002</c:v>
                      </c:pt>
                      <c:pt idx="220">
                        <c:v>20318.314200000001</c:v>
                      </c:pt>
                      <c:pt idx="221">
                        <c:v>20262.342799999999</c:v>
                      </c:pt>
                      <c:pt idx="222">
                        <c:v>20609.748299999999</c:v>
                      </c:pt>
                      <c:pt idx="223">
                        <c:v>20297.648700000002</c:v>
                      </c:pt>
                      <c:pt idx="224">
                        <c:v>20284.0455</c:v>
                      </c:pt>
                      <c:pt idx="225">
                        <c:v>19248.203799999999</c:v>
                      </c:pt>
                      <c:pt idx="226">
                        <c:v>16468.9575</c:v>
                      </c:pt>
                      <c:pt idx="227">
                        <c:v>20325.9637</c:v>
                      </c:pt>
                      <c:pt idx="228">
                        <c:v>20503.714800000002</c:v>
                      </c:pt>
                      <c:pt idx="229">
                        <c:v>17558.555199999999</c:v>
                      </c:pt>
                      <c:pt idx="230">
                        <c:v>20427.249</c:v>
                      </c:pt>
                      <c:pt idx="231">
                        <c:v>20208.016500000002</c:v>
                      </c:pt>
                      <c:pt idx="232">
                        <c:v>18972.057700000001</c:v>
                      </c:pt>
                      <c:pt idx="233">
                        <c:v>17756.9823</c:v>
                      </c:pt>
                      <c:pt idx="234">
                        <c:v>20560.9591</c:v>
                      </c:pt>
                      <c:pt idx="235">
                        <c:v>20861.776600000001</c:v>
                      </c:pt>
                      <c:pt idx="236">
                        <c:v>20822.489099999999</c:v>
                      </c:pt>
                      <c:pt idx="237">
                        <c:v>20205.866699999999</c:v>
                      </c:pt>
                      <c:pt idx="238">
                        <c:v>19987.3403</c:v>
                      </c:pt>
                      <c:pt idx="239">
                        <c:v>19187.837200000002</c:v>
                      </c:pt>
                      <c:pt idx="240">
                        <c:v>17581.440299999998</c:v>
                      </c:pt>
                      <c:pt idx="241">
                        <c:v>19897.276999999998</c:v>
                      </c:pt>
                      <c:pt idx="242">
                        <c:v>19863.398099999999</c:v>
                      </c:pt>
                      <c:pt idx="243">
                        <c:v>19847.850900000001</c:v>
                      </c:pt>
                      <c:pt idx="244">
                        <c:v>19255.1319</c:v>
                      </c:pt>
                      <c:pt idx="245">
                        <c:v>19491.671699999999</c:v>
                      </c:pt>
                      <c:pt idx="246">
                        <c:v>18166.855200000002</c:v>
                      </c:pt>
                      <c:pt idx="247">
                        <c:v>17069.3171</c:v>
                      </c:pt>
                      <c:pt idx="248">
                        <c:v>19667.937600000001</c:v>
                      </c:pt>
                      <c:pt idx="249">
                        <c:v>19597.442200000001</c:v>
                      </c:pt>
                      <c:pt idx="250">
                        <c:v>19780.796699999999</c:v>
                      </c:pt>
                      <c:pt idx="251">
                        <c:v>20033.266899999999</c:v>
                      </c:pt>
                      <c:pt idx="252">
                        <c:v>20324.4375</c:v>
                      </c:pt>
                      <c:pt idx="253">
                        <c:v>19224.927100000001</c:v>
                      </c:pt>
                      <c:pt idx="254">
                        <c:v>18266.1155</c:v>
                      </c:pt>
                      <c:pt idx="255">
                        <c:v>17055.8269</c:v>
                      </c:pt>
                      <c:pt idx="256">
                        <c:v>20882.779399999999</c:v>
                      </c:pt>
                      <c:pt idx="257">
                        <c:v>20503.362700000001</c:v>
                      </c:pt>
                      <c:pt idx="258">
                        <c:v>20393.429100000001</c:v>
                      </c:pt>
                      <c:pt idx="259">
                        <c:v>20303.579099999999</c:v>
                      </c:pt>
                      <c:pt idx="260">
                        <c:v>19156.218799999999</c:v>
                      </c:pt>
                      <c:pt idx="261">
                        <c:v>17762.9702</c:v>
                      </c:pt>
                      <c:pt idx="262">
                        <c:v>20697.700400000002</c:v>
                      </c:pt>
                      <c:pt idx="263">
                        <c:v>21204.579900000001</c:v>
                      </c:pt>
                      <c:pt idx="264">
                        <c:v>20947.8197</c:v>
                      </c:pt>
                      <c:pt idx="265">
                        <c:v>20809.280900000002</c:v>
                      </c:pt>
                      <c:pt idx="266">
                        <c:v>20707.794399999999</c:v>
                      </c:pt>
                      <c:pt idx="267">
                        <c:v>19413.277999999998</c:v>
                      </c:pt>
                      <c:pt idx="268">
                        <c:v>19270.623899999999</c:v>
                      </c:pt>
                      <c:pt idx="269">
                        <c:v>21988.4967</c:v>
                      </c:pt>
                      <c:pt idx="270">
                        <c:v>21959.789700000001</c:v>
                      </c:pt>
                      <c:pt idx="271">
                        <c:v>20952.067299999999</c:v>
                      </c:pt>
                      <c:pt idx="272">
                        <c:v>21152.657500000001</c:v>
                      </c:pt>
                      <c:pt idx="273">
                        <c:v>20937.666399999998</c:v>
                      </c:pt>
                      <c:pt idx="274">
                        <c:v>19119.5278</c:v>
                      </c:pt>
                      <c:pt idx="275">
                        <c:v>17983.158299999999</c:v>
                      </c:pt>
                      <c:pt idx="276">
                        <c:v>20899.215899999999</c:v>
                      </c:pt>
                      <c:pt idx="277">
                        <c:v>20701.7932</c:v>
                      </c:pt>
                      <c:pt idx="278">
                        <c:v>20250.682700000001</c:v>
                      </c:pt>
                      <c:pt idx="279">
                        <c:v>21023.823799999998</c:v>
                      </c:pt>
                      <c:pt idx="280">
                        <c:v>20795.2755</c:v>
                      </c:pt>
                      <c:pt idx="281">
                        <c:v>19590.801100000001</c:v>
                      </c:pt>
                      <c:pt idx="282">
                        <c:v>18284.6996</c:v>
                      </c:pt>
                      <c:pt idx="283">
                        <c:v>21131.196</c:v>
                      </c:pt>
                      <c:pt idx="284">
                        <c:v>21274.249299999999</c:v>
                      </c:pt>
                      <c:pt idx="285">
                        <c:v>19095.9781</c:v>
                      </c:pt>
                      <c:pt idx="286">
                        <c:v>20459.717100000002</c:v>
                      </c:pt>
                      <c:pt idx="287">
                        <c:v>19008.0317</c:v>
                      </c:pt>
                      <c:pt idx="288">
                        <c:v>19004.508999999998</c:v>
                      </c:pt>
                      <c:pt idx="289">
                        <c:v>18299.9961</c:v>
                      </c:pt>
                      <c:pt idx="290">
                        <c:v>20868.606899999999</c:v>
                      </c:pt>
                      <c:pt idx="291">
                        <c:v>20714.546399999999</c:v>
                      </c:pt>
                      <c:pt idx="292">
                        <c:v>20746.395</c:v>
                      </c:pt>
                      <c:pt idx="293">
                        <c:v>21132.18</c:v>
                      </c:pt>
                      <c:pt idx="294">
                        <c:v>21811.237499999999</c:v>
                      </c:pt>
                      <c:pt idx="295">
                        <c:v>19612.353200000001</c:v>
                      </c:pt>
                      <c:pt idx="296">
                        <c:v>16605.668399999999</c:v>
                      </c:pt>
                      <c:pt idx="297">
                        <c:v>14027.814399999999</c:v>
                      </c:pt>
                      <c:pt idx="298">
                        <c:v>13567.7906</c:v>
                      </c:pt>
                      <c:pt idx="299">
                        <c:v>13907.0969</c:v>
                      </c:pt>
                      <c:pt idx="300">
                        <c:v>15133.057199999999</c:v>
                      </c:pt>
                      <c:pt idx="301">
                        <c:v>16011.9265</c:v>
                      </c:pt>
                      <c:pt idx="302">
                        <c:v>16354.970499999999</c:v>
                      </c:pt>
                      <c:pt idx="303">
                        <c:v>16239.820100000001</c:v>
                      </c:pt>
                      <c:pt idx="304">
                        <c:v>18944.094099999998</c:v>
                      </c:pt>
                      <c:pt idx="305">
                        <c:v>19585.539499999999</c:v>
                      </c:pt>
                      <c:pt idx="306">
                        <c:v>19942.649600000001</c:v>
                      </c:pt>
                      <c:pt idx="307">
                        <c:v>19577.629499999999</c:v>
                      </c:pt>
                      <c:pt idx="308">
                        <c:v>19984.595099999999</c:v>
                      </c:pt>
                      <c:pt idx="309">
                        <c:v>20349.7876</c:v>
                      </c:pt>
                      <c:pt idx="310">
                        <c:v>18837.875499999998</c:v>
                      </c:pt>
                      <c:pt idx="311">
                        <c:v>21409.904299999998</c:v>
                      </c:pt>
                      <c:pt idx="312">
                        <c:v>21232.195800000001</c:v>
                      </c:pt>
                      <c:pt idx="313">
                        <c:v>21006.250400000001</c:v>
                      </c:pt>
                      <c:pt idx="314">
                        <c:v>21816.0602</c:v>
                      </c:pt>
                      <c:pt idx="315">
                        <c:v>17510.276099999999</c:v>
                      </c:pt>
                      <c:pt idx="316">
                        <c:v>19207.960299999999</c:v>
                      </c:pt>
                      <c:pt idx="317">
                        <c:v>18421.1054</c:v>
                      </c:pt>
                      <c:pt idx="318">
                        <c:v>21195.964100000001</c:v>
                      </c:pt>
                      <c:pt idx="319">
                        <c:v>21482.960200000001</c:v>
                      </c:pt>
                      <c:pt idx="320">
                        <c:v>20858.868699999999</c:v>
                      </c:pt>
                      <c:pt idx="321">
                        <c:v>21036.463100000001</c:v>
                      </c:pt>
                      <c:pt idx="322">
                        <c:v>20580.432499999999</c:v>
                      </c:pt>
                      <c:pt idx="323">
                        <c:v>19920.3253</c:v>
                      </c:pt>
                      <c:pt idx="324">
                        <c:v>18945.680199999999</c:v>
                      </c:pt>
                      <c:pt idx="325">
                        <c:v>21283.1643</c:v>
                      </c:pt>
                      <c:pt idx="326">
                        <c:v>20924.356599999999</c:v>
                      </c:pt>
                      <c:pt idx="327">
                        <c:v>21018.845700000002</c:v>
                      </c:pt>
                      <c:pt idx="328">
                        <c:v>19810.0674</c:v>
                      </c:pt>
                      <c:pt idx="329">
                        <c:v>20339.840700000001</c:v>
                      </c:pt>
                      <c:pt idx="330">
                        <c:v>19225.605100000001</c:v>
                      </c:pt>
                      <c:pt idx="331">
                        <c:v>18046.687999999998</c:v>
                      </c:pt>
                      <c:pt idx="332">
                        <c:v>21071.6168</c:v>
                      </c:pt>
                      <c:pt idx="333">
                        <c:v>20862.621200000001</c:v>
                      </c:pt>
                      <c:pt idx="334">
                        <c:v>20895.463299999999</c:v>
                      </c:pt>
                      <c:pt idx="335">
                        <c:v>20730.226900000001</c:v>
                      </c:pt>
                      <c:pt idx="336">
                        <c:v>21748.0324</c:v>
                      </c:pt>
                      <c:pt idx="337">
                        <c:v>19769.2834</c:v>
                      </c:pt>
                      <c:pt idx="338">
                        <c:v>18596.969499999999</c:v>
                      </c:pt>
                      <c:pt idx="339">
                        <c:v>21618.580300000001</c:v>
                      </c:pt>
                      <c:pt idx="340">
                        <c:v>21567.469400000002</c:v>
                      </c:pt>
                      <c:pt idx="341">
                        <c:v>21537.935799999999</c:v>
                      </c:pt>
                      <c:pt idx="342">
                        <c:v>20327.762200000001</c:v>
                      </c:pt>
                      <c:pt idx="343">
                        <c:v>22053.080699999999</c:v>
                      </c:pt>
                      <c:pt idx="344">
                        <c:v>18106.018400000001</c:v>
                      </c:pt>
                      <c:pt idx="345">
                        <c:v>19050.889800000001</c:v>
                      </c:pt>
                      <c:pt idx="346">
                        <c:v>22610.500400000001</c:v>
                      </c:pt>
                      <c:pt idx="347">
                        <c:v>22593.418600000001</c:v>
                      </c:pt>
                      <c:pt idx="348">
                        <c:v>22163.407500000001</c:v>
                      </c:pt>
                      <c:pt idx="349">
                        <c:v>21805.352599999998</c:v>
                      </c:pt>
                      <c:pt idx="350">
                        <c:v>21526.4028</c:v>
                      </c:pt>
                      <c:pt idx="351">
                        <c:v>20378.091799999998</c:v>
                      </c:pt>
                      <c:pt idx="352">
                        <c:v>19044.393599999999</c:v>
                      </c:pt>
                      <c:pt idx="353">
                        <c:v>21774.676899999999</c:v>
                      </c:pt>
                      <c:pt idx="354">
                        <c:v>21799.340100000001</c:v>
                      </c:pt>
                      <c:pt idx="355">
                        <c:v>22197.233499999998</c:v>
                      </c:pt>
                      <c:pt idx="356">
                        <c:v>22346.7673</c:v>
                      </c:pt>
                      <c:pt idx="357">
                        <c:v>21577.1996</c:v>
                      </c:pt>
                      <c:pt idx="358">
                        <c:v>20400.537100000001</c:v>
                      </c:pt>
                      <c:pt idx="359">
                        <c:v>19189.619900000002</c:v>
                      </c:pt>
                      <c:pt idx="360">
                        <c:v>22466.817200000001</c:v>
                      </c:pt>
                      <c:pt idx="361">
                        <c:v>20466.4856</c:v>
                      </c:pt>
                      <c:pt idx="362">
                        <c:v>20380.6895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A0AF-4487-833B-F4845D5D420D}"/>
                  </c:ext>
                </c:extLst>
              </c15:ser>
            </c15:filteredLineSeries>
          </c:ext>
        </c:extLst>
      </c:lineChart>
      <c:lineChart>
        <c:grouping val="standard"/>
        <c:varyColors val="0"/>
        <c:ser>
          <c:idx val="0"/>
          <c:order val="0"/>
          <c:tx>
            <c:strRef>
              <c:f>G!$B$1</c:f>
              <c:strCache>
                <c:ptCount val="1"/>
                <c:pt idx="0">
                  <c:v>Total Network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G!$A$2:$A$364</c:f>
              <c:numCache>
                <c:formatCode>m/d/yyyy</c:formatCode>
                <c:ptCount val="363"/>
                <c:pt idx="0">
                  <c:v>45828</c:v>
                </c:pt>
                <c:pt idx="1">
                  <c:v>45829</c:v>
                </c:pt>
                <c:pt idx="2">
                  <c:v>45830</c:v>
                </c:pt>
                <c:pt idx="3">
                  <c:v>45831</c:v>
                </c:pt>
                <c:pt idx="4">
                  <c:v>45832</c:v>
                </c:pt>
                <c:pt idx="5">
                  <c:v>45833</c:v>
                </c:pt>
                <c:pt idx="6">
                  <c:v>45834</c:v>
                </c:pt>
                <c:pt idx="7">
                  <c:v>45835</c:v>
                </c:pt>
                <c:pt idx="8">
                  <c:v>45836</c:v>
                </c:pt>
                <c:pt idx="9">
                  <c:v>45837</c:v>
                </c:pt>
                <c:pt idx="10">
                  <c:v>45838</c:v>
                </c:pt>
                <c:pt idx="11">
                  <c:v>45839</c:v>
                </c:pt>
                <c:pt idx="12">
                  <c:v>45840</c:v>
                </c:pt>
                <c:pt idx="13">
                  <c:v>45841</c:v>
                </c:pt>
                <c:pt idx="14">
                  <c:v>45842</c:v>
                </c:pt>
                <c:pt idx="15">
                  <c:v>45843</c:v>
                </c:pt>
                <c:pt idx="16">
                  <c:v>45844</c:v>
                </c:pt>
                <c:pt idx="17">
                  <c:v>45845</c:v>
                </c:pt>
                <c:pt idx="18">
                  <c:v>45846</c:v>
                </c:pt>
                <c:pt idx="19">
                  <c:v>45847</c:v>
                </c:pt>
                <c:pt idx="20">
                  <c:v>45848</c:v>
                </c:pt>
                <c:pt idx="21">
                  <c:v>45849</c:v>
                </c:pt>
                <c:pt idx="22">
                  <c:v>45850</c:v>
                </c:pt>
                <c:pt idx="23">
                  <c:v>45851</c:v>
                </c:pt>
                <c:pt idx="24">
                  <c:v>45852</c:v>
                </c:pt>
                <c:pt idx="25">
                  <c:v>45853</c:v>
                </c:pt>
                <c:pt idx="26">
                  <c:v>45854</c:v>
                </c:pt>
                <c:pt idx="27">
                  <c:v>45855</c:v>
                </c:pt>
                <c:pt idx="28">
                  <c:v>45856</c:v>
                </c:pt>
                <c:pt idx="29">
                  <c:v>45857</c:v>
                </c:pt>
                <c:pt idx="30">
                  <c:v>45858</c:v>
                </c:pt>
                <c:pt idx="31">
                  <c:v>45859</c:v>
                </c:pt>
                <c:pt idx="32">
                  <c:v>45860</c:v>
                </c:pt>
                <c:pt idx="33">
                  <c:v>45861</c:v>
                </c:pt>
                <c:pt idx="34">
                  <c:v>45862</c:v>
                </c:pt>
                <c:pt idx="35">
                  <c:v>45863</c:v>
                </c:pt>
                <c:pt idx="36">
                  <c:v>45864</c:v>
                </c:pt>
                <c:pt idx="37">
                  <c:v>45865</c:v>
                </c:pt>
                <c:pt idx="38">
                  <c:v>45866</c:v>
                </c:pt>
                <c:pt idx="39">
                  <c:v>45867</c:v>
                </c:pt>
                <c:pt idx="40">
                  <c:v>45868</c:v>
                </c:pt>
                <c:pt idx="41">
                  <c:v>45869</c:v>
                </c:pt>
                <c:pt idx="42">
                  <c:v>45870</c:v>
                </c:pt>
                <c:pt idx="43">
                  <c:v>45871</c:v>
                </c:pt>
                <c:pt idx="44">
                  <c:v>45872</c:v>
                </c:pt>
                <c:pt idx="45">
                  <c:v>45873</c:v>
                </c:pt>
                <c:pt idx="46">
                  <c:v>45874</c:v>
                </c:pt>
                <c:pt idx="47">
                  <c:v>45875</c:v>
                </c:pt>
                <c:pt idx="48">
                  <c:v>45876</c:v>
                </c:pt>
                <c:pt idx="49">
                  <c:v>45877</c:v>
                </c:pt>
                <c:pt idx="50">
                  <c:v>45878</c:v>
                </c:pt>
                <c:pt idx="51">
                  <c:v>45879</c:v>
                </c:pt>
                <c:pt idx="52">
                  <c:v>45880</c:v>
                </c:pt>
                <c:pt idx="53">
                  <c:v>45881</c:v>
                </c:pt>
                <c:pt idx="54">
                  <c:v>45882</c:v>
                </c:pt>
                <c:pt idx="55">
                  <c:v>45883</c:v>
                </c:pt>
                <c:pt idx="56">
                  <c:v>45884</c:v>
                </c:pt>
                <c:pt idx="57">
                  <c:v>45885</c:v>
                </c:pt>
                <c:pt idx="58">
                  <c:v>45886</c:v>
                </c:pt>
                <c:pt idx="59">
                  <c:v>45887</c:v>
                </c:pt>
                <c:pt idx="60">
                  <c:v>45888</c:v>
                </c:pt>
                <c:pt idx="61">
                  <c:v>45889</c:v>
                </c:pt>
                <c:pt idx="62">
                  <c:v>45890</c:v>
                </c:pt>
                <c:pt idx="63">
                  <c:v>45891</c:v>
                </c:pt>
                <c:pt idx="64">
                  <c:v>45892</c:v>
                </c:pt>
                <c:pt idx="65">
                  <c:v>45893</c:v>
                </c:pt>
                <c:pt idx="66">
                  <c:v>45894</c:v>
                </c:pt>
                <c:pt idx="67">
                  <c:v>45895</c:v>
                </c:pt>
                <c:pt idx="68">
                  <c:v>45896</c:v>
                </c:pt>
                <c:pt idx="69">
                  <c:v>45897</c:v>
                </c:pt>
                <c:pt idx="70">
                  <c:v>45898</c:v>
                </c:pt>
                <c:pt idx="71">
                  <c:v>45899</c:v>
                </c:pt>
                <c:pt idx="72">
                  <c:v>45900</c:v>
                </c:pt>
                <c:pt idx="73">
                  <c:v>45901</c:v>
                </c:pt>
                <c:pt idx="74">
                  <c:v>45902</c:v>
                </c:pt>
                <c:pt idx="75">
                  <c:v>45903</c:v>
                </c:pt>
                <c:pt idx="76">
                  <c:v>45904</c:v>
                </c:pt>
                <c:pt idx="77">
                  <c:v>45905</c:v>
                </c:pt>
                <c:pt idx="78">
                  <c:v>45906</c:v>
                </c:pt>
                <c:pt idx="79">
                  <c:v>45907</c:v>
                </c:pt>
                <c:pt idx="80">
                  <c:v>45908</c:v>
                </c:pt>
                <c:pt idx="81">
                  <c:v>45909</c:v>
                </c:pt>
                <c:pt idx="82">
                  <c:v>45910</c:v>
                </c:pt>
                <c:pt idx="83">
                  <c:v>45911</c:v>
                </c:pt>
                <c:pt idx="84">
                  <c:v>45912</c:v>
                </c:pt>
                <c:pt idx="85">
                  <c:v>45913</c:v>
                </c:pt>
                <c:pt idx="86">
                  <c:v>45914</c:v>
                </c:pt>
                <c:pt idx="87">
                  <c:v>45915</c:v>
                </c:pt>
                <c:pt idx="88">
                  <c:v>45916</c:v>
                </c:pt>
                <c:pt idx="89">
                  <c:v>45917</c:v>
                </c:pt>
                <c:pt idx="90">
                  <c:v>45918</c:v>
                </c:pt>
                <c:pt idx="91">
                  <c:v>45919</c:v>
                </c:pt>
                <c:pt idx="92">
                  <c:v>45920</c:v>
                </c:pt>
                <c:pt idx="93">
                  <c:v>45921</c:v>
                </c:pt>
                <c:pt idx="94">
                  <c:v>45922</c:v>
                </c:pt>
                <c:pt idx="95">
                  <c:v>45923</c:v>
                </c:pt>
                <c:pt idx="96">
                  <c:v>45924</c:v>
                </c:pt>
                <c:pt idx="97">
                  <c:v>45925</c:v>
                </c:pt>
                <c:pt idx="98">
                  <c:v>45926</c:v>
                </c:pt>
                <c:pt idx="99">
                  <c:v>45927</c:v>
                </c:pt>
                <c:pt idx="100">
                  <c:v>45928</c:v>
                </c:pt>
                <c:pt idx="101">
                  <c:v>45929</c:v>
                </c:pt>
                <c:pt idx="102">
                  <c:v>45930</c:v>
                </c:pt>
                <c:pt idx="103">
                  <c:v>45931</c:v>
                </c:pt>
                <c:pt idx="104">
                  <c:v>45932</c:v>
                </c:pt>
                <c:pt idx="105">
                  <c:v>45933</c:v>
                </c:pt>
                <c:pt idx="106">
                  <c:v>45934</c:v>
                </c:pt>
                <c:pt idx="107">
                  <c:v>45935</c:v>
                </c:pt>
                <c:pt idx="108">
                  <c:v>45936</c:v>
                </c:pt>
                <c:pt idx="109">
                  <c:v>45937</c:v>
                </c:pt>
                <c:pt idx="110">
                  <c:v>45938</c:v>
                </c:pt>
                <c:pt idx="111">
                  <c:v>45939</c:v>
                </c:pt>
                <c:pt idx="112">
                  <c:v>45940</c:v>
                </c:pt>
                <c:pt idx="113">
                  <c:v>45941</c:v>
                </c:pt>
                <c:pt idx="114">
                  <c:v>45942</c:v>
                </c:pt>
                <c:pt idx="115">
                  <c:v>45943</c:v>
                </c:pt>
                <c:pt idx="116">
                  <c:v>45944</c:v>
                </c:pt>
                <c:pt idx="117">
                  <c:v>45945</c:v>
                </c:pt>
                <c:pt idx="118">
                  <c:v>45946</c:v>
                </c:pt>
                <c:pt idx="119">
                  <c:v>45947</c:v>
                </c:pt>
                <c:pt idx="120">
                  <c:v>45948</c:v>
                </c:pt>
                <c:pt idx="121">
                  <c:v>45949</c:v>
                </c:pt>
                <c:pt idx="122">
                  <c:v>45950</c:v>
                </c:pt>
                <c:pt idx="123">
                  <c:v>45951</c:v>
                </c:pt>
                <c:pt idx="124">
                  <c:v>45952</c:v>
                </c:pt>
                <c:pt idx="125">
                  <c:v>45953</c:v>
                </c:pt>
                <c:pt idx="126">
                  <c:v>45954</c:v>
                </c:pt>
                <c:pt idx="127">
                  <c:v>45955</c:v>
                </c:pt>
                <c:pt idx="128">
                  <c:v>45956</c:v>
                </c:pt>
                <c:pt idx="129">
                  <c:v>45957</c:v>
                </c:pt>
                <c:pt idx="130">
                  <c:v>45958</c:v>
                </c:pt>
                <c:pt idx="131">
                  <c:v>45959</c:v>
                </c:pt>
                <c:pt idx="132">
                  <c:v>45960</c:v>
                </c:pt>
                <c:pt idx="133">
                  <c:v>45961</c:v>
                </c:pt>
                <c:pt idx="134">
                  <c:v>45962</c:v>
                </c:pt>
                <c:pt idx="135">
                  <c:v>45963</c:v>
                </c:pt>
                <c:pt idx="136">
                  <c:v>45964</c:v>
                </c:pt>
                <c:pt idx="137">
                  <c:v>45965</c:v>
                </c:pt>
                <c:pt idx="138">
                  <c:v>45966</c:v>
                </c:pt>
                <c:pt idx="139">
                  <c:v>45967</c:v>
                </c:pt>
                <c:pt idx="140">
                  <c:v>45968</c:v>
                </c:pt>
                <c:pt idx="141">
                  <c:v>45969</c:v>
                </c:pt>
                <c:pt idx="142">
                  <c:v>45970</c:v>
                </c:pt>
                <c:pt idx="143">
                  <c:v>45971</c:v>
                </c:pt>
                <c:pt idx="144">
                  <c:v>45972</c:v>
                </c:pt>
                <c:pt idx="145">
                  <c:v>45973</c:v>
                </c:pt>
                <c:pt idx="146">
                  <c:v>45974</c:v>
                </c:pt>
                <c:pt idx="147">
                  <c:v>45975</c:v>
                </c:pt>
                <c:pt idx="148">
                  <c:v>45976</c:v>
                </c:pt>
                <c:pt idx="149">
                  <c:v>45977</c:v>
                </c:pt>
                <c:pt idx="150">
                  <c:v>45978</c:v>
                </c:pt>
                <c:pt idx="151">
                  <c:v>45979</c:v>
                </c:pt>
                <c:pt idx="152">
                  <c:v>45980</c:v>
                </c:pt>
                <c:pt idx="153">
                  <c:v>45981</c:v>
                </c:pt>
                <c:pt idx="154">
                  <c:v>45982</c:v>
                </c:pt>
                <c:pt idx="155">
                  <c:v>45983</c:v>
                </c:pt>
                <c:pt idx="156">
                  <c:v>45984</c:v>
                </c:pt>
                <c:pt idx="157">
                  <c:v>45985</c:v>
                </c:pt>
                <c:pt idx="158">
                  <c:v>45986</c:v>
                </c:pt>
                <c:pt idx="159">
                  <c:v>45987</c:v>
                </c:pt>
                <c:pt idx="160">
                  <c:v>45988</c:v>
                </c:pt>
                <c:pt idx="161">
                  <c:v>45989</c:v>
                </c:pt>
                <c:pt idx="162">
                  <c:v>45990</c:v>
                </c:pt>
                <c:pt idx="163">
                  <c:v>45991</c:v>
                </c:pt>
                <c:pt idx="164">
                  <c:v>45992</c:v>
                </c:pt>
                <c:pt idx="165">
                  <c:v>45993</c:v>
                </c:pt>
                <c:pt idx="166">
                  <c:v>45994</c:v>
                </c:pt>
                <c:pt idx="167">
                  <c:v>45995</c:v>
                </c:pt>
                <c:pt idx="168">
                  <c:v>45996</c:v>
                </c:pt>
                <c:pt idx="169">
                  <c:v>45997</c:v>
                </c:pt>
                <c:pt idx="170">
                  <c:v>45998</c:v>
                </c:pt>
                <c:pt idx="171">
                  <c:v>45999</c:v>
                </c:pt>
                <c:pt idx="172">
                  <c:v>46000</c:v>
                </c:pt>
                <c:pt idx="173">
                  <c:v>46001</c:v>
                </c:pt>
                <c:pt idx="174">
                  <c:v>46002</c:v>
                </c:pt>
                <c:pt idx="175">
                  <c:v>46003</c:v>
                </c:pt>
                <c:pt idx="176">
                  <c:v>46004</c:v>
                </c:pt>
                <c:pt idx="177">
                  <c:v>46005</c:v>
                </c:pt>
                <c:pt idx="178">
                  <c:v>46006</c:v>
                </c:pt>
                <c:pt idx="179">
                  <c:v>46007</c:v>
                </c:pt>
                <c:pt idx="180">
                  <c:v>46008</c:v>
                </c:pt>
                <c:pt idx="181">
                  <c:v>46009</c:v>
                </c:pt>
                <c:pt idx="182">
                  <c:v>46010</c:v>
                </c:pt>
                <c:pt idx="183">
                  <c:v>46011</c:v>
                </c:pt>
                <c:pt idx="184">
                  <c:v>46012</c:v>
                </c:pt>
                <c:pt idx="185">
                  <c:v>46013</c:v>
                </c:pt>
                <c:pt idx="186">
                  <c:v>46014</c:v>
                </c:pt>
                <c:pt idx="187">
                  <c:v>46015</c:v>
                </c:pt>
                <c:pt idx="188">
                  <c:v>46016</c:v>
                </c:pt>
                <c:pt idx="189">
                  <c:v>46017</c:v>
                </c:pt>
                <c:pt idx="190">
                  <c:v>46018</c:v>
                </c:pt>
                <c:pt idx="191">
                  <c:v>46019</c:v>
                </c:pt>
                <c:pt idx="192">
                  <c:v>46020</c:v>
                </c:pt>
                <c:pt idx="193">
                  <c:v>46021</c:v>
                </c:pt>
                <c:pt idx="194">
                  <c:v>46022</c:v>
                </c:pt>
                <c:pt idx="195">
                  <c:v>46023</c:v>
                </c:pt>
                <c:pt idx="196">
                  <c:v>46024</c:v>
                </c:pt>
                <c:pt idx="197">
                  <c:v>46025</c:v>
                </c:pt>
                <c:pt idx="198">
                  <c:v>46026</c:v>
                </c:pt>
                <c:pt idx="199">
                  <c:v>46027</c:v>
                </c:pt>
                <c:pt idx="200">
                  <c:v>46028</c:v>
                </c:pt>
                <c:pt idx="201">
                  <c:v>46029</c:v>
                </c:pt>
                <c:pt idx="202">
                  <c:v>46030</c:v>
                </c:pt>
                <c:pt idx="203">
                  <c:v>46031</c:v>
                </c:pt>
                <c:pt idx="204">
                  <c:v>46032</c:v>
                </c:pt>
                <c:pt idx="205">
                  <c:v>46033</c:v>
                </c:pt>
                <c:pt idx="206">
                  <c:v>46034</c:v>
                </c:pt>
                <c:pt idx="207">
                  <c:v>46035</c:v>
                </c:pt>
                <c:pt idx="208">
                  <c:v>46036</c:v>
                </c:pt>
                <c:pt idx="209">
                  <c:v>46037</c:v>
                </c:pt>
                <c:pt idx="210">
                  <c:v>46038</c:v>
                </c:pt>
                <c:pt idx="211">
                  <c:v>46039</c:v>
                </c:pt>
                <c:pt idx="212">
                  <c:v>46040</c:v>
                </c:pt>
                <c:pt idx="213">
                  <c:v>46041</c:v>
                </c:pt>
                <c:pt idx="214">
                  <c:v>46042</c:v>
                </c:pt>
                <c:pt idx="215">
                  <c:v>46043</c:v>
                </c:pt>
                <c:pt idx="216">
                  <c:v>46044</c:v>
                </c:pt>
                <c:pt idx="217">
                  <c:v>46045</c:v>
                </c:pt>
                <c:pt idx="218">
                  <c:v>46046</c:v>
                </c:pt>
                <c:pt idx="219">
                  <c:v>46047</c:v>
                </c:pt>
                <c:pt idx="220">
                  <c:v>46048</c:v>
                </c:pt>
                <c:pt idx="221">
                  <c:v>46049</c:v>
                </c:pt>
                <c:pt idx="222">
                  <c:v>46050</c:v>
                </c:pt>
                <c:pt idx="223">
                  <c:v>46051</c:v>
                </c:pt>
                <c:pt idx="224">
                  <c:v>46052</c:v>
                </c:pt>
                <c:pt idx="225">
                  <c:v>46053</c:v>
                </c:pt>
                <c:pt idx="226">
                  <c:v>46054</c:v>
                </c:pt>
                <c:pt idx="227">
                  <c:v>46055</c:v>
                </c:pt>
                <c:pt idx="228">
                  <c:v>46056</c:v>
                </c:pt>
                <c:pt idx="229">
                  <c:v>46057</c:v>
                </c:pt>
                <c:pt idx="230">
                  <c:v>46058</c:v>
                </c:pt>
                <c:pt idx="231">
                  <c:v>46059</c:v>
                </c:pt>
                <c:pt idx="232">
                  <c:v>46060</c:v>
                </c:pt>
                <c:pt idx="233">
                  <c:v>46061</c:v>
                </c:pt>
                <c:pt idx="234">
                  <c:v>46062</c:v>
                </c:pt>
                <c:pt idx="235">
                  <c:v>46063</c:v>
                </c:pt>
                <c:pt idx="236">
                  <c:v>46064</c:v>
                </c:pt>
                <c:pt idx="237">
                  <c:v>46065</c:v>
                </c:pt>
                <c:pt idx="238">
                  <c:v>46066</c:v>
                </c:pt>
                <c:pt idx="239">
                  <c:v>46067</c:v>
                </c:pt>
                <c:pt idx="240">
                  <c:v>46068</c:v>
                </c:pt>
                <c:pt idx="241">
                  <c:v>46069</c:v>
                </c:pt>
                <c:pt idx="242">
                  <c:v>46070</c:v>
                </c:pt>
                <c:pt idx="243">
                  <c:v>46071</c:v>
                </c:pt>
                <c:pt idx="244">
                  <c:v>46072</c:v>
                </c:pt>
                <c:pt idx="245">
                  <c:v>46073</c:v>
                </c:pt>
                <c:pt idx="246">
                  <c:v>46074</c:v>
                </c:pt>
                <c:pt idx="247">
                  <c:v>46075</c:v>
                </c:pt>
                <c:pt idx="248">
                  <c:v>46076</c:v>
                </c:pt>
                <c:pt idx="249">
                  <c:v>46077</c:v>
                </c:pt>
                <c:pt idx="250">
                  <c:v>46078</c:v>
                </c:pt>
                <c:pt idx="251">
                  <c:v>46079</c:v>
                </c:pt>
                <c:pt idx="252">
                  <c:v>46080</c:v>
                </c:pt>
                <c:pt idx="253">
                  <c:v>46081</c:v>
                </c:pt>
                <c:pt idx="254">
                  <c:v>46082</c:v>
                </c:pt>
                <c:pt idx="255">
                  <c:v>46083</c:v>
                </c:pt>
                <c:pt idx="256">
                  <c:v>46084</c:v>
                </c:pt>
                <c:pt idx="257">
                  <c:v>46085</c:v>
                </c:pt>
                <c:pt idx="258">
                  <c:v>46086</c:v>
                </c:pt>
                <c:pt idx="259">
                  <c:v>46087</c:v>
                </c:pt>
                <c:pt idx="260">
                  <c:v>46088</c:v>
                </c:pt>
                <c:pt idx="261">
                  <c:v>46089</c:v>
                </c:pt>
                <c:pt idx="262">
                  <c:v>46090</c:v>
                </c:pt>
                <c:pt idx="263">
                  <c:v>46091</c:v>
                </c:pt>
                <c:pt idx="264">
                  <c:v>46092</c:v>
                </c:pt>
                <c:pt idx="265">
                  <c:v>46093</c:v>
                </c:pt>
                <c:pt idx="266">
                  <c:v>46094</c:v>
                </c:pt>
                <c:pt idx="267">
                  <c:v>46095</c:v>
                </c:pt>
                <c:pt idx="268">
                  <c:v>46096</c:v>
                </c:pt>
                <c:pt idx="269">
                  <c:v>46097</c:v>
                </c:pt>
                <c:pt idx="270">
                  <c:v>46098</c:v>
                </c:pt>
                <c:pt idx="271">
                  <c:v>46099</c:v>
                </c:pt>
                <c:pt idx="272">
                  <c:v>46100</c:v>
                </c:pt>
                <c:pt idx="273">
                  <c:v>46101</c:v>
                </c:pt>
                <c:pt idx="274">
                  <c:v>46102</c:v>
                </c:pt>
                <c:pt idx="275">
                  <c:v>46103</c:v>
                </c:pt>
                <c:pt idx="276">
                  <c:v>46104</c:v>
                </c:pt>
                <c:pt idx="277">
                  <c:v>46105</c:v>
                </c:pt>
                <c:pt idx="278">
                  <c:v>46106</c:v>
                </c:pt>
                <c:pt idx="279">
                  <c:v>46107</c:v>
                </c:pt>
                <c:pt idx="280">
                  <c:v>46108</c:v>
                </c:pt>
                <c:pt idx="281">
                  <c:v>46109</c:v>
                </c:pt>
                <c:pt idx="282">
                  <c:v>46110</c:v>
                </c:pt>
                <c:pt idx="283">
                  <c:v>46111</c:v>
                </c:pt>
                <c:pt idx="284">
                  <c:v>46112</c:v>
                </c:pt>
                <c:pt idx="285">
                  <c:v>46113</c:v>
                </c:pt>
                <c:pt idx="286">
                  <c:v>46114</c:v>
                </c:pt>
                <c:pt idx="287">
                  <c:v>46115</c:v>
                </c:pt>
                <c:pt idx="288">
                  <c:v>46116</c:v>
                </c:pt>
                <c:pt idx="289">
                  <c:v>46117</c:v>
                </c:pt>
                <c:pt idx="290">
                  <c:v>46118</c:v>
                </c:pt>
                <c:pt idx="291">
                  <c:v>46119</c:v>
                </c:pt>
                <c:pt idx="292">
                  <c:v>46120</c:v>
                </c:pt>
                <c:pt idx="293">
                  <c:v>46121</c:v>
                </c:pt>
                <c:pt idx="294">
                  <c:v>46122</c:v>
                </c:pt>
                <c:pt idx="295">
                  <c:v>46123</c:v>
                </c:pt>
                <c:pt idx="296">
                  <c:v>46124</c:v>
                </c:pt>
                <c:pt idx="297">
                  <c:v>46125</c:v>
                </c:pt>
                <c:pt idx="298">
                  <c:v>46126</c:v>
                </c:pt>
                <c:pt idx="299">
                  <c:v>46127</c:v>
                </c:pt>
                <c:pt idx="300">
                  <c:v>46128</c:v>
                </c:pt>
                <c:pt idx="301">
                  <c:v>46129</c:v>
                </c:pt>
                <c:pt idx="302">
                  <c:v>46130</c:v>
                </c:pt>
                <c:pt idx="303">
                  <c:v>46131</c:v>
                </c:pt>
                <c:pt idx="304">
                  <c:v>46132</c:v>
                </c:pt>
                <c:pt idx="305">
                  <c:v>46133</c:v>
                </c:pt>
                <c:pt idx="306">
                  <c:v>46134</c:v>
                </c:pt>
                <c:pt idx="307">
                  <c:v>46135</c:v>
                </c:pt>
                <c:pt idx="308">
                  <c:v>46136</c:v>
                </c:pt>
                <c:pt idx="309">
                  <c:v>46137</c:v>
                </c:pt>
                <c:pt idx="310">
                  <c:v>46138</c:v>
                </c:pt>
                <c:pt idx="311">
                  <c:v>46139</c:v>
                </c:pt>
                <c:pt idx="312">
                  <c:v>46140</c:v>
                </c:pt>
                <c:pt idx="313">
                  <c:v>46141</c:v>
                </c:pt>
                <c:pt idx="314">
                  <c:v>46142</c:v>
                </c:pt>
                <c:pt idx="315">
                  <c:v>46143</c:v>
                </c:pt>
                <c:pt idx="316">
                  <c:v>46144</c:v>
                </c:pt>
                <c:pt idx="317">
                  <c:v>46145</c:v>
                </c:pt>
                <c:pt idx="318">
                  <c:v>46146</c:v>
                </c:pt>
                <c:pt idx="319">
                  <c:v>46147</c:v>
                </c:pt>
                <c:pt idx="320">
                  <c:v>46148</c:v>
                </c:pt>
                <c:pt idx="321">
                  <c:v>46149</c:v>
                </c:pt>
                <c:pt idx="322">
                  <c:v>46150</c:v>
                </c:pt>
                <c:pt idx="323">
                  <c:v>46151</c:v>
                </c:pt>
                <c:pt idx="324">
                  <c:v>46152</c:v>
                </c:pt>
                <c:pt idx="325">
                  <c:v>46153</c:v>
                </c:pt>
                <c:pt idx="326">
                  <c:v>46154</c:v>
                </c:pt>
                <c:pt idx="327">
                  <c:v>46155</c:v>
                </c:pt>
                <c:pt idx="328">
                  <c:v>46156</c:v>
                </c:pt>
                <c:pt idx="329">
                  <c:v>46157</c:v>
                </c:pt>
                <c:pt idx="330">
                  <c:v>46158</c:v>
                </c:pt>
                <c:pt idx="331">
                  <c:v>46159</c:v>
                </c:pt>
                <c:pt idx="332">
                  <c:v>46160</c:v>
                </c:pt>
                <c:pt idx="333">
                  <c:v>46161</c:v>
                </c:pt>
                <c:pt idx="334">
                  <c:v>46162</c:v>
                </c:pt>
                <c:pt idx="335">
                  <c:v>46163</c:v>
                </c:pt>
                <c:pt idx="336">
                  <c:v>46164</c:v>
                </c:pt>
                <c:pt idx="337">
                  <c:v>46165</c:v>
                </c:pt>
                <c:pt idx="338">
                  <c:v>46166</c:v>
                </c:pt>
                <c:pt idx="339">
                  <c:v>46167</c:v>
                </c:pt>
                <c:pt idx="340">
                  <c:v>46168</c:v>
                </c:pt>
                <c:pt idx="341">
                  <c:v>46169</c:v>
                </c:pt>
                <c:pt idx="342">
                  <c:v>46170</c:v>
                </c:pt>
                <c:pt idx="343">
                  <c:v>46171</c:v>
                </c:pt>
                <c:pt idx="344">
                  <c:v>46172</c:v>
                </c:pt>
                <c:pt idx="345">
                  <c:v>46173</c:v>
                </c:pt>
                <c:pt idx="346">
                  <c:v>46174</c:v>
                </c:pt>
                <c:pt idx="347">
                  <c:v>46175</c:v>
                </c:pt>
                <c:pt idx="348">
                  <c:v>46176</c:v>
                </c:pt>
                <c:pt idx="349">
                  <c:v>46177</c:v>
                </c:pt>
                <c:pt idx="350">
                  <c:v>46178</c:v>
                </c:pt>
                <c:pt idx="351">
                  <c:v>46179</c:v>
                </c:pt>
                <c:pt idx="352">
                  <c:v>46180</c:v>
                </c:pt>
                <c:pt idx="353">
                  <c:v>46181</c:v>
                </c:pt>
                <c:pt idx="354">
                  <c:v>46182</c:v>
                </c:pt>
                <c:pt idx="355">
                  <c:v>46183</c:v>
                </c:pt>
                <c:pt idx="356">
                  <c:v>46184</c:v>
                </c:pt>
                <c:pt idx="357">
                  <c:v>46185</c:v>
                </c:pt>
                <c:pt idx="358">
                  <c:v>46186</c:v>
                </c:pt>
                <c:pt idx="359">
                  <c:v>46187</c:v>
                </c:pt>
                <c:pt idx="360">
                  <c:v>46188</c:v>
                </c:pt>
                <c:pt idx="361">
                  <c:v>46189</c:v>
                </c:pt>
                <c:pt idx="362">
                  <c:v>46190</c:v>
                </c:pt>
              </c:numCache>
            </c:numRef>
          </c:cat>
          <c:val>
            <c:numRef>
              <c:f>G!$B$2:$B$364</c:f>
              <c:numCache>
                <c:formatCode>General</c:formatCode>
                <c:ptCount val="363"/>
                <c:pt idx="0">
                  <c:v>49778.6639</c:v>
                </c:pt>
                <c:pt idx="1">
                  <c:v>45602.821100000001</c:v>
                </c:pt>
                <c:pt idx="2">
                  <c:v>41954.240899999997</c:v>
                </c:pt>
                <c:pt idx="3">
                  <c:v>50814.561399999999</c:v>
                </c:pt>
                <c:pt idx="4">
                  <c:v>52879.981299999999</c:v>
                </c:pt>
                <c:pt idx="5">
                  <c:v>53237.858</c:v>
                </c:pt>
                <c:pt idx="6">
                  <c:v>52346.027699999999</c:v>
                </c:pt>
                <c:pt idx="7">
                  <c:v>52480.012999999999</c:v>
                </c:pt>
                <c:pt idx="8">
                  <c:v>48185.686600000001</c:v>
                </c:pt>
                <c:pt idx="9">
                  <c:v>44783.389600000002</c:v>
                </c:pt>
                <c:pt idx="10">
                  <c:v>53971.982600000003</c:v>
                </c:pt>
                <c:pt idx="11">
                  <c:v>53082.411200000002</c:v>
                </c:pt>
                <c:pt idx="12">
                  <c:v>51670.219499999999</c:v>
                </c:pt>
                <c:pt idx="13">
                  <c:v>52046.1927</c:v>
                </c:pt>
                <c:pt idx="14">
                  <c:v>51706.37</c:v>
                </c:pt>
                <c:pt idx="15">
                  <c:v>47232.347900000001</c:v>
                </c:pt>
                <c:pt idx="16">
                  <c:v>45310.150699999998</c:v>
                </c:pt>
                <c:pt idx="17">
                  <c:v>54109.322</c:v>
                </c:pt>
                <c:pt idx="18">
                  <c:v>53872.812400000003</c:v>
                </c:pt>
                <c:pt idx="19">
                  <c:v>55269.100700000003</c:v>
                </c:pt>
                <c:pt idx="20">
                  <c:v>43993.314200000001</c:v>
                </c:pt>
                <c:pt idx="21">
                  <c:v>57401.715199999999</c:v>
                </c:pt>
                <c:pt idx="22">
                  <c:v>49099.820299999999</c:v>
                </c:pt>
                <c:pt idx="23">
                  <c:v>45418.478900000002</c:v>
                </c:pt>
                <c:pt idx="24">
                  <c:v>54486.8632</c:v>
                </c:pt>
                <c:pt idx="25">
                  <c:v>54092.4565</c:v>
                </c:pt>
                <c:pt idx="26">
                  <c:v>53556.086499999998</c:v>
                </c:pt>
                <c:pt idx="27">
                  <c:v>53261.130299999997</c:v>
                </c:pt>
                <c:pt idx="28">
                  <c:v>52661.469899999996</c:v>
                </c:pt>
                <c:pt idx="29">
                  <c:v>47584.559800000003</c:v>
                </c:pt>
                <c:pt idx="30">
                  <c:v>44423.561500000003</c:v>
                </c:pt>
                <c:pt idx="31">
                  <c:v>52614.925199999998</c:v>
                </c:pt>
                <c:pt idx="32">
                  <c:v>53106.9205</c:v>
                </c:pt>
                <c:pt idx="33">
                  <c:v>52490.922200000001</c:v>
                </c:pt>
                <c:pt idx="34">
                  <c:v>52548.974399999999</c:v>
                </c:pt>
                <c:pt idx="35">
                  <c:v>53515.243699999999</c:v>
                </c:pt>
                <c:pt idx="36">
                  <c:v>48464.235800000002</c:v>
                </c:pt>
                <c:pt idx="37">
                  <c:v>45480.261599999998</c:v>
                </c:pt>
                <c:pt idx="38">
                  <c:v>54162.763299999999</c:v>
                </c:pt>
                <c:pt idx="39">
                  <c:v>55019.598599999998</c:v>
                </c:pt>
                <c:pt idx="40">
                  <c:v>54965.708599999998</c:v>
                </c:pt>
                <c:pt idx="41">
                  <c:v>55574.455800000003</c:v>
                </c:pt>
                <c:pt idx="42">
                  <c:v>54260.998500000002</c:v>
                </c:pt>
                <c:pt idx="43">
                  <c:v>49358.777800000003</c:v>
                </c:pt>
                <c:pt idx="44">
                  <c:v>46001.799800000001</c:v>
                </c:pt>
                <c:pt idx="45">
                  <c:v>54659.781499999997</c:v>
                </c:pt>
                <c:pt idx="46">
                  <c:v>54869.659800000001</c:v>
                </c:pt>
                <c:pt idx="47">
                  <c:v>54805.1008</c:v>
                </c:pt>
                <c:pt idx="48">
                  <c:v>55867.072500000002</c:v>
                </c:pt>
                <c:pt idx="49">
                  <c:v>43034.1276</c:v>
                </c:pt>
                <c:pt idx="50">
                  <c:v>47969.567900000002</c:v>
                </c:pt>
                <c:pt idx="51">
                  <c:v>46040.115299999998</c:v>
                </c:pt>
                <c:pt idx="52">
                  <c:v>54088.859299999996</c:v>
                </c:pt>
                <c:pt idx="53">
                  <c:v>53732.696400000001</c:v>
                </c:pt>
                <c:pt idx="54">
                  <c:v>53500.381500000003</c:v>
                </c:pt>
                <c:pt idx="55">
                  <c:v>53344.864300000001</c:v>
                </c:pt>
                <c:pt idx="56">
                  <c:v>52649.690300000002</c:v>
                </c:pt>
                <c:pt idx="57">
                  <c:v>48948.256399999998</c:v>
                </c:pt>
                <c:pt idx="58">
                  <c:v>45729.771800000002</c:v>
                </c:pt>
                <c:pt idx="59">
                  <c:v>54262.566899999998</c:v>
                </c:pt>
                <c:pt idx="60">
                  <c:v>54607.952899999997</c:v>
                </c:pt>
                <c:pt idx="61">
                  <c:v>57639.284099999997</c:v>
                </c:pt>
                <c:pt idx="62">
                  <c:v>58115.987300000001</c:v>
                </c:pt>
                <c:pt idx="63">
                  <c:v>57208.613400000002</c:v>
                </c:pt>
                <c:pt idx="64">
                  <c:v>52303.261899999998</c:v>
                </c:pt>
                <c:pt idx="65">
                  <c:v>49311.555</c:v>
                </c:pt>
                <c:pt idx="66">
                  <c:v>58026.993499999997</c:v>
                </c:pt>
                <c:pt idx="67">
                  <c:v>58169.4107</c:v>
                </c:pt>
                <c:pt idx="68">
                  <c:v>57396.289100000002</c:v>
                </c:pt>
                <c:pt idx="69">
                  <c:v>57254.175300000003</c:v>
                </c:pt>
                <c:pt idx="70">
                  <c:v>57074.1711</c:v>
                </c:pt>
                <c:pt idx="71">
                  <c:v>53462.138800000001</c:v>
                </c:pt>
                <c:pt idx="72">
                  <c:v>49477.690300000002</c:v>
                </c:pt>
                <c:pt idx="73">
                  <c:v>57997.7255</c:v>
                </c:pt>
                <c:pt idx="74">
                  <c:v>58432.466999999997</c:v>
                </c:pt>
                <c:pt idx="75">
                  <c:v>58026.503199999999</c:v>
                </c:pt>
                <c:pt idx="76">
                  <c:v>61372.092100000002</c:v>
                </c:pt>
                <c:pt idx="77">
                  <c:v>50123.322099999998</c:v>
                </c:pt>
                <c:pt idx="78">
                  <c:v>50205.0455</c:v>
                </c:pt>
                <c:pt idx="79">
                  <c:v>44519.0383</c:v>
                </c:pt>
                <c:pt idx="80">
                  <c:v>58026.703300000001</c:v>
                </c:pt>
                <c:pt idx="81">
                  <c:v>57729.235099999998</c:v>
                </c:pt>
                <c:pt idx="82">
                  <c:v>58505.099699999999</c:v>
                </c:pt>
                <c:pt idx="83">
                  <c:v>58952.471100000002</c:v>
                </c:pt>
                <c:pt idx="84">
                  <c:v>57828.8943</c:v>
                </c:pt>
                <c:pt idx="85">
                  <c:v>52697.449800000002</c:v>
                </c:pt>
                <c:pt idx="86">
                  <c:v>49293.336799999997</c:v>
                </c:pt>
                <c:pt idx="87">
                  <c:v>58426.272900000004</c:v>
                </c:pt>
                <c:pt idx="88">
                  <c:v>58490.2912</c:v>
                </c:pt>
                <c:pt idx="89">
                  <c:v>57332.633500000004</c:v>
                </c:pt>
                <c:pt idx="90">
                  <c:v>56529.498</c:v>
                </c:pt>
                <c:pt idx="91">
                  <c:v>55997.317499999997</c:v>
                </c:pt>
                <c:pt idx="92">
                  <c:v>51823.988299999997</c:v>
                </c:pt>
                <c:pt idx="93">
                  <c:v>48133.9352</c:v>
                </c:pt>
                <c:pt idx="94">
                  <c:v>57121.215300000003</c:v>
                </c:pt>
                <c:pt idx="95">
                  <c:v>57292.442000000003</c:v>
                </c:pt>
                <c:pt idx="96">
                  <c:v>57903.775399999999</c:v>
                </c:pt>
                <c:pt idx="97">
                  <c:v>57910.460299999999</c:v>
                </c:pt>
                <c:pt idx="98">
                  <c:v>56787.072399999997</c:v>
                </c:pt>
                <c:pt idx="99">
                  <c:v>52622.961600000002</c:v>
                </c:pt>
                <c:pt idx="100">
                  <c:v>48688.385300000002</c:v>
                </c:pt>
                <c:pt idx="101">
                  <c:v>58933.173999999999</c:v>
                </c:pt>
                <c:pt idx="102">
                  <c:v>60807.631800000003</c:v>
                </c:pt>
                <c:pt idx="103">
                  <c:v>59421.145799999998</c:v>
                </c:pt>
                <c:pt idx="104">
                  <c:v>59264.058400000002</c:v>
                </c:pt>
                <c:pt idx="105">
                  <c:v>58436.643100000001</c:v>
                </c:pt>
                <c:pt idx="106">
                  <c:v>51479.396699999998</c:v>
                </c:pt>
                <c:pt idx="107">
                  <c:v>48317.402800000003</c:v>
                </c:pt>
                <c:pt idx="108">
                  <c:v>45296.514900000002</c:v>
                </c:pt>
                <c:pt idx="109">
                  <c:v>58560.930200000003</c:v>
                </c:pt>
                <c:pt idx="110">
                  <c:v>59172.042999999998</c:v>
                </c:pt>
                <c:pt idx="111">
                  <c:v>60447.481599999999</c:v>
                </c:pt>
                <c:pt idx="112">
                  <c:v>59922.186099999999</c:v>
                </c:pt>
                <c:pt idx="113">
                  <c:v>54984.981899999999</c:v>
                </c:pt>
                <c:pt idx="114">
                  <c:v>49985.814100000003</c:v>
                </c:pt>
                <c:pt idx="115">
                  <c:v>58157.041100000002</c:v>
                </c:pt>
                <c:pt idx="116">
                  <c:v>58521.394200000002</c:v>
                </c:pt>
                <c:pt idx="117">
                  <c:v>57976.808900000004</c:v>
                </c:pt>
                <c:pt idx="118">
                  <c:v>57577.989399999999</c:v>
                </c:pt>
                <c:pt idx="119">
                  <c:v>56738.326500000003</c:v>
                </c:pt>
                <c:pt idx="120">
                  <c:v>54589.040999999997</c:v>
                </c:pt>
                <c:pt idx="121">
                  <c:v>49633.3537</c:v>
                </c:pt>
                <c:pt idx="122">
                  <c:v>53575.332600000002</c:v>
                </c:pt>
                <c:pt idx="123">
                  <c:v>59165.678099999997</c:v>
                </c:pt>
                <c:pt idx="124">
                  <c:v>59117.3413</c:v>
                </c:pt>
                <c:pt idx="125">
                  <c:v>58234.904000000002</c:v>
                </c:pt>
                <c:pt idx="126">
                  <c:v>57987.022700000001</c:v>
                </c:pt>
                <c:pt idx="127">
                  <c:v>54335.326699999998</c:v>
                </c:pt>
                <c:pt idx="128">
                  <c:v>50088.377399999998</c:v>
                </c:pt>
                <c:pt idx="129">
                  <c:v>60128.917000000001</c:v>
                </c:pt>
                <c:pt idx="130">
                  <c:v>60927.386899999998</c:v>
                </c:pt>
                <c:pt idx="131">
                  <c:v>61377.830800000003</c:v>
                </c:pt>
                <c:pt idx="132">
                  <c:v>62527.652000000002</c:v>
                </c:pt>
                <c:pt idx="133">
                  <c:v>62766.788699999997</c:v>
                </c:pt>
                <c:pt idx="134">
                  <c:v>57235.916299999997</c:v>
                </c:pt>
                <c:pt idx="135">
                  <c:v>52474.754999999997</c:v>
                </c:pt>
                <c:pt idx="136">
                  <c:v>62491.995900000002</c:v>
                </c:pt>
                <c:pt idx="137">
                  <c:v>62752.272599999997</c:v>
                </c:pt>
                <c:pt idx="138">
                  <c:v>50739.494100000004</c:v>
                </c:pt>
                <c:pt idx="139">
                  <c:v>58321.768199999999</c:v>
                </c:pt>
                <c:pt idx="140">
                  <c:v>59841.270499999999</c:v>
                </c:pt>
                <c:pt idx="141">
                  <c:v>56216.226499999997</c:v>
                </c:pt>
                <c:pt idx="142">
                  <c:v>53348.284699999997</c:v>
                </c:pt>
                <c:pt idx="143">
                  <c:v>63104.084499999997</c:v>
                </c:pt>
                <c:pt idx="144">
                  <c:v>62407.187599999997</c:v>
                </c:pt>
                <c:pt idx="145">
                  <c:v>61471.961900000002</c:v>
                </c:pt>
                <c:pt idx="146">
                  <c:v>60806.403899999998</c:v>
                </c:pt>
                <c:pt idx="147">
                  <c:v>60046.4179</c:v>
                </c:pt>
                <c:pt idx="148">
                  <c:v>56228.725899999998</c:v>
                </c:pt>
                <c:pt idx="149">
                  <c:v>51165.008000000002</c:v>
                </c:pt>
                <c:pt idx="150">
                  <c:v>59851.661699999997</c:v>
                </c:pt>
                <c:pt idx="151">
                  <c:v>59530.273300000001</c:v>
                </c:pt>
                <c:pt idx="152">
                  <c:v>60590.349300000002</c:v>
                </c:pt>
                <c:pt idx="153">
                  <c:v>60279.387699999999</c:v>
                </c:pt>
                <c:pt idx="154">
                  <c:v>58977.746099999997</c:v>
                </c:pt>
                <c:pt idx="155">
                  <c:v>55573.456400000003</c:v>
                </c:pt>
                <c:pt idx="156">
                  <c:v>50767.704299999998</c:v>
                </c:pt>
                <c:pt idx="157">
                  <c:v>59814.197500000002</c:v>
                </c:pt>
                <c:pt idx="158">
                  <c:v>60242.043700000002</c:v>
                </c:pt>
                <c:pt idx="159">
                  <c:v>58788.8724</c:v>
                </c:pt>
                <c:pt idx="160">
                  <c:v>60151.122000000003</c:v>
                </c:pt>
                <c:pt idx="161">
                  <c:v>55688.647900000004</c:v>
                </c:pt>
                <c:pt idx="162">
                  <c:v>52651.553599999999</c:v>
                </c:pt>
                <c:pt idx="163">
                  <c:v>56154.420100000003</c:v>
                </c:pt>
                <c:pt idx="164">
                  <c:v>62577.380400000002</c:v>
                </c:pt>
                <c:pt idx="165">
                  <c:v>62302.1276</c:v>
                </c:pt>
                <c:pt idx="166">
                  <c:v>63136.171499999997</c:v>
                </c:pt>
                <c:pt idx="167">
                  <c:v>52402.990299999998</c:v>
                </c:pt>
                <c:pt idx="168">
                  <c:v>60018.438999999998</c:v>
                </c:pt>
                <c:pt idx="169">
                  <c:v>56416.372799999997</c:v>
                </c:pt>
                <c:pt idx="170">
                  <c:v>52686.815300000002</c:v>
                </c:pt>
                <c:pt idx="171">
                  <c:v>62452.495799999997</c:v>
                </c:pt>
                <c:pt idx="172">
                  <c:v>61597.455800000003</c:v>
                </c:pt>
                <c:pt idx="173">
                  <c:v>62278.879099999998</c:v>
                </c:pt>
                <c:pt idx="174">
                  <c:v>61440.561099999999</c:v>
                </c:pt>
                <c:pt idx="175">
                  <c:v>60880.471899999997</c:v>
                </c:pt>
                <c:pt idx="176">
                  <c:v>62243.578600000001</c:v>
                </c:pt>
                <c:pt idx="177">
                  <c:v>58410.267200000002</c:v>
                </c:pt>
                <c:pt idx="178">
                  <c:v>68361.048699999999</c:v>
                </c:pt>
                <c:pt idx="179">
                  <c:v>68280.921499999997</c:v>
                </c:pt>
                <c:pt idx="180">
                  <c:v>66768.483200000002</c:v>
                </c:pt>
                <c:pt idx="181">
                  <c:v>67909.968500000003</c:v>
                </c:pt>
                <c:pt idx="182">
                  <c:v>68065.674299999999</c:v>
                </c:pt>
                <c:pt idx="183">
                  <c:v>63466.796999999999</c:v>
                </c:pt>
                <c:pt idx="184">
                  <c:v>58519.733999999997</c:v>
                </c:pt>
                <c:pt idx="185">
                  <c:v>68935.761400000003</c:v>
                </c:pt>
                <c:pt idx="186">
                  <c:v>68793.247399999993</c:v>
                </c:pt>
                <c:pt idx="187">
                  <c:v>68230.064799999993</c:v>
                </c:pt>
                <c:pt idx="188">
                  <c:v>57276.703500000003</c:v>
                </c:pt>
                <c:pt idx="189">
                  <c:v>63841.489399999999</c:v>
                </c:pt>
                <c:pt idx="190">
                  <c:v>60546.326699999998</c:v>
                </c:pt>
                <c:pt idx="191">
                  <c:v>57034.144999999997</c:v>
                </c:pt>
                <c:pt idx="192">
                  <c:v>67363.667799999996</c:v>
                </c:pt>
                <c:pt idx="193">
                  <c:v>68184.812099999996</c:v>
                </c:pt>
                <c:pt idx="194">
                  <c:v>70300.024399999995</c:v>
                </c:pt>
                <c:pt idx="195">
                  <c:v>71157.916100000002</c:v>
                </c:pt>
                <c:pt idx="196">
                  <c:v>67111.418699999995</c:v>
                </c:pt>
                <c:pt idx="197">
                  <c:v>55637.835800000001</c:v>
                </c:pt>
                <c:pt idx="198">
                  <c:v>58627.796600000001</c:v>
                </c:pt>
                <c:pt idx="199">
                  <c:v>68706.886299999998</c:v>
                </c:pt>
                <c:pt idx="200">
                  <c:v>67643.891199999998</c:v>
                </c:pt>
                <c:pt idx="201">
                  <c:v>68257.920599999998</c:v>
                </c:pt>
                <c:pt idx="202">
                  <c:v>67836.5386</c:v>
                </c:pt>
                <c:pt idx="203">
                  <c:v>67304.762300000002</c:v>
                </c:pt>
                <c:pt idx="204">
                  <c:v>62705.317499999997</c:v>
                </c:pt>
                <c:pt idx="205">
                  <c:v>57856.345099999999</c:v>
                </c:pt>
                <c:pt idx="206">
                  <c:v>68368.969400000002</c:v>
                </c:pt>
                <c:pt idx="207">
                  <c:v>68336.116299999994</c:v>
                </c:pt>
                <c:pt idx="208">
                  <c:v>69366.334600000002</c:v>
                </c:pt>
                <c:pt idx="209">
                  <c:v>60987.483999999997</c:v>
                </c:pt>
                <c:pt idx="210">
                  <c:v>67107.150899999993</c:v>
                </c:pt>
                <c:pt idx="211">
                  <c:v>62746.108200000002</c:v>
                </c:pt>
                <c:pt idx="212">
                  <c:v>59103.602500000001</c:v>
                </c:pt>
                <c:pt idx="213">
                  <c:v>69834.616800000003</c:v>
                </c:pt>
                <c:pt idx="214">
                  <c:v>69932.897400000002</c:v>
                </c:pt>
                <c:pt idx="215">
                  <c:v>69943.574800000002</c:v>
                </c:pt>
                <c:pt idx="216">
                  <c:v>68952.835200000001</c:v>
                </c:pt>
                <c:pt idx="217">
                  <c:v>72487.905499999993</c:v>
                </c:pt>
                <c:pt idx="218">
                  <c:v>66666.799499999994</c:v>
                </c:pt>
                <c:pt idx="219">
                  <c:v>62978.239200000004</c:v>
                </c:pt>
                <c:pt idx="220">
                  <c:v>73203.695300000007</c:v>
                </c:pt>
                <c:pt idx="221">
                  <c:v>72637.921600000001</c:v>
                </c:pt>
                <c:pt idx="222">
                  <c:v>73422.831699999995</c:v>
                </c:pt>
                <c:pt idx="223">
                  <c:v>72174.646500000003</c:v>
                </c:pt>
                <c:pt idx="224">
                  <c:v>71480.981799999994</c:v>
                </c:pt>
                <c:pt idx="225">
                  <c:v>66688.551099999997</c:v>
                </c:pt>
                <c:pt idx="226">
                  <c:v>57101.395600000003</c:v>
                </c:pt>
                <c:pt idx="227">
                  <c:v>72210.117299999998</c:v>
                </c:pt>
                <c:pt idx="228">
                  <c:v>72115.282699999996</c:v>
                </c:pt>
                <c:pt idx="229">
                  <c:v>60617.022100000002</c:v>
                </c:pt>
                <c:pt idx="230">
                  <c:v>73469.744200000001</c:v>
                </c:pt>
                <c:pt idx="231">
                  <c:v>72450.547399999996</c:v>
                </c:pt>
                <c:pt idx="232">
                  <c:v>66633.527799999996</c:v>
                </c:pt>
                <c:pt idx="233">
                  <c:v>62000.921300000002</c:v>
                </c:pt>
                <c:pt idx="234">
                  <c:v>73908.484500000006</c:v>
                </c:pt>
                <c:pt idx="235">
                  <c:v>74970.541100000002</c:v>
                </c:pt>
                <c:pt idx="236">
                  <c:v>74567.789999999994</c:v>
                </c:pt>
                <c:pt idx="237">
                  <c:v>72629.748500000002</c:v>
                </c:pt>
                <c:pt idx="238">
                  <c:v>72098.098700000002</c:v>
                </c:pt>
                <c:pt idx="239">
                  <c:v>67905.327900000004</c:v>
                </c:pt>
                <c:pt idx="240">
                  <c:v>62359.9274</c:v>
                </c:pt>
                <c:pt idx="241">
                  <c:v>72062.617700000003</c:v>
                </c:pt>
                <c:pt idx="242">
                  <c:v>71568.0579</c:v>
                </c:pt>
                <c:pt idx="243">
                  <c:v>71503.074399999998</c:v>
                </c:pt>
                <c:pt idx="244">
                  <c:v>68824.2978</c:v>
                </c:pt>
                <c:pt idx="245">
                  <c:v>69268.169500000004</c:v>
                </c:pt>
                <c:pt idx="246">
                  <c:v>63436.059099999999</c:v>
                </c:pt>
                <c:pt idx="247">
                  <c:v>59580.791899999997</c:v>
                </c:pt>
                <c:pt idx="248">
                  <c:v>70264.065199999997</c:v>
                </c:pt>
                <c:pt idx="249">
                  <c:v>70418.993300000002</c:v>
                </c:pt>
                <c:pt idx="250">
                  <c:v>71003.183999999994</c:v>
                </c:pt>
                <c:pt idx="251">
                  <c:v>71603.033299999996</c:v>
                </c:pt>
                <c:pt idx="252">
                  <c:v>73851.783299999996</c:v>
                </c:pt>
                <c:pt idx="253">
                  <c:v>69375.206000000006</c:v>
                </c:pt>
                <c:pt idx="254">
                  <c:v>65030.296000000002</c:v>
                </c:pt>
                <c:pt idx="255">
                  <c:v>60009.960500000001</c:v>
                </c:pt>
                <c:pt idx="256">
                  <c:v>75258.126799999998</c:v>
                </c:pt>
                <c:pt idx="257">
                  <c:v>74029.310899999997</c:v>
                </c:pt>
                <c:pt idx="258">
                  <c:v>73359.837799999994</c:v>
                </c:pt>
                <c:pt idx="259">
                  <c:v>72958.509300000005</c:v>
                </c:pt>
                <c:pt idx="260">
                  <c:v>67960.952099999995</c:v>
                </c:pt>
                <c:pt idx="261">
                  <c:v>62622.732400000001</c:v>
                </c:pt>
                <c:pt idx="262">
                  <c:v>74259.606400000004</c:v>
                </c:pt>
                <c:pt idx="263">
                  <c:v>75316.686300000001</c:v>
                </c:pt>
                <c:pt idx="264">
                  <c:v>74432.064400000003</c:v>
                </c:pt>
                <c:pt idx="265">
                  <c:v>74035.170100000003</c:v>
                </c:pt>
                <c:pt idx="266">
                  <c:v>74685.4179</c:v>
                </c:pt>
                <c:pt idx="267">
                  <c:v>69445.164399999994</c:v>
                </c:pt>
                <c:pt idx="268">
                  <c:v>68087.2016</c:v>
                </c:pt>
                <c:pt idx="269">
                  <c:v>79502.707200000004</c:v>
                </c:pt>
                <c:pt idx="270">
                  <c:v>79220.423500000004</c:v>
                </c:pt>
                <c:pt idx="271">
                  <c:v>74468.188899999994</c:v>
                </c:pt>
                <c:pt idx="272">
                  <c:v>76380.874599999996</c:v>
                </c:pt>
                <c:pt idx="273">
                  <c:v>75413.818299999999</c:v>
                </c:pt>
                <c:pt idx="274">
                  <c:v>68730.7981</c:v>
                </c:pt>
                <c:pt idx="275">
                  <c:v>64818.964800000002</c:v>
                </c:pt>
                <c:pt idx="276">
                  <c:v>76351.305699999997</c:v>
                </c:pt>
                <c:pt idx="277">
                  <c:v>75916.5677</c:v>
                </c:pt>
                <c:pt idx="278">
                  <c:v>72310.316399999996</c:v>
                </c:pt>
                <c:pt idx="279">
                  <c:v>76251.234200000006</c:v>
                </c:pt>
                <c:pt idx="280">
                  <c:v>75632.232499999998</c:v>
                </c:pt>
                <c:pt idx="281">
                  <c:v>69840.010899999994</c:v>
                </c:pt>
                <c:pt idx="282">
                  <c:v>65448.503299999997</c:v>
                </c:pt>
                <c:pt idx="283">
                  <c:v>76828.062699999995</c:v>
                </c:pt>
                <c:pt idx="284">
                  <c:v>77558.255000000005</c:v>
                </c:pt>
                <c:pt idx="285">
                  <c:v>68581.600300000006</c:v>
                </c:pt>
                <c:pt idx="286">
                  <c:v>75033.321500000005</c:v>
                </c:pt>
                <c:pt idx="287">
                  <c:v>67706.1443</c:v>
                </c:pt>
                <c:pt idx="288">
                  <c:v>67591.5576</c:v>
                </c:pt>
                <c:pt idx="289">
                  <c:v>64461.938800000004</c:v>
                </c:pt>
                <c:pt idx="290">
                  <c:v>75449.126799999998</c:v>
                </c:pt>
                <c:pt idx="291">
                  <c:v>75085.490099999995</c:v>
                </c:pt>
                <c:pt idx="292">
                  <c:v>75128.978700000007</c:v>
                </c:pt>
                <c:pt idx="293">
                  <c:v>76279.767800000001</c:v>
                </c:pt>
                <c:pt idx="294">
                  <c:v>78776.112399999998</c:v>
                </c:pt>
                <c:pt idx="295">
                  <c:v>71346.143800000005</c:v>
                </c:pt>
                <c:pt idx="296">
                  <c:v>62539.455999999998</c:v>
                </c:pt>
                <c:pt idx="297">
                  <c:v>54243.453000000001</c:v>
                </c:pt>
                <c:pt idx="298">
                  <c:v>53450.061800000003</c:v>
                </c:pt>
                <c:pt idx="299">
                  <c:v>54911.644999999997</c:v>
                </c:pt>
                <c:pt idx="300">
                  <c:v>58679.074800000002</c:v>
                </c:pt>
                <c:pt idx="301">
                  <c:v>61219.5458</c:v>
                </c:pt>
                <c:pt idx="302">
                  <c:v>60311.0268</c:v>
                </c:pt>
                <c:pt idx="303">
                  <c:v>59755.000999999997</c:v>
                </c:pt>
                <c:pt idx="304">
                  <c:v>70059.209400000007</c:v>
                </c:pt>
                <c:pt idx="305">
                  <c:v>71851.680600000007</c:v>
                </c:pt>
                <c:pt idx="306">
                  <c:v>73013.723700000002</c:v>
                </c:pt>
                <c:pt idx="307">
                  <c:v>72703.068700000003</c:v>
                </c:pt>
                <c:pt idx="308">
                  <c:v>73498.217600000004</c:v>
                </c:pt>
                <c:pt idx="309">
                  <c:v>77101.386199999994</c:v>
                </c:pt>
                <c:pt idx="310">
                  <c:v>71397.515499999994</c:v>
                </c:pt>
                <c:pt idx="311">
                  <c:v>82822.871499999994</c:v>
                </c:pt>
                <c:pt idx="312">
                  <c:v>82474.910499999998</c:v>
                </c:pt>
                <c:pt idx="313">
                  <c:v>82244.7929</c:v>
                </c:pt>
                <c:pt idx="314">
                  <c:v>84389.771800000002</c:v>
                </c:pt>
                <c:pt idx="315">
                  <c:v>66247.162500000006</c:v>
                </c:pt>
                <c:pt idx="316">
                  <c:v>72406.848100000003</c:v>
                </c:pt>
                <c:pt idx="317">
                  <c:v>69481.646800000002</c:v>
                </c:pt>
                <c:pt idx="318">
                  <c:v>81392.292100000006</c:v>
                </c:pt>
                <c:pt idx="319">
                  <c:v>82380.998200000002</c:v>
                </c:pt>
                <c:pt idx="320">
                  <c:v>80418.779500000004</c:v>
                </c:pt>
                <c:pt idx="321">
                  <c:v>80338.600900000005</c:v>
                </c:pt>
                <c:pt idx="322">
                  <c:v>78390.6967</c:v>
                </c:pt>
                <c:pt idx="323">
                  <c:v>75189.572100000005</c:v>
                </c:pt>
                <c:pt idx="324">
                  <c:v>70726.214000000007</c:v>
                </c:pt>
                <c:pt idx="325">
                  <c:v>80843.254100000006</c:v>
                </c:pt>
                <c:pt idx="326">
                  <c:v>80510.815199999997</c:v>
                </c:pt>
                <c:pt idx="327">
                  <c:v>80740.578899999993</c:v>
                </c:pt>
                <c:pt idx="328">
                  <c:v>77637.605100000001</c:v>
                </c:pt>
                <c:pt idx="329">
                  <c:v>78238.935400000002</c:v>
                </c:pt>
                <c:pt idx="330">
                  <c:v>72832.698300000004</c:v>
                </c:pt>
                <c:pt idx="331">
                  <c:v>68631.353099999993</c:v>
                </c:pt>
                <c:pt idx="332">
                  <c:v>80799.8272</c:v>
                </c:pt>
                <c:pt idx="333">
                  <c:v>80468.167300000001</c:v>
                </c:pt>
                <c:pt idx="334">
                  <c:v>80866.968900000007</c:v>
                </c:pt>
                <c:pt idx="335">
                  <c:v>80232.954400000002</c:v>
                </c:pt>
                <c:pt idx="336">
                  <c:v>81155.454700000002</c:v>
                </c:pt>
                <c:pt idx="337">
                  <c:v>74876.371899999998</c:v>
                </c:pt>
                <c:pt idx="338">
                  <c:v>70504.223800000007</c:v>
                </c:pt>
                <c:pt idx="339">
                  <c:v>83100.626199999999</c:v>
                </c:pt>
                <c:pt idx="340">
                  <c:v>83000.594800000006</c:v>
                </c:pt>
                <c:pt idx="341">
                  <c:v>82433.058699999994</c:v>
                </c:pt>
                <c:pt idx="342">
                  <c:v>75101.836299999995</c:v>
                </c:pt>
                <c:pt idx="343">
                  <c:v>83156.025399999999</c:v>
                </c:pt>
                <c:pt idx="344">
                  <c:v>68300.281199999998</c:v>
                </c:pt>
                <c:pt idx="345">
                  <c:v>73014.289799999999</c:v>
                </c:pt>
                <c:pt idx="346">
                  <c:v>88398.833199999994</c:v>
                </c:pt>
                <c:pt idx="347">
                  <c:v>89211.813200000004</c:v>
                </c:pt>
                <c:pt idx="348">
                  <c:v>87427.322400000005</c:v>
                </c:pt>
                <c:pt idx="349">
                  <c:v>85570.129100000006</c:v>
                </c:pt>
                <c:pt idx="350">
                  <c:v>84011.059500000003</c:v>
                </c:pt>
                <c:pt idx="351">
                  <c:v>78487.421100000007</c:v>
                </c:pt>
                <c:pt idx="352">
                  <c:v>72424.213499999998</c:v>
                </c:pt>
                <c:pt idx="353">
                  <c:v>84689.209700000007</c:v>
                </c:pt>
                <c:pt idx="354">
                  <c:v>85503.198900000003</c:v>
                </c:pt>
                <c:pt idx="355">
                  <c:v>87659.615000000005</c:v>
                </c:pt>
                <c:pt idx="356">
                  <c:v>87892.160600000003</c:v>
                </c:pt>
                <c:pt idx="357">
                  <c:v>85160.395900000003</c:v>
                </c:pt>
                <c:pt idx="358">
                  <c:v>78768.291500000007</c:v>
                </c:pt>
                <c:pt idx="359">
                  <c:v>74267.360799999995</c:v>
                </c:pt>
                <c:pt idx="360">
                  <c:v>87837.7739</c:v>
                </c:pt>
                <c:pt idx="361">
                  <c:v>80022.891799999998</c:v>
                </c:pt>
                <c:pt idx="362">
                  <c:v>79136.862500000003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0AF-4487-833B-F4845D5D42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54771727"/>
        <c:axId val="1154769807"/>
      </c:lineChart>
      <c:dateAx>
        <c:axId val="1154774127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4783247"/>
        <c:crosses val="autoZero"/>
        <c:auto val="1"/>
        <c:lblOffset val="100"/>
        <c:baseTimeUnit val="days"/>
      </c:dateAx>
      <c:valAx>
        <c:axId val="1154783247"/>
        <c:scaling>
          <c:orientation val="minMax"/>
          <c:max val="5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District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4774127"/>
        <c:crosses val="autoZero"/>
        <c:crossBetween val="between"/>
        <c:majorUnit val="500"/>
      </c:valAx>
      <c:valAx>
        <c:axId val="1154769807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Total Network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4771727"/>
        <c:crosses val="max"/>
        <c:crossBetween val="between"/>
      </c:valAx>
      <c:dateAx>
        <c:axId val="1154771727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154769807"/>
        <c:crosses val="autoZero"/>
        <c:auto val="1"/>
        <c:lblOffset val="100"/>
        <c:baseTimeUnit val="days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2G +3G VOICE TRAFFIC (Erl)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2"/>
          <c:order val="2"/>
          <c:tx>
            <c:strRef>
              <c:f>G!$D$1</c:f>
              <c:strCache>
                <c:ptCount val="1"/>
                <c:pt idx="0">
                  <c:v>KEG</c:v>
                </c:pt>
              </c:strCache>
            </c:strRef>
          </c:tx>
          <c:spPr>
            <a:ln w="28575" cap="rnd">
              <a:solidFill>
                <a:schemeClr val="accent6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G!$A$2:$A$364</c:f>
              <c:numCache>
                <c:formatCode>m/d/yyyy</c:formatCode>
                <c:ptCount val="363"/>
                <c:pt idx="0">
                  <c:v>45828</c:v>
                </c:pt>
                <c:pt idx="1">
                  <c:v>45829</c:v>
                </c:pt>
                <c:pt idx="2">
                  <c:v>45830</c:v>
                </c:pt>
                <c:pt idx="3">
                  <c:v>45831</c:v>
                </c:pt>
                <c:pt idx="4">
                  <c:v>45832</c:v>
                </c:pt>
                <c:pt idx="5">
                  <c:v>45833</c:v>
                </c:pt>
                <c:pt idx="6">
                  <c:v>45834</c:v>
                </c:pt>
                <c:pt idx="7">
                  <c:v>45835</c:v>
                </c:pt>
                <c:pt idx="8">
                  <c:v>45836</c:v>
                </c:pt>
                <c:pt idx="9">
                  <c:v>45837</c:v>
                </c:pt>
                <c:pt idx="10">
                  <c:v>45838</c:v>
                </c:pt>
                <c:pt idx="11">
                  <c:v>45839</c:v>
                </c:pt>
                <c:pt idx="12">
                  <c:v>45840</c:v>
                </c:pt>
                <c:pt idx="13">
                  <c:v>45841</c:v>
                </c:pt>
                <c:pt idx="14">
                  <c:v>45842</c:v>
                </c:pt>
                <c:pt idx="15">
                  <c:v>45843</c:v>
                </c:pt>
                <c:pt idx="16">
                  <c:v>45844</c:v>
                </c:pt>
                <c:pt idx="17">
                  <c:v>45845</c:v>
                </c:pt>
                <c:pt idx="18">
                  <c:v>45846</c:v>
                </c:pt>
                <c:pt idx="19">
                  <c:v>45847</c:v>
                </c:pt>
                <c:pt idx="20">
                  <c:v>45848</c:v>
                </c:pt>
                <c:pt idx="21">
                  <c:v>45849</c:v>
                </c:pt>
                <c:pt idx="22">
                  <c:v>45850</c:v>
                </c:pt>
                <c:pt idx="23">
                  <c:v>45851</c:v>
                </c:pt>
                <c:pt idx="24">
                  <c:v>45852</c:v>
                </c:pt>
                <c:pt idx="25">
                  <c:v>45853</c:v>
                </c:pt>
                <c:pt idx="26">
                  <c:v>45854</c:v>
                </c:pt>
                <c:pt idx="27">
                  <c:v>45855</c:v>
                </c:pt>
                <c:pt idx="28">
                  <c:v>45856</c:v>
                </c:pt>
                <c:pt idx="29">
                  <c:v>45857</c:v>
                </c:pt>
                <c:pt idx="30">
                  <c:v>45858</c:v>
                </c:pt>
                <c:pt idx="31">
                  <c:v>45859</c:v>
                </c:pt>
                <c:pt idx="32">
                  <c:v>45860</c:v>
                </c:pt>
                <c:pt idx="33">
                  <c:v>45861</c:v>
                </c:pt>
                <c:pt idx="34">
                  <c:v>45862</c:v>
                </c:pt>
                <c:pt idx="35">
                  <c:v>45863</c:v>
                </c:pt>
                <c:pt idx="36">
                  <c:v>45864</c:v>
                </c:pt>
                <c:pt idx="37">
                  <c:v>45865</c:v>
                </c:pt>
                <c:pt idx="38">
                  <c:v>45866</c:v>
                </c:pt>
                <c:pt idx="39">
                  <c:v>45867</c:v>
                </c:pt>
                <c:pt idx="40">
                  <c:v>45868</c:v>
                </c:pt>
                <c:pt idx="41">
                  <c:v>45869</c:v>
                </c:pt>
                <c:pt idx="42">
                  <c:v>45870</c:v>
                </c:pt>
                <c:pt idx="43">
                  <c:v>45871</c:v>
                </c:pt>
                <c:pt idx="44">
                  <c:v>45872</c:v>
                </c:pt>
                <c:pt idx="45">
                  <c:v>45873</c:v>
                </c:pt>
                <c:pt idx="46">
                  <c:v>45874</c:v>
                </c:pt>
                <c:pt idx="47">
                  <c:v>45875</c:v>
                </c:pt>
                <c:pt idx="48">
                  <c:v>45876</c:v>
                </c:pt>
                <c:pt idx="49">
                  <c:v>45877</c:v>
                </c:pt>
                <c:pt idx="50">
                  <c:v>45878</c:v>
                </c:pt>
                <c:pt idx="51">
                  <c:v>45879</c:v>
                </c:pt>
                <c:pt idx="52">
                  <c:v>45880</c:v>
                </c:pt>
                <c:pt idx="53">
                  <c:v>45881</c:v>
                </c:pt>
                <c:pt idx="54">
                  <c:v>45882</c:v>
                </c:pt>
                <c:pt idx="55">
                  <c:v>45883</c:v>
                </c:pt>
                <c:pt idx="56">
                  <c:v>45884</c:v>
                </c:pt>
                <c:pt idx="57">
                  <c:v>45885</c:v>
                </c:pt>
                <c:pt idx="58">
                  <c:v>45886</c:v>
                </c:pt>
                <c:pt idx="59">
                  <c:v>45887</c:v>
                </c:pt>
                <c:pt idx="60">
                  <c:v>45888</c:v>
                </c:pt>
                <c:pt idx="61">
                  <c:v>45889</c:v>
                </c:pt>
                <c:pt idx="62">
                  <c:v>45890</c:v>
                </c:pt>
                <c:pt idx="63">
                  <c:v>45891</c:v>
                </c:pt>
                <c:pt idx="64">
                  <c:v>45892</c:v>
                </c:pt>
                <c:pt idx="65">
                  <c:v>45893</c:v>
                </c:pt>
                <c:pt idx="66">
                  <c:v>45894</c:v>
                </c:pt>
                <c:pt idx="67">
                  <c:v>45895</c:v>
                </c:pt>
                <c:pt idx="68">
                  <c:v>45896</c:v>
                </c:pt>
                <c:pt idx="69">
                  <c:v>45897</c:v>
                </c:pt>
                <c:pt idx="70">
                  <c:v>45898</c:v>
                </c:pt>
                <c:pt idx="71">
                  <c:v>45899</c:v>
                </c:pt>
                <c:pt idx="72">
                  <c:v>45900</c:v>
                </c:pt>
                <c:pt idx="73">
                  <c:v>45901</c:v>
                </c:pt>
                <c:pt idx="74">
                  <c:v>45902</c:v>
                </c:pt>
                <c:pt idx="75">
                  <c:v>45903</c:v>
                </c:pt>
                <c:pt idx="76">
                  <c:v>45904</c:v>
                </c:pt>
                <c:pt idx="77">
                  <c:v>45905</c:v>
                </c:pt>
                <c:pt idx="78">
                  <c:v>45906</c:v>
                </c:pt>
                <c:pt idx="79">
                  <c:v>45907</c:v>
                </c:pt>
                <c:pt idx="80">
                  <c:v>45908</c:v>
                </c:pt>
                <c:pt idx="81">
                  <c:v>45909</c:v>
                </c:pt>
                <c:pt idx="82">
                  <c:v>45910</c:v>
                </c:pt>
                <c:pt idx="83">
                  <c:v>45911</c:v>
                </c:pt>
                <c:pt idx="84">
                  <c:v>45912</c:v>
                </c:pt>
                <c:pt idx="85">
                  <c:v>45913</c:v>
                </c:pt>
                <c:pt idx="86">
                  <c:v>45914</c:v>
                </c:pt>
                <c:pt idx="87">
                  <c:v>45915</c:v>
                </c:pt>
                <c:pt idx="88">
                  <c:v>45916</c:v>
                </c:pt>
                <c:pt idx="89">
                  <c:v>45917</c:v>
                </c:pt>
                <c:pt idx="90">
                  <c:v>45918</c:v>
                </c:pt>
                <c:pt idx="91">
                  <c:v>45919</c:v>
                </c:pt>
                <c:pt idx="92">
                  <c:v>45920</c:v>
                </c:pt>
                <c:pt idx="93">
                  <c:v>45921</c:v>
                </c:pt>
                <c:pt idx="94">
                  <c:v>45922</c:v>
                </c:pt>
                <c:pt idx="95">
                  <c:v>45923</c:v>
                </c:pt>
                <c:pt idx="96">
                  <c:v>45924</c:v>
                </c:pt>
                <c:pt idx="97">
                  <c:v>45925</c:v>
                </c:pt>
                <c:pt idx="98">
                  <c:v>45926</c:v>
                </c:pt>
                <c:pt idx="99">
                  <c:v>45927</c:v>
                </c:pt>
                <c:pt idx="100">
                  <c:v>45928</c:v>
                </c:pt>
                <c:pt idx="101">
                  <c:v>45929</c:v>
                </c:pt>
                <c:pt idx="102">
                  <c:v>45930</c:v>
                </c:pt>
                <c:pt idx="103">
                  <c:v>45931</c:v>
                </c:pt>
                <c:pt idx="104">
                  <c:v>45932</c:v>
                </c:pt>
                <c:pt idx="105">
                  <c:v>45933</c:v>
                </c:pt>
                <c:pt idx="106">
                  <c:v>45934</c:v>
                </c:pt>
                <c:pt idx="107">
                  <c:v>45935</c:v>
                </c:pt>
                <c:pt idx="108">
                  <c:v>45936</c:v>
                </c:pt>
                <c:pt idx="109">
                  <c:v>45937</c:v>
                </c:pt>
                <c:pt idx="110">
                  <c:v>45938</c:v>
                </c:pt>
                <c:pt idx="111">
                  <c:v>45939</c:v>
                </c:pt>
                <c:pt idx="112">
                  <c:v>45940</c:v>
                </c:pt>
                <c:pt idx="113">
                  <c:v>45941</c:v>
                </c:pt>
                <c:pt idx="114">
                  <c:v>45942</c:v>
                </c:pt>
                <c:pt idx="115">
                  <c:v>45943</c:v>
                </c:pt>
                <c:pt idx="116">
                  <c:v>45944</c:v>
                </c:pt>
                <c:pt idx="117">
                  <c:v>45945</c:v>
                </c:pt>
                <c:pt idx="118">
                  <c:v>45946</c:v>
                </c:pt>
                <c:pt idx="119">
                  <c:v>45947</c:v>
                </c:pt>
                <c:pt idx="120">
                  <c:v>45948</c:v>
                </c:pt>
                <c:pt idx="121">
                  <c:v>45949</c:v>
                </c:pt>
                <c:pt idx="122">
                  <c:v>45950</c:v>
                </c:pt>
                <c:pt idx="123">
                  <c:v>45951</c:v>
                </c:pt>
                <c:pt idx="124">
                  <c:v>45952</c:v>
                </c:pt>
                <c:pt idx="125">
                  <c:v>45953</c:v>
                </c:pt>
                <c:pt idx="126">
                  <c:v>45954</c:v>
                </c:pt>
                <c:pt idx="127">
                  <c:v>45955</c:v>
                </c:pt>
                <c:pt idx="128">
                  <c:v>45956</c:v>
                </c:pt>
                <c:pt idx="129">
                  <c:v>45957</c:v>
                </c:pt>
                <c:pt idx="130">
                  <c:v>45958</c:v>
                </c:pt>
                <c:pt idx="131">
                  <c:v>45959</c:v>
                </c:pt>
                <c:pt idx="132">
                  <c:v>45960</c:v>
                </c:pt>
                <c:pt idx="133">
                  <c:v>45961</c:v>
                </c:pt>
                <c:pt idx="134">
                  <c:v>45962</c:v>
                </c:pt>
                <c:pt idx="135">
                  <c:v>45963</c:v>
                </c:pt>
                <c:pt idx="136">
                  <c:v>45964</c:v>
                </c:pt>
                <c:pt idx="137">
                  <c:v>45965</c:v>
                </c:pt>
                <c:pt idx="138">
                  <c:v>45966</c:v>
                </c:pt>
                <c:pt idx="139">
                  <c:v>45967</c:v>
                </c:pt>
                <c:pt idx="140">
                  <c:v>45968</c:v>
                </c:pt>
                <c:pt idx="141">
                  <c:v>45969</c:v>
                </c:pt>
                <c:pt idx="142">
                  <c:v>45970</c:v>
                </c:pt>
                <c:pt idx="143">
                  <c:v>45971</c:v>
                </c:pt>
                <c:pt idx="144">
                  <c:v>45972</c:v>
                </c:pt>
                <c:pt idx="145">
                  <c:v>45973</c:v>
                </c:pt>
                <c:pt idx="146">
                  <c:v>45974</c:v>
                </c:pt>
                <c:pt idx="147">
                  <c:v>45975</c:v>
                </c:pt>
                <c:pt idx="148">
                  <c:v>45976</c:v>
                </c:pt>
                <c:pt idx="149">
                  <c:v>45977</c:v>
                </c:pt>
                <c:pt idx="150">
                  <c:v>45978</c:v>
                </c:pt>
                <c:pt idx="151">
                  <c:v>45979</c:v>
                </c:pt>
                <c:pt idx="152">
                  <c:v>45980</c:v>
                </c:pt>
                <c:pt idx="153">
                  <c:v>45981</c:v>
                </c:pt>
                <c:pt idx="154">
                  <c:v>45982</c:v>
                </c:pt>
                <c:pt idx="155">
                  <c:v>45983</c:v>
                </c:pt>
                <c:pt idx="156">
                  <c:v>45984</c:v>
                </c:pt>
                <c:pt idx="157">
                  <c:v>45985</c:v>
                </c:pt>
                <c:pt idx="158">
                  <c:v>45986</c:v>
                </c:pt>
                <c:pt idx="159">
                  <c:v>45987</c:v>
                </c:pt>
                <c:pt idx="160">
                  <c:v>45988</c:v>
                </c:pt>
                <c:pt idx="161">
                  <c:v>45989</c:v>
                </c:pt>
                <c:pt idx="162">
                  <c:v>45990</c:v>
                </c:pt>
                <c:pt idx="163">
                  <c:v>45991</c:v>
                </c:pt>
                <c:pt idx="164">
                  <c:v>45992</c:v>
                </c:pt>
                <c:pt idx="165">
                  <c:v>45993</c:v>
                </c:pt>
                <c:pt idx="166">
                  <c:v>45994</c:v>
                </c:pt>
                <c:pt idx="167">
                  <c:v>45995</c:v>
                </c:pt>
                <c:pt idx="168">
                  <c:v>45996</c:v>
                </c:pt>
                <c:pt idx="169">
                  <c:v>45997</c:v>
                </c:pt>
                <c:pt idx="170">
                  <c:v>45998</c:v>
                </c:pt>
                <c:pt idx="171">
                  <c:v>45999</c:v>
                </c:pt>
                <c:pt idx="172">
                  <c:v>46000</c:v>
                </c:pt>
                <c:pt idx="173">
                  <c:v>46001</c:v>
                </c:pt>
                <c:pt idx="174">
                  <c:v>46002</c:v>
                </c:pt>
                <c:pt idx="175">
                  <c:v>46003</c:v>
                </c:pt>
                <c:pt idx="176">
                  <c:v>46004</c:v>
                </c:pt>
                <c:pt idx="177">
                  <c:v>46005</c:v>
                </c:pt>
                <c:pt idx="178">
                  <c:v>46006</c:v>
                </c:pt>
                <c:pt idx="179">
                  <c:v>46007</c:v>
                </c:pt>
                <c:pt idx="180">
                  <c:v>46008</c:v>
                </c:pt>
                <c:pt idx="181">
                  <c:v>46009</c:v>
                </c:pt>
                <c:pt idx="182">
                  <c:v>46010</c:v>
                </c:pt>
                <c:pt idx="183">
                  <c:v>46011</c:v>
                </c:pt>
                <c:pt idx="184">
                  <c:v>46012</c:v>
                </c:pt>
                <c:pt idx="185">
                  <c:v>46013</c:v>
                </c:pt>
                <c:pt idx="186">
                  <c:v>46014</c:v>
                </c:pt>
                <c:pt idx="187">
                  <c:v>46015</c:v>
                </c:pt>
                <c:pt idx="188">
                  <c:v>46016</c:v>
                </c:pt>
                <c:pt idx="189">
                  <c:v>46017</c:v>
                </c:pt>
                <c:pt idx="190">
                  <c:v>46018</c:v>
                </c:pt>
                <c:pt idx="191">
                  <c:v>46019</c:v>
                </c:pt>
                <c:pt idx="192">
                  <c:v>46020</c:v>
                </c:pt>
                <c:pt idx="193">
                  <c:v>46021</c:v>
                </c:pt>
                <c:pt idx="194">
                  <c:v>46022</c:v>
                </c:pt>
                <c:pt idx="195">
                  <c:v>46023</c:v>
                </c:pt>
                <c:pt idx="196">
                  <c:v>46024</c:v>
                </c:pt>
                <c:pt idx="197">
                  <c:v>46025</c:v>
                </c:pt>
                <c:pt idx="198">
                  <c:v>46026</c:v>
                </c:pt>
                <c:pt idx="199">
                  <c:v>46027</c:v>
                </c:pt>
                <c:pt idx="200">
                  <c:v>46028</c:v>
                </c:pt>
                <c:pt idx="201">
                  <c:v>46029</c:v>
                </c:pt>
                <c:pt idx="202">
                  <c:v>46030</c:v>
                </c:pt>
                <c:pt idx="203">
                  <c:v>46031</c:v>
                </c:pt>
                <c:pt idx="204">
                  <c:v>46032</c:v>
                </c:pt>
                <c:pt idx="205">
                  <c:v>46033</c:v>
                </c:pt>
                <c:pt idx="206">
                  <c:v>46034</c:v>
                </c:pt>
                <c:pt idx="207">
                  <c:v>46035</c:v>
                </c:pt>
                <c:pt idx="208">
                  <c:v>46036</c:v>
                </c:pt>
                <c:pt idx="209">
                  <c:v>46037</c:v>
                </c:pt>
                <c:pt idx="210">
                  <c:v>46038</c:v>
                </c:pt>
                <c:pt idx="211">
                  <c:v>46039</c:v>
                </c:pt>
                <c:pt idx="212">
                  <c:v>46040</c:v>
                </c:pt>
                <c:pt idx="213">
                  <c:v>46041</c:v>
                </c:pt>
                <c:pt idx="214">
                  <c:v>46042</c:v>
                </c:pt>
                <c:pt idx="215">
                  <c:v>46043</c:v>
                </c:pt>
                <c:pt idx="216">
                  <c:v>46044</c:v>
                </c:pt>
                <c:pt idx="217">
                  <c:v>46045</c:v>
                </c:pt>
                <c:pt idx="218">
                  <c:v>46046</c:v>
                </c:pt>
                <c:pt idx="219">
                  <c:v>46047</c:v>
                </c:pt>
                <c:pt idx="220">
                  <c:v>46048</c:v>
                </c:pt>
                <c:pt idx="221">
                  <c:v>46049</c:v>
                </c:pt>
                <c:pt idx="222">
                  <c:v>46050</c:v>
                </c:pt>
                <c:pt idx="223">
                  <c:v>46051</c:v>
                </c:pt>
                <c:pt idx="224">
                  <c:v>46052</c:v>
                </c:pt>
                <c:pt idx="225">
                  <c:v>46053</c:v>
                </c:pt>
                <c:pt idx="226">
                  <c:v>46054</c:v>
                </c:pt>
                <c:pt idx="227">
                  <c:v>46055</c:v>
                </c:pt>
                <c:pt idx="228">
                  <c:v>46056</c:v>
                </c:pt>
                <c:pt idx="229">
                  <c:v>46057</c:v>
                </c:pt>
                <c:pt idx="230">
                  <c:v>46058</c:v>
                </c:pt>
                <c:pt idx="231">
                  <c:v>46059</c:v>
                </c:pt>
                <c:pt idx="232">
                  <c:v>46060</c:v>
                </c:pt>
                <c:pt idx="233">
                  <c:v>46061</c:v>
                </c:pt>
                <c:pt idx="234">
                  <c:v>46062</c:v>
                </c:pt>
                <c:pt idx="235">
                  <c:v>46063</c:v>
                </c:pt>
                <c:pt idx="236">
                  <c:v>46064</c:v>
                </c:pt>
                <c:pt idx="237">
                  <c:v>46065</c:v>
                </c:pt>
                <c:pt idx="238">
                  <c:v>46066</c:v>
                </c:pt>
                <c:pt idx="239">
                  <c:v>46067</c:v>
                </c:pt>
                <c:pt idx="240">
                  <c:v>46068</c:v>
                </c:pt>
                <c:pt idx="241">
                  <c:v>46069</c:v>
                </c:pt>
                <c:pt idx="242">
                  <c:v>46070</c:v>
                </c:pt>
                <c:pt idx="243">
                  <c:v>46071</c:v>
                </c:pt>
                <c:pt idx="244">
                  <c:v>46072</c:v>
                </c:pt>
                <c:pt idx="245">
                  <c:v>46073</c:v>
                </c:pt>
                <c:pt idx="246">
                  <c:v>46074</c:v>
                </c:pt>
                <c:pt idx="247">
                  <c:v>46075</c:v>
                </c:pt>
                <c:pt idx="248">
                  <c:v>46076</c:v>
                </c:pt>
                <c:pt idx="249">
                  <c:v>46077</c:v>
                </c:pt>
                <c:pt idx="250">
                  <c:v>46078</c:v>
                </c:pt>
                <c:pt idx="251">
                  <c:v>46079</c:v>
                </c:pt>
                <c:pt idx="252">
                  <c:v>46080</c:v>
                </c:pt>
                <c:pt idx="253">
                  <c:v>46081</c:v>
                </c:pt>
                <c:pt idx="254">
                  <c:v>46082</c:v>
                </c:pt>
                <c:pt idx="255">
                  <c:v>46083</c:v>
                </c:pt>
                <c:pt idx="256">
                  <c:v>46084</c:v>
                </c:pt>
                <c:pt idx="257">
                  <c:v>46085</c:v>
                </c:pt>
                <c:pt idx="258">
                  <c:v>46086</c:v>
                </c:pt>
                <c:pt idx="259">
                  <c:v>46087</c:v>
                </c:pt>
                <c:pt idx="260">
                  <c:v>46088</c:v>
                </c:pt>
                <c:pt idx="261">
                  <c:v>46089</c:v>
                </c:pt>
                <c:pt idx="262">
                  <c:v>46090</c:v>
                </c:pt>
                <c:pt idx="263">
                  <c:v>46091</c:v>
                </c:pt>
                <c:pt idx="264">
                  <c:v>46092</c:v>
                </c:pt>
                <c:pt idx="265">
                  <c:v>46093</c:v>
                </c:pt>
                <c:pt idx="266">
                  <c:v>46094</c:v>
                </c:pt>
                <c:pt idx="267">
                  <c:v>46095</c:v>
                </c:pt>
                <c:pt idx="268">
                  <c:v>46096</c:v>
                </c:pt>
                <c:pt idx="269">
                  <c:v>46097</c:v>
                </c:pt>
                <c:pt idx="270">
                  <c:v>46098</c:v>
                </c:pt>
                <c:pt idx="271">
                  <c:v>46099</c:v>
                </c:pt>
                <c:pt idx="272">
                  <c:v>46100</c:v>
                </c:pt>
                <c:pt idx="273">
                  <c:v>46101</c:v>
                </c:pt>
                <c:pt idx="274">
                  <c:v>46102</c:v>
                </c:pt>
                <c:pt idx="275">
                  <c:v>46103</c:v>
                </c:pt>
                <c:pt idx="276">
                  <c:v>46104</c:v>
                </c:pt>
                <c:pt idx="277">
                  <c:v>46105</c:v>
                </c:pt>
                <c:pt idx="278">
                  <c:v>46106</c:v>
                </c:pt>
                <c:pt idx="279">
                  <c:v>46107</c:v>
                </c:pt>
                <c:pt idx="280">
                  <c:v>46108</c:v>
                </c:pt>
                <c:pt idx="281">
                  <c:v>46109</c:v>
                </c:pt>
                <c:pt idx="282">
                  <c:v>46110</c:v>
                </c:pt>
                <c:pt idx="283">
                  <c:v>46111</c:v>
                </c:pt>
                <c:pt idx="284">
                  <c:v>46112</c:v>
                </c:pt>
                <c:pt idx="285">
                  <c:v>46113</c:v>
                </c:pt>
                <c:pt idx="286">
                  <c:v>46114</c:v>
                </c:pt>
                <c:pt idx="287">
                  <c:v>46115</c:v>
                </c:pt>
                <c:pt idx="288">
                  <c:v>46116</c:v>
                </c:pt>
                <c:pt idx="289">
                  <c:v>46117</c:v>
                </c:pt>
                <c:pt idx="290">
                  <c:v>46118</c:v>
                </c:pt>
                <c:pt idx="291">
                  <c:v>46119</c:v>
                </c:pt>
                <c:pt idx="292">
                  <c:v>46120</c:v>
                </c:pt>
                <c:pt idx="293">
                  <c:v>46121</c:v>
                </c:pt>
                <c:pt idx="294">
                  <c:v>46122</c:v>
                </c:pt>
                <c:pt idx="295">
                  <c:v>46123</c:v>
                </c:pt>
                <c:pt idx="296">
                  <c:v>46124</c:v>
                </c:pt>
                <c:pt idx="297">
                  <c:v>46125</c:v>
                </c:pt>
                <c:pt idx="298">
                  <c:v>46126</c:v>
                </c:pt>
                <c:pt idx="299">
                  <c:v>46127</c:v>
                </c:pt>
                <c:pt idx="300">
                  <c:v>46128</c:v>
                </c:pt>
                <c:pt idx="301">
                  <c:v>46129</c:v>
                </c:pt>
                <c:pt idx="302">
                  <c:v>46130</c:v>
                </c:pt>
                <c:pt idx="303">
                  <c:v>46131</c:v>
                </c:pt>
                <c:pt idx="304">
                  <c:v>46132</c:v>
                </c:pt>
                <c:pt idx="305">
                  <c:v>46133</c:v>
                </c:pt>
                <c:pt idx="306">
                  <c:v>46134</c:v>
                </c:pt>
                <c:pt idx="307">
                  <c:v>46135</c:v>
                </c:pt>
                <c:pt idx="308">
                  <c:v>46136</c:v>
                </c:pt>
                <c:pt idx="309">
                  <c:v>46137</c:v>
                </c:pt>
                <c:pt idx="310">
                  <c:v>46138</c:v>
                </c:pt>
                <c:pt idx="311">
                  <c:v>46139</c:v>
                </c:pt>
                <c:pt idx="312">
                  <c:v>46140</c:v>
                </c:pt>
                <c:pt idx="313">
                  <c:v>46141</c:v>
                </c:pt>
                <c:pt idx="314">
                  <c:v>46142</c:v>
                </c:pt>
                <c:pt idx="315">
                  <c:v>46143</c:v>
                </c:pt>
                <c:pt idx="316">
                  <c:v>46144</c:v>
                </c:pt>
                <c:pt idx="317">
                  <c:v>46145</c:v>
                </c:pt>
                <c:pt idx="318">
                  <c:v>46146</c:v>
                </c:pt>
                <c:pt idx="319">
                  <c:v>46147</c:v>
                </c:pt>
                <c:pt idx="320">
                  <c:v>46148</c:v>
                </c:pt>
                <c:pt idx="321">
                  <c:v>46149</c:v>
                </c:pt>
                <c:pt idx="322">
                  <c:v>46150</c:v>
                </c:pt>
                <c:pt idx="323">
                  <c:v>46151</c:v>
                </c:pt>
                <c:pt idx="324">
                  <c:v>46152</c:v>
                </c:pt>
                <c:pt idx="325">
                  <c:v>46153</c:v>
                </c:pt>
                <c:pt idx="326">
                  <c:v>46154</c:v>
                </c:pt>
                <c:pt idx="327">
                  <c:v>46155</c:v>
                </c:pt>
                <c:pt idx="328">
                  <c:v>46156</c:v>
                </c:pt>
                <c:pt idx="329">
                  <c:v>46157</c:v>
                </c:pt>
                <c:pt idx="330">
                  <c:v>46158</c:v>
                </c:pt>
                <c:pt idx="331">
                  <c:v>46159</c:v>
                </c:pt>
                <c:pt idx="332">
                  <c:v>46160</c:v>
                </c:pt>
                <c:pt idx="333">
                  <c:v>46161</c:v>
                </c:pt>
                <c:pt idx="334">
                  <c:v>46162</c:v>
                </c:pt>
                <c:pt idx="335">
                  <c:v>46163</c:v>
                </c:pt>
                <c:pt idx="336">
                  <c:v>46164</c:v>
                </c:pt>
                <c:pt idx="337">
                  <c:v>46165</c:v>
                </c:pt>
                <c:pt idx="338">
                  <c:v>46166</c:v>
                </c:pt>
                <c:pt idx="339">
                  <c:v>46167</c:v>
                </c:pt>
                <c:pt idx="340">
                  <c:v>46168</c:v>
                </c:pt>
                <c:pt idx="341">
                  <c:v>46169</c:v>
                </c:pt>
                <c:pt idx="342">
                  <c:v>46170</c:v>
                </c:pt>
                <c:pt idx="343">
                  <c:v>46171</c:v>
                </c:pt>
                <c:pt idx="344">
                  <c:v>46172</c:v>
                </c:pt>
                <c:pt idx="345">
                  <c:v>46173</c:v>
                </c:pt>
                <c:pt idx="346">
                  <c:v>46174</c:v>
                </c:pt>
                <c:pt idx="347">
                  <c:v>46175</c:v>
                </c:pt>
                <c:pt idx="348">
                  <c:v>46176</c:v>
                </c:pt>
                <c:pt idx="349">
                  <c:v>46177</c:v>
                </c:pt>
                <c:pt idx="350">
                  <c:v>46178</c:v>
                </c:pt>
                <c:pt idx="351">
                  <c:v>46179</c:v>
                </c:pt>
                <c:pt idx="352">
                  <c:v>46180</c:v>
                </c:pt>
                <c:pt idx="353">
                  <c:v>46181</c:v>
                </c:pt>
                <c:pt idx="354">
                  <c:v>46182</c:v>
                </c:pt>
                <c:pt idx="355">
                  <c:v>46183</c:v>
                </c:pt>
                <c:pt idx="356">
                  <c:v>46184</c:v>
                </c:pt>
                <c:pt idx="357">
                  <c:v>46185</c:v>
                </c:pt>
                <c:pt idx="358">
                  <c:v>46186</c:v>
                </c:pt>
                <c:pt idx="359">
                  <c:v>46187</c:v>
                </c:pt>
                <c:pt idx="360">
                  <c:v>46188</c:v>
                </c:pt>
                <c:pt idx="361">
                  <c:v>46189</c:v>
                </c:pt>
                <c:pt idx="362">
                  <c:v>46190</c:v>
                </c:pt>
              </c:numCache>
            </c:numRef>
          </c:cat>
          <c:val>
            <c:numRef>
              <c:f>G!$D$2:$D$364</c:f>
              <c:numCache>
                <c:formatCode>General</c:formatCode>
                <c:ptCount val="363"/>
                <c:pt idx="0">
                  <c:v>17877.686099999999</c:v>
                </c:pt>
                <c:pt idx="1">
                  <c:v>17220.898000000001</c:v>
                </c:pt>
                <c:pt idx="2">
                  <c:v>16878.165099999998</c:v>
                </c:pt>
                <c:pt idx="3">
                  <c:v>17841.021100000002</c:v>
                </c:pt>
                <c:pt idx="4">
                  <c:v>17572.184600000001</c:v>
                </c:pt>
                <c:pt idx="5">
                  <c:v>17798.680199999999</c:v>
                </c:pt>
                <c:pt idx="6">
                  <c:v>17824.660599999999</c:v>
                </c:pt>
                <c:pt idx="7">
                  <c:v>17801.868299999998</c:v>
                </c:pt>
                <c:pt idx="8">
                  <c:v>17383.201099999998</c:v>
                </c:pt>
                <c:pt idx="9">
                  <c:v>16914.009999999998</c:v>
                </c:pt>
                <c:pt idx="10">
                  <c:v>17951.6921</c:v>
                </c:pt>
                <c:pt idx="11">
                  <c:v>17665.445899999999</c:v>
                </c:pt>
                <c:pt idx="12">
                  <c:v>17511.5825</c:v>
                </c:pt>
                <c:pt idx="13">
                  <c:v>17545.320599999999</c:v>
                </c:pt>
                <c:pt idx="14">
                  <c:v>17639.155500000001</c:v>
                </c:pt>
                <c:pt idx="15">
                  <c:v>17202.396400000001</c:v>
                </c:pt>
                <c:pt idx="16">
                  <c:v>17010.420900000001</c:v>
                </c:pt>
                <c:pt idx="17">
                  <c:v>18174.473099999999</c:v>
                </c:pt>
                <c:pt idx="18">
                  <c:v>18248.954000000002</c:v>
                </c:pt>
                <c:pt idx="19">
                  <c:v>18371.735499999999</c:v>
                </c:pt>
                <c:pt idx="20">
                  <c:v>16070.504300000001</c:v>
                </c:pt>
                <c:pt idx="21">
                  <c:v>20615.505000000001</c:v>
                </c:pt>
                <c:pt idx="22">
                  <c:v>17951.295999999998</c:v>
                </c:pt>
                <c:pt idx="23">
                  <c:v>17234.469499999999</c:v>
                </c:pt>
                <c:pt idx="24">
                  <c:v>18519.828300000001</c:v>
                </c:pt>
                <c:pt idx="25">
                  <c:v>18251.743200000001</c:v>
                </c:pt>
                <c:pt idx="26">
                  <c:v>18080.414400000001</c:v>
                </c:pt>
                <c:pt idx="27">
                  <c:v>17922.3923</c:v>
                </c:pt>
                <c:pt idx="28">
                  <c:v>18250.190399999999</c:v>
                </c:pt>
                <c:pt idx="29">
                  <c:v>17501.298699999999</c:v>
                </c:pt>
                <c:pt idx="30">
                  <c:v>17115.786400000001</c:v>
                </c:pt>
                <c:pt idx="31">
                  <c:v>18215.614699999998</c:v>
                </c:pt>
                <c:pt idx="32">
                  <c:v>17715.114699999998</c:v>
                </c:pt>
                <c:pt idx="33">
                  <c:v>18101.1404</c:v>
                </c:pt>
                <c:pt idx="34">
                  <c:v>17821.0409</c:v>
                </c:pt>
                <c:pt idx="35">
                  <c:v>17965.2343</c:v>
                </c:pt>
                <c:pt idx="36">
                  <c:v>17309.262299999999</c:v>
                </c:pt>
                <c:pt idx="37">
                  <c:v>17124.8413</c:v>
                </c:pt>
                <c:pt idx="38">
                  <c:v>17957.728500000001</c:v>
                </c:pt>
                <c:pt idx="39">
                  <c:v>17900.9915</c:v>
                </c:pt>
                <c:pt idx="40">
                  <c:v>17876.942999999999</c:v>
                </c:pt>
                <c:pt idx="41">
                  <c:v>18010.311000000002</c:v>
                </c:pt>
                <c:pt idx="42">
                  <c:v>17995.505399999998</c:v>
                </c:pt>
                <c:pt idx="43">
                  <c:v>17198.347900000001</c:v>
                </c:pt>
                <c:pt idx="44">
                  <c:v>17396.125499999998</c:v>
                </c:pt>
                <c:pt idx="45">
                  <c:v>17970.850999999999</c:v>
                </c:pt>
                <c:pt idx="46">
                  <c:v>17955.062099999999</c:v>
                </c:pt>
                <c:pt idx="47">
                  <c:v>17879.322899999999</c:v>
                </c:pt>
                <c:pt idx="48">
                  <c:v>18241.326000000001</c:v>
                </c:pt>
                <c:pt idx="49">
                  <c:v>15430.6062</c:v>
                </c:pt>
                <c:pt idx="50">
                  <c:v>17275.297900000001</c:v>
                </c:pt>
                <c:pt idx="51">
                  <c:v>17369.300599999999</c:v>
                </c:pt>
                <c:pt idx="52">
                  <c:v>18303.3043</c:v>
                </c:pt>
                <c:pt idx="53">
                  <c:v>17639.9997</c:v>
                </c:pt>
                <c:pt idx="54">
                  <c:v>17481.1096</c:v>
                </c:pt>
                <c:pt idx="55">
                  <c:v>17689.466700000001</c:v>
                </c:pt>
                <c:pt idx="56">
                  <c:v>17540.6423</c:v>
                </c:pt>
                <c:pt idx="57">
                  <c:v>17250.663700000001</c:v>
                </c:pt>
                <c:pt idx="58">
                  <c:v>17026.226200000001</c:v>
                </c:pt>
                <c:pt idx="59">
                  <c:v>18045.675299999999</c:v>
                </c:pt>
                <c:pt idx="60">
                  <c:v>18001.1152</c:v>
                </c:pt>
                <c:pt idx="61">
                  <c:v>17756.066200000001</c:v>
                </c:pt>
                <c:pt idx="62">
                  <c:v>17938.183499999999</c:v>
                </c:pt>
                <c:pt idx="63">
                  <c:v>17710.163799999998</c:v>
                </c:pt>
                <c:pt idx="64">
                  <c:v>17040.373599999999</c:v>
                </c:pt>
                <c:pt idx="65">
                  <c:v>16791.060399999998</c:v>
                </c:pt>
                <c:pt idx="66">
                  <c:v>18015.104500000001</c:v>
                </c:pt>
                <c:pt idx="67">
                  <c:v>17680.2199</c:v>
                </c:pt>
                <c:pt idx="68">
                  <c:v>17559.427</c:v>
                </c:pt>
                <c:pt idx="69">
                  <c:v>17862.548699999999</c:v>
                </c:pt>
                <c:pt idx="70">
                  <c:v>17511.7932</c:v>
                </c:pt>
                <c:pt idx="71">
                  <c:v>17041.815500000001</c:v>
                </c:pt>
                <c:pt idx="72">
                  <c:v>16758.684000000001</c:v>
                </c:pt>
                <c:pt idx="73">
                  <c:v>17808.972000000002</c:v>
                </c:pt>
                <c:pt idx="74">
                  <c:v>17902.5026</c:v>
                </c:pt>
                <c:pt idx="75">
                  <c:v>17737.716700000001</c:v>
                </c:pt>
                <c:pt idx="76">
                  <c:v>19344.807400000002</c:v>
                </c:pt>
                <c:pt idx="77">
                  <c:v>16738.7984</c:v>
                </c:pt>
                <c:pt idx="78">
                  <c:v>16449.304400000001</c:v>
                </c:pt>
                <c:pt idx="79">
                  <c:v>15265.9422</c:v>
                </c:pt>
                <c:pt idx="80">
                  <c:v>17024.652699999999</c:v>
                </c:pt>
                <c:pt idx="81">
                  <c:v>17578.940399999999</c:v>
                </c:pt>
                <c:pt idx="82">
                  <c:v>17767.758600000001</c:v>
                </c:pt>
                <c:pt idx="83">
                  <c:v>17730.847000000002</c:v>
                </c:pt>
                <c:pt idx="84">
                  <c:v>17597.147799999999</c:v>
                </c:pt>
                <c:pt idx="85">
                  <c:v>16833.189900000001</c:v>
                </c:pt>
                <c:pt idx="86">
                  <c:v>16844.941299999999</c:v>
                </c:pt>
                <c:pt idx="87">
                  <c:v>17779.131300000001</c:v>
                </c:pt>
                <c:pt idx="88">
                  <c:v>17666.436600000001</c:v>
                </c:pt>
                <c:pt idx="89">
                  <c:v>17348.327300000001</c:v>
                </c:pt>
                <c:pt idx="90">
                  <c:v>17371.966</c:v>
                </c:pt>
                <c:pt idx="91">
                  <c:v>17397.376400000001</c:v>
                </c:pt>
                <c:pt idx="92">
                  <c:v>16545.234</c:v>
                </c:pt>
                <c:pt idx="93">
                  <c:v>16615.0268</c:v>
                </c:pt>
                <c:pt idx="94">
                  <c:v>17657.998599999999</c:v>
                </c:pt>
                <c:pt idx="95">
                  <c:v>17299.187000000002</c:v>
                </c:pt>
                <c:pt idx="96">
                  <c:v>17342.494699999999</c:v>
                </c:pt>
                <c:pt idx="97">
                  <c:v>17574.223900000001</c:v>
                </c:pt>
                <c:pt idx="98">
                  <c:v>17652.0478</c:v>
                </c:pt>
                <c:pt idx="99">
                  <c:v>16544.921900000001</c:v>
                </c:pt>
                <c:pt idx="100">
                  <c:v>16502.587100000001</c:v>
                </c:pt>
                <c:pt idx="101">
                  <c:v>17733.2156</c:v>
                </c:pt>
                <c:pt idx="102">
                  <c:v>17968.6348</c:v>
                </c:pt>
                <c:pt idx="103">
                  <c:v>17580.571199999998</c:v>
                </c:pt>
                <c:pt idx="104">
                  <c:v>17690.922900000001</c:v>
                </c:pt>
                <c:pt idx="105">
                  <c:v>17512.060000000001</c:v>
                </c:pt>
                <c:pt idx="106">
                  <c:v>16829.651300000001</c:v>
                </c:pt>
                <c:pt idx="107">
                  <c:v>16834.000499999998</c:v>
                </c:pt>
                <c:pt idx="108">
                  <c:v>15366.0458</c:v>
                </c:pt>
                <c:pt idx="109">
                  <c:v>17717.517800000001</c:v>
                </c:pt>
                <c:pt idx="110">
                  <c:v>17472.903300000002</c:v>
                </c:pt>
                <c:pt idx="111">
                  <c:v>17771.522799999999</c:v>
                </c:pt>
                <c:pt idx="112">
                  <c:v>17781.855899999999</c:v>
                </c:pt>
                <c:pt idx="113">
                  <c:v>17398.870299999999</c:v>
                </c:pt>
                <c:pt idx="114">
                  <c:v>16806.288</c:v>
                </c:pt>
                <c:pt idx="115">
                  <c:v>17063.7696</c:v>
                </c:pt>
                <c:pt idx="116">
                  <c:v>17632.389500000001</c:v>
                </c:pt>
                <c:pt idx="117">
                  <c:v>17586.6751</c:v>
                </c:pt>
                <c:pt idx="118">
                  <c:v>16926.338100000001</c:v>
                </c:pt>
                <c:pt idx="119">
                  <c:v>17159.991699999999</c:v>
                </c:pt>
                <c:pt idx="120">
                  <c:v>16902.207900000001</c:v>
                </c:pt>
                <c:pt idx="121">
                  <c:v>16529.5</c:v>
                </c:pt>
                <c:pt idx="122">
                  <c:v>17021.348699999999</c:v>
                </c:pt>
                <c:pt idx="123">
                  <c:v>17831.398499999999</c:v>
                </c:pt>
                <c:pt idx="124">
                  <c:v>17341.480100000001</c:v>
                </c:pt>
                <c:pt idx="125">
                  <c:v>17133.876100000001</c:v>
                </c:pt>
                <c:pt idx="126">
                  <c:v>17328.943599999999</c:v>
                </c:pt>
                <c:pt idx="127">
                  <c:v>17133.020799999998</c:v>
                </c:pt>
                <c:pt idx="128">
                  <c:v>16451.9529</c:v>
                </c:pt>
                <c:pt idx="129">
                  <c:v>17554.091499999999</c:v>
                </c:pt>
                <c:pt idx="130">
                  <c:v>17701.7801</c:v>
                </c:pt>
                <c:pt idx="131">
                  <c:v>17512.8976</c:v>
                </c:pt>
                <c:pt idx="132">
                  <c:v>17556.420399999999</c:v>
                </c:pt>
                <c:pt idx="133">
                  <c:v>17742.629199999999</c:v>
                </c:pt>
                <c:pt idx="134">
                  <c:v>16939.4558</c:v>
                </c:pt>
                <c:pt idx="135">
                  <c:v>16798.393599999999</c:v>
                </c:pt>
                <c:pt idx="136">
                  <c:v>17766.5203</c:v>
                </c:pt>
                <c:pt idx="137">
                  <c:v>17747.659800000001</c:v>
                </c:pt>
                <c:pt idx="138">
                  <c:v>15636.004800000001</c:v>
                </c:pt>
                <c:pt idx="139">
                  <c:v>17448.810099999999</c:v>
                </c:pt>
                <c:pt idx="140">
                  <c:v>17339.274700000002</c:v>
                </c:pt>
                <c:pt idx="141">
                  <c:v>16411.420300000002</c:v>
                </c:pt>
                <c:pt idx="142">
                  <c:v>16803.579300000001</c:v>
                </c:pt>
                <c:pt idx="143">
                  <c:v>17556.022700000001</c:v>
                </c:pt>
                <c:pt idx="144">
                  <c:v>17245.391299999999</c:v>
                </c:pt>
                <c:pt idx="145">
                  <c:v>17332.582200000001</c:v>
                </c:pt>
                <c:pt idx="146">
                  <c:v>17197.316599999998</c:v>
                </c:pt>
                <c:pt idx="147">
                  <c:v>17254.671300000002</c:v>
                </c:pt>
                <c:pt idx="148">
                  <c:v>16687.821100000001</c:v>
                </c:pt>
                <c:pt idx="149">
                  <c:v>16355.092500000001</c:v>
                </c:pt>
                <c:pt idx="150">
                  <c:v>17076.197</c:v>
                </c:pt>
                <c:pt idx="151">
                  <c:v>17384.8436</c:v>
                </c:pt>
                <c:pt idx="152">
                  <c:v>17269.791700000002</c:v>
                </c:pt>
                <c:pt idx="153">
                  <c:v>17224.3531</c:v>
                </c:pt>
                <c:pt idx="154">
                  <c:v>16854.679899999999</c:v>
                </c:pt>
                <c:pt idx="155">
                  <c:v>17094.4637</c:v>
                </c:pt>
                <c:pt idx="156">
                  <c:v>16719.3285</c:v>
                </c:pt>
                <c:pt idx="157">
                  <c:v>17642.588100000001</c:v>
                </c:pt>
                <c:pt idx="158">
                  <c:v>17869.151000000002</c:v>
                </c:pt>
                <c:pt idx="159">
                  <c:v>18497.948700000001</c:v>
                </c:pt>
                <c:pt idx="160">
                  <c:v>20382.658100000001</c:v>
                </c:pt>
                <c:pt idx="161">
                  <c:v>17722.5861</c:v>
                </c:pt>
                <c:pt idx="162">
                  <c:v>13931.233200000001</c:v>
                </c:pt>
                <c:pt idx="163">
                  <c:v>20190.4293</c:v>
                </c:pt>
                <c:pt idx="164">
                  <c:v>19854.188699999999</c:v>
                </c:pt>
                <c:pt idx="165">
                  <c:v>20078.947700000001</c:v>
                </c:pt>
                <c:pt idx="166">
                  <c:v>19199.698</c:v>
                </c:pt>
                <c:pt idx="167">
                  <c:v>17088.681799999998</c:v>
                </c:pt>
                <c:pt idx="168">
                  <c:v>18780.2153</c:v>
                </c:pt>
                <c:pt idx="169">
                  <c:v>17920.584599999998</c:v>
                </c:pt>
                <c:pt idx="170">
                  <c:v>16969.626400000001</c:v>
                </c:pt>
                <c:pt idx="171">
                  <c:v>18319.1931</c:v>
                </c:pt>
                <c:pt idx="172">
                  <c:v>17891.633699999998</c:v>
                </c:pt>
                <c:pt idx="173">
                  <c:v>17768.2621</c:v>
                </c:pt>
                <c:pt idx="174">
                  <c:v>18019.445199999998</c:v>
                </c:pt>
                <c:pt idx="175">
                  <c:v>17623.057000000001</c:v>
                </c:pt>
                <c:pt idx="176">
                  <c:v>17309.7192</c:v>
                </c:pt>
                <c:pt idx="177">
                  <c:v>17139.369699999999</c:v>
                </c:pt>
                <c:pt idx="178">
                  <c:v>17871.0533</c:v>
                </c:pt>
                <c:pt idx="179">
                  <c:v>17725.298999999999</c:v>
                </c:pt>
                <c:pt idx="180">
                  <c:v>17965.323199999999</c:v>
                </c:pt>
                <c:pt idx="181">
                  <c:v>18294.185700000002</c:v>
                </c:pt>
                <c:pt idx="182">
                  <c:v>17835.327099999999</c:v>
                </c:pt>
                <c:pt idx="183">
                  <c:v>17167.3884</c:v>
                </c:pt>
                <c:pt idx="184">
                  <c:v>16736.048500000001</c:v>
                </c:pt>
                <c:pt idx="185">
                  <c:v>17877.2889</c:v>
                </c:pt>
                <c:pt idx="186">
                  <c:v>17857.255099999998</c:v>
                </c:pt>
                <c:pt idx="187">
                  <c:v>17820.5203</c:v>
                </c:pt>
                <c:pt idx="188">
                  <c:v>16503.0268</c:v>
                </c:pt>
                <c:pt idx="189">
                  <c:v>17618.690600000002</c:v>
                </c:pt>
                <c:pt idx="190">
                  <c:v>17026.003400000001</c:v>
                </c:pt>
                <c:pt idx="191">
                  <c:v>17070.2608</c:v>
                </c:pt>
                <c:pt idx="192">
                  <c:v>17748.306700000001</c:v>
                </c:pt>
                <c:pt idx="193">
                  <c:v>18089.787799999998</c:v>
                </c:pt>
                <c:pt idx="194">
                  <c:v>18379.630300000001</c:v>
                </c:pt>
                <c:pt idx="195">
                  <c:v>20625.9836</c:v>
                </c:pt>
                <c:pt idx="196">
                  <c:v>17779.380099999998</c:v>
                </c:pt>
                <c:pt idx="197">
                  <c:v>15309.9684</c:v>
                </c:pt>
                <c:pt idx="198">
                  <c:v>16782.882099999999</c:v>
                </c:pt>
                <c:pt idx="199">
                  <c:v>17663.787499999999</c:v>
                </c:pt>
                <c:pt idx="200">
                  <c:v>17797.585200000001</c:v>
                </c:pt>
                <c:pt idx="201">
                  <c:v>17339.9558</c:v>
                </c:pt>
                <c:pt idx="202">
                  <c:v>17440.472699999998</c:v>
                </c:pt>
                <c:pt idx="203">
                  <c:v>17523.1234</c:v>
                </c:pt>
                <c:pt idx="204">
                  <c:v>17169.828399999999</c:v>
                </c:pt>
                <c:pt idx="205">
                  <c:v>16688.828799999999</c:v>
                </c:pt>
                <c:pt idx="206">
                  <c:v>18000.340899999999</c:v>
                </c:pt>
                <c:pt idx="207">
                  <c:v>17640.522199999999</c:v>
                </c:pt>
                <c:pt idx="208">
                  <c:v>17913.594099999998</c:v>
                </c:pt>
                <c:pt idx="209">
                  <c:v>16777.8639</c:v>
                </c:pt>
                <c:pt idx="210">
                  <c:v>17134.610700000001</c:v>
                </c:pt>
                <c:pt idx="211">
                  <c:v>16482.032200000001</c:v>
                </c:pt>
                <c:pt idx="212">
                  <c:v>16479.711599999999</c:v>
                </c:pt>
                <c:pt idx="213">
                  <c:v>17645.816900000002</c:v>
                </c:pt>
                <c:pt idx="214">
                  <c:v>17582.807799999999</c:v>
                </c:pt>
                <c:pt idx="215">
                  <c:v>17658.304899999999</c:v>
                </c:pt>
                <c:pt idx="216">
                  <c:v>17041.732599999999</c:v>
                </c:pt>
                <c:pt idx="217">
                  <c:v>17413.4581</c:v>
                </c:pt>
                <c:pt idx="218">
                  <c:v>17019.785100000001</c:v>
                </c:pt>
                <c:pt idx="219">
                  <c:v>16534.167399999998</c:v>
                </c:pt>
                <c:pt idx="220">
                  <c:v>17483.078699999998</c:v>
                </c:pt>
                <c:pt idx="221">
                  <c:v>17736.369299999998</c:v>
                </c:pt>
                <c:pt idx="222">
                  <c:v>17617.0641</c:v>
                </c:pt>
                <c:pt idx="223">
                  <c:v>17497.870800000001</c:v>
                </c:pt>
                <c:pt idx="224">
                  <c:v>17462.294600000001</c:v>
                </c:pt>
                <c:pt idx="225">
                  <c:v>17109.826099999998</c:v>
                </c:pt>
                <c:pt idx="226">
                  <c:v>15452.387699999999</c:v>
                </c:pt>
                <c:pt idx="227">
                  <c:v>17942.933300000001</c:v>
                </c:pt>
                <c:pt idx="228">
                  <c:v>17824.062600000001</c:v>
                </c:pt>
                <c:pt idx="229">
                  <c:v>16240.0586</c:v>
                </c:pt>
                <c:pt idx="230">
                  <c:v>17490.780599999998</c:v>
                </c:pt>
                <c:pt idx="231">
                  <c:v>17441.516800000001</c:v>
                </c:pt>
                <c:pt idx="232">
                  <c:v>16819.765500000001</c:v>
                </c:pt>
                <c:pt idx="233">
                  <c:v>16465.582299999998</c:v>
                </c:pt>
                <c:pt idx="234">
                  <c:v>17432.857</c:v>
                </c:pt>
                <c:pt idx="235">
                  <c:v>17465.895400000001</c:v>
                </c:pt>
                <c:pt idx="236">
                  <c:v>17451.679899999999</c:v>
                </c:pt>
                <c:pt idx="237">
                  <c:v>17546.9215</c:v>
                </c:pt>
                <c:pt idx="238">
                  <c:v>17875.312900000001</c:v>
                </c:pt>
                <c:pt idx="239">
                  <c:v>16826.567599999998</c:v>
                </c:pt>
                <c:pt idx="240">
                  <c:v>16433.978599999999</c:v>
                </c:pt>
                <c:pt idx="241">
                  <c:v>17402.3262</c:v>
                </c:pt>
                <c:pt idx="242">
                  <c:v>17151.582699999999</c:v>
                </c:pt>
                <c:pt idx="243">
                  <c:v>17042.261699999999</c:v>
                </c:pt>
                <c:pt idx="244">
                  <c:v>16823.183000000001</c:v>
                </c:pt>
                <c:pt idx="245">
                  <c:v>17123.123500000002</c:v>
                </c:pt>
                <c:pt idx="246">
                  <c:v>16372.8832</c:v>
                </c:pt>
                <c:pt idx="247">
                  <c:v>16577.694</c:v>
                </c:pt>
                <c:pt idx="248">
                  <c:v>17198.876100000001</c:v>
                </c:pt>
                <c:pt idx="249">
                  <c:v>17264.925200000001</c:v>
                </c:pt>
                <c:pt idx="250">
                  <c:v>17318.593799999999</c:v>
                </c:pt>
                <c:pt idx="251">
                  <c:v>17353.849300000002</c:v>
                </c:pt>
                <c:pt idx="252">
                  <c:v>17360.377</c:v>
                </c:pt>
                <c:pt idx="253">
                  <c:v>17125.204399999999</c:v>
                </c:pt>
                <c:pt idx="254">
                  <c:v>17185.469099999998</c:v>
                </c:pt>
                <c:pt idx="255">
                  <c:v>15438.6607</c:v>
                </c:pt>
                <c:pt idx="256">
                  <c:v>17900.9948</c:v>
                </c:pt>
                <c:pt idx="257">
                  <c:v>17460.032599999999</c:v>
                </c:pt>
                <c:pt idx="258">
                  <c:v>17287.488499999999</c:v>
                </c:pt>
                <c:pt idx="259">
                  <c:v>17396.4015</c:v>
                </c:pt>
                <c:pt idx="260">
                  <c:v>16778.2412</c:v>
                </c:pt>
                <c:pt idx="261">
                  <c:v>16598.1463</c:v>
                </c:pt>
                <c:pt idx="262">
                  <c:v>17622.3426</c:v>
                </c:pt>
                <c:pt idx="263">
                  <c:v>17482.613799999999</c:v>
                </c:pt>
                <c:pt idx="264">
                  <c:v>17328.060000000001</c:v>
                </c:pt>
                <c:pt idx="265">
                  <c:v>17395.948100000001</c:v>
                </c:pt>
                <c:pt idx="266">
                  <c:v>17304.363600000001</c:v>
                </c:pt>
                <c:pt idx="267">
                  <c:v>17022.127700000001</c:v>
                </c:pt>
                <c:pt idx="268">
                  <c:v>17139.376</c:v>
                </c:pt>
                <c:pt idx="269">
                  <c:v>18020.233499999998</c:v>
                </c:pt>
                <c:pt idx="270">
                  <c:v>18072.682100000002</c:v>
                </c:pt>
                <c:pt idx="271">
                  <c:v>17447.154500000001</c:v>
                </c:pt>
                <c:pt idx="272">
                  <c:v>17635.887500000001</c:v>
                </c:pt>
                <c:pt idx="273">
                  <c:v>17660.0255</c:v>
                </c:pt>
                <c:pt idx="274">
                  <c:v>16771.878700000001</c:v>
                </c:pt>
                <c:pt idx="275">
                  <c:v>16564.1967</c:v>
                </c:pt>
                <c:pt idx="276">
                  <c:v>17654.0815</c:v>
                </c:pt>
                <c:pt idx="277">
                  <c:v>17336.674299999999</c:v>
                </c:pt>
                <c:pt idx="278">
                  <c:v>17257.801599999999</c:v>
                </c:pt>
                <c:pt idx="279">
                  <c:v>17731.8613</c:v>
                </c:pt>
                <c:pt idx="280">
                  <c:v>17390.0245</c:v>
                </c:pt>
                <c:pt idx="281">
                  <c:v>16963.867300000002</c:v>
                </c:pt>
                <c:pt idx="282">
                  <c:v>16862.3868</c:v>
                </c:pt>
                <c:pt idx="283">
                  <c:v>17748.3181</c:v>
                </c:pt>
                <c:pt idx="284">
                  <c:v>17749.484</c:v>
                </c:pt>
                <c:pt idx="285">
                  <c:v>17048.8567</c:v>
                </c:pt>
                <c:pt idx="286">
                  <c:v>17269.118399999999</c:v>
                </c:pt>
                <c:pt idx="287">
                  <c:v>16315.392099999999</c:v>
                </c:pt>
                <c:pt idx="288">
                  <c:v>16731.2817</c:v>
                </c:pt>
                <c:pt idx="289">
                  <c:v>16589.923500000001</c:v>
                </c:pt>
                <c:pt idx="290">
                  <c:v>17386.479899999998</c:v>
                </c:pt>
                <c:pt idx="291">
                  <c:v>17722.321199999998</c:v>
                </c:pt>
                <c:pt idx="292">
                  <c:v>17501.346699999998</c:v>
                </c:pt>
                <c:pt idx="293">
                  <c:v>18034.718400000002</c:v>
                </c:pt>
                <c:pt idx="294">
                  <c:v>18405.083999999999</c:v>
                </c:pt>
                <c:pt idx="295">
                  <c:v>18065.223999999998</c:v>
                </c:pt>
                <c:pt idx="296">
                  <c:v>16810.896000000001</c:v>
                </c:pt>
                <c:pt idx="297">
                  <c:v>15874.320299999999</c:v>
                </c:pt>
                <c:pt idx="298">
                  <c:v>16392.312000000002</c:v>
                </c:pt>
                <c:pt idx="299">
                  <c:v>15790.439200000001</c:v>
                </c:pt>
                <c:pt idx="300">
                  <c:v>16234.858899999999</c:v>
                </c:pt>
                <c:pt idx="301">
                  <c:v>16576.1103</c:v>
                </c:pt>
                <c:pt idx="302">
                  <c:v>16525.646700000001</c:v>
                </c:pt>
                <c:pt idx="303">
                  <c:v>16318.7767</c:v>
                </c:pt>
                <c:pt idx="304">
                  <c:v>17010.050299999999</c:v>
                </c:pt>
                <c:pt idx="305">
                  <c:v>17726.887999999999</c:v>
                </c:pt>
                <c:pt idx="306">
                  <c:v>17133.710599999999</c:v>
                </c:pt>
                <c:pt idx="307">
                  <c:v>17524.342400000001</c:v>
                </c:pt>
                <c:pt idx="308">
                  <c:v>18074.8063</c:v>
                </c:pt>
                <c:pt idx="309">
                  <c:v>16877.795399999999</c:v>
                </c:pt>
                <c:pt idx="310">
                  <c:v>16119.615299999999</c:v>
                </c:pt>
                <c:pt idx="311">
                  <c:v>17598.404999999999</c:v>
                </c:pt>
                <c:pt idx="312">
                  <c:v>17383.584599999998</c:v>
                </c:pt>
                <c:pt idx="313">
                  <c:v>17313.387999999999</c:v>
                </c:pt>
                <c:pt idx="314">
                  <c:v>17844.525399999999</c:v>
                </c:pt>
                <c:pt idx="315">
                  <c:v>15193.33</c:v>
                </c:pt>
                <c:pt idx="316">
                  <c:v>16562.587</c:v>
                </c:pt>
                <c:pt idx="317">
                  <c:v>16389.603599999999</c:v>
                </c:pt>
                <c:pt idx="318">
                  <c:v>17247.465700000001</c:v>
                </c:pt>
                <c:pt idx="319">
                  <c:v>17539.497800000001</c:v>
                </c:pt>
                <c:pt idx="320">
                  <c:v>16750.360100000002</c:v>
                </c:pt>
                <c:pt idx="321">
                  <c:v>16661.1263</c:v>
                </c:pt>
                <c:pt idx="322">
                  <c:v>17259.362099999998</c:v>
                </c:pt>
                <c:pt idx="323">
                  <c:v>16341.4017</c:v>
                </c:pt>
                <c:pt idx="324">
                  <c:v>16387.059000000001</c:v>
                </c:pt>
                <c:pt idx="325">
                  <c:v>17595.320599999999</c:v>
                </c:pt>
                <c:pt idx="326">
                  <c:v>17059.5949</c:v>
                </c:pt>
                <c:pt idx="327">
                  <c:v>17801.5052</c:v>
                </c:pt>
                <c:pt idx="328">
                  <c:v>17214.928199999998</c:v>
                </c:pt>
                <c:pt idx="329">
                  <c:v>16864.721799999999</c:v>
                </c:pt>
                <c:pt idx="330">
                  <c:v>16163.485000000001</c:v>
                </c:pt>
                <c:pt idx="331">
                  <c:v>16110.1955</c:v>
                </c:pt>
                <c:pt idx="332">
                  <c:v>17271.265899999999</c:v>
                </c:pt>
                <c:pt idx="333">
                  <c:v>17260.340899999999</c:v>
                </c:pt>
                <c:pt idx="334">
                  <c:v>17183.953600000001</c:v>
                </c:pt>
                <c:pt idx="335">
                  <c:v>16957.963599999999</c:v>
                </c:pt>
                <c:pt idx="336">
                  <c:v>18701.459599999998</c:v>
                </c:pt>
                <c:pt idx="337">
                  <c:v>16092.5607</c:v>
                </c:pt>
                <c:pt idx="338">
                  <c:v>16164.688899999999</c:v>
                </c:pt>
                <c:pt idx="339">
                  <c:v>17442.525699999998</c:v>
                </c:pt>
                <c:pt idx="340">
                  <c:v>17429.817800000001</c:v>
                </c:pt>
                <c:pt idx="341">
                  <c:v>17541.426800000001</c:v>
                </c:pt>
                <c:pt idx="342">
                  <c:v>16970.941500000001</c:v>
                </c:pt>
                <c:pt idx="343">
                  <c:v>17786.917000000001</c:v>
                </c:pt>
                <c:pt idx="344">
                  <c:v>13796.0306</c:v>
                </c:pt>
                <c:pt idx="345">
                  <c:v>15548.493700000001</c:v>
                </c:pt>
                <c:pt idx="346">
                  <c:v>17872.192800000001</c:v>
                </c:pt>
                <c:pt idx="347">
                  <c:v>17652.057100000002</c:v>
                </c:pt>
                <c:pt idx="348">
                  <c:v>17669.268400000001</c:v>
                </c:pt>
                <c:pt idx="349">
                  <c:v>17524.5</c:v>
                </c:pt>
                <c:pt idx="350">
                  <c:v>16892.1273</c:v>
                </c:pt>
                <c:pt idx="351">
                  <c:v>16550.444500000001</c:v>
                </c:pt>
                <c:pt idx="352">
                  <c:v>16034.901099999999</c:v>
                </c:pt>
                <c:pt idx="353">
                  <c:v>17078.349699999999</c:v>
                </c:pt>
                <c:pt idx="354">
                  <c:v>16823.533599999999</c:v>
                </c:pt>
                <c:pt idx="355">
                  <c:v>16823.9516</c:v>
                </c:pt>
                <c:pt idx="356">
                  <c:v>16722.567899999998</c:v>
                </c:pt>
                <c:pt idx="357">
                  <c:v>16920.089</c:v>
                </c:pt>
                <c:pt idx="358">
                  <c:v>16050.450500000001</c:v>
                </c:pt>
                <c:pt idx="359">
                  <c:v>15795.303599999999</c:v>
                </c:pt>
                <c:pt idx="360">
                  <c:v>17052.0635</c:v>
                </c:pt>
                <c:pt idx="361">
                  <c:v>16692.156200000001</c:v>
                </c:pt>
                <c:pt idx="362">
                  <c:v>16628.563099999999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EF3-43E3-80B3-87BD333F3264}"/>
            </c:ext>
          </c:extLst>
        </c:ser>
        <c:ser>
          <c:idx val="3"/>
          <c:order val="3"/>
          <c:tx>
            <c:strRef>
              <c:f>G!$E$1</c:f>
              <c:strCache>
                <c:ptCount val="1"/>
                <c:pt idx="0">
                  <c:v>PUT</c:v>
                </c:pt>
              </c:strCache>
            </c:strRef>
          </c:tx>
          <c:spPr>
            <a:ln w="28575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dPt>
            <c:idx val="284"/>
            <c:marker>
              <c:symbol val="none"/>
            </c:marker>
            <c:bubble3D val="0"/>
            <c:spPr>
              <a:ln w="28575" cap="rnd">
                <a:solidFill>
                  <a:srgbClr val="FFC000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2-9EF3-43E3-80B3-87BD333F3264}"/>
              </c:ext>
            </c:extLst>
          </c:dPt>
          <c:cat>
            <c:numRef>
              <c:f>G!$A$2:$A$364</c:f>
              <c:numCache>
                <c:formatCode>m/d/yyyy</c:formatCode>
                <c:ptCount val="363"/>
                <c:pt idx="0">
                  <c:v>45828</c:v>
                </c:pt>
                <c:pt idx="1">
                  <c:v>45829</c:v>
                </c:pt>
                <c:pt idx="2">
                  <c:v>45830</c:v>
                </c:pt>
                <c:pt idx="3">
                  <c:v>45831</c:v>
                </c:pt>
                <c:pt idx="4">
                  <c:v>45832</c:v>
                </c:pt>
                <c:pt idx="5">
                  <c:v>45833</c:v>
                </c:pt>
                <c:pt idx="6">
                  <c:v>45834</c:v>
                </c:pt>
                <c:pt idx="7">
                  <c:v>45835</c:v>
                </c:pt>
                <c:pt idx="8">
                  <c:v>45836</c:v>
                </c:pt>
                <c:pt idx="9">
                  <c:v>45837</c:v>
                </c:pt>
                <c:pt idx="10">
                  <c:v>45838</c:v>
                </c:pt>
                <c:pt idx="11">
                  <c:v>45839</c:v>
                </c:pt>
                <c:pt idx="12">
                  <c:v>45840</c:v>
                </c:pt>
                <c:pt idx="13">
                  <c:v>45841</c:v>
                </c:pt>
                <c:pt idx="14">
                  <c:v>45842</c:v>
                </c:pt>
                <c:pt idx="15">
                  <c:v>45843</c:v>
                </c:pt>
                <c:pt idx="16">
                  <c:v>45844</c:v>
                </c:pt>
                <c:pt idx="17">
                  <c:v>45845</c:v>
                </c:pt>
                <c:pt idx="18">
                  <c:v>45846</c:v>
                </c:pt>
                <c:pt idx="19">
                  <c:v>45847</c:v>
                </c:pt>
                <c:pt idx="20">
                  <c:v>45848</c:v>
                </c:pt>
                <c:pt idx="21">
                  <c:v>45849</c:v>
                </c:pt>
                <c:pt idx="22">
                  <c:v>45850</c:v>
                </c:pt>
                <c:pt idx="23">
                  <c:v>45851</c:v>
                </c:pt>
                <c:pt idx="24">
                  <c:v>45852</c:v>
                </c:pt>
                <c:pt idx="25">
                  <c:v>45853</c:v>
                </c:pt>
                <c:pt idx="26">
                  <c:v>45854</c:v>
                </c:pt>
                <c:pt idx="27">
                  <c:v>45855</c:v>
                </c:pt>
                <c:pt idx="28">
                  <c:v>45856</c:v>
                </c:pt>
                <c:pt idx="29">
                  <c:v>45857</c:v>
                </c:pt>
                <c:pt idx="30">
                  <c:v>45858</c:v>
                </c:pt>
                <c:pt idx="31">
                  <c:v>45859</c:v>
                </c:pt>
                <c:pt idx="32">
                  <c:v>45860</c:v>
                </c:pt>
                <c:pt idx="33">
                  <c:v>45861</c:v>
                </c:pt>
                <c:pt idx="34">
                  <c:v>45862</c:v>
                </c:pt>
                <c:pt idx="35">
                  <c:v>45863</c:v>
                </c:pt>
                <c:pt idx="36">
                  <c:v>45864</c:v>
                </c:pt>
                <c:pt idx="37">
                  <c:v>45865</c:v>
                </c:pt>
                <c:pt idx="38">
                  <c:v>45866</c:v>
                </c:pt>
                <c:pt idx="39">
                  <c:v>45867</c:v>
                </c:pt>
                <c:pt idx="40">
                  <c:v>45868</c:v>
                </c:pt>
                <c:pt idx="41">
                  <c:v>45869</c:v>
                </c:pt>
                <c:pt idx="42">
                  <c:v>45870</c:v>
                </c:pt>
                <c:pt idx="43">
                  <c:v>45871</c:v>
                </c:pt>
                <c:pt idx="44">
                  <c:v>45872</c:v>
                </c:pt>
                <c:pt idx="45">
                  <c:v>45873</c:v>
                </c:pt>
                <c:pt idx="46">
                  <c:v>45874</c:v>
                </c:pt>
                <c:pt idx="47">
                  <c:v>45875</c:v>
                </c:pt>
                <c:pt idx="48">
                  <c:v>45876</c:v>
                </c:pt>
                <c:pt idx="49">
                  <c:v>45877</c:v>
                </c:pt>
                <c:pt idx="50">
                  <c:v>45878</c:v>
                </c:pt>
                <c:pt idx="51">
                  <c:v>45879</c:v>
                </c:pt>
                <c:pt idx="52">
                  <c:v>45880</c:v>
                </c:pt>
                <c:pt idx="53">
                  <c:v>45881</c:v>
                </c:pt>
                <c:pt idx="54">
                  <c:v>45882</c:v>
                </c:pt>
                <c:pt idx="55">
                  <c:v>45883</c:v>
                </c:pt>
                <c:pt idx="56">
                  <c:v>45884</c:v>
                </c:pt>
                <c:pt idx="57">
                  <c:v>45885</c:v>
                </c:pt>
                <c:pt idx="58">
                  <c:v>45886</c:v>
                </c:pt>
                <c:pt idx="59">
                  <c:v>45887</c:v>
                </c:pt>
                <c:pt idx="60">
                  <c:v>45888</c:v>
                </c:pt>
                <c:pt idx="61">
                  <c:v>45889</c:v>
                </c:pt>
                <c:pt idx="62">
                  <c:v>45890</c:v>
                </c:pt>
                <c:pt idx="63">
                  <c:v>45891</c:v>
                </c:pt>
                <c:pt idx="64">
                  <c:v>45892</c:v>
                </c:pt>
                <c:pt idx="65">
                  <c:v>45893</c:v>
                </c:pt>
                <c:pt idx="66">
                  <c:v>45894</c:v>
                </c:pt>
                <c:pt idx="67">
                  <c:v>45895</c:v>
                </c:pt>
                <c:pt idx="68">
                  <c:v>45896</c:v>
                </c:pt>
                <c:pt idx="69">
                  <c:v>45897</c:v>
                </c:pt>
                <c:pt idx="70">
                  <c:v>45898</c:v>
                </c:pt>
                <c:pt idx="71">
                  <c:v>45899</c:v>
                </c:pt>
                <c:pt idx="72">
                  <c:v>45900</c:v>
                </c:pt>
                <c:pt idx="73">
                  <c:v>45901</c:v>
                </c:pt>
                <c:pt idx="74">
                  <c:v>45902</c:v>
                </c:pt>
                <c:pt idx="75">
                  <c:v>45903</c:v>
                </c:pt>
                <c:pt idx="76">
                  <c:v>45904</c:v>
                </c:pt>
                <c:pt idx="77">
                  <c:v>45905</c:v>
                </c:pt>
                <c:pt idx="78">
                  <c:v>45906</c:v>
                </c:pt>
                <c:pt idx="79">
                  <c:v>45907</c:v>
                </c:pt>
                <c:pt idx="80">
                  <c:v>45908</c:v>
                </c:pt>
                <c:pt idx="81">
                  <c:v>45909</c:v>
                </c:pt>
                <c:pt idx="82">
                  <c:v>45910</c:v>
                </c:pt>
                <c:pt idx="83">
                  <c:v>45911</c:v>
                </c:pt>
                <c:pt idx="84">
                  <c:v>45912</c:v>
                </c:pt>
                <c:pt idx="85">
                  <c:v>45913</c:v>
                </c:pt>
                <c:pt idx="86">
                  <c:v>45914</c:v>
                </c:pt>
                <c:pt idx="87">
                  <c:v>45915</c:v>
                </c:pt>
                <c:pt idx="88">
                  <c:v>45916</c:v>
                </c:pt>
                <c:pt idx="89">
                  <c:v>45917</c:v>
                </c:pt>
                <c:pt idx="90">
                  <c:v>45918</c:v>
                </c:pt>
                <c:pt idx="91">
                  <c:v>45919</c:v>
                </c:pt>
                <c:pt idx="92">
                  <c:v>45920</c:v>
                </c:pt>
                <c:pt idx="93">
                  <c:v>45921</c:v>
                </c:pt>
                <c:pt idx="94">
                  <c:v>45922</c:v>
                </c:pt>
                <c:pt idx="95">
                  <c:v>45923</c:v>
                </c:pt>
                <c:pt idx="96">
                  <c:v>45924</c:v>
                </c:pt>
                <c:pt idx="97">
                  <c:v>45925</c:v>
                </c:pt>
                <c:pt idx="98">
                  <c:v>45926</c:v>
                </c:pt>
                <c:pt idx="99">
                  <c:v>45927</c:v>
                </c:pt>
                <c:pt idx="100">
                  <c:v>45928</c:v>
                </c:pt>
                <c:pt idx="101">
                  <c:v>45929</c:v>
                </c:pt>
                <c:pt idx="102">
                  <c:v>45930</c:v>
                </c:pt>
                <c:pt idx="103">
                  <c:v>45931</c:v>
                </c:pt>
                <c:pt idx="104">
                  <c:v>45932</c:v>
                </c:pt>
                <c:pt idx="105">
                  <c:v>45933</c:v>
                </c:pt>
                <c:pt idx="106">
                  <c:v>45934</c:v>
                </c:pt>
                <c:pt idx="107">
                  <c:v>45935</c:v>
                </c:pt>
                <c:pt idx="108">
                  <c:v>45936</c:v>
                </c:pt>
                <c:pt idx="109">
                  <c:v>45937</c:v>
                </c:pt>
                <c:pt idx="110">
                  <c:v>45938</c:v>
                </c:pt>
                <c:pt idx="111">
                  <c:v>45939</c:v>
                </c:pt>
                <c:pt idx="112">
                  <c:v>45940</c:v>
                </c:pt>
                <c:pt idx="113">
                  <c:v>45941</c:v>
                </c:pt>
                <c:pt idx="114">
                  <c:v>45942</c:v>
                </c:pt>
                <c:pt idx="115">
                  <c:v>45943</c:v>
                </c:pt>
                <c:pt idx="116">
                  <c:v>45944</c:v>
                </c:pt>
                <c:pt idx="117">
                  <c:v>45945</c:v>
                </c:pt>
                <c:pt idx="118">
                  <c:v>45946</c:v>
                </c:pt>
                <c:pt idx="119">
                  <c:v>45947</c:v>
                </c:pt>
                <c:pt idx="120">
                  <c:v>45948</c:v>
                </c:pt>
                <c:pt idx="121">
                  <c:v>45949</c:v>
                </c:pt>
                <c:pt idx="122">
                  <c:v>45950</c:v>
                </c:pt>
                <c:pt idx="123">
                  <c:v>45951</c:v>
                </c:pt>
                <c:pt idx="124">
                  <c:v>45952</c:v>
                </c:pt>
                <c:pt idx="125">
                  <c:v>45953</c:v>
                </c:pt>
                <c:pt idx="126">
                  <c:v>45954</c:v>
                </c:pt>
                <c:pt idx="127">
                  <c:v>45955</c:v>
                </c:pt>
                <c:pt idx="128">
                  <c:v>45956</c:v>
                </c:pt>
                <c:pt idx="129">
                  <c:v>45957</c:v>
                </c:pt>
                <c:pt idx="130">
                  <c:v>45958</c:v>
                </c:pt>
                <c:pt idx="131">
                  <c:v>45959</c:v>
                </c:pt>
                <c:pt idx="132">
                  <c:v>45960</c:v>
                </c:pt>
                <c:pt idx="133">
                  <c:v>45961</c:v>
                </c:pt>
                <c:pt idx="134">
                  <c:v>45962</c:v>
                </c:pt>
                <c:pt idx="135">
                  <c:v>45963</c:v>
                </c:pt>
                <c:pt idx="136">
                  <c:v>45964</c:v>
                </c:pt>
                <c:pt idx="137">
                  <c:v>45965</c:v>
                </c:pt>
                <c:pt idx="138">
                  <c:v>45966</c:v>
                </c:pt>
                <c:pt idx="139">
                  <c:v>45967</c:v>
                </c:pt>
                <c:pt idx="140">
                  <c:v>45968</c:v>
                </c:pt>
                <c:pt idx="141">
                  <c:v>45969</c:v>
                </c:pt>
                <c:pt idx="142">
                  <c:v>45970</c:v>
                </c:pt>
                <c:pt idx="143">
                  <c:v>45971</c:v>
                </c:pt>
                <c:pt idx="144">
                  <c:v>45972</c:v>
                </c:pt>
                <c:pt idx="145">
                  <c:v>45973</c:v>
                </c:pt>
                <c:pt idx="146">
                  <c:v>45974</c:v>
                </c:pt>
                <c:pt idx="147">
                  <c:v>45975</c:v>
                </c:pt>
                <c:pt idx="148">
                  <c:v>45976</c:v>
                </c:pt>
                <c:pt idx="149">
                  <c:v>45977</c:v>
                </c:pt>
                <c:pt idx="150">
                  <c:v>45978</c:v>
                </c:pt>
                <c:pt idx="151">
                  <c:v>45979</c:v>
                </c:pt>
                <c:pt idx="152">
                  <c:v>45980</c:v>
                </c:pt>
                <c:pt idx="153">
                  <c:v>45981</c:v>
                </c:pt>
                <c:pt idx="154">
                  <c:v>45982</c:v>
                </c:pt>
                <c:pt idx="155">
                  <c:v>45983</c:v>
                </c:pt>
                <c:pt idx="156">
                  <c:v>45984</c:v>
                </c:pt>
                <c:pt idx="157">
                  <c:v>45985</c:v>
                </c:pt>
                <c:pt idx="158">
                  <c:v>45986</c:v>
                </c:pt>
                <c:pt idx="159">
                  <c:v>45987</c:v>
                </c:pt>
                <c:pt idx="160">
                  <c:v>45988</c:v>
                </c:pt>
                <c:pt idx="161">
                  <c:v>45989</c:v>
                </c:pt>
                <c:pt idx="162">
                  <c:v>45990</c:v>
                </c:pt>
                <c:pt idx="163">
                  <c:v>45991</c:v>
                </c:pt>
                <c:pt idx="164">
                  <c:v>45992</c:v>
                </c:pt>
                <c:pt idx="165">
                  <c:v>45993</c:v>
                </c:pt>
                <c:pt idx="166">
                  <c:v>45994</c:v>
                </c:pt>
                <c:pt idx="167">
                  <c:v>45995</c:v>
                </c:pt>
                <c:pt idx="168">
                  <c:v>45996</c:v>
                </c:pt>
                <c:pt idx="169">
                  <c:v>45997</c:v>
                </c:pt>
                <c:pt idx="170">
                  <c:v>45998</c:v>
                </c:pt>
                <c:pt idx="171">
                  <c:v>45999</c:v>
                </c:pt>
                <c:pt idx="172">
                  <c:v>46000</c:v>
                </c:pt>
                <c:pt idx="173">
                  <c:v>46001</c:v>
                </c:pt>
                <c:pt idx="174">
                  <c:v>46002</c:v>
                </c:pt>
                <c:pt idx="175">
                  <c:v>46003</c:v>
                </c:pt>
                <c:pt idx="176">
                  <c:v>46004</c:v>
                </c:pt>
                <c:pt idx="177">
                  <c:v>46005</c:v>
                </c:pt>
                <c:pt idx="178">
                  <c:v>46006</c:v>
                </c:pt>
                <c:pt idx="179">
                  <c:v>46007</c:v>
                </c:pt>
                <c:pt idx="180">
                  <c:v>46008</c:v>
                </c:pt>
                <c:pt idx="181">
                  <c:v>46009</c:v>
                </c:pt>
                <c:pt idx="182">
                  <c:v>46010</c:v>
                </c:pt>
                <c:pt idx="183">
                  <c:v>46011</c:v>
                </c:pt>
                <c:pt idx="184">
                  <c:v>46012</c:v>
                </c:pt>
                <c:pt idx="185">
                  <c:v>46013</c:v>
                </c:pt>
                <c:pt idx="186">
                  <c:v>46014</c:v>
                </c:pt>
                <c:pt idx="187">
                  <c:v>46015</c:v>
                </c:pt>
                <c:pt idx="188">
                  <c:v>46016</c:v>
                </c:pt>
                <c:pt idx="189">
                  <c:v>46017</c:v>
                </c:pt>
                <c:pt idx="190">
                  <c:v>46018</c:v>
                </c:pt>
                <c:pt idx="191">
                  <c:v>46019</c:v>
                </c:pt>
                <c:pt idx="192">
                  <c:v>46020</c:v>
                </c:pt>
                <c:pt idx="193">
                  <c:v>46021</c:v>
                </c:pt>
                <c:pt idx="194">
                  <c:v>46022</c:v>
                </c:pt>
                <c:pt idx="195">
                  <c:v>46023</c:v>
                </c:pt>
                <c:pt idx="196">
                  <c:v>46024</c:v>
                </c:pt>
                <c:pt idx="197">
                  <c:v>46025</c:v>
                </c:pt>
                <c:pt idx="198">
                  <c:v>46026</c:v>
                </c:pt>
                <c:pt idx="199">
                  <c:v>46027</c:v>
                </c:pt>
                <c:pt idx="200">
                  <c:v>46028</c:v>
                </c:pt>
                <c:pt idx="201">
                  <c:v>46029</c:v>
                </c:pt>
                <c:pt idx="202">
                  <c:v>46030</c:v>
                </c:pt>
                <c:pt idx="203">
                  <c:v>46031</c:v>
                </c:pt>
                <c:pt idx="204">
                  <c:v>46032</c:v>
                </c:pt>
                <c:pt idx="205">
                  <c:v>46033</c:v>
                </c:pt>
                <c:pt idx="206">
                  <c:v>46034</c:v>
                </c:pt>
                <c:pt idx="207">
                  <c:v>46035</c:v>
                </c:pt>
                <c:pt idx="208">
                  <c:v>46036</c:v>
                </c:pt>
                <c:pt idx="209">
                  <c:v>46037</c:v>
                </c:pt>
                <c:pt idx="210">
                  <c:v>46038</c:v>
                </c:pt>
                <c:pt idx="211">
                  <c:v>46039</c:v>
                </c:pt>
                <c:pt idx="212">
                  <c:v>46040</c:v>
                </c:pt>
                <c:pt idx="213">
                  <c:v>46041</c:v>
                </c:pt>
                <c:pt idx="214">
                  <c:v>46042</c:v>
                </c:pt>
                <c:pt idx="215">
                  <c:v>46043</c:v>
                </c:pt>
                <c:pt idx="216">
                  <c:v>46044</c:v>
                </c:pt>
                <c:pt idx="217">
                  <c:v>46045</c:v>
                </c:pt>
                <c:pt idx="218">
                  <c:v>46046</c:v>
                </c:pt>
                <c:pt idx="219">
                  <c:v>46047</c:v>
                </c:pt>
                <c:pt idx="220">
                  <c:v>46048</c:v>
                </c:pt>
                <c:pt idx="221">
                  <c:v>46049</c:v>
                </c:pt>
                <c:pt idx="222">
                  <c:v>46050</c:v>
                </c:pt>
                <c:pt idx="223">
                  <c:v>46051</c:v>
                </c:pt>
                <c:pt idx="224">
                  <c:v>46052</c:v>
                </c:pt>
                <c:pt idx="225">
                  <c:v>46053</c:v>
                </c:pt>
                <c:pt idx="226">
                  <c:v>46054</c:v>
                </c:pt>
                <c:pt idx="227">
                  <c:v>46055</c:v>
                </c:pt>
                <c:pt idx="228">
                  <c:v>46056</c:v>
                </c:pt>
                <c:pt idx="229">
                  <c:v>46057</c:v>
                </c:pt>
                <c:pt idx="230">
                  <c:v>46058</c:v>
                </c:pt>
                <c:pt idx="231">
                  <c:v>46059</c:v>
                </c:pt>
                <c:pt idx="232">
                  <c:v>46060</c:v>
                </c:pt>
                <c:pt idx="233">
                  <c:v>46061</c:v>
                </c:pt>
                <c:pt idx="234">
                  <c:v>46062</c:v>
                </c:pt>
                <c:pt idx="235">
                  <c:v>46063</c:v>
                </c:pt>
                <c:pt idx="236">
                  <c:v>46064</c:v>
                </c:pt>
                <c:pt idx="237">
                  <c:v>46065</c:v>
                </c:pt>
                <c:pt idx="238">
                  <c:v>46066</c:v>
                </c:pt>
                <c:pt idx="239">
                  <c:v>46067</c:v>
                </c:pt>
                <c:pt idx="240">
                  <c:v>46068</c:v>
                </c:pt>
                <c:pt idx="241">
                  <c:v>46069</c:v>
                </c:pt>
                <c:pt idx="242">
                  <c:v>46070</c:v>
                </c:pt>
                <c:pt idx="243">
                  <c:v>46071</c:v>
                </c:pt>
                <c:pt idx="244">
                  <c:v>46072</c:v>
                </c:pt>
                <c:pt idx="245">
                  <c:v>46073</c:v>
                </c:pt>
                <c:pt idx="246">
                  <c:v>46074</c:v>
                </c:pt>
                <c:pt idx="247">
                  <c:v>46075</c:v>
                </c:pt>
                <c:pt idx="248">
                  <c:v>46076</c:v>
                </c:pt>
                <c:pt idx="249">
                  <c:v>46077</c:v>
                </c:pt>
                <c:pt idx="250">
                  <c:v>46078</c:v>
                </c:pt>
                <c:pt idx="251">
                  <c:v>46079</c:v>
                </c:pt>
                <c:pt idx="252">
                  <c:v>46080</c:v>
                </c:pt>
                <c:pt idx="253">
                  <c:v>46081</c:v>
                </c:pt>
                <c:pt idx="254">
                  <c:v>46082</c:v>
                </c:pt>
                <c:pt idx="255">
                  <c:v>46083</c:v>
                </c:pt>
                <c:pt idx="256">
                  <c:v>46084</c:v>
                </c:pt>
                <c:pt idx="257">
                  <c:v>46085</c:v>
                </c:pt>
                <c:pt idx="258">
                  <c:v>46086</c:v>
                </c:pt>
                <c:pt idx="259">
                  <c:v>46087</c:v>
                </c:pt>
                <c:pt idx="260">
                  <c:v>46088</c:v>
                </c:pt>
                <c:pt idx="261">
                  <c:v>46089</c:v>
                </c:pt>
                <c:pt idx="262">
                  <c:v>46090</c:v>
                </c:pt>
                <c:pt idx="263">
                  <c:v>46091</c:v>
                </c:pt>
                <c:pt idx="264">
                  <c:v>46092</c:v>
                </c:pt>
                <c:pt idx="265">
                  <c:v>46093</c:v>
                </c:pt>
                <c:pt idx="266">
                  <c:v>46094</c:v>
                </c:pt>
                <c:pt idx="267">
                  <c:v>46095</c:v>
                </c:pt>
                <c:pt idx="268">
                  <c:v>46096</c:v>
                </c:pt>
                <c:pt idx="269">
                  <c:v>46097</c:v>
                </c:pt>
                <c:pt idx="270">
                  <c:v>46098</c:v>
                </c:pt>
                <c:pt idx="271">
                  <c:v>46099</c:v>
                </c:pt>
                <c:pt idx="272">
                  <c:v>46100</c:v>
                </c:pt>
                <c:pt idx="273">
                  <c:v>46101</c:v>
                </c:pt>
                <c:pt idx="274">
                  <c:v>46102</c:v>
                </c:pt>
                <c:pt idx="275">
                  <c:v>46103</c:v>
                </c:pt>
                <c:pt idx="276">
                  <c:v>46104</c:v>
                </c:pt>
                <c:pt idx="277">
                  <c:v>46105</c:v>
                </c:pt>
                <c:pt idx="278">
                  <c:v>46106</c:v>
                </c:pt>
                <c:pt idx="279">
                  <c:v>46107</c:v>
                </c:pt>
                <c:pt idx="280">
                  <c:v>46108</c:v>
                </c:pt>
                <c:pt idx="281">
                  <c:v>46109</c:v>
                </c:pt>
                <c:pt idx="282">
                  <c:v>46110</c:v>
                </c:pt>
                <c:pt idx="283">
                  <c:v>46111</c:v>
                </c:pt>
                <c:pt idx="284">
                  <c:v>46112</c:v>
                </c:pt>
                <c:pt idx="285">
                  <c:v>46113</c:v>
                </c:pt>
                <c:pt idx="286">
                  <c:v>46114</c:v>
                </c:pt>
                <c:pt idx="287">
                  <c:v>46115</c:v>
                </c:pt>
                <c:pt idx="288">
                  <c:v>46116</c:v>
                </c:pt>
                <c:pt idx="289">
                  <c:v>46117</c:v>
                </c:pt>
                <c:pt idx="290">
                  <c:v>46118</c:v>
                </c:pt>
                <c:pt idx="291">
                  <c:v>46119</c:v>
                </c:pt>
                <c:pt idx="292">
                  <c:v>46120</c:v>
                </c:pt>
                <c:pt idx="293">
                  <c:v>46121</c:v>
                </c:pt>
                <c:pt idx="294">
                  <c:v>46122</c:v>
                </c:pt>
                <c:pt idx="295">
                  <c:v>46123</c:v>
                </c:pt>
                <c:pt idx="296">
                  <c:v>46124</c:v>
                </c:pt>
                <c:pt idx="297">
                  <c:v>46125</c:v>
                </c:pt>
                <c:pt idx="298">
                  <c:v>46126</c:v>
                </c:pt>
                <c:pt idx="299">
                  <c:v>46127</c:v>
                </c:pt>
                <c:pt idx="300">
                  <c:v>46128</c:v>
                </c:pt>
                <c:pt idx="301">
                  <c:v>46129</c:v>
                </c:pt>
                <c:pt idx="302">
                  <c:v>46130</c:v>
                </c:pt>
                <c:pt idx="303">
                  <c:v>46131</c:v>
                </c:pt>
                <c:pt idx="304">
                  <c:v>46132</c:v>
                </c:pt>
                <c:pt idx="305">
                  <c:v>46133</c:v>
                </c:pt>
                <c:pt idx="306">
                  <c:v>46134</c:v>
                </c:pt>
                <c:pt idx="307">
                  <c:v>46135</c:v>
                </c:pt>
                <c:pt idx="308">
                  <c:v>46136</c:v>
                </c:pt>
                <c:pt idx="309">
                  <c:v>46137</c:v>
                </c:pt>
                <c:pt idx="310">
                  <c:v>46138</c:v>
                </c:pt>
                <c:pt idx="311">
                  <c:v>46139</c:v>
                </c:pt>
                <c:pt idx="312">
                  <c:v>46140</c:v>
                </c:pt>
                <c:pt idx="313">
                  <c:v>46141</c:v>
                </c:pt>
                <c:pt idx="314">
                  <c:v>46142</c:v>
                </c:pt>
                <c:pt idx="315">
                  <c:v>46143</c:v>
                </c:pt>
                <c:pt idx="316">
                  <c:v>46144</c:v>
                </c:pt>
                <c:pt idx="317">
                  <c:v>46145</c:v>
                </c:pt>
                <c:pt idx="318">
                  <c:v>46146</c:v>
                </c:pt>
                <c:pt idx="319">
                  <c:v>46147</c:v>
                </c:pt>
                <c:pt idx="320">
                  <c:v>46148</c:v>
                </c:pt>
                <c:pt idx="321">
                  <c:v>46149</c:v>
                </c:pt>
                <c:pt idx="322">
                  <c:v>46150</c:v>
                </c:pt>
                <c:pt idx="323">
                  <c:v>46151</c:v>
                </c:pt>
                <c:pt idx="324">
                  <c:v>46152</c:v>
                </c:pt>
                <c:pt idx="325">
                  <c:v>46153</c:v>
                </c:pt>
                <c:pt idx="326">
                  <c:v>46154</c:v>
                </c:pt>
                <c:pt idx="327">
                  <c:v>46155</c:v>
                </c:pt>
                <c:pt idx="328">
                  <c:v>46156</c:v>
                </c:pt>
                <c:pt idx="329">
                  <c:v>46157</c:v>
                </c:pt>
                <c:pt idx="330">
                  <c:v>46158</c:v>
                </c:pt>
                <c:pt idx="331">
                  <c:v>46159</c:v>
                </c:pt>
                <c:pt idx="332">
                  <c:v>46160</c:v>
                </c:pt>
                <c:pt idx="333">
                  <c:v>46161</c:v>
                </c:pt>
                <c:pt idx="334">
                  <c:v>46162</c:v>
                </c:pt>
                <c:pt idx="335">
                  <c:v>46163</c:v>
                </c:pt>
                <c:pt idx="336">
                  <c:v>46164</c:v>
                </c:pt>
                <c:pt idx="337">
                  <c:v>46165</c:v>
                </c:pt>
                <c:pt idx="338">
                  <c:v>46166</c:v>
                </c:pt>
                <c:pt idx="339">
                  <c:v>46167</c:v>
                </c:pt>
                <c:pt idx="340">
                  <c:v>46168</c:v>
                </c:pt>
                <c:pt idx="341">
                  <c:v>46169</c:v>
                </c:pt>
                <c:pt idx="342">
                  <c:v>46170</c:v>
                </c:pt>
                <c:pt idx="343">
                  <c:v>46171</c:v>
                </c:pt>
                <c:pt idx="344">
                  <c:v>46172</c:v>
                </c:pt>
                <c:pt idx="345">
                  <c:v>46173</c:v>
                </c:pt>
                <c:pt idx="346">
                  <c:v>46174</c:v>
                </c:pt>
                <c:pt idx="347">
                  <c:v>46175</c:v>
                </c:pt>
                <c:pt idx="348">
                  <c:v>46176</c:v>
                </c:pt>
                <c:pt idx="349">
                  <c:v>46177</c:v>
                </c:pt>
                <c:pt idx="350">
                  <c:v>46178</c:v>
                </c:pt>
                <c:pt idx="351">
                  <c:v>46179</c:v>
                </c:pt>
                <c:pt idx="352">
                  <c:v>46180</c:v>
                </c:pt>
                <c:pt idx="353">
                  <c:v>46181</c:v>
                </c:pt>
                <c:pt idx="354">
                  <c:v>46182</c:v>
                </c:pt>
                <c:pt idx="355">
                  <c:v>46183</c:v>
                </c:pt>
                <c:pt idx="356">
                  <c:v>46184</c:v>
                </c:pt>
                <c:pt idx="357">
                  <c:v>46185</c:v>
                </c:pt>
                <c:pt idx="358">
                  <c:v>46186</c:v>
                </c:pt>
                <c:pt idx="359">
                  <c:v>46187</c:v>
                </c:pt>
                <c:pt idx="360">
                  <c:v>46188</c:v>
                </c:pt>
                <c:pt idx="361">
                  <c:v>46189</c:v>
                </c:pt>
                <c:pt idx="362">
                  <c:v>46190</c:v>
                </c:pt>
              </c:numCache>
            </c:numRef>
          </c:cat>
          <c:val>
            <c:numRef>
              <c:f>G!$E$2:$E$364</c:f>
              <c:numCache>
                <c:formatCode>General</c:formatCode>
                <c:ptCount val="363"/>
                <c:pt idx="0">
                  <c:v>23416.5324</c:v>
                </c:pt>
                <c:pt idx="1">
                  <c:v>23345.115099999999</c:v>
                </c:pt>
                <c:pt idx="2">
                  <c:v>22471.462899999999</c:v>
                </c:pt>
                <c:pt idx="3">
                  <c:v>24234.395400000001</c:v>
                </c:pt>
                <c:pt idx="4">
                  <c:v>23733.750899999999</c:v>
                </c:pt>
                <c:pt idx="5">
                  <c:v>24437.941699999999</c:v>
                </c:pt>
                <c:pt idx="6">
                  <c:v>24051.354800000001</c:v>
                </c:pt>
                <c:pt idx="7">
                  <c:v>23464.252700000001</c:v>
                </c:pt>
                <c:pt idx="8">
                  <c:v>23091.922399999999</c:v>
                </c:pt>
                <c:pt idx="9">
                  <c:v>22443.5124</c:v>
                </c:pt>
                <c:pt idx="10">
                  <c:v>25041.737300000001</c:v>
                </c:pt>
                <c:pt idx="11">
                  <c:v>24452.499599999999</c:v>
                </c:pt>
                <c:pt idx="12">
                  <c:v>24360.4686</c:v>
                </c:pt>
                <c:pt idx="13">
                  <c:v>24241.315299999998</c:v>
                </c:pt>
                <c:pt idx="14">
                  <c:v>23989.704399999999</c:v>
                </c:pt>
                <c:pt idx="15">
                  <c:v>23534.718400000002</c:v>
                </c:pt>
                <c:pt idx="16">
                  <c:v>22809.922299999998</c:v>
                </c:pt>
                <c:pt idx="17">
                  <c:v>24993.0517</c:v>
                </c:pt>
                <c:pt idx="18">
                  <c:v>24607.712800000001</c:v>
                </c:pt>
                <c:pt idx="19">
                  <c:v>24492.155200000001</c:v>
                </c:pt>
                <c:pt idx="20">
                  <c:v>22343.088199999998</c:v>
                </c:pt>
                <c:pt idx="21">
                  <c:v>25503.0972</c:v>
                </c:pt>
                <c:pt idx="22">
                  <c:v>23845.427</c:v>
                </c:pt>
                <c:pt idx="23">
                  <c:v>22709.866099999999</c:v>
                </c:pt>
                <c:pt idx="24">
                  <c:v>24980.9031</c:v>
                </c:pt>
                <c:pt idx="25">
                  <c:v>24651.783299999999</c:v>
                </c:pt>
                <c:pt idx="26">
                  <c:v>23976.680799999998</c:v>
                </c:pt>
                <c:pt idx="27">
                  <c:v>23874.028200000001</c:v>
                </c:pt>
                <c:pt idx="28">
                  <c:v>23719.431700000001</c:v>
                </c:pt>
                <c:pt idx="29">
                  <c:v>23000.723999999998</c:v>
                </c:pt>
                <c:pt idx="30">
                  <c:v>22180.085599999999</c:v>
                </c:pt>
                <c:pt idx="31">
                  <c:v>24541.137699999999</c:v>
                </c:pt>
                <c:pt idx="32">
                  <c:v>24166.678199999998</c:v>
                </c:pt>
                <c:pt idx="33">
                  <c:v>23798.168900000001</c:v>
                </c:pt>
                <c:pt idx="34">
                  <c:v>23992.111700000001</c:v>
                </c:pt>
                <c:pt idx="35">
                  <c:v>23621.869699999999</c:v>
                </c:pt>
                <c:pt idx="36">
                  <c:v>23247.028900000001</c:v>
                </c:pt>
                <c:pt idx="37">
                  <c:v>22292.301299999999</c:v>
                </c:pt>
                <c:pt idx="38">
                  <c:v>24724.651999999998</c:v>
                </c:pt>
                <c:pt idx="39">
                  <c:v>24299.9601</c:v>
                </c:pt>
                <c:pt idx="40">
                  <c:v>24493.6888</c:v>
                </c:pt>
                <c:pt idx="41">
                  <c:v>24773.796200000001</c:v>
                </c:pt>
                <c:pt idx="42">
                  <c:v>24282.047900000001</c:v>
                </c:pt>
                <c:pt idx="43">
                  <c:v>22995.4758</c:v>
                </c:pt>
                <c:pt idx="44">
                  <c:v>22679.263999999999</c:v>
                </c:pt>
                <c:pt idx="45">
                  <c:v>25060.657599999999</c:v>
                </c:pt>
                <c:pt idx="46">
                  <c:v>24416.860499999999</c:v>
                </c:pt>
                <c:pt idx="47">
                  <c:v>24330.933499999999</c:v>
                </c:pt>
                <c:pt idx="48">
                  <c:v>24329.6675</c:v>
                </c:pt>
                <c:pt idx="49">
                  <c:v>21665.942899999998</c:v>
                </c:pt>
                <c:pt idx="50">
                  <c:v>23084.713500000002</c:v>
                </c:pt>
                <c:pt idx="51">
                  <c:v>22703.438200000001</c:v>
                </c:pt>
                <c:pt idx="52">
                  <c:v>24685.191200000001</c:v>
                </c:pt>
                <c:pt idx="53">
                  <c:v>24054.108400000001</c:v>
                </c:pt>
                <c:pt idx="54">
                  <c:v>24277.1734</c:v>
                </c:pt>
                <c:pt idx="55">
                  <c:v>24137.486099999998</c:v>
                </c:pt>
                <c:pt idx="56">
                  <c:v>23295.1747</c:v>
                </c:pt>
                <c:pt idx="57">
                  <c:v>23528.266100000001</c:v>
                </c:pt>
                <c:pt idx="58">
                  <c:v>22713.400799999999</c:v>
                </c:pt>
                <c:pt idx="59">
                  <c:v>24974.5592</c:v>
                </c:pt>
                <c:pt idx="60">
                  <c:v>24712.234100000001</c:v>
                </c:pt>
                <c:pt idx="61">
                  <c:v>24396.539700000001</c:v>
                </c:pt>
                <c:pt idx="62">
                  <c:v>24584.278600000001</c:v>
                </c:pt>
                <c:pt idx="63">
                  <c:v>23627.7497</c:v>
                </c:pt>
                <c:pt idx="64">
                  <c:v>22900.086899999998</c:v>
                </c:pt>
                <c:pt idx="65">
                  <c:v>22364.879099999998</c:v>
                </c:pt>
                <c:pt idx="66">
                  <c:v>24506.844099999998</c:v>
                </c:pt>
                <c:pt idx="67">
                  <c:v>24337.250199999999</c:v>
                </c:pt>
                <c:pt idx="68">
                  <c:v>23671.722300000001</c:v>
                </c:pt>
                <c:pt idx="69">
                  <c:v>24341.289199999999</c:v>
                </c:pt>
                <c:pt idx="70">
                  <c:v>23563.429700000001</c:v>
                </c:pt>
                <c:pt idx="71">
                  <c:v>23342.9908</c:v>
                </c:pt>
                <c:pt idx="72">
                  <c:v>22768.343799999999</c:v>
                </c:pt>
                <c:pt idx="73">
                  <c:v>24543.245999999999</c:v>
                </c:pt>
                <c:pt idx="74">
                  <c:v>24540.326799999999</c:v>
                </c:pt>
                <c:pt idx="75">
                  <c:v>24179.299900000002</c:v>
                </c:pt>
                <c:pt idx="76">
                  <c:v>25454.703399999999</c:v>
                </c:pt>
                <c:pt idx="77">
                  <c:v>22378.8675</c:v>
                </c:pt>
                <c:pt idx="78">
                  <c:v>23295.544399999999</c:v>
                </c:pt>
                <c:pt idx="79">
                  <c:v>22239.941800000001</c:v>
                </c:pt>
                <c:pt idx="80">
                  <c:v>24257.5445</c:v>
                </c:pt>
                <c:pt idx="81">
                  <c:v>24094.706099999999</c:v>
                </c:pt>
                <c:pt idx="82">
                  <c:v>24302.408500000001</c:v>
                </c:pt>
                <c:pt idx="83">
                  <c:v>24461.7173</c:v>
                </c:pt>
                <c:pt idx="84">
                  <c:v>23440.877199999999</c:v>
                </c:pt>
                <c:pt idx="85">
                  <c:v>23375.49</c:v>
                </c:pt>
                <c:pt idx="86">
                  <c:v>22657.894899999999</c:v>
                </c:pt>
                <c:pt idx="87">
                  <c:v>24702.903999999999</c:v>
                </c:pt>
                <c:pt idx="88">
                  <c:v>24130.793300000001</c:v>
                </c:pt>
                <c:pt idx="89">
                  <c:v>24078.667799999999</c:v>
                </c:pt>
                <c:pt idx="90">
                  <c:v>23966.4437</c:v>
                </c:pt>
                <c:pt idx="91">
                  <c:v>23371.0072</c:v>
                </c:pt>
                <c:pt idx="92">
                  <c:v>23042.017800000001</c:v>
                </c:pt>
                <c:pt idx="93">
                  <c:v>22499.1626</c:v>
                </c:pt>
                <c:pt idx="94">
                  <c:v>24255.606400000001</c:v>
                </c:pt>
                <c:pt idx="95">
                  <c:v>24239.773399999998</c:v>
                </c:pt>
                <c:pt idx="96">
                  <c:v>24098.2055</c:v>
                </c:pt>
                <c:pt idx="97">
                  <c:v>24236.170300000002</c:v>
                </c:pt>
                <c:pt idx="98">
                  <c:v>23520.484199999999</c:v>
                </c:pt>
                <c:pt idx="99">
                  <c:v>23404.537700000001</c:v>
                </c:pt>
                <c:pt idx="100">
                  <c:v>22550.158800000001</c:v>
                </c:pt>
                <c:pt idx="101">
                  <c:v>24735.6188</c:v>
                </c:pt>
                <c:pt idx="102">
                  <c:v>25203.891199999998</c:v>
                </c:pt>
                <c:pt idx="103">
                  <c:v>24419.030500000001</c:v>
                </c:pt>
                <c:pt idx="104">
                  <c:v>24530.251899999999</c:v>
                </c:pt>
                <c:pt idx="105">
                  <c:v>23858.6247</c:v>
                </c:pt>
                <c:pt idx="106">
                  <c:v>22728.4107</c:v>
                </c:pt>
                <c:pt idx="107">
                  <c:v>22604.270400000001</c:v>
                </c:pt>
                <c:pt idx="108">
                  <c:v>22479.383900000001</c:v>
                </c:pt>
                <c:pt idx="109">
                  <c:v>24541.487799999999</c:v>
                </c:pt>
                <c:pt idx="110">
                  <c:v>24052.333200000001</c:v>
                </c:pt>
                <c:pt idx="111">
                  <c:v>24253.379300000001</c:v>
                </c:pt>
                <c:pt idx="112">
                  <c:v>23848.4836</c:v>
                </c:pt>
                <c:pt idx="113">
                  <c:v>23635.257699999998</c:v>
                </c:pt>
                <c:pt idx="114">
                  <c:v>22666.5592</c:v>
                </c:pt>
                <c:pt idx="115">
                  <c:v>24341.647799999999</c:v>
                </c:pt>
                <c:pt idx="116">
                  <c:v>23833.425599999999</c:v>
                </c:pt>
                <c:pt idx="117">
                  <c:v>23402.754700000001</c:v>
                </c:pt>
                <c:pt idx="118">
                  <c:v>17806.329099999999</c:v>
                </c:pt>
                <c:pt idx="119">
                  <c:v>21682.687999999998</c:v>
                </c:pt>
                <c:pt idx="120">
                  <c:v>22498.413100000002</c:v>
                </c:pt>
                <c:pt idx="121">
                  <c:v>21404.624400000001</c:v>
                </c:pt>
                <c:pt idx="122">
                  <c:v>23039.399399999998</c:v>
                </c:pt>
                <c:pt idx="123">
                  <c:v>24297.4584</c:v>
                </c:pt>
                <c:pt idx="124">
                  <c:v>23406.051599999999</c:v>
                </c:pt>
                <c:pt idx="125">
                  <c:v>23229.8904</c:v>
                </c:pt>
                <c:pt idx="126">
                  <c:v>21599.371800000001</c:v>
                </c:pt>
                <c:pt idx="127">
                  <c:v>22996.613600000001</c:v>
                </c:pt>
                <c:pt idx="128">
                  <c:v>21842.389800000001</c:v>
                </c:pt>
                <c:pt idx="129">
                  <c:v>22637.329399999999</c:v>
                </c:pt>
                <c:pt idx="130">
                  <c:v>23672.243699999999</c:v>
                </c:pt>
                <c:pt idx="131">
                  <c:v>22843.466799999998</c:v>
                </c:pt>
                <c:pt idx="132">
                  <c:v>24084.085500000001</c:v>
                </c:pt>
                <c:pt idx="133">
                  <c:v>23442.7179</c:v>
                </c:pt>
                <c:pt idx="134">
                  <c:v>23543.322</c:v>
                </c:pt>
                <c:pt idx="135">
                  <c:v>21060.503700000001</c:v>
                </c:pt>
                <c:pt idx="136">
                  <c:v>24306.371200000001</c:v>
                </c:pt>
                <c:pt idx="137">
                  <c:v>24073.2709</c:v>
                </c:pt>
                <c:pt idx="138">
                  <c:v>22381.047600000002</c:v>
                </c:pt>
                <c:pt idx="139">
                  <c:v>9809.7332000000006</c:v>
                </c:pt>
                <c:pt idx="140">
                  <c:v>21472.242200000001</c:v>
                </c:pt>
                <c:pt idx="141">
                  <c:v>22692.546699999999</c:v>
                </c:pt>
                <c:pt idx="142">
                  <c:v>21969.786400000001</c:v>
                </c:pt>
                <c:pt idx="143">
                  <c:v>23588.3688</c:v>
                </c:pt>
                <c:pt idx="144">
                  <c:v>23523.764500000001</c:v>
                </c:pt>
                <c:pt idx="145">
                  <c:v>23396.827000000001</c:v>
                </c:pt>
                <c:pt idx="146">
                  <c:v>23350.104200000002</c:v>
                </c:pt>
                <c:pt idx="147">
                  <c:v>22720.582299999998</c:v>
                </c:pt>
                <c:pt idx="148">
                  <c:v>22846.402900000001</c:v>
                </c:pt>
                <c:pt idx="149">
                  <c:v>21805.015500000001</c:v>
                </c:pt>
                <c:pt idx="150">
                  <c:v>23543.880799999999</c:v>
                </c:pt>
                <c:pt idx="151">
                  <c:v>23218.1358</c:v>
                </c:pt>
                <c:pt idx="152">
                  <c:v>24139.360799999999</c:v>
                </c:pt>
                <c:pt idx="153">
                  <c:v>23437.1139</c:v>
                </c:pt>
                <c:pt idx="154">
                  <c:v>22643.014999999999</c:v>
                </c:pt>
                <c:pt idx="155">
                  <c:v>22399.593199999999</c:v>
                </c:pt>
                <c:pt idx="156">
                  <c:v>22169.879499999999</c:v>
                </c:pt>
                <c:pt idx="157">
                  <c:v>23987.536100000001</c:v>
                </c:pt>
                <c:pt idx="158">
                  <c:v>24242.324100000002</c:v>
                </c:pt>
                <c:pt idx="159">
                  <c:v>24368.893100000001</c:v>
                </c:pt>
                <c:pt idx="160">
                  <c:v>27875.2287</c:v>
                </c:pt>
                <c:pt idx="161">
                  <c:v>16912.2431</c:v>
                </c:pt>
                <c:pt idx="162">
                  <c:v>6347.3595999999998</c:v>
                </c:pt>
                <c:pt idx="163">
                  <c:v>11960.948399999999</c:v>
                </c:pt>
                <c:pt idx="164">
                  <c:v>22427.646000000001</c:v>
                </c:pt>
                <c:pt idx="165">
                  <c:v>23267.394700000001</c:v>
                </c:pt>
                <c:pt idx="166">
                  <c:v>23912.916799999999</c:v>
                </c:pt>
                <c:pt idx="167">
                  <c:v>24376.614099999999</c:v>
                </c:pt>
                <c:pt idx="168">
                  <c:v>24929.026300000001</c:v>
                </c:pt>
                <c:pt idx="169">
                  <c:v>24669.4198</c:v>
                </c:pt>
                <c:pt idx="170">
                  <c:v>23391.631000000001</c:v>
                </c:pt>
                <c:pt idx="171">
                  <c:v>25177.331999999999</c:v>
                </c:pt>
                <c:pt idx="172">
                  <c:v>24870.980500000001</c:v>
                </c:pt>
                <c:pt idx="173">
                  <c:v>24026.727999999999</c:v>
                </c:pt>
                <c:pt idx="174">
                  <c:v>24883.375599999999</c:v>
                </c:pt>
                <c:pt idx="175">
                  <c:v>24123.1757</c:v>
                </c:pt>
                <c:pt idx="176">
                  <c:v>23673.248200000002</c:v>
                </c:pt>
                <c:pt idx="177">
                  <c:v>23185.414199999999</c:v>
                </c:pt>
                <c:pt idx="178">
                  <c:v>25726.594099999998</c:v>
                </c:pt>
                <c:pt idx="179">
                  <c:v>25824.426500000001</c:v>
                </c:pt>
                <c:pt idx="180">
                  <c:v>25385.257699999998</c:v>
                </c:pt>
                <c:pt idx="181">
                  <c:v>25876.140100000001</c:v>
                </c:pt>
                <c:pt idx="182">
                  <c:v>25152.039400000001</c:v>
                </c:pt>
                <c:pt idx="183">
                  <c:v>23899.8086</c:v>
                </c:pt>
                <c:pt idx="184">
                  <c:v>22772.0124</c:v>
                </c:pt>
                <c:pt idx="185">
                  <c:v>25322.320100000001</c:v>
                </c:pt>
                <c:pt idx="186">
                  <c:v>25473.607599999999</c:v>
                </c:pt>
                <c:pt idx="187">
                  <c:v>25749.410599999999</c:v>
                </c:pt>
                <c:pt idx="188">
                  <c:v>23380.0789</c:v>
                </c:pt>
                <c:pt idx="189">
                  <c:v>23692.738799999999</c:v>
                </c:pt>
                <c:pt idx="190">
                  <c:v>24111.557400000002</c:v>
                </c:pt>
                <c:pt idx="191">
                  <c:v>23126.201799999999</c:v>
                </c:pt>
                <c:pt idx="192">
                  <c:v>25101.6378</c:v>
                </c:pt>
                <c:pt idx="193">
                  <c:v>25471.633699999998</c:v>
                </c:pt>
                <c:pt idx="194">
                  <c:v>25017.5157</c:v>
                </c:pt>
                <c:pt idx="195">
                  <c:v>26161.560399999998</c:v>
                </c:pt>
                <c:pt idx="196">
                  <c:v>23204.121800000001</c:v>
                </c:pt>
                <c:pt idx="197">
                  <c:v>21712.886900000001</c:v>
                </c:pt>
                <c:pt idx="198">
                  <c:v>22624.287100000001</c:v>
                </c:pt>
                <c:pt idx="199">
                  <c:v>24598.061399999999</c:v>
                </c:pt>
                <c:pt idx="200">
                  <c:v>24492.399300000001</c:v>
                </c:pt>
                <c:pt idx="201">
                  <c:v>24083.033299999999</c:v>
                </c:pt>
                <c:pt idx="202">
                  <c:v>23500.926299999999</c:v>
                </c:pt>
                <c:pt idx="203">
                  <c:v>22713.8966</c:v>
                </c:pt>
                <c:pt idx="204">
                  <c:v>22077.169699999999</c:v>
                </c:pt>
                <c:pt idx="205">
                  <c:v>22142.178899999999</c:v>
                </c:pt>
                <c:pt idx="206">
                  <c:v>24268.356800000001</c:v>
                </c:pt>
                <c:pt idx="207">
                  <c:v>23990.445</c:v>
                </c:pt>
                <c:pt idx="208">
                  <c:v>24353.727599999998</c:v>
                </c:pt>
                <c:pt idx="209">
                  <c:v>23330.3122</c:v>
                </c:pt>
                <c:pt idx="210">
                  <c:v>23175.280500000001</c:v>
                </c:pt>
                <c:pt idx="211">
                  <c:v>22961.3397</c:v>
                </c:pt>
                <c:pt idx="212">
                  <c:v>22085.518700000001</c:v>
                </c:pt>
                <c:pt idx="213">
                  <c:v>24440.591400000001</c:v>
                </c:pt>
                <c:pt idx="214">
                  <c:v>24321.522300000001</c:v>
                </c:pt>
                <c:pt idx="215">
                  <c:v>24610.542700000002</c:v>
                </c:pt>
                <c:pt idx="216">
                  <c:v>24626.317899999998</c:v>
                </c:pt>
                <c:pt idx="217">
                  <c:v>23642.343099999998</c:v>
                </c:pt>
                <c:pt idx="218">
                  <c:v>23164.767500000002</c:v>
                </c:pt>
                <c:pt idx="219">
                  <c:v>17030.051899999999</c:v>
                </c:pt>
                <c:pt idx="220">
                  <c:v>19019.775900000001</c:v>
                </c:pt>
                <c:pt idx="221">
                  <c:v>24505.360100000002</c:v>
                </c:pt>
                <c:pt idx="222">
                  <c:v>24584.6237</c:v>
                </c:pt>
                <c:pt idx="223">
                  <c:v>22973.236000000001</c:v>
                </c:pt>
                <c:pt idx="224">
                  <c:v>23669.5661</c:v>
                </c:pt>
                <c:pt idx="225">
                  <c:v>23625.93</c:v>
                </c:pt>
                <c:pt idx="226">
                  <c:v>22215.129700000001</c:v>
                </c:pt>
                <c:pt idx="227">
                  <c:v>25108.047200000001</c:v>
                </c:pt>
                <c:pt idx="228">
                  <c:v>24593.439699999999</c:v>
                </c:pt>
                <c:pt idx="229">
                  <c:v>23057.472600000001</c:v>
                </c:pt>
                <c:pt idx="230">
                  <c:v>24488.715100000001</c:v>
                </c:pt>
                <c:pt idx="231">
                  <c:v>23741.487099999998</c:v>
                </c:pt>
                <c:pt idx="232">
                  <c:v>23604.472600000001</c:v>
                </c:pt>
                <c:pt idx="233">
                  <c:v>22613.997500000001</c:v>
                </c:pt>
                <c:pt idx="234">
                  <c:v>24854.033100000001</c:v>
                </c:pt>
                <c:pt idx="235">
                  <c:v>24600.457600000002</c:v>
                </c:pt>
                <c:pt idx="236">
                  <c:v>24488.837899999999</c:v>
                </c:pt>
                <c:pt idx="237">
                  <c:v>24687.3439</c:v>
                </c:pt>
                <c:pt idx="238">
                  <c:v>23979.002499999999</c:v>
                </c:pt>
                <c:pt idx="239">
                  <c:v>23796.174800000001</c:v>
                </c:pt>
                <c:pt idx="240">
                  <c:v>22698.144</c:v>
                </c:pt>
                <c:pt idx="241">
                  <c:v>24519.1351</c:v>
                </c:pt>
                <c:pt idx="242">
                  <c:v>24255.399600000001</c:v>
                </c:pt>
                <c:pt idx="243">
                  <c:v>24594.5615</c:v>
                </c:pt>
                <c:pt idx="244">
                  <c:v>23031.497899999998</c:v>
                </c:pt>
                <c:pt idx="245">
                  <c:v>22247.630700000002</c:v>
                </c:pt>
                <c:pt idx="246">
                  <c:v>22150.1849</c:v>
                </c:pt>
                <c:pt idx="247">
                  <c:v>21711.133900000001</c:v>
                </c:pt>
                <c:pt idx="248">
                  <c:v>23566.281800000001</c:v>
                </c:pt>
                <c:pt idx="249">
                  <c:v>23486.661</c:v>
                </c:pt>
                <c:pt idx="250">
                  <c:v>23414.284199999998</c:v>
                </c:pt>
                <c:pt idx="251">
                  <c:v>23553.4244</c:v>
                </c:pt>
                <c:pt idx="252">
                  <c:v>22945.037499999999</c:v>
                </c:pt>
                <c:pt idx="253">
                  <c:v>23037.0245</c:v>
                </c:pt>
                <c:pt idx="254">
                  <c:v>22327.458900000001</c:v>
                </c:pt>
                <c:pt idx="255">
                  <c:v>22185.324400000001</c:v>
                </c:pt>
                <c:pt idx="256">
                  <c:v>23893.784199999998</c:v>
                </c:pt>
                <c:pt idx="257">
                  <c:v>23595.407899999998</c:v>
                </c:pt>
                <c:pt idx="258">
                  <c:v>23575.2893</c:v>
                </c:pt>
                <c:pt idx="259">
                  <c:v>23431.53</c:v>
                </c:pt>
                <c:pt idx="260">
                  <c:v>23309.8351</c:v>
                </c:pt>
                <c:pt idx="261">
                  <c:v>22155.330699999999</c:v>
                </c:pt>
                <c:pt idx="262">
                  <c:v>24167.288400000001</c:v>
                </c:pt>
                <c:pt idx="263">
                  <c:v>24128.520400000001</c:v>
                </c:pt>
                <c:pt idx="264">
                  <c:v>23528.1718</c:v>
                </c:pt>
                <c:pt idx="265">
                  <c:v>24023.514200000001</c:v>
                </c:pt>
                <c:pt idx="266">
                  <c:v>23158.847900000001</c:v>
                </c:pt>
                <c:pt idx="267">
                  <c:v>23169.746200000001</c:v>
                </c:pt>
                <c:pt idx="268">
                  <c:v>23282.8963</c:v>
                </c:pt>
                <c:pt idx="269">
                  <c:v>25345.619900000002</c:v>
                </c:pt>
                <c:pt idx="270">
                  <c:v>25806.901099999999</c:v>
                </c:pt>
                <c:pt idx="271">
                  <c:v>24960.686300000001</c:v>
                </c:pt>
                <c:pt idx="272">
                  <c:v>25763.744699999999</c:v>
                </c:pt>
                <c:pt idx="273">
                  <c:v>24912.7853</c:v>
                </c:pt>
                <c:pt idx="274">
                  <c:v>23221.3995</c:v>
                </c:pt>
                <c:pt idx="275">
                  <c:v>22433.327099999999</c:v>
                </c:pt>
                <c:pt idx="276">
                  <c:v>24569.715400000001</c:v>
                </c:pt>
                <c:pt idx="277">
                  <c:v>24702.024099999999</c:v>
                </c:pt>
                <c:pt idx="278">
                  <c:v>24004.270799999998</c:v>
                </c:pt>
                <c:pt idx="279">
                  <c:v>24737.7058</c:v>
                </c:pt>
                <c:pt idx="280">
                  <c:v>23779.037799999998</c:v>
                </c:pt>
                <c:pt idx="281">
                  <c:v>23703.075000000001</c:v>
                </c:pt>
                <c:pt idx="282">
                  <c:v>22829.048500000001</c:v>
                </c:pt>
                <c:pt idx="283">
                  <c:v>25730.6332</c:v>
                </c:pt>
                <c:pt idx="284">
                  <c:v>25614.357800000002</c:v>
                </c:pt>
                <c:pt idx="285">
                  <c:v>24370.588800000001</c:v>
                </c:pt>
                <c:pt idx="286">
                  <c:v>24516.896799999999</c:v>
                </c:pt>
                <c:pt idx="287">
                  <c:v>22042.1567</c:v>
                </c:pt>
                <c:pt idx="288">
                  <c:v>23474.942800000001</c:v>
                </c:pt>
                <c:pt idx="289">
                  <c:v>23053.918900000001</c:v>
                </c:pt>
                <c:pt idx="290">
                  <c:v>25203.084200000001</c:v>
                </c:pt>
                <c:pt idx="291">
                  <c:v>25037.462599999999</c:v>
                </c:pt>
                <c:pt idx="292">
                  <c:v>24850.4408</c:v>
                </c:pt>
                <c:pt idx="293">
                  <c:v>25467.5239</c:v>
                </c:pt>
                <c:pt idx="294">
                  <c:v>25113.017199999998</c:v>
                </c:pt>
                <c:pt idx="295">
                  <c:v>24310.698100000001</c:v>
                </c:pt>
                <c:pt idx="296">
                  <c:v>22340.431700000001</c:v>
                </c:pt>
                <c:pt idx="297">
                  <c:v>20587.862799999999</c:v>
                </c:pt>
                <c:pt idx="298">
                  <c:v>21082.075199999999</c:v>
                </c:pt>
                <c:pt idx="299">
                  <c:v>22258.147499999999</c:v>
                </c:pt>
                <c:pt idx="300">
                  <c:v>22857.039000000001</c:v>
                </c:pt>
                <c:pt idx="301">
                  <c:v>22467.1518</c:v>
                </c:pt>
                <c:pt idx="302">
                  <c:v>22894.760900000001</c:v>
                </c:pt>
                <c:pt idx="303">
                  <c:v>22465.112799999999</c:v>
                </c:pt>
                <c:pt idx="304">
                  <c:v>24452.0003</c:v>
                </c:pt>
                <c:pt idx="305">
                  <c:v>24535.067899999998</c:v>
                </c:pt>
                <c:pt idx="306">
                  <c:v>24494.886999999999</c:v>
                </c:pt>
                <c:pt idx="307">
                  <c:v>24216.080900000001</c:v>
                </c:pt>
                <c:pt idx="308">
                  <c:v>23869.036100000001</c:v>
                </c:pt>
                <c:pt idx="309">
                  <c:v>23150.2925</c:v>
                </c:pt>
                <c:pt idx="310">
                  <c:v>21984.981800000001</c:v>
                </c:pt>
                <c:pt idx="311">
                  <c:v>23572.990900000001</c:v>
                </c:pt>
                <c:pt idx="312">
                  <c:v>24019.588500000002</c:v>
                </c:pt>
                <c:pt idx="313">
                  <c:v>24064.990600000001</c:v>
                </c:pt>
                <c:pt idx="314">
                  <c:v>24343.967000000001</c:v>
                </c:pt>
                <c:pt idx="315">
                  <c:v>21639.0527</c:v>
                </c:pt>
                <c:pt idx="316">
                  <c:v>22895.310399999998</c:v>
                </c:pt>
                <c:pt idx="317">
                  <c:v>22171.0537</c:v>
                </c:pt>
                <c:pt idx="318">
                  <c:v>24669.883600000001</c:v>
                </c:pt>
                <c:pt idx="319">
                  <c:v>24001.498200000002</c:v>
                </c:pt>
                <c:pt idx="320">
                  <c:v>23046.8151</c:v>
                </c:pt>
                <c:pt idx="321">
                  <c:v>24443.444200000002</c:v>
                </c:pt>
                <c:pt idx="322">
                  <c:v>22179.156800000001</c:v>
                </c:pt>
                <c:pt idx="323">
                  <c:v>22736.8969</c:v>
                </c:pt>
                <c:pt idx="324">
                  <c:v>22129.400799999999</c:v>
                </c:pt>
                <c:pt idx="325">
                  <c:v>24258.420900000001</c:v>
                </c:pt>
                <c:pt idx="326">
                  <c:v>23661.237700000001</c:v>
                </c:pt>
                <c:pt idx="327">
                  <c:v>25387.896100000002</c:v>
                </c:pt>
                <c:pt idx="328">
                  <c:v>23834.9961</c:v>
                </c:pt>
                <c:pt idx="329">
                  <c:v>23586.599399999999</c:v>
                </c:pt>
                <c:pt idx="330">
                  <c:v>22974.802100000001</c:v>
                </c:pt>
                <c:pt idx="331">
                  <c:v>22166.945599999999</c:v>
                </c:pt>
                <c:pt idx="332">
                  <c:v>24423.940299999998</c:v>
                </c:pt>
                <c:pt idx="333">
                  <c:v>24175.786800000002</c:v>
                </c:pt>
                <c:pt idx="334">
                  <c:v>24464.917600000001</c:v>
                </c:pt>
                <c:pt idx="335">
                  <c:v>24456.695899999999</c:v>
                </c:pt>
                <c:pt idx="336">
                  <c:v>24380.015500000001</c:v>
                </c:pt>
                <c:pt idx="337">
                  <c:v>23385.4931</c:v>
                </c:pt>
                <c:pt idx="338">
                  <c:v>22444.248</c:v>
                </c:pt>
                <c:pt idx="339">
                  <c:v>25274.6384</c:v>
                </c:pt>
                <c:pt idx="340">
                  <c:v>24541.3194</c:v>
                </c:pt>
                <c:pt idx="341">
                  <c:v>25279.6561</c:v>
                </c:pt>
                <c:pt idx="342">
                  <c:v>23412.628700000001</c:v>
                </c:pt>
                <c:pt idx="343">
                  <c:v>23152.426599999999</c:v>
                </c:pt>
                <c:pt idx="344">
                  <c:v>19685.793399999999</c:v>
                </c:pt>
                <c:pt idx="345">
                  <c:v>21420.870599999998</c:v>
                </c:pt>
                <c:pt idx="346">
                  <c:v>23839.7912</c:v>
                </c:pt>
                <c:pt idx="347">
                  <c:v>23790.469799999999</c:v>
                </c:pt>
                <c:pt idx="348">
                  <c:v>23703.958999999999</c:v>
                </c:pt>
                <c:pt idx="349">
                  <c:v>23577.210999999999</c:v>
                </c:pt>
                <c:pt idx="350">
                  <c:v>22541.338299999999</c:v>
                </c:pt>
                <c:pt idx="351">
                  <c:v>22587.887699999999</c:v>
                </c:pt>
                <c:pt idx="352">
                  <c:v>21746.080600000001</c:v>
                </c:pt>
                <c:pt idx="353">
                  <c:v>23583.068299999999</c:v>
                </c:pt>
                <c:pt idx="354">
                  <c:v>22940.154699999999</c:v>
                </c:pt>
                <c:pt idx="355">
                  <c:v>23095.981199999998</c:v>
                </c:pt>
                <c:pt idx="356">
                  <c:v>23111.6702</c:v>
                </c:pt>
                <c:pt idx="357">
                  <c:v>22167.699499999999</c:v>
                </c:pt>
                <c:pt idx="358">
                  <c:v>21888.447800000002</c:v>
                </c:pt>
                <c:pt idx="359">
                  <c:v>21457.472399999999</c:v>
                </c:pt>
                <c:pt idx="360">
                  <c:v>23361.511500000001</c:v>
                </c:pt>
                <c:pt idx="361">
                  <c:v>22979.962800000001</c:v>
                </c:pt>
                <c:pt idx="362">
                  <c:v>23082.1093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EF3-43E3-80B3-87BD333F32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67191584"/>
        <c:axId val="1767206464"/>
        <c:extLst>
          <c:ext xmlns:c15="http://schemas.microsoft.com/office/drawing/2012/chart" uri="{02D57815-91ED-43cb-92C2-25804820EDAC}">
            <c15:filteredLine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G!$C$1</c15:sqref>
                        </c15:formulaRef>
                      </c:ext>
                    </c:extLst>
                    <c:strCache>
                      <c:ptCount val="1"/>
                      <c:pt idx="0">
                        <c:v>GAM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G!$A$2:$A$364</c15:sqref>
                        </c15:formulaRef>
                      </c:ext>
                    </c:extLst>
                    <c:numCache>
                      <c:formatCode>m/d/yyyy</c:formatCode>
                      <c:ptCount val="363"/>
                      <c:pt idx="0">
                        <c:v>45828</c:v>
                      </c:pt>
                      <c:pt idx="1">
                        <c:v>45829</c:v>
                      </c:pt>
                      <c:pt idx="2">
                        <c:v>45830</c:v>
                      </c:pt>
                      <c:pt idx="3">
                        <c:v>45831</c:v>
                      </c:pt>
                      <c:pt idx="4">
                        <c:v>45832</c:v>
                      </c:pt>
                      <c:pt idx="5">
                        <c:v>45833</c:v>
                      </c:pt>
                      <c:pt idx="6">
                        <c:v>45834</c:v>
                      </c:pt>
                      <c:pt idx="7">
                        <c:v>45835</c:v>
                      </c:pt>
                      <c:pt idx="8">
                        <c:v>45836</c:v>
                      </c:pt>
                      <c:pt idx="9">
                        <c:v>45837</c:v>
                      </c:pt>
                      <c:pt idx="10">
                        <c:v>45838</c:v>
                      </c:pt>
                      <c:pt idx="11">
                        <c:v>45839</c:v>
                      </c:pt>
                      <c:pt idx="12">
                        <c:v>45840</c:v>
                      </c:pt>
                      <c:pt idx="13">
                        <c:v>45841</c:v>
                      </c:pt>
                      <c:pt idx="14">
                        <c:v>45842</c:v>
                      </c:pt>
                      <c:pt idx="15">
                        <c:v>45843</c:v>
                      </c:pt>
                      <c:pt idx="16">
                        <c:v>45844</c:v>
                      </c:pt>
                      <c:pt idx="17">
                        <c:v>45845</c:v>
                      </c:pt>
                      <c:pt idx="18">
                        <c:v>45846</c:v>
                      </c:pt>
                      <c:pt idx="19">
                        <c:v>45847</c:v>
                      </c:pt>
                      <c:pt idx="20">
                        <c:v>45848</c:v>
                      </c:pt>
                      <c:pt idx="21">
                        <c:v>45849</c:v>
                      </c:pt>
                      <c:pt idx="22">
                        <c:v>45850</c:v>
                      </c:pt>
                      <c:pt idx="23">
                        <c:v>45851</c:v>
                      </c:pt>
                      <c:pt idx="24">
                        <c:v>45852</c:v>
                      </c:pt>
                      <c:pt idx="25">
                        <c:v>45853</c:v>
                      </c:pt>
                      <c:pt idx="26">
                        <c:v>45854</c:v>
                      </c:pt>
                      <c:pt idx="27">
                        <c:v>45855</c:v>
                      </c:pt>
                      <c:pt idx="28">
                        <c:v>45856</c:v>
                      </c:pt>
                      <c:pt idx="29">
                        <c:v>45857</c:v>
                      </c:pt>
                      <c:pt idx="30">
                        <c:v>45858</c:v>
                      </c:pt>
                      <c:pt idx="31">
                        <c:v>45859</c:v>
                      </c:pt>
                      <c:pt idx="32">
                        <c:v>45860</c:v>
                      </c:pt>
                      <c:pt idx="33">
                        <c:v>45861</c:v>
                      </c:pt>
                      <c:pt idx="34">
                        <c:v>45862</c:v>
                      </c:pt>
                      <c:pt idx="35">
                        <c:v>45863</c:v>
                      </c:pt>
                      <c:pt idx="36">
                        <c:v>45864</c:v>
                      </c:pt>
                      <c:pt idx="37">
                        <c:v>45865</c:v>
                      </c:pt>
                      <c:pt idx="38">
                        <c:v>45866</c:v>
                      </c:pt>
                      <c:pt idx="39">
                        <c:v>45867</c:v>
                      </c:pt>
                      <c:pt idx="40">
                        <c:v>45868</c:v>
                      </c:pt>
                      <c:pt idx="41">
                        <c:v>45869</c:v>
                      </c:pt>
                      <c:pt idx="42">
                        <c:v>45870</c:v>
                      </c:pt>
                      <c:pt idx="43">
                        <c:v>45871</c:v>
                      </c:pt>
                      <c:pt idx="44">
                        <c:v>45872</c:v>
                      </c:pt>
                      <c:pt idx="45">
                        <c:v>45873</c:v>
                      </c:pt>
                      <c:pt idx="46">
                        <c:v>45874</c:v>
                      </c:pt>
                      <c:pt idx="47">
                        <c:v>45875</c:v>
                      </c:pt>
                      <c:pt idx="48">
                        <c:v>45876</c:v>
                      </c:pt>
                      <c:pt idx="49">
                        <c:v>45877</c:v>
                      </c:pt>
                      <c:pt idx="50">
                        <c:v>45878</c:v>
                      </c:pt>
                      <c:pt idx="51">
                        <c:v>45879</c:v>
                      </c:pt>
                      <c:pt idx="52">
                        <c:v>45880</c:v>
                      </c:pt>
                      <c:pt idx="53">
                        <c:v>45881</c:v>
                      </c:pt>
                      <c:pt idx="54">
                        <c:v>45882</c:v>
                      </c:pt>
                      <c:pt idx="55">
                        <c:v>45883</c:v>
                      </c:pt>
                      <c:pt idx="56">
                        <c:v>45884</c:v>
                      </c:pt>
                      <c:pt idx="57">
                        <c:v>45885</c:v>
                      </c:pt>
                      <c:pt idx="58">
                        <c:v>45886</c:v>
                      </c:pt>
                      <c:pt idx="59">
                        <c:v>45887</c:v>
                      </c:pt>
                      <c:pt idx="60">
                        <c:v>45888</c:v>
                      </c:pt>
                      <c:pt idx="61">
                        <c:v>45889</c:v>
                      </c:pt>
                      <c:pt idx="62">
                        <c:v>45890</c:v>
                      </c:pt>
                      <c:pt idx="63">
                        <c:v>45891</c:v>
                      </c:pt>
                      <c:pt idx="64">
                        <c:v>45892</c:v>
                      </c:pt>
                      <c:pt idx="65">
                        <c:v>45893</c:v>
                      </c:pt>
                      <c:pt idx="66">
                        <c:v>45894</c:v>
                      </c:pt>
                      <c:pt idx="67">
                        <c:v>45895</c:v>
                      </c:pt>
                      <c:pt idx="68">
                        <c:v>45896</c:v>
                      </c:pt>
                      <c:pt idx="69">
                        <c:v>45897</c:v>
                      </c:pt>
                      <c:pt idx="70">
                        <c:v>45898</c:v>
                      </c:pt>
                      <c:pt idx="71">
                        <c:v>45899</c:v>
                      </c:pt>
                      <c:pt idx="72">
                        <c:v>45900</c:v>
                      </c:pt>
                      <c:pt idx="73">
                        <c:v>45901</c:v>
                      </c:pt>
                      <c:pt idx="74">
                        <c:v>45902</c:v>
                      </c:pt>
                      <c:pt idx="75">
                        <c:v>45903</c:v>
                      </c:pt>
                      <c:pt idx="76">
                        <c:v>45904</c:v>
                      </c:pt>
                      <c:pt idx="77">
                        <c:v>45905</c:v>
                      </c:pt>
                      <c:pt idx="78">
                        <c:v>45906</c:v>
                      </c:pt>
                      <c:pt idx="79">
                        <c:v>45907</c:v>
                      </c:pt>
                      <c:pt idx="80">
                        <c:v>45908</c:v>
                      </c:pt>
                      <c:pt idx="81">
                        <c:v>45909</c:v>
                      </c:pt>
                      <c:pt idx="82">
                        <c:v>45910</c:v>
                      </c:pt>
                      <c:pt idx="83">
                        <c:v>45911</c:v>
                      </c:pt>
                      <c:pt idx="84">
                        <c:v>45912</c:v>
                      </c:pt>
                      <c:pt idx="85">
                        <c:v>45913</c:v>
                      </c:pt>
                      <c:pt idx="86">
                        <c:v>45914</c:v>
                      </c:pt>
                      <c:pt idx="87">
                        <c:v>45915</c:v>
                      </c:pt>
                      <c:pt idx="88">
                        <c:v>45916</c:v>
                      </c:pt>
                      <c:pt idx="89">
                        <c:v>45917</c:v>
                      </c:pt>
                      <c:pt idx="90">
                        <c:v>45918</c:v>
                      </c:pt>
                      <c:pt idx="91">
                        <c:v>45919</c:v>
                      </c:pt>
                      <c:pt idx="92">
                        <c:v>45920</c:v>
                      </c:pt>
                      <c:pt idx="93">
                        <c:v>45921</c:v>
                      </c:pt>
                      <c:pt idx="94">
                        <c:v>45922</c:v>
                      </c:pt>
                      <c:pt idx="95">
                        <c:v>45923</c:v>
                      </c:pt>
                      <c:pt idx="96">
                        <c:v>45924</c:v>
                      </c:pt>
                      <c:pt idx="97">
                        <c:v>45925</c:v>
                      </c:pt>
                      <c:pt idx="98">
                        <c:v>45926</c:v>
                      </c:pt>
                      <c:pt idx="99">
                        <c:v>45927</c:v>
                      </c:pt>
                      <c:pt idx="100">
                        <c:v>45928</c:v>
                      </c:pt>
                      <c:pt idx="101">
                        <c:v>45929</c:v>
                      </c:pt>
                      <c:pt idx="102">
                        <c:v>45930</c:v>
                      </c:pt>
                      <c:pt idx="103">
                        <c:v>45931</c:v>
                      </c:pt>
                      <c:pt idx="104">
                        <c:v>45932</c:v>
                      </c:pt>
                      <c:pt idx="105">
                        <c:v>45933</c:v>
                      </c:pt>
                      <c:pt idx="106">
                        <c:v>45934</c:v>
                      </c:pt>
                      <c:pt idx="107">
                        <c:v>45935</c:v>
                      </c:pt>
                      <c:pt idx="108">
                        <c:v>45936</c:v>
                      </c:pt>
                      <c:pt idx="109">
                        <c:v>45937</c:v>
                      </c:pt>
                      <c:pt idx="110">
                        <c:v>45938</c:v>
                      </c:pt>
                      <c:pt idx="111">
                        <c:v>45939</c:v>
                      </c:pt>
                      <c:pt idx="112">
                        <c:v>45940</c:v>
                      </c:pt>
                      <c:pt idx="113">
                        <c:v>45941</c:v>
                      </c:pt>
                      <c:pt idx="114">
                        <c:v>45942</c:v>
                      </c:pt>
                      <c:pt idx="115">
                        <c:v>45943</c:v>
                      </c:pt>
                      <c:pt idx="116">
                        <c:v>45944</c:v>
                      </c:pt>
                      <c:pt idx="117">
                        <c:v>45945</c:v>
                      </c:pt>
                      <c:pt idx="118">
                        <c:v>45946</c:v>
                      </c:pt>
                      <c:pt idx="119">
                        <c:v>45947</c:v>
                      </c:pt>
                      <c:pt idx="120">
                        <c:v>45948</c:v>
                      </c:pt>
                      <c:pt idx="121">
                        <c:v>45949</c:v>
                      </c:pt>
                      <c:pt idx="122">
                        <c:v>45950</c:v>
                      </c:pt>
                      <c:pt idx="123">
                        <c:v>45951</c:v>
                      </c:pt>
                      <c:pt idx="124">
                        <c:v>45952</c:v>
                      </c:pt>
                      <c:pt idx="125">
                        <c:v>45953</c:v>
                      </c:pt>
                      <c:pt idx="126">
                        <c:v>45954</c:v>
                      </c:pt>
                      <c:pt idx="127">
                        <c:v>45955</c:v>
                      </c:pt>
                      <c:pt idx="128">
                        <c:v>45956</c:v>
                      </c:pt>
                      <c:pt idx="129">
                        <c:v>45957</c:v>
                      </c:pt>
                      <c:pt idx="130">
                        <c:v>45958</c:v>
                      </c:pt>
                      <c:pt idx="131">
                        <c:v>45959</c:v>
                      </c:pt>
                      <c:pt idx="132">
                        <c:v>45960</c:v>
                      </c:pt>
                      <c:pt idx="133">
                        <c:v>45961</c:v>
                      </c:pt>
                      <c:pt idx="134">
                        <c:v>45962</c:v>
                      </c:pt>
                      <c:pt idx="135">
                        <c:v>45963</c:v>
                      </c:pt>
                      <c:pt idx="136">
                        <c:v>45964</c:v>
                      </c:pt>
                      <c:pt idx="137">
                        <c:v>45965</c:v>
                      </c:pt>
                      <c:pt idx="138">
                        <c:v>45966</c:v>
                      </c:pt>
                      <c:pt idx="139">
                        <c:v>45967</c:v>
                      </c:pt>
                      <c:pt idx="140">
                        <c:v>45968</c:v>
                      </c:pt>
                      <c:pt idx="141">
                        <c:v>45969</c:v>
                      </c:pt>
                      <c:pt idx="142">
                        <c:v>45970</c:v>
                      </c:pt>
                      <c:pt idx="143">
                        <c:v>45971</c:v>
                      </c:pt>
                      <c:pt idx="144">
                        <c:v>45972</c:v>
                      </c:pt>
                      <c:pt idx="145">
                        <c:v>45973</c:v>
                      </c:pt>
                      <c:pt idx="146">
                        <c:v>45974</c:v>
                      </c:pt>
                      <c:pt idx="147">
                        <c:v>45975</c:v>
                      </c:pt>
                      <c:pt idx="148">
                        <c:v>45976</c:v>
                      </c:pt>
                      <c:pt idx="149">
                        <c:v>45977</c:v>
                      </c:pt>
                      <c:pt idx="150">
                        <c:v>45978</c:v>
                      </c:pt>
                      <c:pt idx="151">
                        <c:v>45979</c:v>
                      </c:pt>
                      <c:pt idx="152">
                        <c:v>45980</c:v>
                      </c:pt>
                      <c:pt idx="153">
                        <c:v>45981</c:v>
                      </c:pt>
                      <c:pt idx="154">
                        <c:v>45982</c:v>
                      </c:pt>
                      <c:pt idx="155">
                        <c:v>45983</c:v>
                      </c:pt>
                      <c:pt idx="156">
                        <c:v>45984</c:v>
                      </c:pt>
                      <c:pt idx="157">
                        <c:v>45985</c:v>
                      </c:pt>
                      <c:pt idx="158">
                        <c:v>45986</c:v>
                      </c:pt>
                      <c:pt idx="159">
                        <c:v>45987</c:v>
                      </c:pt>
                      <c:pt idx="160">
                        <c:v>45988</c:v>
                      </c:pt>
                      <c:pt idx="161">
                        <c:v>45989</c:v>
                      </c:pt>
                      <c:pt idx="162">
                        <c:v>45990</c:v>
                      </c:pt>
                      <c:pt idx="163">
                        <c:v>45991</c:v>
                      </c:pt>
                      <c:pt idx="164">
                        <c:v>45992</c:v>
                      </c:pt>
                      <c:pt idx="165">
                        <c:v>45993</c:v>
                      </c:pt>
                      <c:pt idx="166">
                        <c:v>45994</c:v>
                      </c:pt>
                      <c:pt idx="167">
                        <c:v>45995</c:v>
                      </c:pt>
                      <c:pt idx="168">
                        <c:v>45996</c:v>
                      </c:pt>
                      <c:pt idx="169">
                        <c:v>45997</c:v>
                      </c:pt>
                      <c:pt idx="170">
                        <c:v>45998</c:v>
                      </c:pt>
                      <c:pt idx="171">
                        <c:v>45999</c:v>
                      </c:pt>
                      <c:pt idx="172">
                        <c:v>46000</c:v>
                      </c:pt>
                      <c:pt idx="173">
                        <c:v>46001</c:v>
                      </c:pt>
                      <c:pt idx="174">
                        <c:v>46002</c:v>
                      </c:pt>
                      <c:pt idx="175">
                        <c:v>46003</c:v>
                      </c:pt>
                      <c:pt idx="176">
                        <c:v>46004</c:v>
                      </c:pt>
                      <c:pt idx="177">
                        <c:v>46005</c:v>
                      </c:pt>
                      <c:pt idx="178">
                        <c:v>46006</c:v>
                      </c:pt>
                      <c:pt idx="179">
                        <c:v>46007</c:v>
                      </c:pt>
                      <c:pt idx="180">
                        <c:v>46008</c:v>
                      </c:pt>
                      <c:pt idx="181">
                        <c:v>46009</c:v>
                      </c:pt>
                      <c:pt idx="182">
                        <c:v>46010</c:v>
                      </c:pt>
                      <c:pt idx="183">
                        <c:v>46011</c:v>
                      </c:pt>
                      <c:pt idx="184">
                        <c:v>46012</c:v>
                      </c:pt>
                      <c:pt idx="185">
                        <c:v>46013</c:v>
                      </c:pt>
                      <c:pt idx="186">
                        <c:v>46014</c:v>
                      </c:pt>
                      <c:pt idx="187">
                        <c:v>46015</c:v>
                      </c:pt>
                      <c:pt idx="188">
                        <c:v>46016</c:v>
                      </c:pt>
                      <c:pt idx="189">
                        <c:v>46017</c:v>
                      </c:pt>
                      <c:pt idx="190">
                        <c:v>46018</c:v>
                      </c:pt>
                      <c:pt idx="191">
                        <c:v>46019</c:v>
                      </c:pt>
                      <c:pt idx="192">
                        <c:v>46020</c:v>
                      </c:pt>
                      <c:pt idx="193">
                        <c:v>46021</c:v>
                      </c:pt>
                      <c:pt idx="194">
                        <c:v>46022</c:v>
                      </c:pt>
                      <c:pt idx="195">
                        <c:v>46023</c:v>
                      </c:pt>
                      <c:pt idx="196">
                        <c:v>46024</c:v>
                      </c:pt>
                      <c:pt idx="197">
                        <c:v>46025</c:v>
                      </c:pt>
                      <c:pt idx="198">
                        <c:v>46026</c:v>
                      </c:pt>
                      <c:pt idx="199">
                        <c:v>46027</c:v>
                      </c:pt>
                      <c:pt idx="200">
                        <c:v>46028</c:v>
                      </c:pt>
                      <c:pt idx="201">
                        <c:v>46029</c:v>
                      </c:pt>
                      <c:pt idx="202">
                        <c:v>46030</c:v>
                      </c:pt>
                      <c:pt idx="203">
                        <c:v>46031</c:v>
                      </c:pt>
                      <c:pt idx="204">
                        <c:v>46032</c:v>
                      </c:pt>
                      <c:pt idx="205">
                        <c:v>46033</c:v>
                      </c:pt>
                      <c:pt idx="206">
                        <c:v>46034</c:v>
                      </c:pt>
                      <c:pt idx="207">
                        <c:v>46035</c:v>
                      </c:pt>
                      <c:pt idx="208">
                        <c:v>46036</c:v>
                      </c:pt>
                      <c:pt idx="209">
                        <c:v>46037</c:v>
                      </c:pt>
                      <c:pt idx="210">
                        <c:v>46038</c:v>
                      </c:pt>
                      <c:pt idx="211">
                        <c:v>46039</c:v>
                      </c:pt>
                      <c:pt idx="212">
                        <c:v>46040</c:v>
                      </c:pt>
                      <c:pt idx="213">
                        <c:v>46041</c:v>
                      </c:pt>
                      <c:pt idx="214">
                        <c:v>46042</c:v>
                      </c:pt>
                      <c:pt idx="215">
                        <c:v>46043</c:v>
                      </c:pt>
                      <c:pt idx="216">
                        <c:v>46044</c:v>
                      </c:pt>
                      <c:pt idx="217">
                        <c:v>46045</c:v>
                      </c:pt>
                      <c:pt idx="218">
                        <c:v>46046</c:v>
                      </c:pt>
                      <c:pt idx="219">
                        <c:v>46047</c:v>
                      </c:pt>
                      <c:pt idx="220">
                        <c:v>46048</c:v>
                      </c:pt>
                      <c:pt idx="221">
                        <c:v>46049</c:v>
                      </c:pt>
                      <c:pt idx="222">
                        <c:v>46050</c:v>
                      </c:pt>
                      <c:pt idx="223">
                        <c:v>46051</c:v>
                      </c:pt>
                      <c:pt idx="224">
                        <c:v>46052</c:v>
                      </c:pt>
                      <c:pt idx="225">
                        <c:v>46053</c:v>
                      </c:pt>
                      <c:pt idx="226">
                        <c:v>46054</c:v>
                      </c:pt>
                      <c:pt idx="227">
                        <c:v>46055</c:v>
                      </c:pt>
                      <c:pt idx="228">
                        <c:v>46056</c:v>
                      </c:pt>
                      <c:pt idx="229">
                        <c:v>46057</c:v>
                      </c:pt>
                      <c:pt idx="230">
                        <c:v>46058</c:v>
                      </c:pt>
                      <c:pt idx="231">
                        <c:v>46059</c:v>
                      </c:pt>
                      <c:pt idx="232">
                        <c:v>46060</c:v>
                      </c:pt>
                      <c:pt idx="233">
                        <c:v>46061</c:v>
                      </c:pt>
                      <c:pt idx="234">
                        <c:v>46062</c:v>
                      </c:pt>
                      <c:pt idx="235">
                        <c:v>46063</c:v>
                      </c:pt>
                      <c:pt idx="236">
                        <c:v>46064</c:v>
                      </c:pt>
                      <c:pt idx="237">
                        <c:v>46065</c:v>
                      </c:pt>
                      <c:pt idx="238">
                        <c:v>46066</c:v>
                      </c:pt>
                      <c:pt idx="239">
                        <c:v>46067</c:v>
                      </c:pt>
                      <c:pt idx="240">
                        <c:v>46068</c:v>
                      </c:pt>
                      <c:pt idx="241">
                        <c:v>46069</c:v>
                      </c:pt>
                      <c:pt idx="242">
                        <c:v>46070</c:v>
                      </c:pt>
                      <c:pt idx="243">
                        <c:v>46071</c:v>
                      </c:pt>
                      <c:pt idx="244">
                        <c:v>46072</c:v>
                      </c:pt>
                      <c:pt idx="245">
                        <c:v>46073</c:v>
                      </c:pt>
                      <c:pt idx="246">
                        <c:v>46074</c:v>
                      </c:pt>
                      <c:pt idx="247">
                        <c:v>46075</c:v>
                      </c:pt>
                      <c:pt idx="248">
                        <c:v>46076</c:v>
                      </c:pt>
                      <c:pt idx="249">
                        <c:v>46077</c:v>
                      </c:pt>
                      <c:pt idx="250">
                        <c:v>46078</c:v>
                      </c:pt>
                      <c:pt idx="251">
                        <c:v>46079</c:v>
                      </c:pt>
                      <c:pt idx="252">
                        <c:v>46080</c:v>
                      </c:pt>
                      <c:pt idx="253">
                        <c:v>46081</c:v>
                      </c:pt>
                      <c:pt idx="254">
                        <c:v>46082</c:v>
                      </c:pt>
                      <c:pt idx="255">
                        <c:v>46083</c:v>
                      </c:pt>
                      <c:pt idx="256">
                        <c:v>46084</c:v>
                      </c:pt>
                      <c:pt idx="257">
                        <c:v>46085</c:v>
                      </c:pt>
                      <c:pt idx="258">
                        <c:v>46086</c:v>
                      </c:pt>
                      <c:pt idx="259">
                        <c:v>46087</c:v>
                      </c:pt>
                      <c:pt idx="260">
                        <c:v>46088</c:v>
                      </c:pt>
                      <c:pt idx="261">
                        <c:v>46089</c:v>
                      </c:pt>
                      <c:pt idx="262">
                        <c:v>46090</c:v>
                      </c:pt>
                      <c:pt idx="263">
                        <c:v>46091</c:v>
                      </c:pt>
                      <c:pt idx="264">
                        <c:v>46092</c:v>
                      </c:pt>
                      <c:pt idx="265">
                        <c:v>46093</c:v>
                      </c:pt>
                      <c:pt idx="266">
                        <c:v>46094</c:v>
                      </c:pt>
                      <c:pt idx="267">
                        <c:v>46095</c:v>
                      </c:pt>
                      <c:pt idx="268">
                        <c:v>46096</c:v>
                      </c:pt>
                      <c:pt idx="269">
                        <c:v>46097</c:v>
                      </c:pt>
                      <c:pt idx="270">
                        <c:v>46098</c:v>
                      </c:pt>
                      <c:pt idx="271">
                        <c:v>46099</c:v>
                      </c:pt>
                      <c:pt idx="272">
                        <c:v>46100</c:v>
                      </c:pt>
                      <c:pt idx="273">
                        <c:v>46101</c:v>
                      </c:pt>
                      <c:pt idx="274">
                        <c:v>46102</c:v>
                      </c:pt>
                      <c:pt idx="275">
                        <c:v>46103</c:v>
                      </c:pt>
                      <c:pt idx="276">
                        <c:v>46104</c:v>
                      </c:pt>
                      <c:pt idx="277">
                        <c:v>46105</c:v>
                      </c:pt>
                      <c:pt idx="278">
                        <c:v>46106</c:v>
                      </c:pt>
                      <c:pt idx="279">
                        <c:v>46107</c:v>
                      </c:pt>
                      <c:pt idx="280">
                        <c:v>46108</c:v>
                      </c:pt>
                      <c:pt idx="281">
                        <c:v>46109</c:v>
                      </c:pt>
                      <c:pt idx="282">
                        <c:v>46110</c:v>
                      </c:pt>
                      <c:pt idx="283">
                        <c:v>46111</c:v>
                      </c:pt>
                      <c:pt idx="284">
                        <c:v>46112</c:v>
                      </c:pt>
                      <c:pt idx="285">
                        <c:v>46113</c:v>
                      </c:pt>
                      <c:pt idx="286">
                        <c:v>46114</c:v>
                      </c:pt>
                      <c:pt idx="287">
                        <c:v>46115</c:v>
                      </c:pt>
                      <c:pt idx="288">
                        <c:v>46116</c:v>
                      </c:pt>
                      <c:pt idx="289">
                        <c:v>46117</c:v>
                      </c:pt>
                      <c:pt idx="290">
                        <c:v>46118</c:v>
                      </c:pt>
                      <c:pt idx="291">
                        <c:v>46119</c:v>
                      </c:pt>
                      <c:pt idx="292">
                        <c:v>46120</c:v>
                      </c:pt>
                      <c:pt idx="293">
                        <c:v>46121</c:v>
                      </c:pt>
                      <c:pt idx="294">
                        <c:v>46122</c:v>
                      </c:pt>
                      <c:pt idx="295">
                        <c:v>46123</c:v>
                      </c:pt>
                      <c:pt idx="296">
                        <c:v>46124</c:v>
                      </c:pt>
                      <c:pt idx="297">
                        <c:v>46125</c:v>
                      </c:pt>
                      <c:pt idx="298">
                        <c:v>46126</c:v>
                      </c:pt>
                      <c:pt idx="299">
                        <c:v>46127</c:v>
                      </c:pt>
                      <c:pt idx="300">
                        <c:v>46128</c:v>
                      </c:pt>
                      <c:pt idx="301">
                        <c:v>46129</c:v>
                      </c:pt>
                      <c:pt idx="302">
                        <c:v>46130</c:v>
                      </c:pt>
                      <c:pt idx="303">
                        <c:v>46131</c:v>
                      </c:pt>
                      <c:pt idx="304">
                        <c:v>46132</c:v>
                      </c:pt>
                      <c:pt idx="305">
                        <c:v>46133</c:v>
                      </c:pt>
                      <c:pt idx="306">
                        <c:v>46134</c:v>
                      </c:pt>
                      <c:pt idx="307">
                        <c:v>46135</c:v>
                      </c:pt>
                      <c:pt idx="308">
                        <c:v>46136</c:v>
                      </c:pt>
                      <c:pt idx="309">
                        <c:v>46137</c:v>
                      </c:pt>
                      <c:pt idx="310">
                        <c:v>46138</c:v>
                      </c:pt>
                      <c:pt idx="311">
                        <c:v>46139</c:v>
                      </c:pt>
                      <c:pt idx="312">
                        <c:v>46140</c:v>
                      </c:pt>
                      <c:pt idx="313">
                        <c:v>46141</c:v>
                      </c:pt>
                      <c:pt idx="314">
                        <c:v>46142</c:v>
                      </c:pt>
                      <c:pt idx="315">
                        <c:v>46143</c:v>
                      </c:pt>
                      <c:pt idx="316">
                        <c:v>46144</c:v>
                      </c:pt>
                      <c:pt idx="317">
                        <c:v>46145</c:v>
                      </c:pt>
                      <c:pt idx="318">
                        <c:v>46146</c:v>
                      </c:pt>
                      <c:pt idx="319">
                        <c:v>46147</c:v>
                      </c:pt>
                      <c:pt idx="320">
                        <c:v>46148</c:v>
                      </c:pt>
                      <c:pt idx="321">
                        <c:v>46149</c:v>
                      </c:pt>
                      <c:pt idx="322">
                        <c:v>46150</c:v>
                      </c:pt>
                      <c:pt idx="323">
                        <c:v>46151</c:v>
                      </c:pt>
                      <c:pt idx="324">
                        <c:v>46152</c:v>
                      </c:pt>
                      <c:pt idx="325">
                        <c:v>46153</c:v>
                      </c:pt>
                      <c:pt idx="326">
                        <c:v>46154</c:v>
                      </c:pt>
                      <c:pt idx="327">
                        <c:v>46155</c:v>
                      </c:pt>
                      <c:pt idx="328">
                        <c:v>46156</c:v>
                      </c:pt>
                      <c:pt idx="329">
                        <c:v>46157</c:v>
                      </c:pt>
                      <c:pt idx="330">
                        <c:v>46158</c:v>
                      </c:pt>
                      <c:pt idx="331">
                        <c:v>46159</c:v>
                      </c:pt>
                      <c:pt idx="332">
                        <c:v>46160</c:v>
                      </c:pt>
                      <c:pt idx="333">
                        <c:v>46161</c:v>
                      </c:pt>
                      <c:pt idx="334">
                        <c:v>46162</c:v>
                      </c:pt>
                      <c:pt idx="335">
                        <c:v>46163</c:v>
                      </c:pt>
                      <c:pt idx="336">
                        <c:v>46164</c:v>
                      </c:pt>
                      <c:pt idx="337">
                        <c:v>46165</c:v>
                      </c:pt>
                      <c:pt idx="338">
                        <c:v>46166</c:v>
                      </c:pt>
                      <c:pt idx="339">
                        <c:v>46167</c:v>
                      </c:pt>
                      <c:pt idx="340">
                        <c:v>46168</c:v>
                      </c:pt>
                      <c:pt idx="341">
                        <c:v>46169</c:v>
                      </c:pt>
                      <c:pt idx="342">
                        <c:v>46170</c:v>
                      </c:pt>
                      <c:pt idx="343">
                        <c:v>46171</c:v>
                      </c:pt>
                      <c:pt idx="344">
                        <c:v>46172</c:v>
                      </c:pt>
                      <c:pt idx="345">
                        <c:v>46173</c:v>
                      </c:pt>
                      <c:pt idx="346">
                        <c:v>46174</c:v>
                      </c:pt>
                      <c:pt idx="347">
                        <c:v>46175</c:v>
                      </c:pt>
                      <c:pt idx="348">
                        <c:v>46176</c:v>
                      </c:pt>
                      <c:pt idx="349">
                        <c:v>46177</c:v>
                      </c:pt>
                      <c:pt idx="350">
                        <c:v>46178</c:v>
                      </c:pt>
                      <c:pt idx="351">
                        <c:v>46179</c:v>
                      </c:pt>
                      <c:pt idx="352">
                        <c:v>46180</c:v>
                      </c:pt>
                      <c:pt idx="353">
                        <c:v>46181</c:v>
                      </c:pt>
                      <c:pt idx="354">
                        <c:v>46182</c:v>
                      </c:pt>
                      <c:pt idx="355">
                        <c:v>46183</c:v>
                      </c:pt>
                      <c:pt idx="356">
                        <c:v>46184</c:v>
                      </c:pt>
                      <c:pt idx="357">
                        <c:v>46185</c:v>
                      </c:pt>
                      <c:pt idx="358">
                        <c:v>46186</c:v>
                      </c:pt>
                      <c:pt idx="359">
                        <c:v>46187</c:v>
                      </c:pt>
                      <c:pt idx="360">
                        <c:v>46188</c:v>
                      </c:pt>
                      <c:pt idx="361">
                        <c:v>46189</c:v>
                      </c:pt>
                      <c:pt idx="362">
                        <c:v>46190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G!$C$2:$C$364</c15:sqref>
                        </c15:formulaRef>
                      </c:ext>
                    </c:extLst>
                    <c:numCache>
                      <c:formatCode>General</c:formatCode>
                      <c:ptCount val="363"/>
                      <c:pt idx="0">
                        <c:v>79368.555399999997</c:v>
                      </c:pt>
                      <c:pt idx="1">
                        <c:v>74990.0867</c:v>
                      </c:pt>
                      <c:pt idx="2">
                        <c:v>72203.539000000004</c:v>
                      </c:pt>
                      <c:pt idx="3">
                        <c:v>79936.520600000003</c:v>
                      </c:pt>
                      <c:pt idx="4">
                        <c:v>78125.644499999995</c:v>
                      </c:pt>
                      <c:pt idx="5">
                        <c:v>78306.888300000006</c:v>
                      </c:pt>
                      <c:pt idx="6">
                        <c:v>78274.973100000003</c:v>
                      </c:pt>
                      <c:pt idx="7">
                        <c:v>78288.238500000007</c:v>
                      </c:pt>
                      <c:pt idx="8">
                        <c:v>73864.947899999999</c:v>
                      </c:pt>
                      <c:pt idx="9">
                        <c:v>70489.620500000005</c:v>
                      </c:pt>
                      <c:pt idx="10">
                        <c:v>79348.302299999996</c:v>
                      </c:pt>
                      <c:pt idx="11">
                        <c:v>78184.216199999995</c:v>
                      </c:pt>
                      <c:pt idx="12">
                        <c:v>77819.911399999997</c:v>
                      </c:pt>
                      <c:pt idx="13">
                        <c:v>78843.277900000001</c:v>
                      </c:pt>
                      <c:pt idx="14">
                        <c:v>78104.337599999999</c:v>
                      </c:pt>
                      <c:pt idx="15">
                        <c:v>73294.95</c:v>
                      </c:pt>
                      <c:pt idx="16">
                        <c:v>70479.424499999994</c:v>
                      </c:pt>
                      <c:pt idx="17">
                        <c:v>77248.555399999997</c:v>
                      </c:pt>
                      <c:pt idx="18">
                        <c:v>76381.438200000004</c:v>
                      </c:pt>
                      <c:pt idx="19">
                        <c:v>77130.41</c:v>
                      </c:pt>
                      <c:pt idx="20">
                        <c:v>64230.326500000003</c:v>
                      </c:pt>
                      <c:pt idx="21">
                        <c:v>80134.834499999997</c:v>
                      </c:pt>
                      <c:pt idx="22">
                        <c:v>71889.494600000005</c:v>
                      </c:pt>
                      <c:pt idx="23">
                        <c:v>68726.287500000006</c:v>
                      </c:pt>
                      <c:pt idx="24">
                        <c:v>77129.658500000005</c:v>
                      </c:pt>
                      <c:pt idx="25">
                        <c:v>76334.114499999996</c:v>
                      </c:pt>
                      <c:pt idx="26">
                        <c:v>75073.555800000002</c:v>
                      </c:pt>
                      <c:pt idx="27">
                        <c:v>75431.559800000003</c:v>
                      </c:pt>
                      <c:pt idx="28">
                        <c:v>74700.340100000001</c:v>
                      </c:pt>
                      <c:pt idx="29">
                        <c:v>70979.576000000001</c:v>
                      </c:pt>
                      <c:pt idx="30">
                        <c:v>67734.807199999996</c:v>
                      </c:pt>
                      <c:pt idx="31">
                        <c:v>74694.043300000005</c:v>
                      </c:pt>
                      <c:pt idx="32">
                        <c:v>73902.5236</c:v>
                      </c:pt>
                      <c:pt idx="33">
                        <c:v>74220.459199999998</c:v>
                      </c:pt>
                      <c:pt idx="34">
                        <c:v>73686.846799999999</c:v>
                      </c:pt>
                      <c:pt idx="35">
                        <c:v>74287.259300000005</c:v>
                      </c:pt>
                      <c:pt idx="36">
                        <c:v>71000.934500000003</c:v>
                      </c:pt>
                      <c:pt idx="37">
                        <c:v>66894.290599999993</c:v>
                      </c:pt>
                      <c:pt idx="38">
                        <c:v>73784.561799999996</c:v>
                      </c:pt>
                      <c:pt idx="39">
                        <c:v>73158.964000000007</c:v>
                      </c:pt>
                      <c:pt idx="40">
                        <c:v>73204.657600000006</c:v>
                      </c:pt>
                      <c:pt idx="41">
                        <c:v>73939.911699999997</c:v>
                      </c:pt>
                      <c:pt idx="42">
                        <c:v>73653.132899999997</c:v>
                      </c:pt>
                      <c:pt idx="43">
                        <c:v>68262.819900000002</c:v>
                      </c:pt>
                      <c:pt idx="44">
                        <c:v>65971.800600000002</c:v>
                      </c:pt>
                      <c:pt idx="45">
                        <c:v>72858.380399999995</c:v>
                      </c:pt>
                      <c:pt idx="46">
                        <c:v>73578.693700000003</c:v>
                      </c:pt>
                      <c:pt idx="47">
                        <c:v>73626.508400000006</c:v>
                      </c:pt>
                      <c:pt idx="48">
                        <c:v>73409.022500000006</c:v>
                      </c:pt>
                      <c:pt idx="49">
                        <c:v>60088.677000000003</c:v>
                      </c:pt>
                      <c:pt idx="50">
                        <c:v>65404.709699999999</c:v>
                      </c:pt>
                      <c:pt idx="51">
                        <c:v>65027.606899999999</c:v>
                      </c:pt>
                      <c:pt idx="52">
                        <c:v>73135.727199999994</c:v>
                      </c:pt>
                      <c:pt idx="53">
                        <c:v>72887.038100000005</c:v>
                      </c:pt>
                      <c:pt idx="54">
                        <c:v>72113.404699999999</c:v>
                      </c:pt>
                      <c:pt idx="55">
                        <c:v>71317.772899999996</c:v>
                      </c:pt>
                      <c:pt idx="56">
                        <c:v>71524.633300000001</c:v>
                      </c:pt>
                      <c:pt idx="57">
                        <c:v>68055.541299999997</c:v>
                      </c:pt>
                      <c:pt idx="58">
                        <c:v>65930.3174</c:v>
                      </c:pt>
                      <c:pt idx="59">
                        <c:v>73939.105299999996</c:v>
                      </c:pt>
                      <c:pt idx="60">
                        <c:v>73238.324099999998</c:v>
                      </c:pt>
                      <c:pt idx="61">
                        <c:v>72508.8655</c:v>
                      </c:pt>
                      <c:pt idx="62">
                        <c:v>71218.224300000002</c:v>
                      </c:pt>
                      <c:pt idx="63">
                        <c:v>70711.158100000001</c:v>
                      </c:pt>
                      <c:pt idx="64">
                        <c:v>66519.5196</c:v>
                      </c:pt>
                      <c:pt idx="65">
                        <c:v>63834.372799999997</c:v>
                      </c:pt>
                      <c:pt idx="66">
                        <c:v>71193.522599999997</c:v>
                      </c:pt>
                      <c:pt idx="67">
                        <c:v>70507.149799999999</c:v>
                      </c:pt>
                      <c:pt idx="68">
                        <c:v>70361.424700000003</c:v>
                      </c:pt>
                      <c:pt idx="69">
                        <c:v>70254.8946</c:v>
                      </c:pt>
                      <c:pt idx="70">
                        <c:v>70105.698099999994</c:v>
                      </c:pt>
                      <c:pt idx="71">
                        <c:v>67397.638200000001</c:v>
                      </c:pt>
                      <c:pt idx="72">
                        <c:v>65012.955999999998</c:v>
                      </c:pt>
                      <c:pt idx="73">
                        <c:v>71105.695300000007</c:v>
                      </c:pt>
                      <c:pt idx="74">
                        <c:v>71327.487299999993</c:v>
                      </c:pt>
                      <c:pt idx="75">
                        <c:v>71280.494999999995</c:v>
                      </c:pt>
                      <c:pt idx="76">
                        <c:v>74048.812000000005</c:v>
                      </c:pt>
                      <c:pt idx="77">
                        <c:v>63411.006999999998</c:v>
                      </c:pt>
                      <c:pt idx="78">
                        <c:v>62779.310299999997</c:v>
                      </c:pt>
                      <c:pt idx="79">
                        <c:v>57638.327499999999</c:v>
                      </c:pt>
                      <c:pt idx="80">
                        <c:v>69550.686700000006</c:v>
                      </c:pt>
                      <c:pt idx="81">
                        <c:v>70039.1391</c:v>
                      </c:pt>
                      <c:pt idx="82">
                        <c:v>71305.070600000006</c:v>
                      </c:pt>
                      <c:pt idx="83">
                        <c:v>71898.468699999998</c:v>
                      </c:pt>
                      <c:pt idx="84">
                        <c:v>70280.703200000004</c:v>
                      </c:pt>
                      <c:pt idx="85">
                        <c:v>66033.817999999999</c:v>
                      </c:pt>
                      <c:pt idx="86">
                        <c:v>63399.907299999999</c:v>
                      </c:pt>
                      <c:pt idx="87">
                        <c:v>70771.608699999997</c:v>
                      </c:pt>
                      <c:pt idx="88">
                        <c:v>70415.406600000002</c:v>
                      </c:pt>
                      <c:pt idx="89">
                        <c:v>70604.353000000003</c:v>
                      </c:pt>
                      <c:pt idx="90">
                        <c:v>69458.807000000001</c:v>
                      </c:pt>
                      <c:pt idx="91">
                        <c:v>69214.607099999994</c:v>
                      </c:pt>
                      <c:pt idx="92">
                        <c:v>64815.047299999998</c:v>
                      </c:pt>
                      <c:pt idx="93">
                        <c:v>63255.588000000003</c:v>
                      </c:pt>
                      <c:pt idx="94">
                        <c:v>70498.225099999996</c:v>
                      </c:pt>
                      <c:pt idx="95">
                        <c:v>70097.598599999998</c:v>
                      </c:pt>
                      <c:pt idx="96">
                        <c:v>70338.407099999997</c:v>
                      </c:pt>
                      <c:pt idx="97">
                        <c:v>71528.126000000004</c:v>
                      </c:pt>
                      <c:pt idx="98">
                        <c:v>71445.737800000003</c:v>
                      </c:pt>
                      <c:pt idx="99">
                        <c:v>66187.305200000003</c:v>
                      </c:pt>
                      <c:pt idx="100">
                        <c:v>63680.105300000003</c:v>
                      </c:pt>
                      <c:pt idx="101">
                        <c:v>71099.354200000002</c:v>
                      </c:pt>
                      <c:pt idx="102">
                        <c:v>72221.516799999998</c:v>
                      </c:pt>
                      <c:pt idx="103">
                        <c:v>70303.607900000003</c:v>
                      </c:pt>
                      <c:pt idx="104">
                        <c:v>70962.5818</c:v>
                      </c:pt>
                      <c:pt idx="105">
                        <c:v>69600.846799999999</c:v>
                      </c:pt>
                      <c:pt idx="106">
                        <c:v>65327.4473</c:v>
                      </c:pt>
                      <c:pt idx="107">
                        <c:v>62300.688099999999</c:v>
                      </c:pt>
                      <c:pt idx="108">
                        <c:v>57804.428200000002</c:v>
                      </c:pt>
                      <c:pt idx="109">
                        <c:v>70582.195500000002</c:v>
                      </c:pt>
                      <c:pt idx="110">
                        <c:v>69764.272299999997</c:v>
                      </c:pt>
                      <c:pt idx="111">
                        <c:v>70595.402600000001</c:v>
                      </c:pt>
                      <c:pt idx="112">
                        <c:v>71018.594100000002</c:v>
                      </c:pt>
                      <c:pt idx="113">
                        <c:v>67259.640199999994</c:v>
                      </c:pt>
                      <c:pt idx="114">
                        <c:v>63536.600100000003</c:v>
                      </c:pt>
                      <c:pt idx="115">
                        <c:v>70233.486600000004</c:v>
                      </c:pt>
                      <c:pt idx="116">
                        <c:v>69959.582699999999</c:v>
                      </c:pt>
                      <c:pt idx="117">
                        <c:v>70382.550300000003</c:v>
                      </c:pt>
                      <c:pt idx="118">
                        <c:v>68300.544200000004</c:v>
                      </c:pt>
                      <c:pt idx="119">
                        <c:v>69503.576400000005</c:v>
                      </c:pt>
                      <c:pt idx="120">
                        <c:v>64645.9283</c:v>
                      </c:pt>
                      <c:pt idx="121">
                        <c:v>61709.114200000004</c:v>
                      </c:pt>
                      <c:pt idx="122">
                        <c:v>65697.390799999994</c:v>
                      </c:pt>
                      <c:pt idx="123">
                        <c:v>70456.668399999995</c:v>
                      </c:pt>
                      <c:pt idx="124">
                        <c:v>69004.528200000001</c:v>
                      </c:pt>
                      <c:pt idx="125">
                        <c:v>69103.851299999995</c:v>
                      </c:pt>
                      <c:pt idx="126">
                        <c:v>68915.287800000006</c:v>
                      </c:pt>
                      <c:pt idx="127">
                        <c:v>67413.803799999994</c:v>
                      </c:pt>
                      <c:pt idx="128">
                        <c:v>61880.7353</c:v>
                      </c:pt>
                      <c:pt idx="129">
                        <c:v>69073.009999999995</c:v>
                      </c:pt>
                      <c:pt idx="130">
                        <c:v>69712.916299999997</c:v>
                      </c:pt>
                      <c:pt idx="131">
                        <c:v>69266.022400000002</c:v>
                      </c:pt>
                      <c:pt idx="132">
                        <c:v>69882.559200000003</c:v>
                      </c:pt>
                      <c:pt idx="133">
                        <c:v>69755.1495</c:v>
                      </c:pt>
                      <c:pt idx="134">
                        <c:v>66234.518299999996</c:v>
                      </c:pt>
                      <c:pt idx="135">
                        <c:v>63288.897400000002</c:v>
                      </c:pt>
                      <c:pt idx="136">
                        <c:v>70373.392699999997</c:v>
                      </c:pt>
                      <c:pt idx="137">
                        <c:v>69849.888500000001</c:v>
                      </c:pt>
                      <c:pt idx="138">
                        <c:v>60515.411399999997</c:v>
                      </c:pt>
                      <c:pt idx="139">
                        <c:v>67532.081200000001</c:v>
                      </c:pt>
                      <c:pt idx="140">
                        <c:v>68540.260500000004</c:v>
                      </c:pt>
                      <c:pt idx="141">
                        <c:v>64871.387699999999</c:v>
                      </c:pt>
                      <c:pt idx="142">
                        <c:v>63043.572800000002</c:v>
                      </c:pt>
                      <c:pt idx="143">
                        <c:v>70128.623000000007</c:v>
                      </c:pt>
                      <c:pt idx="144">
                        <c:v>69548.673599999995</c:v>
                      </c:pt>
                      <c:pt idx="145">
                        <c:v>69794.997199999998</c:v>
                      </c:pt>
                      <c:pt idx="146">
                        <c:v>69377.477299999999</c:v>
                      </c:pt>
                      <c:pt idx="147">
                        <c:v>68595.208299999998</c:v>
                      </c:pt>
                      <c:pt idx="148">
                        <c:v>66056.675399999993</c:v>
                      </c:pt>
                      <c:pt idx="149">
                        <c:v>63155.041499999999</c:v>
                      </c:pt>
                      <c:pt idx="150">
                        <c:v>69231.562099999996</c:v>
                      </c:pt>
                      <c:pt idx="151">
                        <c:v>69548.550499999998</c:v>
                      </c:pt>
                      <c:pt idx="152">
                        <c:v>69362.695399999997</c:v>
                      </c:pt>
                      <c:pt idx="153">
                        <c:v>68863.764999999999</c:v>
                      </c:pt>
                      <c:pt idx="154">
                        <c:v>68387.405100000004</c:v>
                      </c:pt>
                      <c:pt idx="155">
                        <c:v>66062.823399999994</c:v>
                      </c:pt>
                      <c:pt idx="156">
                        <c:v>63957.768600000003</c:v>
                      </c:pt>
                      <c:pt idx="157">
                        <c:v>70268.557199999996</c:v>
                      </c:pt>
                      <c:pt idx="158">
                        <c:v>69707.149399999995</c:v>
                      </c:pt>
                      <c:pt idx="159">
                        <c:v>72985.926600000006</c:v>
                      </c:pt>
                      <c:pt idx="160">
                        <c:v>78331.816399999996</c:v>
                      </c:pt>
                      <c:pt idx="161">
                        <c:v>93540.719400000002</c:v>
                      </c:pt>
                      <c:pt idx="162">
                        <c:v>79176.9277</c:v>
                      </c:pt>
                      <c:pt idx="163">
                        <c:v>72712.257500000007</c:v>
                      </c:pt>
                      <c:pt idx="164">
                        <c:v>76224.872700000007</c:v>
                      </c:pt>
                      <c:pt idx="165">
                        <c:v>74645.646900000007</c:v>
                      </c:pt>
                      <c:pt idx="166">
                        <c:v>73592.941900000005</c:v>
                      </c:pt>
                      <c:pt idx="167">
                        <c:v>64469.688699999999</c:v>
                      </c:pt>
                      <c:pt idx="168">
                        <c:v>71183.014999999999</c:v>
                      </c:pt>
                      <c:pt idx="169">
                        <c:v>68387.805600000007</c:v>
                      </c:pt>
                      <c:pt idx="170">
                        <c:v>64456.827299999997</c:v>
                      </c:pt>
                      <c:pt idx="171">
                        <c:v>72386.028999999995</c:v>
                      </c:pt>
                      <c:pt idx="172">
                        <c:v>71392.828699999998</c:v>
                      </c:pt>
                      <c:pt idx="173">
                        <c:v>71516.489400000006</c:v>
                      </c:pt>
                      <c:pt idx="174">
                        <c:v>71708.399600000004</c:v>
                      </c:pt>
                      <c:pt idx="175">
                        <c:v>70492.5245</c:v>
                      </c:pt>
                      <c:pt idx="176">
                        <c:v>67905.510200000004</c:v>
                      </c:pt>
                      <c:pt idx="177">
                        <c:v>65052.483699999997</c:v>
                      </c:pt>
                      <c:pt idx="178">
                        <c:v>71934.760399999999</c:v>
                      </c:pt>
                      <c:pt idx="179">
                        <c:v>71089.547600000005</c:v>
                      </c:pt>
                      <c:pt idx="180">
                        <c:v>71228.727299999999</c:v>
                      </c:pt>
                      <c:pt idx="181">
                        <c:v>72431.492499999993</c:v>
                      </c:pt>
                      <c:pt idx="182">
                        <c:v>72279.543300000005</c:v>
                      </c:pt>
                      <c:pt idx="183">
                        <c:v>68807.211899999995</c:v>
                      </c:pt>
                      <c:pt idx="184">
                        <c:v>65370.553999999996</c:v>
                      </c:pt>
                      <c:pt idx="185">
                        <c:v>71914.841</c:v>
                      </c:pt>
                      <c:pt idx="186">
                        <c:v>72243.983399999997</c:v>
                      </c:pt>
                      <c:pt idx="187">
                        <c:v>70898.411999999997</c:v>
                      </c:pt>
                      <c:pt idx="188">
                        <c:v>62686.220800000003</c:v>
                      </c:pt>
                      <c:pt idx="189">
                        <c:v>66183.568299999999</c:v>
                      </c:pt>
                      <c:pt idx="190">
                        <c:v>64568.809399999998</c:v>
                      </c:pt>
                      <c:pt idx="191">
                        <c:v>62593.482799999998</c:v>
                      </c:pt>
                      <c:pt idx="192">
                        <c:v>71049.194300000003</c:v>
                      </c:pt>
                      <c:pt idx="193">
                        <c:v>71169.669399999999</c:v>
                      </c:pt>
                      <c:pt idx="194">
                        <c:v>71723.417799999996</c:v>
                      </c:pt>
                      <c:pt idx="195">
                        <c:v>80141.589699999997</c:v>
                      </c:pt>
                      <c:pt idx="196">
                        <c:v>70039.800600000002</c:v>
                      </c:pt>
                      <c:pt idx="197">
                        <c:v>59758.754200000003</c:v>
                      </c:pt>
                      <c:pt idx="198">
                        <c:v>63441.068399999996</c:v>
                      </c:pt>
                      <c:pt idx="199">
                        <c:v>71053.811300000001</c:v>
                      </c:pt>
                      <c:pt idx="200">
                        <c:v>71456.438399999999</c:v>
                      </c:pt>
                      <c:pt idx="201">
                        <c:v>70610.108500000002</c:v>
                      </c:pt>
                      <c:pt idx="202">
                        <c:v>69735.576400000005</c:v>
                      </c:pt>
                      <c:pt idx="203">
                        <c:v>70653.351299999995</c:v>
                      </c:pt>
                      <c:pt idx="204">
                        <c:v>68207.669299999994</c:v>
                      </c:pt>
                      <c:pt idx="205">
                        <c:v>63334.5789</c:v>
                      </c:pt>
                      <c:pt idx="206">
                        <c:v>72056.555600000007</c:v>
                      </c:pt>
                      <c:pt idx="207">
                        <c:v>69976.442500000005</c:v>
                      </c:pt>
                      <c:pt idx="208">
                        <c:v>70982.191300000006</c:v>
                      </c:pt>
                      <c:pt idx="209">
                        <c:v>66083.219400000002</c:v>
                      </c:pt>
                      <c:pt idx="210">
                        <c:v>69287.780199999994</c:v>
                      </c:pt>
                      <c:pt idx="211">
                        <c:v>65402.353499999997</c:v>
                      </c:pt>
                      <c:pt idx="212">
                        <c:v>62920.185100000002</c:v>
                      </c:pt>
                      <c:pt idx="213">
                        <c:v>70544.443799999994</c:v>
                      </c:pt>
                      <c:pt idx="214">
                        <c:v>70553.138099999996</c:v>
                      </c:pt>
                      <c:pt idx="215">
                        <c:v>70764.335399999996</c:v>
                      </c:pt>
                      <c:pt idx="216">
                        <c:v>70596.413700000005</c:v>
                      </c:pt>
                      <c:pt idx="217">
                        <c:v>70476.3462</c:v>
                      </c:pt>
                      <c:pt idx="218">
                        <c:v>67292.75</c:v>
                      </c:pt>
                      <c:pt idx="219">
                        <c:v>64109.6086</c:v>
                      </c:pt>
                      <c:pt idx="220">
                        <c:v>71323.402400000006</c:v>
                      </c:pt>
                      <c:pt idx="221">
                        <c:v>71995.005099999995</c:v>
                      </c:pt>
                      <c:pt idx="222">
                        <c:v>71474.949299999993</c:v>
                      </c:pt>
                      <c:pt idx="223">
                        <c:v>70931.744200000001</c:v>
                      </c:pt>
                      <c:pt idx="224">
                        <c:v>70408.892800000001</c:v>
                      </c:pt>
                      <c:pt idx="225">
                        <c:v>68818.354099999997</c:v>
                      </c:pt>
                      <c:pt idx="226">
                        <c:v>60403.073100000001</c:v>
                      </c:pt>
                      <c:pt idx="227">
                        <c:v>72361.990300000005</c:v>
                      </c:pt>
                      <c:pt idx="228">
                        <c:v>71655.6636</c:v>
                      </c:pt>
                      <c:pt idx="229">
                        <c:v>64193.007799999999</c:v>
                      </c:pt>
                      <c:pt idx="230">
                        <c:v>70784.349000000002</c:v>
                      </c:pt>
                      <c:pt idx="231">
                        <c:v>70519.266399999993</c:v>
                      </c:pt>
                      <c:pt idx="232">
                        <c:v>67501.2552</c:v>
                      </c:pt>
                      <c:pt idx="233">
                        <c:v>63566.921799999996</c:v>
                      </c:pt>
                      <c:pt idx="234">
                        <c:v>70788.419099999999</c:v>
                      </c:pt>
                      <c:pt idx="235">
                        <c:v>71519.768700000001</c:v>
                      </c:pt>
                      <c:pt idx="236">
                        <c:v>71080.455400000006</c:v>
                      </c:pt>
                      <c:pt idx="237">
                        <c:v>70915.851899999994</c:v>
                      </c:pt>
                      <c:pt idx="238">
                        <c:v>70858.201700000005</c:v>
                      </c:pt>
                      <c:pt idx="239">
                        <c:v>67547.829199999993</c:v>
                      </c:pt>
                      <c:pt idx="240">
                        <c:v>63323.804499999998</c:v>
                      </c:pt>
                      <c:pt idx="241">
                        <c:v>69996.018899999995</c:v>
                      </c:pt>
                      <c:pt idx="242">
                        <c:v>70135.762100000007</c:v>
                      </c:pt>
                      <c:pt idx="243">
                        <c:v>69571.616099999999</c:v>
                      </c:pt>
                      <c:pt idx="244">
                        <c:v>69271.629199999996</c:v>
                      </c:pt>
                      <c:pt idx="245">
                        <c:v>69547.508700000006</c:v>
                      </c:pt>
                      <c:pt idx="246">
                        <c:v>66596.380999999994</c:v>
                      </c:pt>
                      <c:pt idx="247">
                        <c:v>64125.745900000002</c:v>
                      </c:pt>
                      <c:pt idx="248">
                        <c:v>70774.725699999995</c:v>
                      </c:pt>
                      <c:pt idx="249">
                        <c:v>70891.921600000001</c:v>
                      </c:pt>
                      <c:pt idx="250">
                        <c:v>70861.387300000002</c:v>
                      </c:pt>
                      <c:pt idx="251">
                        <c:v>71969.128500000006</c:v>
                      </c:pt>
                      <c:pt idx="252">
                        <c:v>71173.457899999994</c:v>
                      </c:pt>
                      <c:pt idx="253">
                        <c:v>68034.399099999995</c:v>
                      </c:pt>
                      <c:pt idx="254">
                        <c:v>64333.484900000003</c:v>
                      </c:pt>
                      <c:pt idx="255">
                        <c:v>60376.328699999998</c:v>
                      </c:pt>
                      <c:pt idx="256">
                        <c:v>71881.819900000002</c:v>
                      </c:pt>
                      <c:pt idx="257">
                        <c:v>70660.429600000003</c:v>
                      </c:pt>
                      <c:pt idx="258">
                        <c:v>70227.170400000003</c:v>
                      </c:pt>
                      <c:pt idx="259">
                        <c:v>70360.388600000006</c:v>
                      </c:pt>
                      <c:pt idx="260">
                        <c:v>66880.063200000004</c:v>
                      </c:pt>
                      <c:pt idx="261">
                        <c:v>63450.561300000001</c:v>
                      </c:pt>
                      <c:pt idx="262">
                        <c:v>71422.967799999999</c:v>
                      </c:pt>
                      <c:pt idx="263">
                        <c:v>73550.963000000003</c:v>
                      </c:pt>
                      <c:pt idx="264">
                        <c:v>73383.002999999997</c:v>
                      </c:pt>
                      <c:pt idx="265">
                        <c:v>72214.828899999993</c:v>
                      </c:pt>
                      <c:pt idx="266">
                        <c:v>71609.859299999996</c:v>
                      </c:pt>
                      <c:pt idx="267">
                        <c:v>67719.538</c:v>
                      </c:pt>
                      <c:pt idx="268">
                        <c:v>67080.974600000001</c:v>
                      </c:pt>
                      <c:pt idx="269">
                        <c:v>74787.077000000005</c:v>
                      </c:pt>
                      <c:pt idx="270">
                        <c:v>74582.181100000002</c:v>
                      </c:pt>
                      <c:pt idx="271">
                        <c:v>72265.081200000001</c:v>
                      </c:pt>
                      <c:pt idx="272">
                        <c:v>72424.402499999997</c:v>
                      </c:pt>
                      <c:pt idx="273">
                        <c:v>71294.106499999994</c:v>
                      </c:pt>
                      <c:pt idx="274">
                        <c:v>66978.133000000002</c:v>
                      </c:pt>
                      <c:pt idx="275">
                        <c:v>64507.113499999999</c:v>
                      </c:pt>
                      <c:pt idx="276">
                        <c:v>71896.092399999994</c:v>
                      </c:pt>
                      <c:pt idx="277">
                        <c:v>71189.111499999999</c:v>
                      </c:pt>
                      <c:pt idx="278">
                        <c:v>70048.655199999994</c:v>
                      </c:pt>
                      <c:pt idx="279">
                        <c:v>71686.698099999994</c:v>
                      </c:pt>
                      <c:pt idx="280">
                        <c:v>71438.61</c:v>
                      </c:pt>
                      <c:pt idx="281">
                        <c:v>68248.973700000002</c:v>
                      </c:pt>
                      <c:pt idx="282">
                        <c:v>64968.041700000002</c:v>
                      </c:pt>
                      <c:pt idx="283">
                        <c:v>72447.785699999993</c:v>
                      </c:pt>
                      <c:pt idx="284">
                        <c:v>73155.505600000004</c:v>
                      </c:pt>
                      <c:pt idx="285">
                        <c:v>67910.656300000002</c:v>
                      </c:pt>
                      <c:pt idx="286">
                        <c:v>70762.248099999997</c:v>
                      </c:pt>
                      <c:pt idx="287">
                        <c:v>67779.323099999994</c:v>
                      </c:pt>
                      <c:pt idx="288">
                        <c:v>68024.0628</c:v>
                      </c:pt>
                      <c:pt idx="289">
                        <c:v>65705.209499999997</c:v>
                      </c:pt>
                      <c:pt idx="290">
                        <c:v>73016.554699999993</c:v>
                      </c:pt>
                      <c:pt idx="291">
                        <c:v>72794.962700000004</c:v>
                      </c:pt>
                      <c:pt idx="292">
                        <c:v>72723.907699999996</c:v>
                      </c:pt>
                      <c:pt idx="293">
                        <c:v>73673.890499999994</c:v>
                      </c:pt>
                      <c:pt idx="294">
                        <c:v>73593.984400000001</c:v>
                      </c:pt>
                      <c:pt idx="295">
                        <c:v>66273.381899999993</c:v>
                      </c:pt>
                      <c:pt idx="296">
                        <c:v>57058.755100000002</c:v>
                      </c:pt>
                      <c:pt idx="297">
                        <c:v>49550.982799999998</c:v>
                      </c:pt>
                      <c:pt idx="298">
                        <c:v>50515.394800000002</c:v>
                      </c:pt>
                      <c:pt idx="299">
                        <c:v>48261.708500000001</c:v>
                      </c:pt>
                      <c:pt idx="300">
                        <c:v>51902.007799999999</c:v>
                      </c:pt>
                      <c:pt idx="301">
                        <c:v>55352.0939</c:v>
                      </c:pt>
                      <c:pt idx="302">
                        <c:v>56632.810100000002</c:v>
                      </c:pt>
                      <c:pt idx="303">
                        <c:v>58116.076399999998</c:v>
                      </c:pt>
                      <c:pt idx="304">
                        <c:v>68315.615999999995</c:v>
                      </c:pt>
                      <c:pt idx="305">
                        <c:v>70583.313099999999</c:v>
                      </c:pt>
                      <c:pt idx="306">
                        <c:v>70243.298599999995</c:v>
                      </c:pt>
                      <c:pt idx="307">
                        <c:v>70272.436700000006</c:v>
                      </c:pt>
                      <c:pt idx="308">
                        <c:v>71033.314799999993</c:v>
                      </c:pt>
                      <c:pt idx="309">
                        <c:v>67724.595700000005</c:v>
                      </c:pt>
                      <c:pt idx="310">
                        <c:v>63783.861299999997</c:v>
                      </c:pt>
                      <c:pt idx="311">
                        <c:v>72036.221799999999</c:v>
                      </c:pt>
                      <c:pt idx="312">
                        <c:v>70941.2546</c:v>
                      </c:pt>
                      <c:pt idx="313">
                        <c:v>71601.467900000003</c:v>
                      </c:pt>
                      <c:pt idx="314">
                        <c:v>72744.5533</c:v>
                      </c:pt>
                      <c:pt idx="315">
                        <c:v>59495.381500000003</c:v>
                      </c:pt>
                      <c:pt idx="316">
                        <c:v>64333.659500000002</c:v>
                      </c:pt>
                      <c:pt idx="317">
                        <c:v>63099.659099999997</c:v>
                      </c:pt>
                      <c:pt idx="318">
                        <c:v>72203.367499999993</c:v>
                      </c:pt>
                      <c:pt idx="319">
                        <c:v>71450.314400000003</c:v>
                      </c:pt>
                      <c:pt idx="320">
                        <c:v>69639.648499999996</c:v>
                      </c:pt>
                      <c:pt idx="321">
                        <c:v>71138.610100000005</c:v>
                      </c:pt>
                      <c:pt idx="322">
                        <c:v>70209.373399999997</c:v>
                      </c:pt>
                      <c:pt idx="323">
                        <c:v>68076.534599999999</c:v>
                      </c:pt>
                      <c:pt idx="324">
                        <c:v>64649.026299999998</c:v>
                      </c:pt>
                      <c:pt idx="325">
                        <c:v>71821.231599999999</c:v>
                      </c:pt>
                      <c:pt idx="326">
                        <c:v>71058.109899999996</c:v>
                      </c:pt>
                      <c:pt idx="327">
                        <c:v>73607.760999999999</c:v>
                      </c:pt>
                      <c:pt idx="328">
                        <c:v>70705.783100000001</c:v>
                      </c:pt>
                      <c:pt idx="329">
                        <c:v>70656.059899999993</c:v>
                      </c:pt>
                      <c:pt idx="330">
                        <c:v>66770.553599999999</c:v>
                      </c:pt>
                      <c:pt idx="331">
                        <c:v>64399.171000000002</c:v>
                      </c:pt>
                      <c:pt idx="332">
                        <c:v>71709.544699999999</c:v>
                      </c:pt>
                      <c:pt idx="333">
                        <c:v>71457.998399999997</c:v>
                      </c:pt>
                      <c:pt idx="334">
                        <c:v>71850.919200000004</c:v>
                      </c:pt>
                      <c:pt idx="335">
                        <c:v>70902.045899999997</c:v>
                      </c:pt>
                      <c:pt idx="336">
                        <c:v>78606.592099999994</c:v>
                      </c:pt>
                      <c:pt idx="337">
                        <c:v>68777.506500000003</c:v>
                      </c:pt>
                      <c:pt idx="338">
                        <c:v>64986.625800000002</c:v>
                      </c:pt>
                      <c:pt idx="339">
                        <c:v>72469.044399999999</c:v>
                      </c:pt>
                      <c:pt idx="340">
                        <c:v>72265.980599999995</c:v>
                      </c:pt>
                      <c:pt idx="341">
                        <c:v>71856.695399999997</c:v>
                      </c:pt>
                      <c:pt idx="342">
                        <c:v>68451.210600000006</c:v>
                      </c:pt>
                      <c:pt idx="343">
                        <c:v>70391.2978</c:v>
                      </c:pt>
                      <c:pt idx="344">
                        <c:v>55144.7166</c:v>
                      </c:pt>
                      <c:pt idx="345">
                        <c:v>59906.602500000001</c:v>
                      </c:pt>
                      <c:pt idx="346">
                        <c:v>70476.821299999996</c:v>
                      </c:pt>
                      <c:pt idx="347">
                        <c:v>72003.107099999994</c:v>
                      </c:pt>
                      <c:pt idx="348">
                        <c:v>72111.250799999994</c:v>
                      </c:pt>
                      <c:pt idx="349">
                        <c:v>71049.497700000007</c:v>
                      </c:pt>
                      <c:pt idx="350">
                        <c:v>70673.560100000002</c:v>
                      </c:pt>
                      <c:pt idx="351">
                        <c:v>67236.220400000006</c:v>
                      </c:pt>
                      <c:pt idx="352">
                        <c:v>63891.682800000002</c:v>
                      </c:pt>
                      <c:pt idx="353">
                        <c:v>70571.152499999997</c:v>
                      </c:pt>
                      <c:pt idx="354">
                        <c:v>70234.521099999998</c:v>
                      </c:pt>
                      <c:pt idx="355">
                        <c:v>70668.062900000004</c:v>
                      </c:pt>
                      <c:pt idx="356">
                        <c:v>70829.451300000001</c:v>
                      </c:pt>
                      <c:pt idx="357">
                        <c:v>70812.056899999996</c:v>
                      </c:pt>
                      <c:pt idx="358">
                        <c:v>66290.688800000004</c:v>
                      </c:pt>
                      <c:pt idx="359">
                        <c:v>62144.31</c:v>
                      </c:pt>
                      <c:pt idx="360">
                        <c:v>69454.513300000006</c:v>
                      </c:pt>
                      <c:pt idx="361">
                        <c:v>69507.159700000004</c:v>
                      </c:pt>
                      <c:pt idx="362">
                        <c:v>68928.630900000004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9-9EF3-43E3-80B3-87BD333F3264}"/>
                  </c:ext>
                </c:extLst>
              </c15:ser>
            </c15:filteredLineSeries>
            <c15:filteredLine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G!$F$1</c15:sqref>
                        </c15:formulaRef>
                      </c:ext>
                    </c:extLst>
                    <c:strCache>
                      <c:ptCount val="1"/>
                      <c:pt idx="0">
                        <c:v>GAM Region</c:v>
                      </c:pt>
                    </c:strCache>
                  </c:strRef>
                </c:tx>
                <c:spPr>
                  <a:ln w="28575" cap="rnd">
                    <a:solidFill>
                      <a:schemeClr val="accent5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G!$A$2:$A$364</c15:sqref>
                        </c15:formulaRef>
                      </c:ext>
                    </c:extLst>
                    <c:numCache>
                      <c:formatCode>m/d/yyyy</c:formatCode>
                      <c:ptCount val="363"/>
                      <c:pt idx="0">
                        <c:v>45828</c:v>
                      </c:pt>
                      <c:pt idx="1">
                        <c:v>45829</c:v>
                      </c:pt>
                      <c:pt idx="2">
                        <c:v>45830</c:v>
                      </c:pt>
                      <c:pt idx="3">
                        <c:v>45831</c:v>
                      </c:pt>
                      <c:pt idx="4">
                        <c:v>45832</c:v>
                      </c:pt>
                      <c:pt idx="5">
                        <c:v>45833</c:v>
                      </c:pt>
                      <c:pt idx="6">
                        <c:v>45834</c:v>
                      </c:pt>
                      <c:pt idx="7">
                        <c:v>45835</c:v>
                      </c:pt>
                      <c:pt idx="8">
                        <c:v>45836</c:v>
                      </c:pt>
                      <c:pt idx="9">
                        <c:v>45837</c:v>
                      </c:pt>
                      <c:pt idx="10">
                        <c:v>45838</c:v>
                      </c:pt>
                      <c:pt idx="11">
                        <c:v>45839</c:v>
                      </c:pt>
                      <c:pt idx="12">
                        <c:v>45840</c:v>
                      </c:pt>
                      <c:pt idx="13">
                        <c:v>45841</c:v>
                      </c:pt>
                      <c:pt idx="14">
                        <c:v>45842</c:v>
                      </c:pt>
                      <c:pt idx="15">
                        <c:v>45843</c:v>
                      </c:pt>
                      <c:pt idx="16">
                        <c:v>45844</c:v>
                      </c:pt>
                      <c:pt idx="17">
                        <c:v>45845</c:v>
                      </c:pt>
                      <c:pt idx="18">
                        <c:v>45846</c:v>
                      </c:pt>
                      <c:pt idx="19">
                        <c:v>45847</c:v>
                      </c:pt>
                      <c:pt idx="20">
                        <c:v>45848</c:v>
                      </c:pt>
                      <c:pt idx="21">
                        <c:v>45849</c:v>
                      </c:pt>
                      <c:pt idx="22">
                        <c:v>45850</c:v>
                      </c:pt>
                      <c:pt idx="23">
                        <c:v>45851</c:v>
                      </c:pt>
                      <c:pt idx="24">
                        <c:v>45852</c:v>
                      </c:pt>
                      <c:pt idx="25">
                        <c:v>45853</c:v>
                      </c:pt>
                      <c:pt idx="26">
                        <c:v>45854</c:v>
                      </c:pt>
                      <c:pt idx="27">
                        <c:v>45855</c:v>
                      </c:pt>
                      <c:pt idx="28">
                        <c:v>45856</c:v>
                      </c:pt>
                      <c:pt idx="29">
                        <c:v>45857</c:v>
                      </c:pt>
                      <c:pt idx="30">
                        <c:v>45858</c:v>
                      </c:pt>
                      <c:pt idx="31">
                        <c:v>45859</c:v>
                      </c:pt>
                      <c:pt idx="32">
                        <c:v>45860</c:v>
                      </c:pt>
                      <c:pt idx="33">
                        <c:v>45861</c:v>
                      </c:pt>
                      <c:pt idx="34">
                        <c:v>45862</c:v>
                      </c:pt>
                      <c:pt idx="35">
                        <c:v>45863</c:v>
                      </c:pt>
                      <c:pt idx="36">
                        <c:v>45864</c:v>
                      </c:pt>
                      <c:pt idx="37">
                        <c:v>45865</c:v>
                      </c:pt>
                      <c:pt idx="38">
                        <c:v>45866</c:v>
                      </c:pt>
                      <c:pt idx="39">
                        <c:v>45867</c:v>
                      </c:pt>
                      <c:pt idx="40">
                        <c:v>45868</c:v>
                      </c:pt>
                      <c:pt idx="41">
                        <c:v>45869</c:v>
                      </c:pt>
                      <c:pt idx="42">
                        <c:v>45870</c:v>
                      </c:pt>
                      <c:pt idx="43">
                        <c:v>45871</c:v>
                      </c:pt>
                      <c:pt idx="44">
                        <c:v>45872</c:v>
                      </c:pt>
                      <c:pt idx="45">
                        <c:v>45873</c:v>
                      </c:pt>
                      <c:pt idx="46">
                        <c:v>45874</c:v>
                      </c:pt>
                      <c:pt idx="47">
                        <c:v>45875</c:v>
                      </c:pt>
                      <c:pt idx="48">
                        <c:v>45876</c:v>
                      </c:pt>
                      <c:pt idx="49">
                        <c:v>45877</c:v>
                      </c:pt>
                      <c:pt idx="50">
                        <c:v>45878</c:v>
                      </c:pt>
                      <c:pt idx="51">
                        <c:v>45879</c:v>
                      </c:pt>
                      <c:pt idx="52">
                        <c:v>45880</c:v>
                      </c:pt>
                      <c:pt idx="53">
                        <c:v>45881</c:v>
                      </c:pt>
                      <c:pt idx="54">
                        <c:v>45882</c:v>
                      </c:pt>
                      <c:pt idx="55">
                        <c:v>45883</c:v>
                      </c:pt>
                      <c:pt idx="56">
                        <c:v>45884</c:v>
                      </c:pt>
                      <c:pt idx="57">
                        <c:v>45885</c:v>
                      </c:pt>
                      <c:pt idx="58">
                        <c:v>45886</c:v>
                      </c:pt>
                      <c:pt idx="59">
                        <c:v>45887</c:v>
                      </c:pt>
                      <c:pt idx="60">
                        <c:v>45888</c:v>
                      </c:pt>
                      <c:pt idx="61">
                        <c:v>45889</c:v>
                      </c:pt>
                      <c:pt idx="62">
                        <c:v>45890</c:v>
                      </c:pt>
                      <c:pt idx="63">
                        <c:v>45891</c:v>
                      </c:pt>
                      <c:pt idx="64">
                        <c:v>45892</c:v>
                      </c:pt>
                      <c:pt idx="65">
                        <c:v>45893</c:v>
                      </c:pt>
                      <c:pt idx="66">
                        <c:v>45894</c:v>
                      </c:pt>
                      <c:pt idx="67">
                        <c:v>45895</c:v>
                      </c:pt>
                      <c:pt idx="68">
                        <c:v>45896</c:v>
                      </c:pt>
                      <c:pt idx="69">
                        <c:v>45897</c:v>
                      </c:pt>
                      <c:pt idx="70">
                        <c:v>45898</c:v>
                      </c:pt>
                      <c:pt idx="71">
                        <c:v>45899</c:v>
                      </c:pt>
                      <c:pt idx="72">
                        <c:v>45900</c:v>
                      </c:pt>
                      <c:pt idx="73">
                        <c:v>45901</c:v>
                      </c:pt>
                      <c:pt idx="74">
                        <c:v>45902</c:v>
                      </c:pt>
                      <c:pt idx="75">
                        <c:v>45903</c:v>
                      </c:pt>
                      <c:pt idx="76">
                        <c:v>45904</c:v>
                      </c:pt>
                      <c:pt idx="77">
                        <c:v>45905</c:v>
                      </c:pt>
                      <c:pt idx="78">
                        <c:v>45906</c:v>
                      </c:pt>
                      <c:pt idx="79">
                        <c:v>45907</c:v>
                      </c:pt>
                      <c:pt idx="80">
                        <c:v>45908</c:v>
                      </c:pt>
                      <c:pt idx="81">
                        <c:v>45909</c:v>
                      </c:pt>
                      <c:pt idx="82">
                        <c:v>45910</c:v>
                      </c:pt>
                      <c:pt idx="83">
                        <c:v>45911</c:v>
                      </c:pt>
                      <c:pt idx="84">
                        <c:v>45912</c:v>
                      </c:pt>
                      <c:pt idx="85">
                        <c:v>45913</c:v>
                      </c:pt>
                      <c:pt idx="86">
                        <c:v>45914</c:v>
                      </c:pt>
                      <c:pt idx="87">
                        <c:v>45915</c:v>
                      </c:pt>
                      <c:pt idx="88">
                        <c:v>45916</c:v>
                      </c:pt>
                      <c:pt idx="89">
                        <c:v>45917</c:v>
                      </c:pt>
                      <c:pt idx="90">
                        <c:v>45918</c:v>
                      </c:pt>
                      <c:pt idx="91">
                        <c:v>45919</c:v>
                      </c:pt>
                      <c:pt idx="92">
                        <c:v>45920</c:v>
                      </c:pt>
                      <c:pt idx="93">
                        <c:v>45921</c:v>
                      </c:pt>
                      <c:pt idx="94">
                        <c:v>45922</c:v>
                      </c:pt>
                      <c:pt idx="95">
                        <c:v>45923</c:v>
                      </c:pt>
                      <c:pt idx="96">
                        <c:v>45924</c:v>
                      </c:pt>
                      <c:pt idx="97">
                        <c:v>45925</c:v>
                      </c:pt>
                      <c:pt idx="98">
                        <c:v>45926</c:v>
                      </c:pt>
                      <c:pt idx="99">
                        <c:v>45927</c:v>
                      </c:pt>
                      <c:pt idx="100">
                        <c:v>45928</c:v>
                      </c:pt>
                      <c:pt idx="101">
                        <c:v>45929</c:v>
                      </c:pt>
                      <c:pt idx="102">
                        <c:v>45930</c:v>
                      </c:pt>
                      <c:pt idx="103">
                        <c:v>45931</c:v>
                      </c:pt>
                      <c:pt idx="104">
                        <c:v>45932</c:v>
                      </c:pt>
                      <c:pt idx="105">
                        <c:v>45933</c:v>
                      </c:pt>
                      <c:pt idx="106">
                        <c:v>45934</c:v>
                      </c:pt>
                      <c:pt idx="107">
                        <c:v>45935</c:v>
                      </c:pt>
                      <c:pt idx="108">
                        <c:v>45936</c:v>
                      </c:pt>
                      <c:pt idx="109">
                        <c:v>45937</c:v>
                      </c:pt>
                      <c:pt idx="110">
                        <c:v>45938</c:v>
                      </c:pt>
                      <c:pt idx="111">
                        <c:v>45939</c:v>
                      </c:pt>
                      <c:pt idx="112">
                        <c:v>45940</c:v>
                      </c:pt>
                      <c:pt idx="113">
                        <c:v>45941</c:v>
                      </c:pt>
                      <c:pt idx="114">
                        <c:v>45942</c:v>
                      </c:pt>
                      <c:pt idx="115">
                        <c:v>45943</c:v>
                      </c:pt>
                      <c:pt idx="116">
                        <c:v>45944</c:v>
                      </c:pt>
                      <c:pt idx="117">
                        <c:v>45945</c:v>
                      </c:pt>
                      <c:pt idx="118">
                        <c:v>45946</c:v>
                      </c:pt>
                      <c:pt idx="119">
                        <c:v>45947</c:v>
                      </c:pt>
                      <c:pt idx="120">
                        <c:v>45948</c:v>
                      </c:pt>
                      <c:pt idx="121">
                        <c:v>45949</c:v>
                      </c:pt>
                      <c:pt idx="122">
                        <c:v>45950</c:v>
                      </c:pt>
                      <c:pt idx="123">
                        <c:v>45951</c:v>
                      </c:pt>
                      <c:pt idx="124">
                        <c:v>45952</c:v>
                      </c:pt>
                      <c:pt idx="125">
                        <c:v>45953</c:v>
                      </c:pt>
                      <c:pt idx="126">
                        <c:v>45954</c:v>
                      </c:pt>
                      <c:pt idx="127">
                        <c:v>45955</c:v>
                      </c:pt>
                      <c:pt idx="128">
                        <c:v>45956</c:v>
                      </c:pt>
                      <c:pt idx="129">
                        <c:v>45957</c:v>
                      </c:pt>
                      <c:pt idx="130">
                        <c:v>45958</c:v>
                      </c:pt>
                      <c:pt idx="131">
                        <c:v>45959</c:v>
                      </c:pt>
                      <c:pt idx="132">
                        <c:v>45960</c:v>
                      </c:pt>
                      <c:pt idx="133">
                        <c:v>45961</c:v>
                      </c:pt>
                      <c:pt idx="134">
                        <c:v>45962</c:v>
                      </c:pt>
                      <c:pt idx="135">
                        <c:v>45963</c:v>
                      </c:pt>
                      <c:pt idx="136">
                        <c:v>45964</c:v>
                      </c:pt>
                      <c:pt idx="137">
                        <c:v>45965</c:v>
                      </c:pt>
                      <c:pt idx="138">
                        <c:v>45966</c:v>
                      </c:pt>
                      <c:pt idx="139">
                        <c:v>45967</c:v>
                      </c:pt>
                      <c:pt idx="140">
                        <c:v>45968</c:v>
                      </c:pt>
                      <c:pt idx="141">
                        <c:v>45969</c:v>
                      </c:pt>
                      <c:pt idx="142">
                        <c:v>45970</c:v>
                      </c:pt>
                      <c:pt idx="143">
                        <c:v>45971</c:v>
                      </c:pt>
                      <c:pt idx="144">
                        <c:v>45972</c:v>
                      </c:pt>
                      <c:pt idx="145">
                        <c:v>45973</c:v>
                      </c:pt>
                      <c:pt idx="146">
                        <c:v>45974</c:v>
                      </c:pt>
                      <c:pt idx="147">
                        <c:v>45975</c:v>
                      </c:pt>
                      <c:pt idx="148">
                        <c:v>45976</c:v>
                      </c:pt>
                      <c:pt idx="149">
                        <c:v>45977</c:v>
                      </c:pt>
                      <c:pt idx="150">
                        <c:v>45978</c:v>
                      </c:pt>
                      <c:pt idx="151">
                        <c:v>45979</c:v>
                      </c:pt>
                      <c:pt idx="152">
                        <c:v>45980</c:v>
                      </c:pt>
                      <c:pt idx="153">
                        <c:v>45981</c:v>
                      </c:pt>
                      <c:pt idx="154">
                        <c:v>45982</c:v>
                      </c:pt>
                      <c:pt idx="155">
                        <c:v>45983</c:v>
                      </c:pt>
                      <c:pt idx="156">
                        <c:v>45984</c:v>
                      </c:pt>
                      <c:pt idx="157">
                        <c:v>45985</c:v>
                      </c:pt>
                      <c:pt idx="158">
                        <c:v>45986</c:v>
                      </c:pt>
                      <c:pt idx="159">
                        <c:v>45987</c:v>
                      </c:pt>
                      <c:pt idx="160">
                        <c:v>45988</c:v>
                      </c:pt>
                      <c:pt idx="161">
                        <c:v>45989</c:v>
                      </c:pt>
                      <c:pt idx="162">
                        <c:v>45990</c:v>
                      </c:pt>
                      <c:pt idx="163">
                        <c:v>45991</c:v>
                      </c:pt>
                      <c:pt idx="164">
                        <c:v>45992</c:v>
                      </c:pt>
                      <c:pt idx="165">
                        <c:v>45993</c:v>
                      </c:pt>
                      <c:pt idx="166">
                        <c:v>45994</c:v>
                      </c:pt>
                      <c:pt idx="167">
                        <c:v>45995</c:v>
                      </c:pt>
                      <c:pt idx="168">
                        <c:v>45996</c:v>
                      </c:pt>
                      <c:pt idx="169">
                        <c:v>45997</c:v>
                      </c:pt>
                      <c:pt idx="170">
                        <c:v>45998</c:v>
                      </c:pt>
                      <c:pt idx="171">
                        <c:v>45999</c:v>
                      </c:pt>
                      <c:pt idx="172">
                        <c:v>46000</c:v>
                      </c:pt>
                      <c:pt idx="173">
                        <c:v>46001</c:v>
                      </c:pt>
                      <c:pt idx="174">
                        <c:v>46002</c:v>
                      </c:pt>
                      <c:pt idx="175">
                        <c:v>46003</c:v>
                      </c:pt>
                      <c:pt idx="176">
                        <c:v>46004</c:v>
                      </c:pt>
                      <c:pt idx="177">
                        <c:v>46005</c:v>
                      </c:pt>
                      <c:pt idx="178">
                        <c:v>46006</c:v>
                      </c:pt>
                      <c:pt idx="179">
                        <c:v>46007</c:v>
                      </c:pt>
                      <c:pt idx="180">
                        <c:v>46008</c:v>
                      </c:pt>
                      <c:pt idx="181">
                        <c:v>46009</c:v>
                      </c:pt>
                      <c:pt idx="182">
                        <c:v>46010</c:v>
                      </c:pt>
                      <c:pt idx="183">
                        <c:v>46011</c:v>
                      </c:pt>
                      <c:pt idx="184">
                        <c:v>46012</c:v>
                      </c:pt>
                      <c:pt idx="185">
                        <c:v>46013</c:v>
                      </c:pt>
                      <c:pt idx="186">
                        <c:v>46014</c:v>
                      </c:pt>
                      <c:pt idx="187">
                        <c:v>46015</c:v>
                      </c:pt>
                      <c:pt idx="188">
                        <c:v>46016</c:v>
                      </c:pt>
                      <c:pt idx="189">
                        <c:v>46017</c:v>
                      </c:pt>
                      <c:pt idx="190">
                        <c:v>46018</c:v>
                      </c:pt>
                      <c:pt idx="191">
                        <c:v>46019</c:v>
                      </c:pt>
                      <c:pt idx="192">
                        <c:v>46020</c:v>
                      </c:pt>
                      <c:pt idx="193">
                        <c:v>46021</c:v>
                      </c:pt>
                      <c:pt idx="194">
                        <c:v>46022</c:v>
                      </c:pt>
                      <c:pt idx="195">
                        <c:v>46023</c:v>
                      </c:pt>
                      <c:pt idx="196">
                        <c:v>46024</c:v>
                      </c:pt>
                      <c:pt idx="197">
                        <c:v>46025</c:v>
                      </c:pt>
                      <c:pt idx="198">
                        <c:v>46026</c:v>
                      </c:pt>
                      <c:pt idx="199">
                        <c:v>46027</c:v>
                      </c:pt>
                      <c:pt idx="200">
                        <c:v>46028</c:v>
                      </c:pt>
                      <c:pt idx="201">
                        <c:v>46029</c:v>
                      </c:pt>
                      <c:pt idx="202">
                        <c:v>46030</c:v>
                      </c:pt>
                      <c:pt idx="203">
                        <c:v>46031</c:v>
                      </c:pt>
                      <c:pt idx="204">
                        <c:v>46032</c:v>
                      </c:pt>
                      <c:pt idx="205">
                        <c:v>46033</c:v>
                      </c:pt>
                      <c:pt idx="206">
                        <c:v>46034</c:v>
                      </c:pt>
                      <c:pt idx="207">
                        <c:v>46035</c:v>
                      </c:pt>
                      <c:pt idx="208">
                        <c:v>46036</c:v>
                      </c:pt>
                      <c:pt idx="209">
                        <c:v>46037</c:v>
                      </c:pt>
                      <c:pt idx="210">
                        <c:v>46038</c:v>
                      </c:pt>
                      <c:pt idx="211">
                        <c:v>46039</c:v>
                      </c:pt>
                      <c:pt idx="212">
                        <c:v>46040</c:v>
                      </c:pt>
                      <c:pt idx="213">
                        <c:v>46041</c:v>
                      </c:pt>
                      <c:pt idx="214">
                        <c:v>46042</c:v>
                      </c:pt>
                      <c:pt idx="215">
                        <c:v>46043</c:v>
                      </c:pt>
                      <c:pt idx="216">
                        <c:v>46044</c:v>
                      </c:pt>
                      <c:pt idx="217">
                        <c:v>46045</c:v>
                      </c:pt>
                      <c:pt idx="218">
                        <c:v>46046</c:v>
                      </c:pt>
                      <c:pt idx="219">
                        <c:v>46047</c:v>
                      </c:pt>
                      <c:pt idx="220">
                        <c:v>46048</c:v>
                      </c:pt>
                      <c:pt idx="221">
                        <c:v>46049</c:v>
                      </c:pt>
                      <c:pt idx="222">
                        <c:v>46050</c:v>
                      </c:pt>
                      <c:pt idx="223">
                        <c:v>46051</c:v>
                      </c:pt>
                      <c:pt idx="224">
                        <c:v>46052</c:v>
                      </c:pt>
                      <c:pt idx="225">
                        <c:v>46053</c:v>
                      </c:pt>
                      <c:pt idx="226">
                        <c:v>46054</c:v>
                      </c:pt>
                      <c:pt idx="227">
                        <c:v>46055</c:v>
                      </c:pt>
                      <c:pt idx="228">
                        <c:v>46056</c:v>
                      </c:pt>
                      <c:pt idx="229">
                        <c:v>46057</c:v>
                      </c:pt>
                      <c:pt idx="230">
                        <c:v>46058</c:v>
                      </c:pt>
                      <c:pt idx="231">
                        <c:v>46059</c:v>
                      </c:pt>
                      <c:pt idx="232">
                        <c:v>46060</c:v>
                      </c:pt>
                      <c:pt idx="233">
                        <c:v>46061</c:v>
                      </c:pt>
                      <c:pt idx="234">
                        <c:v>46062</c:v>
                      </c:pt>
                      <c:pt idx="235">
                        <c:v>46063</c:v>
                      </c:pt>
                      <c:pt idx="236">
                        <c:v>46064</c:v>
                      </c:pt>
                      <c:pt idx="237">
                        <c:v>46065</c:v>
                      </c:pt>
                      <c:pt idx="238">
                        <c:v>46066</c:v>
                      </c:pt>
                      <c:pt idx="239">
                        <c:v>46067</c:v>
                      </c:pt>
                      <c:pt idx="240">
                        <c:v>46068</c:v>
                      </c:pt>
                      <c:pt idx="241">
                        <c:v>46069</c:v>
                      </c:pt>
                      <c:pt idx="242">
                        <c:v>46070</c:v>
                      </c:pt>
                      <c:pt idx="243">
                        <c:v>46071</c:v>
                      </c:pt>
                      <c:pt idx="244">
                        <c:v>46072</c:v>
                      </c:pt>
                      <c:pt idx="245">
                        <c:v>46073</c:v>
                      </c:pt>
                      <c:pt idx="246">
                        <c:v>46074</c:v>
                      </c:pt>
                      <c:pt idx="247">
                        <c:v>46075</c:v>
                      </c:pt>
                      <c:pt idx="248">
                        <c:v>46076</c:v>
                      </c:pt>
                      <c:pt idx="249">
                        <c:v>46077</c:v>
                      </c:pt>
                      <c:pt idx="250">
                        <c:v>46078</c:v>
                      </c:pt>
                      <c:pt idx="251">
                        <c:v>46079</c:v>
                      </c:pt>
                      <c:pt idx="252">
                        <c:v>46080</c:v>
                      </c:pt>
                      <c:pt idx="253">
                        <c:v>46081</c:v>
                      </c:pt>
                      <c:pt idx="254">
                        <c:v>46082</c:v>
                      </c:pt>
                      <c:pt idx="255">
                        <c:v>46083</c:v>
                      </c:pt>
                      <c:pt idx="256">
                        <c:v>46084</c:v>
                      </c:pt>
                      <c:pt idx="257">
                        <c:v>46085</c:v>
                      </c:pt>
                      <c:pt idx="258">
                        <c:v>46086</c:v>
                      </c:pt>
                      <c:pt idx="259">
                        <c:v>46087</c:v>
                      </c:pt>
                      <c:pt idx="260">
                        <c:v>46088</c:v>
                      </c:pt>
                      <c:pt idx="261">
                        <c:v>46089</c:v>
                      </c:pt>
                      <c:pt idx="262">
                        <c:v>46090</c:v>
                      </c:pt>
                      <c:pt idx="263">
                        <c:v>46091</c:v>
                      </c:pt>
                      <c:pt idx="264">
                        <c:v>46092</c:v>
                      </c:pt>
                      <c:pt idx="265">
                        <c:v>46093</c:v>
                      </c:pt>
                      <c:pt idx="266">
                        <c:v>46094</c:v>
                      </c:pt>
                      <c:pt idx="267">
                        <c:v>46095</c:v>
                      </c:pt>
                      <c:pt idx="268">
                        <c:v>46096</c:v>
                      </c:pt>
                      <c:pt idx="269">
                        <c:v>46097</c:v>
                      </c:pt>
                      <c:pt idx="270">
                        <c:v>46098</c:v>
                      </c:pt>
                      <c:pt idx="271">
                        <c:v>46099</c:v>
                      </c:pt>
                      <c:pt idx="272">
                        <c:v>46100</c:v>
                      </c:pt>
                      <c:pt idx="273">
                        <c:v>46101</c:v>
                      </c:pt>
                      <c:pt idx="274">
                        <c:v>46102</c:v>
                      </c:pt>
                      <c:pt idx="275">
                        <c:v>46103</c:v>
                      </c:pt>
                      <c:pt idx="276">
                        <c:v>46104</c:v>
                      </c:pt>
                      <c:pt idx="277">
                        <c:v>46105</c:v>
                      </c:pt>
                      <c:pt idx="278">
                        <c:v>46106</c:v>
                      </c:pt>
                      <c:pt idx="279">
                        <c:v>46107</c:v>
                      </c:pt>
                      <c:pt idx="280">
                        <c:v>46108</c:v>
                      </c:pt>
                      <c:pt idx="281">
                        <c:v>46109</c:v>
                      </c:pt>
                      <c:pt idx="282">
                        <c:v>46110</c:v>
                      </c:pt>
                      <c:pt idx="283">
                        <c:v>46111</c:v>
                      </c:pt>
                      <c:pt idx="284">
                        <c:v>46112</c:v>
                      </c:pt>
                      <c:pt idx="285">
                        <c:v>46113</c:v>
                      </c:pt>
                      <c:pt idx="286">
                        <c:v>46114</c:v>
                      </c:pt>
                      <c:pt idx="287">
                        <c:v>46115</c:v>
                      </c:pt>
                      <c:pt idx="288">
                        <c:v>46116</c:v>
                      </c:pt>
                      <c:pt idx="289">
                        <c:v>46117</c:v>
                      </c:pt>
                      <c:pt idx="290">
                        <c:v>46118</c:v>
                      </c:pt>
                      <c:pt idx="291">
                        <c:v>46119</c:v>
                      </c:pt>
                      <c:pt idx="292">
                        <c:v>46120</c:v>
                      </c:pt>
                      <c:pt idx="293">
                        <c:v>46121</c:v>
                      </c:pt>
                      <c:pt idx="294">
                        <c:v>46122</c:v>
                      </c:pt>
                      <c:pt idx="295">
                        <c:v>46123</c:v>
                      </c:pt>
                      <c:pt idx="296">
                        <c:v>46124</c:v>
                      </c:pt>
                      <c:pt idx="297">
                        <c:v>46125</c:v>
                      </c:pt>
                      <c:pt idx="298">
                        <c:v>46126</c:v>
                      </c:pt>
                      <c:pt idx="299">
                        <c:v>46127</c:v>
                      </c:pt>
                      <c:pt idx="300">
                        <c:v>46128</c:v>
                      </c:pt>
                      <c:pt idx="301">
                        <c:v>46129</c:v>
                      </c:pt>
                      <c:pt idx="302">
                        <c:v>46130</c:v>
                      </c:pt>
                      <c:pt idx="303">
                        <c:v>46131</c:v>
                      </c:pt>
                      <c:pt idx="304">
                        <c:v>46132</c:v>
                      </c:pt>
                      <c:pt idx="305">
                        <c:v>46133</c:v>
                      </c:pt>
                      <c:pt idx="306">
                        <c:v>46134</c:v>
                      </c:pt>
                      <c:pt idx="307">
                        <c:v>46135</c:v>
                      </c:pt>
                      <c:pt idx="308">
                        <c:v>46136</c:v>
                      </c:pt>
                      <c:pt idx="309">
                        <c:v>46137</c:v>
                      </c:pt>
                      <c:pt idx="310">
                        <c:v>46138</c:v>
                      </c:pt>
                      <c:pt idx="311">
                        <c:v>46139</c:v>
                      </c:pt>
                      <c:pt idx="312">
                        <c:v>46140</c:v>
                      </c:pt>
                      <c:pt idx="313">
                        <c:v>46141</c:v>
                      </c:pt>
                      <c:pt idx="314">
                        <c:v>46142</c:v>
                      </c:pt>
                      <c:pt idx="315">
                        <c:v>46143</c:v>
                      </c:pt>
                      <c:pt idx="316">
                        <c:v>46144</c:v>
                      </c:pt>
                      <c:pt idx="317">
                        <c:v>46145</c:v>
                      </c:pt>
                      <c:pt idx="318">
                        <c:v>46146</c:v>
                      </c:pt>
                      <c:pt idx="319">
                        <c:v>46147</c:v>
                      </c:pt>
                      <c:pt idx="320">
                        <c:v>46148</c:v>
                      </c:pt>
                      <c:pt idx="321">
                        <c:v>46149</c:v>
                      </c:pt>
                      <c:pt idx="322">
                        <c:v>46150</c:v>
                      </c:pt>
                      <c:pt idx="323">
                        <c:v>46151</c:v>
                      </c:pt>
                      <c:pt idx="324">
                        <c:v>46152</c:v>
                      </c:pt>
                      <c:pt idx="325">
                        <c:v>46153</c:v>
                      </c:pt>
                      <c:pt idx="326">
                        <c:v>46154</c:v>
                      </c:pt>
                      <c:pt idx="327">
                        <c:v>46155</c:v>
                      </c:pt>
                      <c:pt idx="328">
                        <c:v>46156</c:v>
                      </c:pt>
                      <c:pt idx="329">
                        <c:v>46157</c:v>
                      </c:pt>
                      <c:pt idx="330">
                        <c:v>46158</c:v>
                      </c:pt>
                      <c:pt idx="331">
                        <c:v>46159</c:v>
                      </c:pt>
                      <c:pt idx="332">
                        <c:v>46160</c:v>
                      </c:pt>
                      <c:pt idx="333">
                        <c:v>46161</c:v>
                      </c:pt>
                      <c:pt idx="334">
                        <c:v>46162</c:v>
                      </c:pt>
                      <c:pt idx="335">
                        <c:v>46163</c:v>
                      </c:pt>
                      <c:pt idx="336">
                        <c:v>46164</c:v>
                      </c:pt>
                      <c:pt idx="337">
                        <c:v>46165</c:v>
                      </c:pt>
                      <c:pt idx="338">
                        <c:v>46166</c:v>
                      </c:pt>
                      <c:pt idx="339">
                        <c:v>46167</c:v>
                      </c:pt>
                      <c:pt idx="340">
                        <c:v>46168</c:v>
                      </c:pt>
                      <c:pt idx="341">
                        <c:v>46169</c:v>
                      </c:pt>
                      <c:pt idx="342">
                        <c:v>46170</c:v>
                      </c:pt>
                      <c:pt idx="343">
                        <c:v>46171</c:v>
                      </c:pt>
                      <c:pt idx="344">
                        <c:v>46172</c:v>
                      </c:pt>
                      <c:pt idx="345">
                        <c:v>46173</c:v>
                      </c:pt>
                      <c:pt idx="346">
                        <c:v>46174</c:v>
                      </c:pt>
                      <c:pt idx="347">
                        <c:v>46175</c:v>
                      </c:pt>
                      <c:pt idx="348">
                        <c:v>46176</c:v>
                      </c:pt>
                      <c:pt idx="349">
                        <c:v>46177</c:v>
                      </c:pt>
                      <c:pt idx="350">
                        <c:v>46178</c:v>
                      </c:pt>
                      <c:pt idx="351">
                        <c:v>46179</c:v>
                      </c:pt>
                      <c:pt idx="352">
                        <c:v>46180</c:v>
                      </c:pt>
                      <c:pt idx="353">
                        <c:v>46181</c:v>
                      </c:pt>
                      <c:pt idx="354">
                        <c:v>46182</c:v>
                      </c:pt>
                      <c:pt idx="355">
                        <c:v>46183</c:v>
                      </c:pt>
                      <c:pt idx="356">
                        <c:v>46184</c:v>
                      </c:pt>
                      <c:pt idx="357">
                        <c:v>46185</c:v>
                      </c:pt>
                      <c:pt idx="358">
                        <c:v>46186</c:v>
                      </c:pt>
                      <c:pt idx="359">
                        <c:v>46187</c:v>
                      </c:pt>
                      <c:pt idx="360">
                        <c:v>46188</c:v>
                      </c:pt>
                      <c:pt idx="361">
                        <c:v>46189</c:v>
                      </c:pt>
                      <c:pt idx="362">
                        <c:v>46190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G!$F$2:$F$364</c15:sqref>
                        </c15:formulaRef>
                      </c:ext>
                    </c:extLst>
                    <c:numCache>
                      <c:formatCode>General</c:formatCode>
                      <c:ptCount val="363"/>
                      <c:pt idx="0">
                        <c:v>120662.7739</c:v>
                      </c:pt>
                      <c:pt idx="1">
                        <c:v>115556.0998</c:v>
                      </c:pt>
                      <c:pt idx="2">
                        <c:v>111553.167</c:v>
                      </c:pt>
                      <c:pt idx="3">
                        <c:v>122011.9371</c:v>
                      </c:pt>
                      <c:pt idx="4">
                        <c:v>119431.58</c:v>
                      </c:pt>
                      <c:pt idx="5">
                        <c:v>120543.5102</c:v>
                      </c:pt>
                      <c:pt idx="6">
                        <c:v>120150.98850000001</c:v>
                      </c:pt>
                      <c:pt idx="7">
                        <c:v>119554.35950000001</c:v>
                      </c:pt>
                      <c:pt idx="8">
                        <c:v>114340.0714</c:v>
                      </c:pt>
                      <c:pt idx="9">
                        <c:v>109847.14290000001</c:v>
                      </c:pt>
                      <c:pt idx="10">
                        <c:v>122341.7317</c:v>
                      </c:pt>
                      <c:pt idx="11">
                        <c:v>120302.1617</c:v>
                      </c:pt>
                      <c:pt idx="12">
                        <c:v>119691.96249999999</c:v>
                      </c:pt>
                      <c:pt idx="13">
                        <c:v>120629.91379999999</c:v>
                      </c:pt>
                      <c:pt idx="14">
                        <c:v>119733.19749999999</c:v>
                      </c:pt>
                      <c:pt idx="15">
                        <c:v>114032.06479999999</c:v>
                      </c:pt>
                      <c:pt idx="16">
                        <c:v>110299.7677</c:v>
                      </c:pt>
                      <c:pt idx="17">
                        <c:v>120416.0802</c:v>
                      </c:pt>
                      <c:pt idx="18">
                        <c:v>119238.105</c:v>
                      </c:pt>
                      <c:pt idx="19">
                        <c:v>119994.30070000001</c:v>
                      </c:pt>
                      <c:pt idx="20">
                        <c:v>102643.91899999999</c:v>
                      </c:pt>
                      <c:pt idx="21">
                        <c:v>126253.43670000001</c:v>
                      </c:pt>
                      <c:pt idx="22">
                        <c:v>113686.2176</c:v>
                      </c:pt>
                      <c:pt idx="23">
                        <c:v>108670.6231</c:v>
                      </c:pt>
                      <c:pt idx="24">
                        <c:v>120630.38989999999</c:v>
                      </c:pt>
                      <c:pt idx="25">
                        <c:v>119237.641</c:v>
                      </c:pt>
                      <c:pt idx="26">
                        <c:v>117130.651</c:v>
                      </c:pt>
                      <c:pt idx="27">
                        <c:v>117227.9803</c:v>
                      </c:pt>
                      <c:pt idx="28">
                        <c:v>116669.96219999999</c:v>
                      </c:pt>
                      <c:pt idx="29">
                        <c:v>111481.5987</c:v>
                      </c:pt>
                      <c:pt idx="30">
                        <c:v>107030.6792</c:v>
                      </c:pt>
                      <c:pt idx="31">
                        <c:v>117450.7957</c:v>
                      </c:pt>
                      <c:pt idx="32">
                        <c:v>115784.3165</c:v>
                      </c:pt>
                      <c:pt idx="33">
                        <c:v>116119.76850000001</c:v>
                      </c:pt>
                      <c:pt idx="34">
                        <c:v>115499.9994</c:v>
                      </c:pt>
                      <c:pt idx="35">
                        <c:v>115874.3633</c:v>
                      </c:pt>
                      <c:pt idx="36">
                        <c:v>111557.2257</c:v>
                      </c:pt>
                      <c:pt idx="37">
                        <c:v>106311.4332</c:v>
                      </c:pt>
                      <c:pt idx="38">
                        <c:v>116466.9423</c:v>
                      </c:pt>
                      <c:pt idx="39">
                        <c:v>115359.91559999999</c:v>
                      </c:pt>
                      <c:pt idx="40">
                        <c:v>115575.28939999999</c:v>
                      </c:pt>
                      <c:pt idx="41">
                        <c:v>116724.0189</c:v>
                      </c:pt>
                      <c:pt idx="42">
                        <c:v>115930.6862</c:v>
                      </c:pt>
                      <c:pt idx="43">
                        <c:v>108456.6436</c:v>
                      </c:pt>
                      <c:pt idx="44">
                        <c:v>106047.19010000001</c:v>
                      </c:pt>
                      <c:pt idx="45">
                        <c:v>115889.889</c:v>
                      </c:pt>
                      <c:pt idx="46">
                        <c:v>115950.61629999999</c:v>
                      </c:pt>
                      <c:pt idx="47">
                        <c:v>115836.7648</c:v>
                      </c:pt>
                      <c:pt idx="48">
                        <c:v>115980.016</c:v>
                      </c:pt>
                      <c:pt idx="49">
                        <c:v>97185.2261</c:v>
                      </c:pt>
                      <c:pt idx="50">
                        <c:v>105764.7211</c:v>
                      </c:pt>
                      <c:pt idx="51">
                        <c:v>105100.34570000001</c:v>
                      </c:pt>
                      <c:pt idx="52">
                        <c:v>116124.2227</c:v>
                      </c:pt>
                      <c:pt idx="53">
                        <c:v>114581.1462</c:v>
                      </c:pt>
                      <c:pt idx="54">
                        <c:v>113871.68769999999</c:v>
                      </c:pt>
                      <c:pt idx="55">
                        <c:v>113144.7257</c:v>
                      </c:pt>
                      <c:pt idx="56">
                        <c:v>112360.4503</c:v>
                      </c:pt>
                      <c:pt idx="57">
                        <c:v>108834.4711</c:v>
                      </c:pt>
                      <c:pt idx="58">
                        <c:v>105669.94439999999</c:v>
                      </c:pt>
                      <c:pt idx="59">
                        <c:v>116959.3398</c:v>
                      </c:pt>
                      <c:pt idx="60">
                        <c:v>115951.6734</c:v>
                      </c:pt>
                      <c:pt idx="61">
                        <c:v>114661.47139999999</c:v>
                      </c:pt>
                      <c:pt idx="62">
                        <c:v>113740.68640000001</c:v>
                      </c:pt>
                      <c:pt idx="63">
                        <c:v>112049.0716</c:v>
                      </c:pt>
                      <c:pt idx="64">
                        <c:v>106459.9801</c:v>
                      </c:pt>
                      <c:pt idx="65">
                        <c:v>102990.31230000001</c:v>
                      </c:pt>
                      <c:pt idx="66">
                        <c:v>113715.4712</c:v>
                      </c:pt>
                      <c:pt idx="67">
                        <c:v>112524.61990000001</c:v>
                      </c:pt>
                      <c:pt idx="68">
                        <c:v>111592.57399999999</c:v>
                      </c:pt>
                      <c:pt idx="69">
                        <c:v>112458.7325</c:v>
                      </c:pt>
                      <c:pt idx="70">
                        <c:v>111180.921</c:v>
                      </c:pt>
                      <c:pt idx="71">
                        <c:v>107782.4445</c:v>
                      </c:pt>
                      <c:pt idx="72">
                        <c:v>104539.9838</c:v>
                      </c:pt>
                      <c:pt idx="73">
                        <c:v>113457.9133</c:v>
                      </c:pt>
                      <c:pt idx="74">
                        <c:v>113770.3167</c:v>
                      </c:pt>
                      <c:pt idx="75">
                        <c:v>113197.5116</c:v>
                      </c:pt>
                      <c:pt idx="76">
                        <c:v>118848.32279999999</c:v>
                      </c:pt>
                      <c:pt idx="77">
                        <c:v>102528.67290000001</c:v>
                      </c:pt>
                      <c:pt idx="78">
                        <c:v>102524.1591</c:v>
                      </c:pt>
                      <c:pt idx="79">
                        <c:v>95144.211500000005</c:v>
                      </c:pt>
                      <c:pt idx="80">
                        <c:v>110832.8839</c:v>
                      </c:pt>
                      <c:pt idx="81">
                        <c:v>111712.7856</c:v>
                      </c:pt>
                      <c:pt idx="82">
                        <c:v>113375.2377</c:v>
                      </c:pt>
                      <c:pt idx="83">
                        <c:v>114091.033</c:v>
                      </c:pt>
                      <c:pt idx="84">
                        <c:v>111318.7282</c:v>
                      </c:pt>
                      <c:pt idx="85">
                        <c:v>106242.4979</c:v>
                      </c:pt>
                      <c:pt idx="86">
                        <c:v>102902.7435</c:v>
                      </c:pt>
                      <c:pt idx="87">
                        <c:v>113253.644</c:v>
                      </c:pt>
                      <c:pt idx="88">
                        <c:v>112212.63649999999</c:v>
                      </c:pt>
                      <c:pt idx="89">
                        <c:v>112031.3481</c:v>
                      </c:pt>
                      <c:pt idx="90">
                        <c:v>110797.2167</c:v>
                      </c:pt>
                      <c:pt idx="91">
                        <c:v>109982.99069999999</c:v>
                      </c:pt>
                      <c:pt idx="92">
                        <c:v>104402.2991</c:v>
                      </c:pt>
                      <c:pt idx="93">
                        <c:v>102369.77740000001</c:v>
                      </c:pt>
                      <c:pt idx="94">
                        <c:v>112411.83010000001</c:v>
                      </c:pt>
                      <c:pt idx="95">
                        <c:v>111636.55899999999</c:v>
                      </c:pt>
                      <c:pt idx="96">
                        <c:v>111779.1073</c:v>
                      </c:pt>
                      <c:pt idx="97">
                        <c:v>113338.5202</c:v>
                      </c:pt>
                      <c:pt idx="98">
                        <c:v>112618.26979999999</c:v>
                      </c:pt>
                      <c:pt idx="99">
                        <c:v>106136.7648</c:v>
                      </c:pt>
                      <c:pt idx="100">
                        <c:v>102732.8512</c:v>
                      </c:pt>
                      <c:pt idx="101">
                        <c:v>113568.18859999999</c:v>
                      </c:pt>
                      <c:pt idx="102">
                        <c:v>115394.0428</c:v>
                      </c:pt>
                      <c:pt idx="103">
                        <c:v>112303.2096</c:v>
                      </c:pt>
                      <c:pt idx="104">
                        <c:v>113183.75659999999</c:v>
                      </c:pt>
                      <c:pt idx="105">
                        <c:v>110971.5315</c:v>
                      </c:pt>
                      <c:pt idx="106">
                        <c:v>104885.50930000001</c:v>
                      </c:pt>
                      <c:pt idx="107">
                        <c:v>101738.959</c:v>
                      </c:pt>
                      <c:pt idx="108">
                        <c:v>95649.857900000003</c:v>
                      </c:pt>
                      <c:pt idx="109">
                        <c:v>112841.20110000001</c:v>
                      </c:pt>
                      <c:pt idx="110">
                        <c:v>111289.5088</c:v>
                      </c:pt>
                      <c:pt idx="111">
                        <c:v>112620.30469999999</c:v>
                      </c:pt>
                      <c:pt idx="112">
                        <c:v>112648.9336</c:v>
                      </c:pt>
                      <c:pt idx="113">
                        <c:v>108293.76820000001</c:v>
                      </c:pt>
                      <c:pt idx="114">
                        <c:v>103009.4473</c:v>
                      </c:pt>
                      <c:pt idx="115">
                        <c:v>111638.90399999999</c:v>
                      </c:pt>
                      <c:pt idx="116">
                        <c:v>111425.39780000001</c:v>
                      </c:pt>
                      <c:pt idx="117">
                        <c:v>111371.9801</c:v>
                      </c:pt>
                      <c:pt idx="118">
                        <c:v>103033.2114</c:v>
                      </c:pt>
                      <c:pt idx="119">
                        <c:v>108346.2561</c:v>
                      </c:pt>
                      <c:pt idx="120">
                        <c:v>104046.5493</c:v>
                      </c:pt>
                      <c:pt idx="121">
                        <c:v>99643.238599999997</c:v>
                      </c:pt>
                      <c:pt idx="122">
                        <c:v>105758.13890000001</c:v>
                      </c:pt>
                      <c:pt idx="123">
                        <c:v>112585.52529999999</c:v>
                      </c:pt>
                      <c:pt idx="124">
                        <c:v>109752.05989999999</c:v>
                      </c:pt>
                      <c:pt idx="125">
                        <c:v>109467.61780000001</c:v>
                      </c:pt>
                      <c:pt idx="126">
                        <c:v>107843.6032</c:v>
                      </c:pt>
                      <c:pt idx="127">
                        <c:v>107543.4382</c:v>
                      </c:pt>
                      <c:pt idx="128">
                        <c:v>100175.07799999999</c:v>
                      </c:pt>
                      <c:pt idx="129">
                        <c:v>109264.43090000001</c:v>
                      </c:pt>
                      <c:pt idx="130">
                        <c:v>111086.94010000001</c:v>
                      </c:pt>
                      <c:pt idx="131">
                        <c:v>109622.38679999999</c:v>
                      </c:pt>
                      <c:pt idx="132">
                        <c:v>111523.06510000001</c:v>
                      </c:pt>
                      <c:pt idx="133">
                        <c:v>110940.4966</c:v>
                      </c:pt>
                      <c:pt idx="134">
                        <c:v>106717.29610000001</c:v>
                      </c:pt>
                      <c:pt idx="135">
                        <c:v>101147.7947</c:v>
                      </c:pt>
                      <c:pt idx="136">
                        <c:v>112446.28419999999</c:v>
                      </c:pt>
                      <c:pt idx="137">
                        <c:v>111670.8192</c:v>
                      </c:pt>
                      <c:pt idx="138">
                        <c:v>98532.463799999998</c:v>
                      </c:pt>
                      <c:pt idx="139">
                        <c:v>94790.624500000005</c:v>
                      </c:pt>
                      <c:pt idx="140">
                        <c:v>107351.77740000001</c:v>
                      </c:pt>
                      <c:pt idx="141">
                        <c:v>103975.3547</c:v>
                      </c:pt>
                      <c:pt idx="142">
                        <c:v>101816.9385</c:v>
                      </c:pt>
                      <c:pt idx="143">
                        <c:v>111273.0145</c:v>
                      </c:pt>
                      <c:pt idx="144">
                        <c:v>110317.8294</c:v>
                      </c:pt>
                      <c:pt idx="145">
                        <c:v>110524.40640000001</c:v>
                      </c:pt>
                      <c:pt idx="146">
                        <c:v>109924.89810000001</c:v>
                      </c:pt>
                      <c:pt idx="147">
                        <c:v>108570.46189999999</c:v>
                      </c:pt>
                      <c:pt idx="148">
                        <c:v>105590.89939999999</c:v>
                      </c:pt>
                      <c:pt idx="149">
                        <c:v>101315.1495</c:v>
                      </c:pt>
                      <c:pt idx="150">
                        <c:v>109851.63989999999</c:v>
                      </c:pt>
                      <c:pt idx="151">
                        <c:v>110151.52989999999</c:v>
                      </c:pt>
                      <c:pt idx="152">
                        <c:v>110771.84789999999</c:v>
                      </c:pt>
                      <c:pt idx="153">
                        <c:v>109525.232</c:v>
                      </c:pt>
                      <c:pt idx="154">
                        <c:v>107885.1</c:v>
                      </c:pt>
                      <c:pt idx="155">
                        <c:v>105556.8803</c:v>
                      </c:pt>
                      <c:pt idx="156">
                        <c:v>102846.97659999999</c:v>
                      </c:pt>
                      <c:pt idx="157">
                        <c:v>111898.6814</c:v>
                      </c:pt>
                      <c:pt idx="158">
                        <c:v>111818.62450000001</c:v>
                      </c:pt>
                      <c:pt idx="159">
                        <c:v>115852.7684</c:v>
                      </c:pt>
                      <c:pt idx="160">
                        <c:v>126589.7032</c:v>
                      </c:pt>
                      <c:pt idx="161">
                        <c:v>128175.54859999999</c:v>
                      </c:pt>
                      <c:pt idx="162">
                        <c:v>99455.520499999999</c:v>
                      </c:pt>
                      <c:pt idx="163">
                        <c:v>104863.6352</c:v>
                      </c:pt>
                      <c:pt idx="164">
                        <c:v>118506.7074</c:v>
                      </c:pt>
                      <c:pt idx="165">
                        <c:v>117991.9893</c:v>
                      </c:pt>
                      <c:pt idx="166">
                        <c:v>116705.5567</c:v>
                      </c:pt>
                      <c:pt idx="167">
                        <c:v>105934.9846</c:v>
                      </c:pt>
                      <c:pt idx="168">
                        <c:v>114892.25659999999</c:v>
                      </c:pt>
                      <c:pt idx="169">
                        <c:v>110977.81</c:v>
                      </c:pt>
                      <c:pt idx="170">
                        <c:v>104818.08470000001</c:v>
                      </c:pt>
                      <c:pt idx="171">
                        <c:v>115882.55409999999</c:v>
                      </c:pt>
                      <c:pt idx="172">
                        <c:v>114155.44289999999</c:v>
                      </c:pt>
                      <c:pt idx="173">
                        <c:v>113311.4795</c:v>
                      </c:pt>
                      <c:pt idx="174">
                        <c:v>114611.22040000001</c:v>
                      </c:pt>
                      <c:pt idx="175">
                        <c:v>112238.75719999999</c:v>
                      </c:pt>
                      <c:pt idx="176">
                        <c:v>108888.4776</c:v>
                      </c:pt>
                      <c:pt idx="177">
                        <c:v>105377.26760000001</c:v>
                      </c:pt>
                      <c:pt idx="178">
                        <c:v>115532.4078</c:v>
                      </c:pt>
                      <c:pt idx="179">
                        <c:v>114639.27310000001</c:v>
                      </c:pt>
                      <c:pt idx="180">
                        <c:v>114579.3082</c:v>
                      </c:pt>
                      <c:pt idx="181">
                        <c:v>116601.8183</c:v>
                      </c:pt>
                      <c:pt idx="182">
                        <c:v>115266.90979999999</c:v>
                      </c:pt>
                      <c:pt idx="183">
                        <c:v>109874.40889999999</c:v>
                      </c:pt>
                      <c:pt idx="184">
                        <c:v>104878.6149</c:v>
                      </c:pt>
                      <c:pt idx="185">
                        <c:v>115114.45</c:v>
                      </c:pt>
                      <c:pt idx="186">
                        <c:v>115574.8461</c:v>
                      </c:pt>
                      <c:pt idx="187">
                        <c:v>114468.3429</c:v>
                      </c:pt>
                      <c:pt idx="188">
                        <c:v>102569.3265</c:v>
                      </c:pt>
                      <c:pt idx="189">
                        <c:v>107494.99770000001</c:v>
                      </c:pt>
                      <c:pt idx="190">
                        <c:v>105706.3702</c:v>
                      </c:pt>
                      <c:pt idx="191">
                        <c:v>102789.9454</c:v>
                      </c:pt>
                      <c:pt idx="192">
                        <c:v>113899.1388</c:v>
                      </c:pt>
                      <c:pt idx="193">
                        <c:v>114731.0909</c:v>
                      </c:pt>
                      <c:pt idx="194">
                        <c:v>115120.5638</c:v>
                      </c:pt>
                      <c:pt idx="195">
                        <c:v>126929.13370000001</c:v>
                      </c:pt>
                      <c:pt idx="196">
                        <c:v>111023.30250000001</c:v>
                      </c:pt>
                      <c:pt idx="197">
                        <c:v>96781.609500000006</c:v>
                      </c:pt>
                      <c:pt idx="198">
                        <c:v>102848.23759999999</c:v>
                      </c:pt>
                      <c:pt idx="199">
                        <c:v>113315.6602</c:v>
                      </c:pt>
                      <c:pt idx="200">
                        <c:v>113746.42290000001</c:v>
                      </c:pt>
                      <c:pt idx="201">
                        <c:v>112033.09759999999</c:v>
                      </c:pt>
                      <c:pt idx="202">
                        <c:v>110676.9754</c:v>
                      </c:pt>
                      <c:pt idx="203">
                        <c:v>110890.3713</c:v>
                      </c:pt>
                      <c:pt idx="204">
                        <c:v>107454.66740000001</c:v>
                      </c:pt>
                      <c:pt idx="205">
                        <c:v>102165.5866</c:v>
                      </c:pt>
                      <c:pt idx="206">
                        <c:v>114325.2533</c:v>
                      </c:pt>
                      <c:pt idx="207">
                        <c:v>111607.4097</c:v>
                      </c:pt>
                      <c:pt idx="208">
                        <c:v>113249.51300000001</c:v>
                      </c:pt>
                      <c:pt idx="209">
                        <c:v>106191.3955</c:v>
                      </c:pt>
                      <c:pt idx="210">
                        <c:v>109597.67140000001</c:v>
                      </c:pt>
                      <c:pt idx="211">
                        <c:v>104845.7254</c:v>
                      </c:pt>
                      <c:pt idx="212">
                        <c:v>101485.4154</c:v>
                      </c:pt>
                      <c:pt idx="213">
                        <c:v>112630.8521</c:v>
                      </c:pt>
                      <c:pt idx="214">
                        <c:v>112457.4682</c:v>
                      </c:pt>
                      <c:pt idx="215">
                        <c:v>113033.183</c:v>
                      </c:pt>
                      <c:pt idx="216">
                        <c:v>112264.4642</c:v>
                      </c:pt>
                      <c:pt idx="217">
                        <c:v>111532.1474</c:v>
                      </c:pt>
                      <c:pt idx="218">
                        <c:v>107477.3026</c:v>
                      </c:pt>
                      <c:pt idx="219">
                        <c:v>97673.827900000004</c:v>
                      </c:pt>
                      <c:pt idx="220">
                        <c:v>107826.257</c:v>
                      </c:pt>
                      <c:pt idx="221">
                        <c:v>114236.73450000001</c:v>
                      </c:pt>
                      <c:pt idx="222">
                        <c:v>113676.63710000001</c:v>
                      </c:pt>
                      <c:pt idx="223">
                        <c:v>111402.851</c:v>
                      </c:pt>
                      <c:pt idx="224">
                        <c:v>111540.75350000001</c:v>
                      </c:pt>
                      <c:pt idx="225">
                        <c:v>109554.1102</c:v>
                      </c:pt>
                      <c:pt idx="226">
                        <c:v>98070.590500000006</c:v>
                      </c:pt>
                      <c:pt idx="227">
                        <c:v>115412.9708</c:v>
                      </c:pt>
                      <c:pt idx="228">
                        <c:v>114073.16590000001</c:v>
                      </c:pt>
                      <c:pt idx="229">
                        <c:v>103490.539</c:v>
                      </c:pt>
                      <c:pt idx="230">
                        <c:v>112763.8447</c:v>
                      </c:pt>
                      <c:pt idx="231">
                        <c:v>111702.2703</c:v>
                      </c:pt>
                      <c:pt idx="232">
                        <c:v>107925.4933</c:v>
                      </c:pt>
                      <c:pt idx="233">
                        <c:v>102646.5016</c:v>
                      </c:pt>
                      <c:pt idx="234">
                        <c:v>113075.3092</c:v>
                      </c:pt>
                      <c:pt idx="235">
                        <c:v>113586.1217</c:v>
                      </c:pt>
                      <c:pt idx="236">
                        <c:v>113020.97319999999</c:v>
                      </c:pt>
                      <c:pt idx="237">
                        <c:v>113150.1173</c:v>
                      </c:pt>
                      <c:pt idx="238">
                        <c:v>112712.5171</c:v>
                      </c:pt>
                      <c:pt idx="239">
                        <c:v>108170.5716</c:v>
                      </c:pt>
                      <c:pt idx="240">
                        <c:v>102455.9271</c:v>
                      </c:pt>
                      <c:pt idx="241">
                        <c:v>111917.48020000001</c:v>
                      </c:pt>
                      <c:pt idx="242">
                        <c:v>111542.7444</c:v>
                      </c:pt>
                      <c:pt idx="243">
                        <c:v>111208.4393</c:v>
                      </c:pt>
                      <c:pt idx="244">
                        <c:v>109126.3101</c:v>
                      </c:pt>
                      <c:pt idx="245">
                        <c:v>108918.2629</c:v>
                      </c:pt>
                      <c:pt idx="246">
                        <c:v>105119.4491</c:v>
                      </c:pt>
                      <c:pt idx="247">
                        <c:v>102414.5738</c:v>
                      </c:pt>
                      <c:pt idx="248">
                        <c:v>111539.8836</c:v>
                      </c:pt>
                      <c:pt idx="249">
                        <c:v>111643.50780000001</c:v>
                      </c:pt>
                      <c:pt idx="250">
                        <c:v>111594.2653</c:v>
                      </c:pt>
                      <c:pt idx="251">
                        <c:v>112876.4022</c:v>
                      </c:pt>
                      <c:pt idx="252">
                        <c:v>111478.87239999999</c:v>
                      </c:pt>
                      <c:pt idx="253">
                        <c:v>108196.628</c:v>
                      </c:pt>
                      <c:pt idx="254">
                        <c:v>103846.4129</c:v>
                      </c:pt>
                      <c:pt idx="255">
                        <c:v>98000.313800000004</c:v>
                      </c:pt>
                      <c:pt idx="256">
                        <c:v>113676.5989</c:v>
                      </c:pt>
                      <c:pt idx="257">
                        <c:v>111715.8701</c:v>
                      </c:pt>
                      <c:pt idx="258">
                        <c:v>111089.9482</c:v>
                      </c:pt>
                      <c:pt idx="259">
                        <c:v>111188.3201</c:v>
                      </c:pt>
                      <c:pt idx="260">
                        <c:v>106968.1395</c:v>
                      </c:pt>
                      <c:pt idx="261">
                        <c:v>102204.0383</c:v>
                      </c:pt>
                      <c:pt idx="262">
                        <c:v>113212.59880000001</c:v>
                      </c:pt>
                      <c:pt idx="263">
                        <c:v>115162.0972</c:v>
                      </c:pt>
                      <c:pt idx="264">
                        <c:v>114239.23480000001</c:v>
                      </c:pt>
                      <c:pt idx="265">
                        <c:v>113634.29120000001</c:v>
                      </c:pt>
                      <c:pt idx="266">
                        <c:v>112073.0708</c:v>
                      </c:pt>
                      <c:pt idx="267">
                        <c:v>107911.41190000001</c:v>
                      </c:pt>
                      <c:pt idx="268">
                        <c:v>107503.2469</c:v>
                      </c:pt>
                      <c:pt idx="269">
                        <c:v>118152.9304</c:v>
                      </c:pt>
                      <c:pt idx="270">
                        <c:v>118461.7643</c:v>
                      </c:pt>
                      <c:pt idx="271">
                        <c:v>114672.92200000001</c:v>
                      </c:pt>
                      <c:pt idx="272">
                        <c:v>115824.0347</c:v>
                      </c:pt>
                      <c:pt idx="273">
                        <c:v>113866.9173</c:v>
                      </c:pt>
                      <c:pt idx="274">
                        <c:v>106971.4112</c:v>
                      </c:pt>
                      <c:pt idx="275">
                        <c:v>103504.6373</c:v>
                      </c:pt>
                      <c:pt idx="276">
                        <c:v>114119.8893</c:v>
                      </c:pt>
                      <c:pt idx="277">
                        <c:v>113227.80989999999</c:v>
                      </c:pt>
                      <c:pt idx="278">
                        <c:v>111310.7276</c:v>
                      </c:pt>
                      <c:pt idx="279">
                        <c:v>114156.26519999999</c:v>
                      </c:pt>
                      <c:pt idx="280">
                        <c:v>112607.67230000001</c:v>
                      </c:pt>
                      <c:pt idx="281">
                        <c:v>108915.916</c:v>
                      </c:pt>
                      <c:pt idx="282">
                        <c:v>104659.477</c:v>
                      </c:pt>
                      <c:pt idx="283">
                        <c:v>115926.73699999999</c:v>
                      </c:pt>
                      <c:pt idx="284">
                        <c:v>116519.3474</c:v>
                      </c:pt>
                      <c:pt idx="285">
                        <c:v>109330.1018</c:v>
                      </c:pt>
                      <c:pt idx="286">
                        <c:v>112548.26330000001</c:v>
                      </c:pt>
                      <c:pt idx="287">
                        <c:v>106136.8719</c:v>
                      </c:pt>
                      <c:pt idx="288">
                        <c:v>108230.2873</c:v>
                      </c:pt>
                      <c:pt idx="289">
                        <c:v>105349.05190000001</c:v>
                      </c:pt>
                      <c:pt idx="290">
                        <c:v>115606.1188</c:v>
                      </c:pt>
                      <c:pt idx="291">
                        <c:v>115554.74649999999</c:v>
                      </c:pt>
                      <c:pt idx="292">
                        <c:v>115075.6952</c:v>
                      </c:pt>
                      <c:pt idx="293">
                        <c:v>117176.13280000001</c:v>
                      </c:pt>
                      <c:pt idx="294">
                        <c:v>117112.08560000001</c:v>
                      </c:pt>
                      <c:pt idx="295">
                        <c:v>108649.304</c:v>
                      </c:pt>
                      <c:pt idx="296">
                        <c:v>96210.082800000004</c:v>
                      </c:pt>
                      <c:pt idx="297">
                        <c:v>86013.165900000007</c:v>
                      </c:pt>
                      <c:pt idx="298">
                        <c:v>87989.782000000007</c:v>
                      </c:pt>
                      <c:pt idx="299">
                        <c:v>86310.295199999993</c:v>
                      </c:pt>
                      <c:pt idx="300">
                        <c:v>90993.905700000003</c:v>
                      </c:pt>
                      <c:pt idx="301">
                        <c:v>94395.356</c:v>
                      </c:pt>
                      <c:pt idx="302">
                        <c:v>96053.217699999994</c:v>
                      </c:pt>
                      <c:pt idx="303">
                        <c:v>96899.965899999996</c:v>
                      </c:pt>
                      <c:pt idx="304">
                        <c:v>109777.6666</c:v>
                      </c:pt>
                      <c:pt idx="305">
                        <c:v>112845.269</c:v>
                      </c:pt>
                      <c:pt idx="306">
                        <c:v>111871.8962</c:v>
                      </c:pt>
                      <c:pt idx="307">
                        <c:v>112012.86</c:v>
                      </c:pt>
                      <c:pt idx="308">
                        <c:v>112977.1572</c:v>
                      </c:pt>
                      <c:pt idx="309">
                        <c:v>107752.6836</c:v>
                      </c:pt>
                      <c:pt idx="310">
                        <c:v>101888.4584</c:v>
                      </c:pt>
                      <c:pt idx="311">
                        <c:v>113207.6177</c:v>
                      </c:pt>
                      <c:pt idx="312">
                        <c:v>112344.4277</c:v>
                      </c:pt>
                      <c:pt idx="313">
                        <c:v>112979.8465</c:v>
                      </c:pt>
                      <c:pt idx="314">
                        <c:v>114933.0457</c:v>
                      </c:pt>
                      <c:pt idx="315">
                        <c:v>96327.764200000005</c:v>
                      </c:pt>
                      <c:pt idx="316">
                        <c:v>103791.5569</c:v>
                      </c:pt>
                      <c:pt idx="317">
                        <c:v>101660.3164</c:v>
                      </c:pt>
                      <c:pt idx="318">
                        <c:v>114120.71679999999</c:v>
                      </c:pt>
                      <c:pt idx="319">
                        <c:v>112991.3104</c:v>
                      </c:pt>
                      <c:pt idx="320">
                        <c:v>109436.82369999999</c:v>
                      </c:pt>
                      <c:pt idx="321">
                        <c:v>112243.18060000001</c:v>
                      </c:pt>
                      <c:pt idx="322">
                        <c:v>109647.89230000001</c:v>
                      </c:pt>
                      <c:pt idx="323">
                        <c:v>107154.83319999999</c:v>
                      </c:pt>
                      <c:pt idx="324">
                        <c:v>103165.48609999999</c:v>
                      </c:pt>
                      <c:pt idx="325">
                        <c:v>113674.9731</c:v>
                      </c:pt>
                      <c:pt idx="326">
                        <c:v>111778.9425</c:v>
                      </c:pt>
                      <c:pt idx="327">
                        <c:v>116797.1623</c:v>
                      </c:pt>
                      <c:pt idx="328">
                        <c:v>111755.7074</c:v>
                      </c:pt>
                      <c:pt idx="329">
                        <c:v>111107.3811</c:v>
                      </c:pt>
                      <c:pt idx="330">
                        <c:v>105908.8407</c:v>
                      </c:pt>
                      <c:pt idx="331">
                        <c:v>102676.3121</c:v>
                      </c:pt>
                      <c:pt idx="332">
                        <c:v>113404.7509</c:v>
                      </c:pt>
                      <c:pt idx="333">
                        <c:v>112894.12609999999</c:v>
                      </c:pt>
                      <c:pt idx="334">
                        <c:v>113499.7904</c:v>
                      </c:pt>
                      <c:pt idx="335">
                        <c:v>112316.70540000001</c:v>
                      </c:pt>
                      <c:pt idx="336">
                        <c:v>121688.0672</c:v>
                      </c:pt>
                      <c:pt idx="337">
                        <c:v>108255.5603</c:v>
                      </c:pt>
                      <c:pt idx="338">
                        <c:v>103595.56269999999</c:v>
                      </c:pt>
                      <c:pt idx="339">
                        <c:v>115186.20849999999</c:v>
                      </c:pt>
                      <c:pt idx="340">
                        <c:v>114237.11780000001</c:v>
                      </c:pt>
                      <c:pt idx="341">
                        <c:v>114677.77830000001</c:v>
                      </c:pt>
                      <c:pt idx="342">
                        <c:v>108834.78079999999</c:v>
                      </c:pt>
                      <c:pt idx="343">
                        <c:v>111330.64139999999</c:v>
                      </c:pt>
                      <c:pt idx="344">
                        <c:v>88626.540599999993</c:v>
                      </c:pt>
                      <c:pt idx="345">
                        <c:v>96875.966799999995</c:v>
                      </c:pt>
                      <c:pt idx="346">
                        <c:v>112188.80530000001</c:v>
                      </c:pt>
                      <c:pt idx="347">
                        <c:v>113445.63400000001</c:v>
                      </c:pt>
                      <c:pt idx="348">
                        <c:v>113484.4782</c:v>
                      </c:pt>
                      <c:pt idx="349">
                        <c:v>112151.2087</c:v>
                      </c:pt>
                      <c:pt idx="350">
                        <c:v>110107.0257</c:v>
                      </c:pt>
                      <c:pt idx="351">
                        <c:v>106374.5526</c:v>
                      </c:pt>
                      <c:pt idx="352">
                        <c:v>101672.6645</c:v>
                      </c:pt>
                      <c:pt idx="353">
                        <c:v>111232.5705</c:v>
                      </c:pt>
                      <c:pt idx="354">
                        <c:v>109998.20940000001</c:v>
                      </c:pt>
                      <c:pt idx="355">
                        <c:v>110587.9957</c:v>
                      </c:pt>
                      <c:pt idx="356">
                        <c:v>110663.6894</c:v>
                      </c:pt>
                      <c:pt idx="357">
                        <c:v>109899.84540000001</c:v>
                      </c:pt>
                      <c:pt idx="358">
                        <c:v>104229.5871</c:v>
                      </c:pt>
                      <c:pt idx="359">
                        <c:v>99397.085999999996</c:v>
                      </c:pt>
                      <c:pt idx="360">
                        <c:v>109868.0883</c:v>
                      </c:pt>
                      <c:pt idx="361">
                        <c:v>109179.2787</c:v>
                      </c:pt>
                      <c:pt idx="362">
                        <c:v>108639.3033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A-9EF3-43E3-80B3-87BD333F3264}"/>
                  </c:ext>
                </c:extLst>
              </c15:ser>
            </c15:filteredLineSeries>
          </c:ext>
        </c:extLst>
      </c:lineChart>
      <c:lineChart>
        <c:grouping val="standard"/>
        <c:varyColors val="0"/>
        <c:ser>
          <c:idx val="0"/>
          <c:order val="0"/>
          <c:tx>
            <c:strRef>
              <c:f>G!$B$1</c:f>
              <c:strCache>
                <c:ptCount val="1"/>
                <c:pt idx="0">
                  <c:v>Total Network</c:v>
                </c:pt>
              </c:strCache>
            </c:strRef>
          </c:tx>
          <c:spPr>
            <a:ln w="28575" cap="rnd">
              <a:solidFill>
                <a:srgbClr val="0070C0"/>
              </a:solidFill>
              <a:round/>
            </a:ln>
            <a:effectLst/>
          </c:spPr>
          <c:marker>
            <c:symbol val="none"/>
          </c:marker>
          <c:dPt>
            <c:idx val="285"/>
            <c:marker>
              <c:symbol val="none"/>
            </c:marker>
            <c:bubble3D val="0"/>
            <c:spPr>
              <a:ln w="28575" cap="rnd">
                <a:solidFill>
                  <a:srgbClr val="0070C0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9EF3-43E3-80B3-87BD333F3264}"/>
              </c:ext>
            </c:extLst>
          </c:dPt>
          <c:dPt>
            <c:idx val="299"/>
            <c:marker>
              <c:symbol val="none"/>
            </c:marker>
            <c:bubble3D val="0"/>
            <c:spPr>
              <a:ln w="28575" cap="rnd">
                <a:solidFill>
                  <a:srgbClr val="0070C0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9EF3-43E3-80B3-87BD333F3264}"/>
              </c:ext>
            </c:extLst>
          </c:dPt>
          <c:cat>
            <c:numRef>
              <c:f>G!$A$2:$A$364</c:f>
              <c:numCache>
                <c:formatCode>m/d/yyyy</c:formatCode>
                <c:ptCount val="363"/>
                <c:pt idx="0">
                  <c:v>45828</c:v>
                </c:pt>
                <c:pt idx="1">
                  <c:v>45829</c:v>
                </c:pt>
                <c:pt idx="2">
                  <c:v>45830</c:v>
                </c:pt>
                <c:pt idx="3">
                  <c:v>45831</c:v>
                </c:pt>
                <c:pt idx="4">
                  <c:v>45832</c:v>
                </c:pt>
                <c:pt idx="5">
                  <c:v>45833</c:v>
                </c:pt>
                <c:pt idx="6">
                  <c:v>45834</c:v>
                </c:pt>
                <c:pt idx="7">
                  <c:v>45835</c:v>
                </c:pt>
                <c:pt idx="8">
                  <c:v>45836</c:v>
                </c:pt>
                <c:pt idx="9">
                  <c:v>45837</c:v>
                </c:pt>
                <c:pt idx="10">
                  <c:v>45838</c:v>
                </c:pt>
                <c:pt idx="11">
                  <c:v>45839</c:v>
                </c:pt>
                <c:pt idx="12">
                  <c:v>45840</c:v>
                </c:pt>
                <c:pt idx="13">
                  <c:v>45841</c:v>
                </c:pt>
                <c:pt idx="14">
                  <c:v>45842</c:v>
                </c:pt>
                <c:pt idx="15">
                  <c:v>45843</c:v>
                </c:pt>
                <c:pt idx="16">
                  <c:v>45844</c:v>
                </c:pt>
                <c:pt idx="17">
                  <c:v>45845</c:v>
                </c:pt>
                <c:pt idx="18">
                  <c:v>45846</c:v>
                </c:pt>
                <c:pt idx="19">
                  <c:v>45847</c:v>
                </c:pt>
                <c:pt idx="20">
                  <c:v>45848</c:v>
                </c:pt>
                <c:pt idx="21">
                  <c:v>45849</c:v>
                </c:pt>
                <c:pt idx="22">
                  <c:v>45850</c:v>
                </c:pt>
                <c:pt idx="23">
                  <c:v>45851</c:v>
                </c:pt>
                <c:pt idx="24">
                  <c:v>45852</c:v>
                </c:pt>
                <c:pt idx="25">
                  <c:v>45853</c:v>
                </c:pt>
                <c:pt idx="26">
                  <c:v>45854</c:v>
                </c:pt>
                <c:pt idx="27">
                  <c:v>45855</c:v>
                </c:pt>
                <c:pt idx="28">
                  <c:v>45856</c:v>
                </c:pt>
                <c:pt idx="29">
                  <c:v>45857</c:v>
                </c:pt>
                <c:pt idx="30">
                  <c:v>45858</c:v>
                </c:pt>
                <c:pt idx="31">
                  <c:v>45859</c:v>
                </c:pt>
                <c:pt idx="32">
                  <c:v>45860</c:v>
                </c:pt>
                <c:pt idx="33">
                  <c:v>45861</c:v>
                </c:pt>
                <c:pt idx="34">
                  <c:v>45862</c:v>
                </c:pt>
                <c:pt idx="35">
                  <c:v>45863</c:v>
                </c:pt>
                <c:pt idx="36">
                  <c:v>45864</c:v>
                </c:pt>
                <c:pt idx="37">
                  <c:v>45865</c:v>
                </c:pt>
                <c:pt idx="38">
                  <c:v>45866</c:v>
                </c:pt>
                <c:pt idx="39">
                  <c:v>45867</c:v>
                </c:pt>
                <c:pt idx="40">
                  <c:v>45868</c:v>
                </c:pt>
                <c:pt idx="41">
                  <c:v>45869</c:v>
                </c:pt>
                <c:pt idx="42">
                  <c:v>45870</c:v>
                </c:pt>
                <c:pt idx="43">
                  <c:v>45871</c:v>
                </c:pt>
                <c:pt idx="44">
                  <c:v>45872</c:v>
                </c:pt>
                <c:pt idx="45">
                  <c:v>45873</c:v>
                </c:pt>
                <c:pt idx="46">
                  <c:v>45874</c:v>
                </c:pt>
                <c:pt idx="47">
                  <c:v>45875</c:v>
                </c:pt>
                <c:pt idx="48">
                  <c:v>45876</c:v>
                </c:pt>
                <c:pt idx="49">
                  <c:v>45877</c:v>
                </c:pt>
                <c:pt idx="50">
                  <c:v>45878</c:v>
                </c:pt>
                <c:pt idx="51">
                  <c:v>45879</c:v>
                </c:pt>
                <c:pt idx="52">
                  <c:v>45880</c:v>
                </c:pt>
                <c:pt idx="53">
                  <c:v>45881</c:v>
                </c:pt>
                <c:pt idx="54">
                  <c:v>45882</c:v>
                </c:pt>
                <c:pt idx="55">
                  <c:v>45883</c:v>
                </c:pt>
                <c:pt idx="56">
                  <c:v>45884</c:v>
                </c:pt>
                <c:pt idx="57">
                  <c:v>45885</c:v>
                </c:pt>
                <c:pt idx="58">
                  <c:v>45886</c:v>
                </c:pt>
                <c:pt idx="59">
                  <c:v>45887</c:v>
                </c:pt>
                <c:pt idx="60">
                  <c:v>45888</c:v>
                </c:pt>
                <c:pt idx="61">
                  <c:v>45889</c:v>
                </c:pt>
                <c:pt idx="62">
                  <c:v>45890</c:v>
                </c:pt>
                <c:pt idx="63">
                  <c:v>45891</c:v>
                </c:pt>
                <c:pt idx="64">
                  <c:v>45892</c:v>
                </c:pt>
                <c:pt idx="65">
                  <c:v>45893</c:v>
                </c:pt>
                <c:pt idx="66">
                  <c:v>45894</c:v>
                </c:pt>
                <c:pt idx="67">
                  <c:v>45895</c:v>
                </c:pt>
                <c:pt idx="68">
                  <c:v>45896</c:v>
                </c:pt>
                <c:pt idx="69">
                  <c:v>45897</c:v>
                </c:pt>
                <c:pt idx="70">
                  <c:v>45898</c:v>
                </c:pt>
                <c:pt idx="71">
                  <c:v>45899</c:v>
                </c:pt>
                <c:pt idx="72">
                  <c:v>45900</c:v>
                </c:pt>
                <c:pt idx="73">
                  <c:v>45901</c:v>
                </c:pt>
                <c:pt idx="74">
                  <c:v>45902</c:v>
                </c:pt>
                <c:pt idx="75">
                  <c:v>45903</c:v>
                </c:pt>
                <c:pt idx="76">
                  <c:v>45904</c:v>
                </c:pt>
                <c:pt idx="77">
                  <c:v>45905</c:v>
                </c:pt>
                <c:pt idx="78">
                  <c:v>45906</c:v>
                </c:pt>
                <c:pt idx="79">
                  <c:v>45907</c:v>
                </c:pt>
                <c:pt idx="80">
                  <c:v>45908</c:v>
                </c:pt>
                <c:pt idx="81">
                  <c:v>45909</c:v>
                </c:pt>
                <c:pt idx="82">
                  <c:v>45910</c:v>
                </c:pt>
                <c:pt idx="83">
                  <c:v>45911</c:v>
                </c:pt>
                <c:pt idx="84">
                  <c:v>45912</c:v>
                </c:pt>
                <c:pt idx="85">
                  <c:v>45913</c:v>
                </c:pt>
                <c:pt idx="86">
                  <c:v>45914</c:v>
                </c:pt>
                <c:pt idx="87">
                  <c:v>45915</c:v>
                </c:pt>
                <c:pt idx="88">
                  <c:v>45916</c:v>
                </c:pt>
                <c:pt idx="89">
                  <c:v>45917</c:v>
                </c:pt>
                <c:pt idx="90">
                  <c:v>45918</c:v>
                </c:pt>
                <c:pt idx="91">
                  <c:v>45919</c:v>
                </c:pt>
                <c:pt idx="92">
                  <c:v>45920</c:v>
                </c:pt>
                <c:pt idx="93">
                  <c:v>45921</c:v>
                </c:pt>
                <c:pt idx="94">
                  <c:v>45922</c:v>
                </c:pt>
                <c:pt idx="95">
                  <c:v>45923</c:v>
                </c:pt>
                <c:pt idx="96">
                  <c:v>45924</c:v>
                </c:pt>
                <c:pt idx="97">
                  <c:v>45925</c:v>
                </c:pt>
                <c:pt idx="98">
                  <c:v>45926</c:v>
                </c:pt>
                <c:pt idx="99">
                  <c:v>45927</c:v>
                </c:pt>
                <c:pt idx="100">
                  <c:v>45928</c:v>
                </c:pt>
                <c:pt idx="101">
                  <c:v>45929</c:v>
                </c:pt>
                <c:pt idx="102">
                  <c:v>45930</c:v>
                </c:pt>
                <c:pt idx="103">
                  <c:v>45931</c:v>
                </c:pt>
                <c:pt idx="104">
                  <c:v>45932</c:v>
                </c:pt>
                <c:pt idx="105">
                  <c:v>45933</c:v>
                </c:pt>
                <c:pt idx="106">
                  <c:v>45934</c:v>
                </c:pt>
                <c:pt idx="107">
                  <c:v>45935</c:v>
                </c:pt>
                <c:pt idx="108">
                  <c:v>45936</c:v>
                </c:pt>
                <c:pt idx="109">
                  <c:v>45937</c:v>
                </c:pt>
                <c:pt idx="110">
                  <c:v>45938</c:v>
                </c:pt>
                <c:pt idx="111">
                  <c:v>45939</c:v>
                </c:pt>
                <c:pt idx="112">
                  <c:v>45940</c:v>
                </c:pt>
                <c:pt idx="113">
                  <c:v>45941</c:v>
                </c:pt>
                <c:pt idx="114">
                  <c:v>45942</c:v>
                </c:pt>
                <c:pt idx="115">
                  <c:v>45943</c:v>
                </c:pt>
                <c:pt idx="116">
                  <c:v>45944</c:v>
                </c:pt>
                <c:pt idx="117">
                  <c:v>45945</c:v>
                </c:pt>
                <c:pt idx="118">
                  <c:v>45946</c:v>
                </c:pt>
                <c:pt idx="119">
                  <c:v>45947</c:v>
                </c:pt>
                <c:pt idx="120">
                  <c:v>45948</c:v>
                </c:pt>
                <c:pt idx="121">
                  <c:v>45949</c:v>
                </c:pt>
                <c:pt idx="122">
                  <c:v>45950</c:v>
                </c:pt>
                <c:pt idx="123">
                  <c:v>45951</c:v>
                </c:pt>
                <c:pt idx="124">
                  <c:v>45952</c:v>
                </c:pt>
                <c:pt idx="125">
                  <c:v>45953</c:v>
                </c:pt>
                <c:pt idx="126">
                  <c:v>45954</c:v>
                </c:pt>
                <c:pt idx="127">
                  <c:v>45955</c:v>
                </c:pt>
                <c:pt idx="128">
                  <c:v>45956</c:v>
                </c:pt>
                <c:pt idx="129">
                  <c:v>45957</c:v>
                </c:pt>
                <c:pt idx="130">
                  <c:v>45958</c:v>
                </c:pt>
                <c:pt idx="131">
                  <c:v>45959</c:v>
                </c:pt>
                <c:pt idx="132">
                  <c:v>45960</c:v>
                </c:pt>
                <c:pt idx="133">
                  <c:v>45961</c:v>
                </c:pt>
                <c:pt idx="134">
                  <c:v>45962</c:v>
                </c:pt>
                <c:pt idx="135">
                  <c:v>45963</c:v>
                </c:pt>
                <c:pt idx="136">
                  <c:v>45964</c:v>
                </c:pt>
                <c:pt idx="137">
                  <c:v>45965</c:v>
                </c:pt>
                <c:pt idx="138">
                  <c:v>45966</c:v>
                </c:pt>
                <c:pt idx="139">
                  <c:v>45967</c:v>
                </c:pt>
                <c:pt idx="140">
                  <c:v>45968</c:v>
                </c:pt>
                <c:pt idx="141">
                  <c:v>45969</c:v>
                </c:pt>
                <c:pt idx="142">
                  <c:v>45970</c:v>
                </c:pt>
                <c:pt idx="143">
                  <c:v>45971</c:v>
                </c:pt>
                <c:pt idx="144">
                  <c:v>45972</c:v>
                </c:pt>
                <c:pt idx="145">
                  <c:v>45973</c:v>
                </c:pt>
                <c:pt idx="146">
                  <c:v>45974</c:v>
                </c:pt>
                <c:pt idx="147">
                  <c:v>45975</c:v>
                </c:pt>
                <c:pt idx="148">
                  <c:v>45976</c:v>
                </c:pt>
                <c:pt idx="149">
                  <c:v>45977</c:v>
                </c:pt>
                <c:pt idx="150">
                  <c:v>45978</c:v>
                </c:pt>
                <c:pt idx="151">
                  <c:v>45979</c:v>
                </c:pt>
                <c:pt idx="152">
                  <c:v>45980</c:v>
                </c:pt>
                <c:pt idx="153">
                  <c:v>45981</c:v>
                </c:pt>
                <c:pt idx="154">
                  <c:v>45982</c:v>
                </c:pt>
                <c:pt idx="155">
                  <c:v>45983</c:v>
                </c:pt>
                <c:pt idx="156">
                  <c:v>45984</c:v>
                </c:pt>
                <c:pt idx="157">
                  <c:v>45985</c:v>
                </c:pt>
                <c:pt idx="158">
                  <c:v>45986</c:v>
                </c:pt>
                <c:pt idx="159">
                  <c:v>45987</c:v>
                </c:pt>
                <c:pt idx="160">
                  <c:v>45988</c:v>
                </c:pt>
                <c:pt idx="161">
                  <c:v>45989</c:v>
                </c:pt>
                <c:pt idx="162">
                  <c:v>45990</c:v>
                </c:pt>
                <c:pt idx="163">
                  <c:v>45991</c:v>
                </c:pt>
                <c:pt idx="164">
                  <c:v>45992</c:v>
                </c:pt>
                <c:pt idx="165">
                  <c:v>45993</c:v>
                </c:pt>
                <c:pt idx="166">
                  <c:v>45994</c:v>
                </c:pt>
                <c:pt idx="167">
                  <c:v>45995</c:v>
                </c:pt>
                <c:pt idx="168">
                  <c:v>45996</c:v>
                </c:pt>
                <c:pt idx="169">
                  <c:v>45997</c:v>
                </c:pt>
                <c:pt idx="170">
                  <c:v>45998</c:v>
                </c:pt>
                <c:pt idx="171">
                  <c:v>45999</c:v>
                </c:pt>
                <c:pt idx="172">
                  <c:v>46000</c:v>
                </c:pt>
                <c:pt idx="173">
                  <c:v>46001</c:v>
                </c:pt>
                <c:pt idx="174">
                  <c:v>46002</c:v>
                </c:pt>
                <c:pt idx="175">
                  <c:v>46003</c:v>
                </c:pt>
                <c:pt idx="176">
                  <c:v>46004</c:v>
                </c:pt>
                <c:pt idx="177">
                  <c:v>46005</c:v>
                </c:pt>
                <c:pt idx="178">
                  <c:v>46006</c:v>
                </c:pt>
                <c:pt idx="179">
                  <c:v>46007</c:v>
                </c:pt>
                <c:pt idx="180">
                  <c:v>46008</c:v>
                </c:pt>
                <c:pt idx="181">
                  <c:v>46009</c:v>
                </c:pt>
                <c:pt idx="182">
                  <c:v>46010</c:v>
                </c:pt>
                <c:pt idx="183">
                  <c:v>46011</c:v>
                </c:pt>
                <c:pt idx="184">
                  <c:v>46012</c:v>
                </c:pt>
                <c:pt idx="185">
                  <c:v>46013</c:v>
                </c:pt>
                <c:pt idx="186">
                  <c:v>46014</c:v>
                </c:pt>
                <c:pt idx="187">
                  <c:v>46015</c:v>
                </c:pt>
                <c:pt idx="188">
                  <c:v>46016</c:v>
                </c:pt>
                <c:pt idx="189">
                  <c:v>46017</c:v>
                </c:pt>
                <c:pt idx="190">
                  <c:v>46018</c:v>
                </c:pt>
                <c:pt idx="191">
                  <c:v>46019</c:v>
                </c:pt>
                <c:pt idx="192">
                  <c:v>46020</c:v>
                </c:pt>
                <c:pt idx="193">
                  <c:v>46021</c:v>
                </c:pt>
                <c:pt idx="194">
                  <c:v>46022</c:v>
                </c:pt>
                <c:pt idx="195">
                  <c:v>46023</c:v>
                </c:pt>
                <c:pt idx="196">
                  <c:v>46024</c:v>
                </c:pt>
                <c:pt idx="197">
                  <c:v>46025</c:v>
                </c:pt>
                <c:pt idx="198">
                  <c:v>46026</c:v>
                </c:pt>
                <c:pt idx="199">
                  <c:v>46027</c:v>
                </c:pt>
                <c:pt idx="200">
                  <c:v>46028</c:v>
                </c:pt>
                <c:pt idx="201">
                  <c:v>46029</c:v>
                </c:pt>
                <c:pt idx="202">
                  <c:v>46030</c:v>
                </c:pt>
                <c:pt idx="203">
                  <c:v>46031</c:v>
                </c:pt>
                <c:pt idx="204">
                  <c:v>46032</c:v>
                </c:pt>
                <c:pt idx="205">
                  <c:v>46033</c:v>
                </c:pt>
                <c:pt idx="206">
                  <c:v>46034</c:v>
                </c:pt>
                <c:pt idx="207">
                  <c:v>46035</c:v>
                </c:pt>
                <c:pt idx="208">
                  <c:v>46036</c:v>
                </c:pt>
                <c:pt idx="209">
                  <c:v>46037</c:v>
                </c:pt>
                <c:pt idx="210">
                  <c:v>46038</c:v>
                </c:pt>
                <c:pt idx="211">
                  <c:v>46039</c:v>
                </c:pt>
                <c:pt idx="212">
                  <c:v>46040</c:v>
                </c:pt>
                <c:pt idx="213">
                  <c:v>46041</c:v>
                </c:pt>
                <c:pt idx="214">
                  <c:v>46042</c:v>
                </c:pt>
                <c:pt idx="215">
                  <c:v>46043</c:v>
                </c:pt>
                <c:pt idx="216">
                  <c:v>46044</c:v>
                </c:pt>
                <c:pt idx="217">
                  <c:v>46045</c:v>
                </c:pt>
                <c:pt idx="218">
                  <c:v>46046</c:v>
                </c:pt>
                <c:pt idx="219">
                  <c:v>46047</c:v>
                </c:pt>
                <c:pt idx="220">
                  <c:v>46048</c:v>
                </c:pt>
                <c:pt idx="221">
                  <c:v>46049</c:v>
                </c:pt>
                <c:pt idx="222">
                  <c:v>46050</c:v>
                </c:pt>
                <c:pt idx="223">
                  <c:v>46051</c:v>
                </c:pt>
                <c:pt idx="224">
                  <c:v>46052</c:v>
                </c:pt>
                <c:pt idx="225">
                  <c:v>46053</c:v>
                </c:pt>
                <c:pt idx="226">
                  <c:v>46054</c:v>
                </c:pt>
                <c:pt idx="227">
                  <c:v>46055</c:v>
                </c:pt>
                <c:pt idx="228">
                  <c:v>46056</c:v>
                </c:pt>
                <c:pt idx="229">
                  <c:v>46057</c:v>
                </c:pt>
                <c:pt idx="230">
                  <c:v>46058</c:v>
                </c:pt>
                <c:pt idx="231">
                  <c:v>46059</c:v>
                </c:pt>
                <c:pt idx="232">
                  <c:v>46060</c:v>
                </c:pt>
                <c:pt idx="233">
                  <c:v>46061</c:v>
                </c:pt>
                <c:pt idx="234">
                  <c:v>46062</c:v>
                </c:pt>
                <c:pt idx="235">
                  <c:v>46063</c:v>
                </c:pt>
                <c:pt idx="236">
                  <c:v>46064</c:v>
                </c:pt>
                <c:pt idx="237">
                  <c:v>46065</c:v>
                </c:pt>
                <c:pt idx="238">
                  <c:v>46066</c:v>
                </c:pt>
                <c:pt idx="239">
                  <c:v>46067</c:v>
                </c:pt>
                <c:pt idx="240">
                  <c:v>46068</c:v>
                </c:pt>
                <c:pt idx="241">
                  <c:v>46069</c:v>
                </c:pt>
                <c:pt idx="242">
                  <c:v>46070</c:v>
                </c:pt>
                <c:pt idx="243">
                  <c:v>46071</c:v>
                </c:pt>
                <c:pt idx="244">
                  <c:v>46072</c:v>
                </c:pt>
                <c:pt idx="245">
                  <c:v>46073</c:v>
                </c:pt>
                <c:pt idx="246">
                  <c:v>46074</c:v>
                </c:pt>
                <c:pt idx="247">
                  <c:v>46075</c:v>
                </c:pt>
                <c:pt idx="248">
                  <c:v>46076</c:v>
                </c:pt>
                <c:pt idx="249">
                  <c:v>46077</c:v>
                </c:pt>
                <c:pt idx="250">
                  <c:v>46078</c:v>
                </c:pt>
                <c:pt idx="251">
                  <c:v>46079</c:v>
                </c:pt>
                <c:pt idx="252">
                  <c:v>46080</c:v>
                </c:pt>
                <c:pt idx="253">
                  <c:v>46081</c:v>
                </c:pt>
                <c:pt idx="254">
                  <c:v>46082</c:v>
                </c:pt>
                <c:pt idx="255">
                  <c:v>46083</c:v>
                </c:pt>
                <c:pt idx="256">
                  <c:v>46084</c:v>
                </c:pt>
                <c:pt idx="257">
                  <c:v>46085</c:v>
                </c:pt>
                <c:pt idx="258">
                  <c:v>46086</c:v>
                </c:pt>
                <c:pt idx="259">
                  <c:v>46087</c:v>
                </c:pt>
                <c:pt idx="260">
                  <c:v>46088</c:v>
                </c:pt>
                <c:pt idx="261">
                  <c:v>46089</c:v>
                </c:pt>
                <c:pt idx="262">
                  <c:v>46090</c:v>
                </c:pt>
                <c:pt idx="263">
                  <c:v>46091</c:v>
                </c:pt>
                <c:pt idx="264">
                  <c:v>46092</c:v>
                </c:pt>
                <c:pt idx="265">
                  <c:v>46093</c:v>
                </c:pt>
                <c:pt idx="266">
                  <c:v>46094</c:v>
                </c:pt>
                <c:pt idx="267">
                  <c:v>46095</c:v>
                </c:pt>
                <c:pt idx="268">
                  <c:v>46096</c:v>
                </c:pt>
                <c:pt idx="269">
                  <c:v>46097</c:v>
                </c:pt>
                <c:pt idx="270">
                  <c:v>46098</c:v>
                </c:pt>
                <c:pt idx="271">
                  <c:v>46099</c:v>
                </c:pt>
                <c:pt idx="272">
                  <c:v>46100</c:v>
                </c:pt>
                <c:pt idx="273">
                  <c:v>46101</c:v>
                </c:pt>
                <c:pt idx="274">
                  <c:v>46102</c:v>
                </c:pt>
                <c:pt idx="275">
                  <c:v>46103</c:v>
                </c:pt>
                <c:pt idx="276">
                  <c:v>46104</c:v>
                </c:pt>
                <c:pt idx="277">
                  <c:v>46105</c:v>
                </c:pt>
                <c:pt idx="278">
                  <c:v>46106</c:v>
                </c:pt>
                <c:pt idx="279">
                  <c:v>46107</c:v>
                </c:pt>
                <c:pt idx="280">
                  <c:v>46108</c:v>
                </c:pt>
                <c:pt idx="281">
                  <c:v>46109</c:v>
                </c:pt>
                <c:pt idx="282">
                  <c:v>46110</c:v>
                </c:pt>
                <c:pt idx="283">
                  <c:v>46111</c:v>
                </c:pt>
                <c:pt idx="284">
                  <c:v>46112</c:v>
                </c:pt>
                <c:pt idx="285">
                  <c:v>46113</c:v>
                </c:pt>
                <c:pt idx="286">
                  <c:v>46114</c:v>
                </c:pt>
                <c:pt idx="287">
                  <c:v>46115</c:v>
                </c:pt>
                <c:pt idx="288">
                  <c:v>46116</c:v>
                </c:pt>
                <c:pt idx="289">
                  <c:v>46117</c:v>
                </c:pt>
                <c:pt idx="290">
                  <c:v>46118</c:v>
                </c:pt>
                <c:pt idx="291">
                  <c:v>46119</c:v>
                </c:pt>
                <c:pt idx="292">
                  <c:v>46120</c:v>
                </c:pt>
                <c:pt idx="293">
                  <c:v>46121</c:v>
                </c:pt>
                <c:pt idx="294">
                  <c:v>46122</c:v>
                </c:pt>
                <c:pt idx="295">
                  <c:v>46123</c:v>
                </c:pt>
                <c:pt idx="296">
                  <c:v>46124</c:v>
                </c:pt>
                <c:pt idx="297">
                  <c:v>46125</c:v>
                </c:pt>
                <c:pt idx="298">
                  <c:v>46126</c:v>
                </c:pt>
                <c:pt idx="299">
                  <c:v>46127</c:v>
                </c:pt>
                <c:pt idx="300">
                  <c:v>46128</c:v>
                </c:pt>
                <c:pt idx="301">
                  <c:v>46129</c:v>
                </c:pt>
                <c:pt idx="302">
                  <c:v>46130</c:v>
                </c:pt>
                <c:pt idx="303">
                  <c:v>46131</c:v>
                </c:pt>
                <c:pt idx="304">
                  <c:v>46132</c:v>
                </c:pt>
                <c:pt idx="305">
                  <c:v>46133</c:v>
                </c:pt>
                <c:pt idx="306">
                  <c:v>46134</c:v>
                </c:pt>
                <c:pt idx="307">
                  <c:v>46135</c:v>
                </c:pt>
                <c:pt idx="308">
                  <c:v>46136</c:v>
                </c:pt>
                <c:pt idx="309">
                  <c:v>46137</c:v>
                </c:pt>
                <c:pt idx="310">
                  <c:v>46138</c:v>
                </c:pt>
                <c:pt idx="311">
                  <c:v>46139</c:v>
                </c:pt>
                <c:pt idx="312">
                  <c:v>46140</c:v>
                </c:pt>
                <c:pt idx="313">
                  <c:v>46141</c:v>
                </c:pt>
                <c:pt idx="314">
                  <c:v>46142</c:v>
                </c:pt>
                <c:pt idx="315">
                  <c:v>46143</c:v>
                </c:pt>
                <c:pt idx="316">
                  <c:v>46144</c:v>
                </c:pt>
                <c:pt idx="317">
                  <c:v>46145</c:v>
                </c:pt>
                <c:pt idx="318">
                  <c:v>46146</c:v>
                </c:pt>
                <c:pt idx="319">
                  <c:v>46147</c:v>
                </c:pt>
                <c:pt idx="320">
                  <c:v>46148</c:v>
                </c:pt>
                <c:pt idx="321">
                  <c:v>46149</c:v>
                </c:pt>
                <c:pt idx="322">
                  <c:v>46150</c:v>
                </c:pt>
                <c:pt idx="323">
                  <c:v>46151</c:v>
                </c:pt>
                <c:pt idx="324">
                  <c:v>46152</c:v>
                </c:pt>
                <c:pt idx="325">
                  <c:v>46153</c:v>
                </c:pt>
                <c:pt idx="326">
                  <c:v>46154</c:v>
                </c:pt>
                <c:pt idx="327">
                  <c:v>46155</c:v>
                </c:pt>
                <c:pt idx="328">
                  <c:v>46156</c:v>
                </c:pt>
                <c:pt idx="329">
                  <c:v>46157</c:v>
                </c:pt>
                <c:pt idx="330">
                  <c:v>46158</c:v>
                </c:pt>
                <c:pt idx="331">
                  <c:v>46159</c:v>
                </c:pt>
                <c:pt idx="332">
                  <c:v>46160</c:v>
                </c:pt>
                <c:pt idx="333">
                  <c:v>46161</c:v>
                </c:pt>
                <c:pt idx="334">
                  <c:v>46162</c:v>
                </c:pt>
                <c:pt idx="335">
                  <c:v>46163</c:v>
                </c:pt>
                <c:pt idx="336">
                  <c:v>46164</c:v>
                </c:pt>
                <c:pt idx="337">
                  <c:v>46165</c:v>
                </c:pt>
                <c:pt idx="338">
                  <c:v>46166</c:v>
                </c:pt>
                <c:pt idx="339">
                  <c:v>46167</c:v>
                </c:pt>
                <c:pt idx="340">
                  <c:v>46168</c:v>
                </c:pt>
                <c:pt idx="341">
                  <c:v>46169</c:v>
                </c:pt>
                <c:pt idx="342">
                  <c:v>46170</c:v>
                </c:pt>
                <c:pt idx="343">
                  <c:v>46171</c:v>
                </c:pt>
                <c:pt idx="344">
                  <c:v>46172</c:v>
                </c:pt>
                <c:pt idx="345">
                  <c:v>46173</c:v>
                </c:pt>
                <c:pt idx="346">
                  <c:v>46174</c:v>
                </c:pt>
                <c:pt idx="347">
                  <c:v>46175</c:v>
                </c:pt>
                <c:pt idx="348">
                  <c:v>46176</c:v>
                </c:pt>
                <c:pt idx="349">
                  <c:v>46177</c:v>
                </c:pt>
                <c:pt idx="350">
                  <c:v>46178</c:v>
                </c:pt>
                <c:pt idx="351">
                  <c:v>46179</c:v>
                </c:pt>
                <c:pt idx="352">
                  <c:v>46180</c:v>
                </c:pt>
                <c:pt idx="353">
                  <c:v>46181</c:v>
                </c:pt>
                <c:pt idx="354">
                  <c:v>46182</c:v>
                </c:pt>
                <c:pt idx="355">
                  <c:v>46183</c:v>
                </c:pt>
                <c:pt idx="356">
                  <c:v>46184</c:v>
                </c:pt>
                <c:pt idx="357">
                  <c:v>46185</c:v>
                </c:pt>
                <c:pt idx="358">
                  <c:v>46186</c:v>
                </c:pt>
                <c:pt idx="359">
                  <c:v>46187</c:v>
                </c:pt>
                <c:pt idx="360">
                  <c:v>46188</c:v>
                </c:pt>
                <c:pt idx="361">
                  <c:v>46189</c:v>
                </c:pt>
                <c:pt idx="362">
                  <c:v>46190</c:v>
                </c:pt>
              </c:numCache>
            </c:numRef>
          </c:cat>
          <c:val>
            <c:numRef>
              <c:f>G!$B$2:$B$364</c:f>
              <c:numCache>
                <c:formatCode>General</c:formatCode>
                <c:ptCount val="363"/>
                <c:pt idx="0">
                  <c:v>668933.69810000004</c:v>
                </c:pt>
                <c:pt idx="1">
                  <c:v>638855.55969999998</c:v>
                </c:pt>
                <c:pt idx="2">
                  <c:v>613869.93610000005</c:v>
                </c:pt>
                <c:pt idx="3">
                  <c:v>675931.8334</c:v>
                </c:pt>
                <c:pt idx="4">
                  <c:v>666647.03610000003</c:v>
                </c:pt>
                <c:pt idx="5">
                  <c:v>681523.14780000004</c:v>
                </c:pt>
                <c:pt idx="6">
                  <c:v>678110.96550000005</c:v>
                </c:pt>
                <c:pt idx="7">
                  <c:v>671752.62899999996</c:v>
                </c:pt>
                <c:pt idx="8">
                  <c:v>642132.71990000003</c:v>
                </c:pt>
                <c:pt idx="9">
                  <c:v>617444.24159999995</c:v>
                </c:pt>
                <c:pt idx="10">
                  <c:v>689030.57019999996</c:v>
                </c:pt>
                <c:pt idx="11">
                  <c:v>680269.13060000003</c:v>
                </c:pt>
                <c:pt idx="12">
                  <c:v>678844.28729999997</c:v>
                </c:pt>
                <c:pt idx="13">
                  <c:v>680862.29689999996</c:v>
                </c:pt>
                <c:pt idx="14">
                  <c:v>675382.58</c:v>
                </c:pt>
                <c:pt idx="15">
                  <c:v>640400.49120000005</c:v>
                </c:pt>
                <c:pt idx="16">
                  <c:v>624059.50589999999</c:v>
                </c:pt>
                <c:pt idx="17">
                  <c:v>687437.70830000006</c:v>
                </c:pt>
                <c:pt idx="18">
                  <c:v>681671.31660000002</c:v>
                </c:pt>
                <c:pt idx="19">
                  <c:v>686487.86869999999</c:v>
                </c:pt>
                <c:pt idx="20">
                  <c:v>582305.07649999997</c:v>
                </c:pt>
                <c:pt idx="21">
                  <c:v>731558.52179999999</c:v>
                </c:pt>
                <c:pt idx="22">
                  <c:v>646676.89170000004</c:v>
                </c:pt>
                <c:pt idx="23">
                  <c:v>621548.82189999998</c:v>
                </c:pt>
                <c:pt idx="24">
                  <c:v>691331.68350000004</c:v>
                </c:pt>
                <c:pt idx="25">
                  <c:v>687520.41700000002</c:v>
                </c:pt>
                <c:pt idx="26">
                  <c:v>675820.65830000001</c:v>
                </c:pt>
                <c:pt idx="27">
                  <c:v>677665.11459999997</c:v>
                </c:pt>
                <c:pt idx="28">
                  <c:v>673049.98230000003</c:v>
                </c:pt>
                <c:pt idx="29">
                  <c:v>635887.74609999999</c:v>
                </c:pt>
                <c:pt idx="30">
                  <c:v>615784.52500000002</c:v>
                </c:pt>
                <c:pt idx="31">
                  <c:v>676136.70279999997</c:v>
                </c:pt>
                <c:pt idx="32">
                  <c:v>672015.61439999996</c:v>
                </c:pt>
                <c:pt idx="33">
                  <c:v>673439.46250000002</c:v>
                </c:pt>
                <c:pt idx="34">
                  <c:v>670382.82059999998</c:v>
                </c:pt>
                <c:pt idx="35">
                  <c:v>673579.89859999996</c:v>
                </c:pt>
                <c:pt idx="36">
                  <c:v>636086.36040000001</c:v>
                </c:pt>
                <c:pt idx="37">
                  <c:v>613564.51729999995</c:v>
                </c:pt>
                <c:pt idx="38">
                  <c:v>676741.50419999997</c:v>
                </c:pt>
                <c:pt idx="39">
                  <c:v>674840.02639999997</c:v>
                </c:pt>
                <c:pt idx="40">
                  <c:v>676050.2892</c:v>
                </c:pt>
                <c:pt idx="41">
                  <c:v>677954.24540000001</c:v>
                </c:pt>
                <c:pt idx="42">
                  <c:v>669981.33279999997</c:v>
                </c:pt>
                <c:pt idx="43">
                  <c:v>630430.23789999995</c:v>
                </c:pt>
                <c:pt idx="44">
                  <c:v>616185.62650000001</c:v>
                </c:pt>
                <c:pt idx="45">
                  <c:v>672345.92220000003</c:v>
                </c:pt>
                <c:pt idx="46">
                  <c:v>677823.64630000002</c:v>
                </c:pt>
                <c:pt idx="47">
                  <c:v>675859.33039999998</c:v>
                </c:pt>
                <c:pt idx="48">
                  <c:v>679021.33829999994</c:v>
                </c:pt>
                <c:pt idx="49">
                  <c:v>568696.62309999997</c:v>
                </c:pt>
                <c:pt idx="50">
                  <c:v>622155.07880000002</c:v>
                </c:pt>
                <c:pt idx="51">
                  <c:v>615244.2513</c:v>
                </c:pt>
                <c:pt idx="52">
                  <c:v>678502.5577</c:v>
                </c:pt>
                <c:pt idx="53">
                  <c:v>672365.7023</c:v>
                </c:pt>
                <c:pt idx="54">
                  <c:v>666830.99239999999</c:v>
                </c:pt>
                <c:pt idx="55">
                  <c:v>666907.06940000004</c:v>
                </c:pt>
                <c:pt idx="56">
                  <c:v>661793.11560000002</c:v>
                </c:pt>
                <c:pt idx="57">
                  <c:v>633399.77709999995</c:v>
                </c:pt>
                <c:pt idx="58">
                  <c:v>618458.7304</c:v>
                </c:pt>
                <c:pt idx="59">
                  <c:v>679679.84219999996</c:v>
                </c:pt>
                <c:pt idx="60">
                  <c:v>677505.88809999998</c:v>
                </c:pt>
                <c:pt idx="61">
                  <c:v>671281.071</c:v>
                </c:pt>
                <c:pt idx="62">
                  <c:v>669528.72930000001</c:v>
                </c:pt>
                <c:pt idx="63">
                  <c:v>657900.77720000001</c:v>
                </c:pt>
                <c:pt idx="64">
                  <c:v>625444.36800000002</c:v>
                </c:pt>
                <c:pt idx="65">
                  <c:v>608025.53170000005</c:v>
                </c:pt>
                <c:pt idx="66">
                  <c:v>667396.02670000005</c:v>
                </c:pt>
                <c:pt idx="67">
                  <c:v>667740.97620000003</c:v>
                </c:pt>
                <c:pt idx="68">
                  <c:v>664456.18160000001</c:v>
                </c:pt>
                <c:pt idx="69">
                  <c:v>665043.72100000002</c:v>
                </c:pt>
                <c:pt idx="70">
                  <c:v>657706.70680000004</c:v>
                </c:pt>
                <c:pt idx="71">
                  <c:v>631563.5601</c:v>
                </c:pt>
                <c:pt idx="72">
                  <c:v>611942.92460000003</c:v>
                </c:pt>
                <c:pt idx="73">
                  <c:v>670496.84959999996</c:v>
                </c:pt>
                <c:pt idx="74">
                  <c:v>671631.99589999998</c:v>
                </c:pt>
                <c:pt idx="75">
                  <c:v>667576.99699999997</c:v>
                </c:pt>
                <c:pt idx="76">
                  <c:v>704826.01450000005</c:v>
                </c:pt>
                <c:pt idx="77">
                  <c:v>610813.47210000001</c:v>
                </c:pt>
                <c:pt idx="78">
                  <c:v>607072.73010000004</c:v>
                </c:pt>
                <c:pt idx="79">
                  <c:v>561208.18339999998</c:v>
                </c:pt>
                <c:pt idx="80">
                  <c:v>650899.87899999996</c:v>
                </c:pt>
                <c:pt idx="81">
                  <c:v>658055.20220000006</c:v>
                </c:pt>
                <c:pt idx="82">
                  <c:v>666648.70330000005</c:v>
                </c:pt>
                <c:pt idx="83">
                  <c:v>671641.34809999994</c:v>
                </c:pt>
                <c:pt idx="84">
                  <c:v>659733.84219999996</c:v>
                </c:pt>
                <c:pt idx="85">
                  <c:v>626435.50560000003</c:v>
                </c:pt>
                <c:pt idx="86">
                  <c:v>606948.95700000005</c:v>
                </c:pt>
                <c:pt idx="87">
                  <c:v>663194.84290000005</c:v>
                </c:pt>
                <c:pt idx="88">
                  <c:v>660430.15079999994</c:v>
                </c:pt>
                <c:pt idx="89">
                  <c:v>657162.26020000002</c:v>
                </c:pt>
                <c:pt idx="90">
                  <c:v>651791.2818</c:v>
                </c:pt>
                <c:pt idx="91">
                  <c:v>646024.39359999995</c:v>
                </c:pt>
                <c:pt idx="92">
                  <c:v>612661.92559999996</c:v>
                </c:pt>
                <c:pt idx="93">
                  <c:v>599757.2879</c:v>
                </c:pt>
                <c:pt idx="94">
                  <c:v>658271.48019999999</c:v>
                </c:pt>
                <c:pt idx="95">
                  <c:v>654982.92709999997</c:v>
                </c:pt>
                <c:pt idx="96">
                  <c:v>655917.97869999998</c:v>
                </c:pt>
                <c:pt idx="97">
                  <c:v>662606.50309999997</c:v>
                </c:pt>
                <c:pt idx="98">
                  <c:v>655179.15749999997</c:v>
                </c:pt>
                <c:pt idx="99">
                  <c:v>616337.92720000003</c:v>
                </c:pt>
                <c:pt idx="100">
                  <c:v>600443.49849999999</c:v>
                </c:pt>
                <c:pt idx="101">
                  <c:v>665903.84259999997</c:v>
                </c:pt>
                <c:pt idx="102">
                  <c:v>679338.40090000001</c:v>
                </c:pt>
                <c:pt idx="103">
                  <c:v>661821.51269999996</c:v>
                </c:pt>
                <c:pt idx="104">
                  <c:v>663737.86199999996</c:v>
                </c:pt>
                <c:pt idx="105">
                  <c:v>649128.74029999995</c:v>
                </c:pt>
                <c:pt idx="106">
                  <c:v>614963.69649999996</c:v>
                </c:pt>
                <c:pt idx="107">
                  <c:v>594803.17079999996</c:v>
                </c:pt>
                <c:pt idx="108">
                  <c:v>554383.00080000004</c:v>
                </c:pt>
                <c:pt idx="109">
                  <c:v>659177.54520000005</c:v>
                </c:pt>
                <c:pt idx="110">
                  <c:v>652091.22180000006</c:v>
                </c:pt>
                <c:pt idx="111">
                  <c:v>663204.95940000005</c:v>
                </c:pt>
                <c:pt idx="112">
                  <c:v>659074.84680000006</c:v>
                </c:pt>
                <c:pt idx="113">
                  <c:v>628073.71699999995</c:v>
                </c:pt>
                <c:pt idx="114">
                  <c:v>600848.98869999999</c:v>
                </c:pt>
                <c:pt idx="115">
                  <c:v>649261.83319999999</c:v>
                </c:pt>
                <c:pt idx="116">
                  <c:v>658386.50910000002</c:v>
                </c:pt>
                <c:pt idx="117">
                  <c:v>653758.03350000002</c:v>
                </c:pt>
                <c:pt idx="118">
                  <c:v>621127.48860000004</c:v>
                </c:pt>
                <c:pt idx="119">
                  <c:v>636988.00870000001</c:v>
                </c:pt>
                <c:pt idx="120">
                  <c:v>604057.53949999996</c:v>
                </c:pt>
                <c:pt idx="121">
                  <c:v>583955.64650000003</c:v>
                </c:pt>
                <c:pt idx="122">
                  <c:v>608155.54779999994</c:v>
                </c:pt>
                <c:pt idx="123">
                  <c:v>652641.28000000003</c:v>
                </c:pt>
                <c:pt idx="124">
                  <c:v>646590.22120000003</c:v>
                </c:pt>
                <c:pt idx="125">
                  <c:v>643217.28029999998</c:v>
                </c:pt>
                <c:pt idx="126">
                  <c:v>624017.14769999997</c:v>
                </c:pt>
                <c:pt idx="127">
                  <c:v>620832.91359999997</c:v>
                </c:pt>
                <c:pt idx="128">
                  <c:v>584465.27839999995</c:v>
                </c:pt>
                <c:pt idx="129">
                  <c:v>632420.80059999996</c:v>
                </c:pt>
                <c:pt idx="130">
                  <c:v>652191.24809999997</c:v>
                </c:pt>
                <c:pt idx="131">
                  <c:v>635079.88809999998</c:v>
                </c:pt>
                <c:pt idx="132">
                  <c:v>654555.01359999995</c:v>
                </c:pt>
                <c:pt idx="133">
                  <c:v>653218.38119999995</c:v>
                </c:pt>
                <c:pt idx="134">
                  <c:v>618396.72710000002</c:v>
                </c:pt>
                <c:pt idx="135">
                  <c:v>584142.82700000005</c:v>
                </c:pt>
                <c:pt idx="136">
                  <c:v>656486.0416</c:v>
                </c:pt>
                <c:pt idx="137">
                  <c:v>656534.59530000004</c:v>
                </c:pt>
                <c:pt idx="138">
                  <c:v>568937.48270000005</c:v>
                </c:pt>
                <c:pt idx="139">
                  <c:v>520609.33189999999</c:v>
                </c:pt>
                <c:pt idx="140">
                  <c:v>621867.36690000002</c:v>
                </c:pt>
                <c:pt idx="141">
                  <c:v>603035.05370000005</c:v>
                </c:pt>
                <c:pt idx="142">
                  <c:v>591252.55460000003</c:v>
                </c:pt>
                <c:pt idx="143">
                  <c:v>646879.34499999997</c:v>
                </c:pt>
                <c:pt idx="144">
                  <c:v>645494.33499999996</c:v>
                </c:pt>
                <c:pt idx="145">
                  <c:v>643086.55359999998</c:v>
                </c:pt>
                <c:pt idx="146">
                  <c:v>641067.66</c:v>
                </c:pt>
                <c:pt idx="147">
                  <c:v>632284.83750000002</c:v>
                </c:pt>
                <c:pt idx="148">
                  <c:v>609528.65960000001</c:v>
                </c:pt>
                <c:pt idx="149">
                  <c:v>585553.99540000001</c:v>
                </c:pt>
                <c:pt idx="150">
                  <c:v>636509.12150000001</c:v>
                </c:pt>
                <c:pt idx="151">
                  <c:v>637820.90170000005</c:v>
                </c:pt>
                <c:pt idx="152">
                  <c:v>642492.46750000003</c:v>
                </c:pt>
                <c:pt idx="153">
                  <c:v>635882.65800000005</c:v>
                </c:pt>
                <c:pt idx="154">
                  <c:v>622158.39820000005</c:v>
                </c:pt>
                <c:pt idx="155">
                  <c:v>608470.88890000002</c:v>
                </c:pt>
                <c:pt idx="156">
                  <c:v>587585.57109999994</c:v>
                </c:pt>
                <c:pt idx="157">
                  <c:v>645486.50540000002</c:v>
                </c:pt>
                <c:pt idx="158">
                  <c:v>654064.78469999996</c:v>
                </c:pt>
                <c:pt idx="159">
                  <c:v>672788.52560000005</c:v>
                </c:pt>
                <c:pt idx="160">
                  <c:v>710335.95030000003</c:v>
                </c:pt>
                <c:pt idx="161">
                  <c:v>604160.6875</c:v>
                </c:pt>
                <c:pt idx="162">
                  <c:v>568863.68810000003</c:v>
                </c:pt>
                <c:pt idx="163">
                  <c:v>639470.92279999994</c:v>
                </c:pt>
                <c:pt idx="164">
                  <c:v>692869.17649999994</c:v>
                </c:pt>
                <c:pt idx="165">
                  <c:v>679363.00679999997</c:v>
                </c:pt>
                <c:pt idx="166">
                  <c:v>679994.81869999995</c:v>
                </c:pt>
                <c:pt idx="167">
                  <c:v>603406.68090000004</c:v>
                </c:pt>
                <c:pt idx="168">
                  <c:v>658044.08169999998</c:v>
                </c:pt>
                <c:pt idx="169">
                  <c:v>629121.49190000002</c:v>
                </c:pt>
                <c:pt idx="170">
                  <c:v>605982.97</c:v>
                </c:pt>
                <c:pt idx="171">
                  <c:v>667035.28960000002</c:v>
                </c:pt>
                <c:pt idx="172">
                  <c:v>665173.00029999996</c:v>
                </c:pt>
                <c:pt idx="173">
                  <c:v>657392.69270000001</c:v>
                </c:pt>
                <c:pt idx="174">
                  <c:v>663197.35560000001</c:v>
                </c:pt>
                <c:pt idx="175">
                  <c:v>647837.66910000006</c:v>
                </c:pt>
                <c:pt idx="176">
                  <c:v>620025.93559999997</c:v>
                </c:pt>
                <c:pt idx="177">
                  <c:v>605457.70140000002</c:v>
                </c:pt>
                <c:pt idx="178">
                  <c:v>660464.69850000006</c:v>
                </c:pt>
                <c:pt idx="179">
                  <c:v>660326.83490000002</c:v>
                </c:pt>
                <c:pt idx="180">
                  <c:v>657013.54489999998</c:v>
                </c:pt>
                <c:pt idx="181">
                  <c:v>666891.07400000002</c:v>
                </c:pt>
                <c:pt idx="182">
                  <c:v>659098.02439999999</c:v>
                </c:pt>
                <c:pt idx="183">
                  <c:v>622759.24190000002</c:v>
                </c:pt>
                <c:pt idx="184">
                  <c:v>597575.15989999997</c:v>
                </c:pt>
                <c:pt idx="185">
                  <c:v>654229.07609999995</c:v>
                </c:pt>
                <c:pt idx="186">
                  <c:v>656259.02899999998</c:v>
                </c:pt>
                <c:pt idx="187">
                  <c:v>650263.28040000005</c:v>
                </c:pt>
                <c:pt idx="188">
                  <c:v>586482.85499999998</c:v>
                </c:pt>
                <c:pt idx="189">
                  <c:v>628772.74170000001</c:v>
                </c:pt>
                <c:pt idx="190">
                  <c:v>607635.69799999997</c:v>
                </c:pt>
                <c:pt idx="191">
                  <c:v>591724.53189999994</c:v>
                </c:pt>
                <c:pt idx="192">
                  <c:v>655748.14159999997</c:v>
                </c:pt>
                <c:pt idx="193">
                  <c:v>660162.49569999997</c:v>
                </c:pt>
                <c:pt idx="194">
                  <c:v>670258.27830000001</c:v>
                </c:pt>
                <c:pt idx="195">
                  <c:v>748223.93660000002</c:v>
                </c:pt>
                <c:pt idx="196">
                  <c:v>643657.37300000002</c:v>
                </c:pt>
                <c:pt idx="197">
                  <c:v>556546.63309999998</c:v>
                </c:pt>
                <c:pt idx="198">
                  <c:v>594717.96759999997</c:v>
                </c:pt>
                <c:pt idx="199">
                  <c:v>656946.98270000005</c:v>
                </c:pt>
                <c:pt idx="200">
                  <c:v>659545.7267</c:v>
                </c:pt>
                <c:pt idx="201">
                  <c:v>641120.16260000004</c:v>
                </c:pt>
                <c:pt idx="202">
                  <c:v>645256.44039999996</c:v>
                </c:pt>
                <c:pt idx="203">
                  <c:v>645379.80599999998</c:v>
                </c:pt>
                <c:pt idx="204">
                  <c:v>605832.40729999996</c:v>
                </c:pt>
                <c:pt idx="205">
                  <c:v>591499.72530000005</c:v>
                </c:pt>
                <c:pt idx="206">
                  <c:v>655227.58640000003</c:v>
                </c:pt>
                <c:pt idx="207">
                  <c:v>643891.27249999996</c:v>
                </c:pt>
                <c:pt idx="208">
                  <c:v>648383.36329999997</c:v>
                </c:pt>
                <c:pt idx="209">
                  <c:v>604087.78350000002</c:v>
                </c:pt>
                <c:pt idx="210">
                  <c:v>627662.62589999998</c:v>
                </c:pt>
                <c:pt idx="211">
                  <c:v>598626.92260000005</c:v>
                </c:pt>
                <c:pt idx="212">
                  <c:v>581488.6213</c:v>
                </c:pt>
                <c:pt idx="213">
                  <c:v>643295.55469999998</c:v>
                </c:pt>
                <c:pt idx="214">
                  <c:v>645205.2942</c:v>
                </c:pt>
                <c:pt idx="215">
                  <c:v>647538.40020000003</c:v>
                </c:pt>
                <c:pt idx="216">
                  <c:v>640781.20479999995</c:v>
                </c:pt>
                <c:pt idx="217">
                  <c:v>637545.31030000001</c:v>
                </c:pt>
                <c:pt idx="218">
                  <c:v>606346.43059999996</c:v>
                </c:pt>
                <c:pt idx="219">
                  <c:v>568301.27480000001</c:v>
                </c:pt>
                <c:pt idx="220">
                  <c:v>625967.00749999995</c:v>
                </c:pt>
                <c:pt idx="221">
                  <c:v>649309.13379999995</c:v>
                </c:pt>
                <c:pt idx="222">
                  <c:v>648984.90529999998</c:v>
                </c:pt>
                <c:pt idx="223">
                  <c:v>623235.32830000005</c:v>
                </c:pt>
                <c:pt idx="224">
                  <c:v>642438.83490000002</c:v>
                </c:pt>
                <c:pt idx="225">
                  <c:v>619483.14910000004</c:v>
                </c:pt>
                <c:pt idx="226">
                  <c:v>553002.90689999994</c:v>
                </c:pt>
                <c:pt idx="227">
                  <c:v>655882.20750000002</c:v>
                </c:pt>
                <c:pt idx="228">
                  <c:v>650811.01500000001</c:v>
                </c:pt>
                <c:pt idx="229">
                  <c:v>590084.25670000003</c:v>
                </c:pt>
                <c:pt idx="230">
                  <c:v>644195.46429999999</c:v>
                </c:pt>
                <c:pt idx="231">
                  <c:v>632034.3247</c:v>
                </c:pt>
                <c:pt idx="232">
                  <c:v>599007.35900000005</c:v>
                </c:pt>
                <c:pt idx="233">
                  <c:v>574286.54220000003</c:v>
                </c:pt>
                <c:pt idx="234">
                  <c:v>634366.70090000005</c:v>
                </c:pt>
                <c:pt idx="235">
                  <c:v>641587.49970000004</c:v>
                </c:pt>
                <c:pt idx="236">
                  <c:v>639198.87760000001</c:v>
                </c:pt>
                <c:pt idx="237">
                  <c:v>634402.61840000004</c:v>
                </c:pt>
                <c:pt idx="238">
                  <c:v>636900.39769999997</c:v>
                </c:pt>
                <c:pt idx="239">
                  <c:v>607021.45120000001</c:v>
                </c:pt>
                <c:pt idx="240">
                  <c:v>576010.1189</c:v>
                </c:pt>
                <c:pt idx="241">
                  <c:v>626532.13650000002</c:v>
                </c:pt>
                <c:pt idx="242">
                  <c:v>631952.3321</c:v>
                </c:pt>
                <c:pt idx="243">
                  <c:v>630048.10690000001</c:v>
                </c:pt>
                <c:pt idx="244">
                  <c:v>612007.9044</c:v>
                </c:pt>
                <c:pt idx="245">
                  <c:v>616479.93839999998</c:v>
                </c:pt>
                <c:pt idx="246">
                  <c:v>584831.65249999997</c:v>
                </c:pt>
                <c:pt idx="247">
                  <c:v>577013.9351</c:v>
                </c:pt>
                <c:pt idx="248">
                  <c:v>623795.98470000003</c:v>
                </c:pt>
                <c:pt idx="249">
                  <c:v>627109.77170000004</c:v>
                </c:pt>
                <c:pt idx="250">
                  <c:v>626756.74529999995</c:v>
                </c:pt>
                <c:pt idx="251">
                  <c:v>634349.19350000005</c:v>
                </c:pt>
                <c:pt idx="252">
                  <c:v>630427.50950000004</c:v>
                </c:pt>
                <c:pt idx="253">
                  <c:v>608901.79269999999</c:v>
                </c:pt>
                <c:pt idx="254">
                  <c:v>590772.4804</c:v>
                </c:pt>
                <c:pt idx="255">
                  <c:v>544608.50650000002</c:v>
                </c:pt>
                <c:pt idx="256">
                  <c:v>641820.01509999996</c:v>
                </c:pt>
                <c:pt idx="257">
                  <c:v>634120.73250000004</c:v>
                </c:pt>
                <c:pt idx="258">
                  <c:v>628297.1973</c:v>
                </c:pt>
                <c:pt idx="259">
                  <c:v>627881.41850000003</c:v>
                </c:pt>
                <c:pt idx="260">
                  <c:v>599145.8358</c:v>
                </c:pt>
                <c:pt idx="261">
                  <c:v>577868.85080000001</c:v>
                </c:pt>
                <c:pt idx="262">
                  <c:v>637867.4486</c:v>
                </c:pt>
                <c:pt idx="263">
                  <c:v>648661.8541</c:v>
                </c:pt>
                <c:pt idx="264">
                  <c:v>646229.77399999998</c:v>
                </c:pt>
                <c:pt idx="265">
                  <c:v>644509.42229999998</c:v>
                </c:pt>
                <c:pt idx="266">
                  <c:v>638034.32660000003</c:v>
                </c:pt>
                <c:pt idx="267">
                  <c:v>611938.5699</c:v>
                </c:pt>
                <c:pt idx="268">
                  <c:v>611372.43429999996</c:v>
                </c:pt>
                <c:pt idx="269">
                  <c:v>669471.35609999998</c:v>
                </c:pt>
                <c:pt idx="270">
                  <c:v>671310.63390000002</c:v>
                </c:pt>
                <c:pt idx="271">
                  <c:v>643865.5773</c:v>
                </c:pt>
                <c:pt idx="272">
                  <c:v>656746.58829999994</c:v>
                </c:pt>
                <c:pt idx="273">
                  <c:v>649187.56000000006</c:v>
                </c:pt>
                <c:pt idx="274">
                  <c:v>607222.99210000003</c:v>
                </c:pt>
                <c:pt idx="275">
                  <c:v>593656.02769999998</c:v>
                </c:pt>
                <c:pt idx="276">
                  <c:v>654115.89749999996</c:v>
                </c:pt>
                <c:pt idx="277">
                  <c:v>652418.48459999997</c:v>
                </c:pt>
                <c:pt idx="278">
                  <c:v>634633.84699999995</c:v>
                </c:pt>
                <c:pt idx="279">
                  <c:v>655515.15480000002</c:v>
                </c:pt>
                <c:pt idx="280">
                  <c:v>644991.14899999998</c:v>
                </c:pt>
                <c:pt idx="281">
                  <c:v>612220.98670000001</c:v>
                </c:pt>
                <c:pt idx="282">
                  <c:v>593956.10930000001</c:v>
                </c:pt>
                <c:pt idx="283">
                  <c:v>657292.50040000002</c:v>
                </c:pt>
                <c:pt idx="284">
                  <c:v>662557.47019999998</c:v>
                </c:pt>
                <c:pt idx="285">
                  <c:v>620164.48789999995</c:v>
                </c:pt>
                <c:pt idx="286">
                  <c:v>645211.35809999995</c:v>
                </c:pt>
                <c:pt idx="287">
                  <c:v>604459.73970000003</c:v>
                </c:pt>
                <c:pt idx="288">
                  <c:v>604068.72019999998</c:v>
                </c:pt>
                <c:pt idx="289">
                  <c:v>593470.71340000001</c:v>
                </c:pt>
                <c:pt idx="290">
                  <c:v>652985.01800000004</c:v>
                </c:pt>
                <c:pt idx="291">
                  <c:v>655472.18640000001</c:v>
                </c:pt>
                <c:pt idx="292">
                  <c:v>654752.3273</c:v>
                </c:pt>
                <c:pt idx="293">
                  <c:v>660827.60869999998</c:v>
                </c:pt>
                <c:pt idx="294">
                  <c:v>662207.62829999998</c:v>
                </c:pt>
                <c:pt idx="295">
                  <c:v>618794.28480000002</c:v>
                </c:pt>
                <c:pt idx="296">
                  <c:v>567029.13890000002</c:v>
                </c:pt>
                <c:pt idx="297">
                  <c:v>513223.98550000001</c:v>
                </c:pt>
                <c:pt idx="298">
                  <c:v>542261.14439999999</c:v>
                </c:pt>
                <c:pt idx="299">
                  <c:v>517930.85800000001</c:v>
                </c:pt>
                <c:pt idx="300">
                  <c:v>539308.75899999996</c:v>
                </c:pt>
                <c:pt idx="301">
                  <c:v>556864.32369999995</c:v>
                </c:pt>
                <c:pt idx="302">
                  <c:v>556932.90359999996</c:v>
                </c:pt>
                <c:pt idx="303">
                  <c:v>559756.59439999994</c:v>
                </c:pt>
                <c:pt idx="304">
                  <c:v>621658.22979999997</c:v>
                </c:pt>
                <c:pt idx="305">
                  <c:v>641742.65549999999</c:v>
                </c:pt>
                <c:pt idx="306">
                  <c:v>634379.17760000005</c:v>
                </c:pt>
                <c:pt idx="307">
                  <c:v>637923.6703</c:v>
                </c:pt>
                <c:pt idx="308">
                  <c:v>643740.21829999995</c:v>
                </c:pt>
                <c:pt idx="309">
                  <c:v>604389.43850000005</c:v>
                </c:pt>
                <c:pt idx="310">
                  <c:v>574246.64480000001</c:v>
                </c:pt>
                <c:pt idx="311">
                  <c:v>637986.33660000004</c:v>
                </c:pt>
                <c:pt idx="312">
                  <c:v>638821.10719999997</c:v>
                </c:pt>
                <c:pt idx="313">
                  <c:v>636599.10179999995</c:v>
                </c:pt>
                <c:pt idx="314">
                  <c:v>649431.13069999998</c:v>
                </c:pt>
                <c:pt idx="315">
                  <c:v>543434.67139999999</c:v>
                </c:pt>
                <c:pt idx="316">
                  <c:v>587104.8541</c:v>
                </c:pt>
                <c:pt idx="317">
                  <c:v>578656.43660000002</c:v>
                </c:pt>
                <c:pt idx="318">
                  <c:v>640585.21719999996</c:v>
                </c:pt>
                <c:pt idx="319">
                  <c:v>641982.58200000005</c:v>
                </c:pt>
                <c:pt idx="320">
                  <c:v>629589.04110000003</c:v>
                </c:pt>
                <c:pt idx="321">
                  <c:v>630013.69149999996</c:v>
                </c:pt>
                <c:pt idx="322">
                  <c:v>623548.44299999997</c:v>
                </c:pt>
                <c:pt idx="323">
                  <c:v>596857.18200000003</c:v>
                </c:pt>
                <c:pt idx="324">
                  <c:v>579875.72380000004</c:v>
                </c:pt>
                <c:pt idx="325">
                  <c:v>638604.41630000004</c:v>
                </c:pt>
                <c:pt idx="326">
                  <c:v>631846.54399999999</c:v>
                </c:pt>
                <c:pt idx="327">
                  <c:v>652209.01630000002</c:v>
                </c:pt>
                <c:pt idx="328">
                  <c:v>628306.30339999998</c:v>
                </c:pt>
                <c:pt idx="329">
                  <c:v>622961.80460000003</c:v>
                </c:pt>
                <c:pt idx="330">
                  <c:v>589937.89419999998</c:v>
                </c:pt>
                <c:pt idx="331">
                  <c:v>574058.3456</c:v>
                </c:pt>
                <c:pt idx="332">
                  <c:v>636556.83929999999</c:v>
                </c:pt>
                <c:pt idx="333">
                  <c:v>638189.29449999996</c:v>
                </c:pt>
                <c:pt idx="334">
                  <c:v>642215.55070000002</c:v>
                </c:pt>
                <c:pt idx="335">
                  <c:v>637823.1202</c:v>
                </c:pt>
                <c:pt idx="336">
                  <c:v>656451.74190000002</c:v>
                </c:pt>
                <c:pt idx="337">
                  <c:v>602332.17559999996</c:v>
                </c:pt>
                <c:pt idx="338">
                  <c:v>584011.57660000003</c:v>
                </c:pt>
                <c:pt idx="339">
                  <c:v>648294.49919999996</c:v>
                </c:pt>
                <c:pt idx="340">
                  <c:v>644788.42290000001</c:v>
                </c:pt>
                <c:pt idx="341">
                  <c:v>641140.52520000003</c:v>
                </c:pt>
                <c:pt idx="342">
                  <c:v>605420.17249999999</c:v>
                </c:pt>
                <c:pt idx="343">
                  <c:v>625256.83330000006</c:v>
                </c:pt>
                <c:pt idx="344">
                  <c:v>496544.05619999999</c:v>
                </c:pt>
                <c:pt idx="345">
                  <c:v>553464.90560000006</c:v>
                </c:pt>
                <c:pt idx="346">
                  <c:v>641675.91159999999</c:v>
                </c:pt>
                <c:pt idx="347">
                  <c:v>648430.30519999994</c:v>
                </c:pt>
                <c:pt idx="348">
                  <c:v>644761.77399999998</c:v>
                </c:pt>
                <c:pt idx="349">
                  <c:v>636416.1605</c:v>
                </c:pt>
                <c:pt idx="350">
                  <c:v>625080.01069999998</c:v>
                </c:pt>
                <c:pt idx="351">
                  <c:v>594705.41460000002</c:v>
                </c:pt>
                <c:pt idx="352">
                  <c:v>572064.65060000005</c:v>
                </c:pt>
                <c:pt idx="353">
                  <c:v>627528.17590000003</c:v>
                </c:pt>
                <c:pt idx="354">
                  <c:v>621547.20449999999</c:v>
                </c:pt>
                <c:pt idx="355">
                  <c:v>625884.77870000002</c:v>
                </c:pt>
                <c:pt idx="356">
                  <c:v>621768.20689999999</c:v>
                </c:pt>
                <c:pt idx="357">
                  <c:v>616397.6899</c:v>
                </c:pt>
                <c:pt idx="358">
                  <c:v>580993.49939999997</c:v>
                </c:pt>
                <c:pt idx="359">
                  <c:v>558663.50509999995</c:v>
                </c:pt>
                <c:pt idx="360">
                  <c:v>618343.5172</c:v>
                </c:pt>
                <c:pt idx="361">
                  <c:v>617956.24540000001</c:v>
                </c:pt>
                <c:pt idx="362">
                  <c:v>613333.06660000002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9EF3-43E3-80B3-87BD333F32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44257951"/>
        <c:axId val="844280991"/>
      </c:lineChart>
      <c:dateAx>
        <c:axId val="1767191584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7206464"/>
        <c:crosses val="autoZero"/>
        <c:auto val="1"/>
        <c:lblOffset val="100"/>
        <c:baseTimeUnit val="days"/>
        <c:minorUnit val="1"/>
        <c:minorTimeUnit val="days"/>
      </c:dateAx>
      <c:valAx>
        <c:axId val="1767206464"/>
        <c:scaling>
          <c:orientation val="minMax"/>
          <c:max val="27000"/>
          <c:min val="125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District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7191584"/>
        <c:crosses val="autoZero"/>
        <c:crossBetween val="between"/>
        <c:majorUnit val="2500"/>
      </c:valAx>
      <c:valAx>
        <c:axId val="844280991"/>
        <c:scaling>
          <c:orientation val="minMax"/>
          <c:min val="500000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Total Network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44257951"/>
        <c:crosses val="max"/>
        <c:crossBetween val="between"/>
      </c:valAx>
      <c:dateAx>
        <c:axId val="844257951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844280991"/>
        <c:crosses val="autoZero"/>
        <c:auto val="1"/>
        <c:lblOffset val="100"/>
        <c:baseTimeUnit val="days"/>
        <c:majorUnit val="1"/>
        <c:minorUnit val="1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3G VOICE TRAFFIC(Erl)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2"/>
          <c:order val="2"/>
          <c:tx>
            <c:strRef>
              <c:f>G!$D$1</c:f>
              <c:strCache>
                <c:ptCount val="1"/>
                <c:pt idx="0">
                  <c:v>KEG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numRef>
              <c:f>G!$A$2:$A$364</c:f>
              <c:numCache>
                <c:formatCode>m/d/yyyy</c:formatCode>
                <c:ptCount val="363"/>
                <c:pt idx="0">
                  <c:v>45828</c:v>
                </c:pt>
                <c:pt idx="1">
                  <c:v>45829</c:v>
                </c:pt>
                <c:pt idx="2">
                  <c:v>45830</c:v>
                </c:pt>
                <c:pt idx="3">
                  <c:v>45831</c:v>
                </c:pt>
                <c:pt idx="4">
                  <c:v>45832</c:v>
                </c:pt>
                <c:pt idx="5">
                  <c:v>45833</c:v>
                </c:pt>
                <c:pt idx="6">
                  <c:v>45834</c:v>
                </c:pt>
                <c:pt idx="7">
                  <c:v>45835</c:v>
                </c:pt>
                <c:pt idx="8">
                  <c:v>45836</c:v>
                </c:pt>
                <c:pt idx="9">
                  <c:v>45837</c:v>
                </c:pt>
                <c:pt idx="10">
                  <c:v>45838</c:v>
                </c:pt>
                <c:pt idx="11">
                  <c:v>45839</c:v>
                </c:pt>
                <c:pt idx="12">
                  <c:v>45840</c:v>
                </c:pt>
                <c:pt idx="13">
                  <c:v>45841</c:v>
                </c:pt>
                <c:pt idx="14">
                  <c:v>45842</c:v>
                </c:pt>
                <c:pt idx="15">
                  <c:v>45843</c:v>
                </c:pt>
                <c:pt idx="16">
                  <c:v>45844</c:v>
                </c:pt>
                <c:pt idx="17">
                  <c:v>45845</c:v>
                </c:pt>
                <c:pt idx="18">
                  <c:v>45846</c:v>
                </c:pt>
                <c:pt idx="19">
                  <c:v>45847</c:v>
                </c:pt>
                <c:pt idx="20">
                  <c:v>45848</c:v>
                </c:pt>
                <c:pt idx="21">
                  <c:v>45849</c:v>
                </c:pt>
                <c:pt idx="22">
                  <c:v>45850</c:v>
                </c:pt>
                <c:pt idx="23">
                  <c:v>45851</c:v>
                </c:pt>
                <c:pt idx="24">
                  <c:v>45852</c:v>
                </c:pt>
                <c:pt idx="25">
                  <c:v>45853</c:v>
                </c:pt>
                <c:pt idx="26">
                  <c:v>45854</c:v>
                </c:pt>
                <c:pt idx="27">
                  <c:v>45855</c:v>
                </c:pt>
                <c:pt idx="28">
                  <c:v>45856</c:v>
                </c:pt>
                <c:pt idx="29">
                  <c:v>45857</c:v>
                </c:pt>
                <c:pt idx="30">
                  <c:v>45858</c:v>
                </c:pt>
                <c:pt idx="31">
                  <c:v>45859</c:v>
                </c:pt>
                <c:pt idx="32">
                  <c:v>45860</c:v>
                </c:pt>
                <c:pt idx="33">
                  <c:v>45861</c:v>
                </c:pt>
                <c:pt idx="34">
                  <c:v>45862</c:v>
                </c:pt>
                <c:pt idx="35">
                  <c:v>45863</c:v>
                </c:pt>
                <c:pt idx="36">
                  <c:v>45864</c:v>
                </c:pt>
                <c:pt idx="37">
                  <c:v>45865</c:v>
                </c:pt>
                <c:pt idx="38">
                  <c:v>45866</c:v>
                </c:pt>
                <c:pt idx="39">
                  <c:v>45867</c:v>
                </c:pt>
                <c:pt idx="40">
                  <c:v>45868</c:v>
                </c:pt>
                <c:pt idx="41">
                  <c:v>45869</c:v>
                </c:pt>
                <c:pt idx="42">
                  <c:v>45870</c:v>
                </c:pt>
                <c:pt idx="43">
                  <c:v>45871</c:v>
                </c:pt>
                <c:pt idx="44">
                  <c:v>45872</c:v>
                </c:pt>
                <c:pt idx="45">
                  <c:v>45873</c:v>
                </c:pt>
                <c:pt idx="46">
                  <c:v>45874</c:v>
                </c:pt>
                <c:pt idx="47">
                  <c:v>45875</c:v>
                </c:pt>
                <c:pt idx="48">
                  <c:v>45876</c:v>
                </c:pt>
                <c:pt idx="49">
                  <c:v>45877</c:v>
                </c:pt>
                <c:pt idx="50">
                  <c:v>45878</c:v>
                </c:pt>
                <c:pt idx="51">
                  <c:v>45879</c:v>
                </c:pt>
                <c:pt idx="52">
                  <c:v>45880</c:v>
                </c:pt>
                <c:pt idx="53">
                  <c:v>45881</c:v>
                </c:pt>
                <c:pt idx="54">
                  <c:v>45882</c:v>
                </c:pt>
                <c:pt idx="55">
                  <c:v>45883</c:v>
                </c:pt>
                <c:pt idx="56">
                  <c:v>45884</c:v>
                </c:pt>
                <c:pt idx="57">
                  <c:v>45885</c:v>
                </c:pt>
                <c:pt idx="58">
                  <c:v>45886</c:v>
                </c:pt>
                <c:pt idx="59">
                  <c:v>45887</c:v>
                </c:pt>
                <c:pt idx="60">
                  <c:v>45888</c:v>
                </c:pt>
                <c:pt idx="61">
                  <c:v>45889</c:v>
                </c:pt>
                <c:pt idx="62">
                  <c:v>45890</c:v>
                </c:pt>
                <c:pt idx="63">
                  <c:v>45891</c:v>
                </c:pt>
                <c:pt idx="64">
                  <c:v>45892</c:v>
                </c:pt>
                <c:pt idx="65">
                  <c:v>45893</c:v>
                </c:pt>
                <c:pt idx="66">
                  <c:v>45894</c:v>
                </c:pt>
                <c:pt idx="67">
                  <c:v>45895</c:v>
                </c:pt>
                <c:pt idx="68">
                  <c:v>45896</c:v>
                </c:pt>
                <c:pt idx="69">
                  <c:v>45897</c:v>
                </c:pt>
                <c:pt idx="70">
                  <c:v>45898</c:v>
                </c:pt>
                <c:pt idx="71">
                  <c:v>45899</c:v>
                </c:pt>
                <c:pt idx="72">
                  <c:v>45900</c:v>
                </c:pt>
                <c:pt idx="73">
                  <c:v>45901</c:v>
                </c:pt>
                <c:pt idx="74">
                  <c:v>45902</c:v>
                </c:pt>
                <c:pt idx="75">
                  <c:v>45903</c:v>
                </c:pt>
                <c:pt idx="76">
                  <c:v>45904</c:v>
                </c:pt>
                <c:pt idx="77">
                  <c:v>45905</c:v>
                </c:pt>
                <c:pt idx="78">
                  <c:v>45906</c:v>
                </c:pt>
                <c:pt idx="79">
                  <c:v>45907</c:v>
                </c:pt>
                <c:pt idx="80">
                  <c:v>45908</c:v>
                </c:pt>
                <c:pt idx="81">
                  <c:v>45909</c:v>
                </c:pt>
                <c:pt idx="82">
                  <c:v>45910</c:v>
                </c:pt>
                <c:pt idx="83">
                  <c:v>45911</c:v>
                </c:pt>
                <c:pt idx="84">
                  <c:v>45912</c:v>
                </c:pt>
                <c:pt idx="85">
                  <c:v>45913</c:v>
                </c:pt>
                <c:pt idx="86">
                  <c:v>45914</c:v>
                </c:pt>
                <c:pt idx="87">
                  <c:v>45915</c:v>
                </c:pt>
                <c:pt idx="88">
                  <c:v>45916</c:v>
                </c:pt>
                <c:pt idx="89">
                  <c:v>45917</c:v>
                </c:pt>
                <c:pt idx="90">
                  <c:v>45918</c:v>
                </c:pt>
                <c:pt idx="91">
                  <c:v>45919</c:v>
                </c:pt>
                <c:pt idx="92">
                  <c:v>45920</c:v>
                </c:pt>
                <c:pt idx="93">
                  <c:v>45921</c:v>
                </c:pt>
                <c:pt idx="94">
                  <c:v>45922</c:v>
                </c:pt>
                <c:pt idx="95">
                  <c:v>45923</c:v>
                </c:pt>
                <c:pt idx="96">
                  <c:v>45924</c:v>
                </c:pt>
                <c:pt idx="97">
                  <c:v>45925</c:v>
                </c:pt>
                <c:pt idx="98">
                  <c:v>45926</c:v>
                </c:pt>
                <c:pt idx="99">
                  <c:v>45927</c:v>
                </c:pt>
                <c:pt idx="100">
                  <c:v>45928</c:v>
                </c:pt>
                <c:pt idx="101">
                  <c:v>45929</c:v>
                </c:pt>
                <c:pt idx="102">
                  <c:v>45930</c:v>
                </c:pt>
                <c:pt idx="103">
                  <c:v>45931</c:v>
                </c:pt>
                <c:pt idx="104">
                  <c:v>45932</c:v>
                </c:pt>
                <c:pt idx="105">
                  <c:v>45933</c:v>
                </c:pt>
                <c:pt idx="106">
                  <c:v>45934</c:v>
                </c:pt>
                <c:pt idx="107">
                  <c:v>45935</c:v>
                </c:pt>
                <c:pt idx="108">
                  <c:v>45936</c:v>
                </c:pt>
                <c:pt idx="109">
                  <c:v>45937</c:v>
                </c:pt>
                <c:pt idx="110">
                  <c:v>45938</c:v>
                </c:pt>
                <c:pt idx="111">
                  <c:v>45939</c:v>
                </c:pt>
                <c:pt idx="112">
                  <c:v>45940</c:v>
                </c:pt>
                <c:pt idx="113">
                  <c:v>45941</c:v>
                </c:pt>
                <c:pt idx="114">
                  <c:v>45942</c:v>
                </c:pt>
                <c:pt idx="115">
                  <c:v>45943</c:v>
                </c:pt>
                <c:pt idx="116">
                  <c:v>45944</c:v>
                </c:pt>
                <c:pt idx="117">
                  <c:v>45945</c:v>
                </c:pt>
                <c:pt idx="118">
                  <c:v>45946</c:v>
                </c:pt>
                <c:pt idx="119">
                  <c:v>45947</c:v>
                </c:pt>
                <c:pt idx="120">
                  <c:v>45948</c:v>
                </c:pt>
                <c:pt idx="121">
                  <c:v>45949</c:v>
                </c:pt>
                <c:pt idx="122">
                  <c:v>45950</c:v>
                </c:pt>
                <c:pt idx="123">
                  <c:v>45951</c:v>
                </c:pt>
                <c:pt idx="124">
                  <c:v>45952</c:v>
                </c:pt>
                <c:pt idx="125">
                  <c:v>45953</c:v>
                </c:pt>
                <c:pt idx="126">
                  <c:v>45954</c:v>
                </c:pt>
                <c:pt idx="127">
                  <c:v>45955</c:v>
                </c:pt>
                <c:pt idx="128">
                  <c:v>45956</c:v>
                </c:pt>
                <c:pt idx="129">
                  <c:v>45957</c:v>
                </c:pt>
                <c:pt idx="130">
                  <c:v>45958</c:v>
                </c:pt>
                <c:pt idx="131">
                  <c:v>45959</c:v>
                </c:pt>
                <c:pt idx="132">
                  <c:v>45960</c:v>
                </c:pt>
                <c:pt idx="133">
                  <c:v>45961</c:v>
                </c:pt>
                <c:pt idx="134">
                  <c:v>45962</c:v>
                </c:pt>
                <c:pt idx="135">
                  <c:v>45963</c:v>
                </c:pt>
                <c:pt idx="136">
                  <c:v>45964</c:v>
                </c:pt>
                <c:pt idx="137">
                  <c:v>45965</c:v>
                </c:pt>
                <c:pt idx="138">
                  <c:v>45966</c:v>
                </c:pt>
                <c:pt idx="139">
                  <c:v>45967</c:v>
                </c:pt>
                <c:pt idx="140">
                  <c:v>45968</c:v>
                </c:pt>
                <c:pt idx="141">
                  <c:v>45969</c:v>
                </c:pt>
                <c:pt idx="142">
                  <c:v>45970</c:v>
                </c:pt>
                <c:pt idx="143">
                  <c:v>45971</c:v>
                </c:pt>
                <c:pt idx="144">
                  <c:v>45972</c:v>
                </c:pt>
                <c:pt idx="145">
                  <c:v>45973</c:v>
                </c:pt>
                <c:pt idx="146">
                  <c:v>45974</c:v>
                </c:pt>
                <c:pt idx="147">
                  <c:v>45975</c:v>
                </c:pt>
                <c:pt idx="148">
                  <c:v>45976</c:v>
                </c:pt>
                <c:pt idx="149">
                  <c:v>45977</c:v>
                </c:pt>
                <c:pt idx="150">
                  <c:v>45978</c:v>
                </c:pt>
                <c:pt idx="151">
                  <c:v>45979</c:v>
                </c:pt>
                <c:pt idx="152">
                  <c:v>45980</c:v>
                </c:pt>
                <c:pt idx="153">
                  <c:v>45981</c:v>
                </c:pt>
                <c:pt idx="154">
                  <c:v>45982</c:v>
                </c:pt>
                <c:pt idx="155">
                  <c:v>45983</c:v>
                </c:pt>
                <c:pt idx="156">
                  <c:v>45984</c:v>
                </c:pt>
                <c:pt idx="157">
                  <c:v>45985</c:v>
                </c:pt>
                <c:pt idx="158">
                  <c:v>45986</c:v>
                </c:pt>
                <c:pt idx="159">
                  <c:v>45987</c:v>
                </c:pt>
                <c:pt idx="160">
                  <c:v>45988</c:v>
                </c:pt>
                <c:pt idx="161">
                  <c:v>45989</c:v>
                </c:pt>
                <c:pt idx="162">
                  <c:v>45990</c:v>
                </c:pt>
                <c:pt idx="163">
                  <c:v>45991</c:v>
                </c:pt>
                <c:pt idx="164">
                  <c:v>45992</c:v>
                </c:pt>
                <c:pt idx="165">
                  <c:v>45993</c:v>
                </c:pt>
                <c:pt idx="166">
                  <c:v>45994</c:v>
                </c:pt>
                <c:pt idx="167">
                  <c:v>45995</c:v>
                </c:pt>
                <c:pt idx="168">
                  <c:v>45996</c:v>
                </c:pt>
                <c:pt idx="169">
                  <c:v>45997</c:v>
                </c:pt>
                <c:pt idx="170">
                  <c:v>45998</c:v>
                </c:pt>
                <c:pt idx="171">
                  <c:v>45999</c:v>
                </c:pt>
                <c:pt idx="172">
                  <c:v>46000</c:v>
                </c:pt>
                <c:pt idx="173">
                  <c:v>46001</c:v>
                </c:pt>
                <c:pt idx="174">
                  <c:v>46002</c:v>
                </c:pt>
                <c:pt idx="175">
                  <c:v>46003</c:v>
                </c:pt>
                <c:pt idx="176">
                  <c:v>46004</c:v>
                </c:pt>
                <c:pt idx="177">
                  <c:v>46005</c:v>
                </c:pt>
                <c:pt idx="178">
                  <c:v>46006</c:v>
                </c:pt>
                <c:pt idx="179">
                  <c:v>46007</c:v>
                </c:pt>
                <c:pt idx="180">
                  <c:v>46008</c:v>
                </c:pt>
                <c:pt idx="181">
                  <c:v>46009</c:v>
                </c:pt>
                <c:pt idx="182">
                  <c:v>46010</c:v>
                </c:pt>
                <c:pt idx="183">
                  <c:v>46011</c:v>
                </c:pt>
                <c:pt idx="184">
                  <c:v>46012</c:v>
                </c:pt>
                <c:pt idx="185">
                  <c:v>46013</c:v>
                </c:pt>
                <c:pt idx="186">
                  <c:v>46014</c:v>
                </c:pt>
                <c:pt idx="187">
                  <c:v>46015</c:v>
                </c:pt>
                <c:pt idx="188">
                  <c:v>46016</c:v>
                </c:pt>
                <c:pt idx="189">
                  <c:v>46017</c:v>
                </c:pt>
                <c:pt idx="190">
                  <c:v>46018</c:v>
                </c:pt>
                <c:pt idx="191">
                  <c:v>46019</c:v>
                </c:pt>
                <c:pt idx="192">
                  <c:v>46020</c:v>
                </c:pt>
                <c:pt idx="193">
                  <c:v>46021</c:v>
                </c:pt>
                <c:pt idx="194">
                  <c:v>46022</c:v>
                </c:pt>
                <c:pt idx="195">
                  <c:v>46023</c:v>
                </c:pt>
                <c:pt idx="196">
                  <c:v>46024</c:v>
                </c:pt>
                <c:pt idx="197">
                  <c:v>46025</c:v>
                </c:pt>
                <c:pt idx="198">
                  <c:v>46026</c:v>
                </c:pt>
                <c:pt idx="199">
                  <c:v>46027</c:v>
                </c:pt>
                <c:pt idx="200">
                  <c:v>46028</c:v>
                </c:pt>
                <c:pt idx="201">
                  <c:v>46029</c:v>
                </c:pt>
                <c:pt idx="202">
                  <c:v>46030</c:v>
                </c:pt>
                <c:pt idx="203">
                  <c:v>46031</c:v>
                </c:pt>
                <c:pt idx="204">
                  <c:v>46032</c:v>
                </c:pt>
                <c:pt idx="205">
                  <c:v>46033</c:v>
                </c:pt>
                <c:pt idx="206">
                  <c:v>46034</c:v>
                </c:pt>
                <c:pt idx="207">
                  <c:v>46035</c:v>
                </c:pt>
                <c:pt idx="208">
                  <c:v>46036</c:v>
                </c:pt>
                <c:pt idx="209">
                  <c:v>46037</c:v>
                </c:pt>
                <c:pt idx="210">
                  <c:v>46038</c:v>
                </c:pt>
                <c:pt idx="211">
                  <c:v>46039</c:v>
                </c:pt>
                <c:pt idx="212">
                  <c:v>46040</c:v>
                </c:pt>
                <c:pt idx="213">
                  <c:v>46041</c:v>
                </c:pt>
                <c:pt idx="214">
                  <c:v>46042</c:v>
                </c:pt>
                <c:pt idx="215">
                  <c:v>46043</c:v>
                </c:pt>
                <c:pt idx="216">
                  <c:v>46044</c:v>
                </c:pt>
                <c:pt idx="217">
                  <c:v>46045</c:v>
                </c:pt>
                <c:pt idx="218">
                  <c:v>46046</c:v>
                </c:pt>
                <c:pt idx="219">
                  <c:v>46047</c:v>
                </c:pt>
                <c:pt idx="220">
                  <c:v>46048</c:v>
                </c:pt>
                <c:pt idx="221">
                  <c:v>46049</c:v>
                </c:pt>
                <c:pt idx="222">
                  <c:v>46050</c:v>
                </c:pt>
                <c:pt idx="223">
                  <c:v>46051</c:v>
                </c:pt>
                <c:pt idx="224">
                  <c:v>46052</c:v>
                </c:pt>
                <c:pt idx="225">
                  <c:v>46053</c:v>
                </c:pt>
                <c:pt idx="226">
                  <c:v>46054</c:v>
                </c:pt>
                <c:pt idx="227">
                  <c:v>46055</c:v>
                </c:pt>
                <c:pt idx="228">
                  <c:v>46056</c:v>
                </c:pt>
                <c:pt idx="229">
                  <c:v>46057</c:v>
                </c:pt>
                <c:pt idx="230">
                  <c:v>46058</c:v>
                </c:pt>
                <c:pt idx="231">
                  <c:v>46059</c:v>
                </c:pt>
                <c:pt idx="232">
                  <c:v>46060</c:v>
                </c:pt>
                <c:pt idx="233">
                  <c:v>46061</c:v>
                </c:pt>
                <c:pt idx="234">
                  <c:v>46062</c:v>
                </c:pt>
                <c:pt idx="235">
                  <c:v>46063</c:v>
                </c:pt>
                <c:pt idx="236">
                  <c:v>46064</c:v>
                </c:pt>
                <c:pt idx="237">
                  <c:v>46065</c:v>
                </c:pt>
                <c:pt idx="238">
                  <c:v>46066</c:v>
                </c:pt>
                <c:pt idx="239">
                  <c:v>46067</c:v>
                </c:pt>
                <c:pt idx="240">
                  <c:v>46068</c:v>
                </c:pt>
                <c:pt idx="241">
                  <c:v>46069</c:v>
                </c:pt>
                <c:pt idx="242">
                  <c:v>46070</c:v>
                </c:pt>
                <c:pt idx="243">
                  <c:v>46071</c:v>
                </c:pt>
                <c:pt idx="244">
                  <c:v>46072</c:v>
                </c:pt>
                <c:pt idx="245">
                  <c:v>46073</c:v>
                </c:pt>
                <c:pt idx="246">
                  <c:v>46074</c:v>
                </c:pt>
                <c:pt idx="247">
                  <c:v>46075</c:v>
                </c:pt>
                <c:pt idx="248">
                  <c:v>46076</c:v>
                </c:pt>
                <c:pt idx="249">
                  <c:v>46077</c:v>
                </c:pt>
                <c:pt idx="250">
                  <c:v>46078</c:v>
                </c:pt>
                <c:pt idx="251">
                  <c:v>46079</c:v>
                </c:pt>
                <c:pt idx="252">
                  <c:v>46080</c:v>
                </c:pt>
                <c:pt idx="253">
                  <c:v>46081</c:v>
                </c:pt>
                <c:pt idx="254">
                  <c:v>46082</c:v>
                </c:pt>
                <c:pt idx="255">
                  <c:v>46083</c:v>
                </c:pt>
                <c:pt idx="256">
                  <c:v>46084</c:v>
                </c:pt>
                <c:pt idx="257">
                  <c:v>46085</c:v>
                </c:pt>
                <c:pt idx="258">
                  <c:v>46086</c:v>
                </c:pt>
                <c:pt idx="259">
                  <c:v>46087</c:v>
                </c:pt>
                <c:pt idx="260">
                  <c:v>46088</c:v>
                </c:pt>
                <c:pt idx="261">
                  <c:v>46089</c:v>
                </c:pt>
                <c:pt idx="262">
                  <c:v>46090</c:v>
                </c:pt>
                <c:pt idx="263">
                  <c:v>46091</c:v>
                </c:pt>
                <c:pt idx="264">
                  <c:v>46092</c:v>
                </c:pt>
                <c:pt idx="265">
                  <c:v>46093</c:v>
                </c:pt>
                <c:pt idx="266">
                  <c:v>46094</c:v>
                </c:pt>
                <c:pt idx="267">
                  <c:v>46095</c:v>
                </c:pt>
                <c:pt idx="268">
                  <c:v>46096</c:v>
                </c:pt>
                <c:pt idx="269">
                  <c:v>46097</c:v>
                </c:pt>
                <c:pt idx="270">
                  <c:v>46098</c:v>
                </c:pt>
                <c:pt idx="271">
                  <c:v>46099</c:v>
                </c:pt>
                <c:pt idx="272">
                  <c:v>46100</c:v>
                </c:pt>
                <c:pt idx="273">
                  <c:v>46101</c:v>
                </c:pt>
                <c:pt idx="274">
                  <c:v>46102</c:v>
                </c:pt>
                <c:pt idx="275">
                  <c:v>46103</c:v>
                </c:pt>
                <c:pt idx="276">
                  <c:v>46104</c:v>
                </c:pt>
                <c:pt idx="277">
                  <c:v>46105</c:v>
                </c:pt>
                <c:pt idx="278">
                  <c:v>46106</c:v>
                </c:pt>
                <c:pt idx="279">
                  <c:v>46107</c:v>
                </c:pt>
                <c:pt idx="280">
                  <c:v>46108</c:v>
                </c:pt>
                <c:pt idx="281">
                  <c:v>46109</c:v>
                </c:pt>
                <c:pt idx="282">
                  <c:v>46110</c:v>
                </c:pt>
                <c:pt idx="283">
                  <c:v>46111</c:v>
                </c:pt>
                <c:pt idx="284">
                  <c:v>46112</c:v>
                </c:pt>
                <c:pt idx="285">
                  <c:v>46113</c:v>
                </c:pt>
                <c:pt idx="286">
                  <c:v>46114</c:v>
                </c:pt>
                <c:pt idx="287">
                  <c:v>46115</c:v>
                </c:pt>
                <c:pt idx="288">
                  <c:v>46116</c:v>
                </c:pt>
                <c:pt idx="289">
                  <c:v>46117</c:v>
                </c:pt>
                <c:pt idx="290">
                  <c:v>46118</c:v>
                </c:pt>
                <c:pt idx="291">
                  <c:v>46119</c:v>
                </c:pt>
                <c:pt idx="292">
                  <c:v>46120</c:v>
                </c:pt>
                <c:pt idx="293">
                  <c:v>46121</c:v>
                </c:pt>
                <c:pt idx="294">
                  <c:v>46122</c:v>
                </c:pt>
                <c:pt idx="295">
                  <c:v>46123</c:v>
                </c:pt>
                <c:pt idx="296">
                  <c:v>46124</c:v>
                </c:pt>
                <c:pt idx="297">
                  <c:v>46125</c:v>
                </c:pt>
                <c:pt idx="298">
                  <c:v>46126</c:v>
                </c:pt>
                <c:pt idx="299">
                  <c:v>46127</c:v>
                </c:pt>
                <c:pt idx="300">
                  <c:v>46128</c:v>
                </c:pt>
                <c:pt idx="301">
                  <c:v>46129</c:v>
                </c:pt>
                <c:pt idx="302">
                  <c:v>46130</c:v>
                </c:pt>
                <c:pt idx="303">
                  <c:v>46131</c:v>
                </c:pt>
                <c:pt idx="304">
                  <c:v>46132</c:v>
                </c:pt>
                <c:pt idx="305">
                  <c:v>46133</c:v>
                </c:pt>
                <c:pt idx="306">
                  <c:v>46134</c:v>
                </c:pt>
                <c:pt idx="307">
                  <c:v>46135</c:v>
                </c:pt>
                <c:pt idx="308">
                  <c:v>46136</c:v>
                </c:pt>
                <c:pt idx="309">
                  <c:v>46137</c:v>
                </c:pt>
                <c:pt idx="310">
                  <c:v>46138</c:v>
                </c:pt>
                <c:pt idx="311">
                  <c:v>46139</c:v>
                </c:pt>
                <c:pt idx="312">
                  <c:v>46140</c:v>
                </c:pt>
                <c:pt idx="313">
                  <c:v>46141</c:v>
                </c:pt>
                <c:pt idx="314">
                  <c:v>46142</c:v>
                </c:pt>
                <c:pt idx="315">
                  <c:v>46143</c:v>
                </c:pt>
                <c:pt idx="316">
                  <c:v>46144</c:v>
                </c:pt>
                <c:pt idx="317">
                  <c:v>46145</c:v>
                </c:pt>
                <c:pt idx="318">
                  <c:v>46146</c:v>
                </c:pt>
                <c:pt idx="319">
                  <c:v>46147</c:v>
                </c:pt>
                <c:pt idx="320">
                  <c:v>46148</c:v>
                </c:pt>
                <c:pt idx="321">
                  <c:v>46149</c:v>
                </c:pt>
                <c:pt idx="322">
                  <c:v>46150</c:v>
                </c:pt>
                <c:pt idx="323">
                  <c:v>46151</c:v>
                </c:pt>
                <c:pt idx="324">
                  <c:v>46152</c:v>
                </c:pt>
                <c:pt idx="325">
                  <c:v>46153</c:v>
                </c:pt>
                <c:pt idx="326">
                  <c:v>46154</c:v>
                </c:pt>
                <c:pt idx="327">
                  <c:v>46155</c:v>
                </c:pt>
                <c:pt idx="328">
                  <c:v>46156</c:v>
                </c:pt>
                <c:pt idx="329">
                  <c:v>46157</c:v>
                </c:pt>
                <c:pt idx="330">
                  <c:v>46158</c:v>
                </c:pt>
                <c:pt idx="331">
                  <c:v>46159</c:v>
                </c:pt>
                <c:pt idx="332">
                  <c:v>46160</c:v>
                </c:pt>
                <c:pt idx="333">
                  <c:v>46161</c:v>
                </c:pt>
                <c:pt idx="334">
                  <c:v>46162</c:v>
                </c:pt>
                <c:pt idx="335">
                  <c:v>46163</c:v>
                </c:pt>
                <c:pt idx="336">
                  <c:v>46164</c:v>
                </c:pt>
                <c:pt idx="337">
                  <c:v>46165</c:v>
                </c:pt>
                <c:pt idx="338">
                  <c:v>46166</c:v>
                </c:pt>
                <c:pt idx="339">
                  <c:v>46167</c:v>
                </c:pt>
                <c:pt idx="340">
                  <c:v>46168</c:v>
                </c:pt>
                <c:pt idx="341">
                  <c:v>46169</c:v>
                </c:pt>
                <c:pt idx="342">
                  <c:v>46170</c:v>
                </c:pt>
                <c:pt idx="343">
                  <c:v>46171</c:v>
                </c:pt>
                <c:pt idx="344">
                  <c:v>46172</c:v>
                </c:pt>
                <c:pt idx="345">
                  <c:v>46173</c:v>
                </c:pt>
                <c:pt idx="346">
                  <c:v>46174</c:v>
                </c:pt>
                <c:pt idx="347">
                  <c:v>46175</c:v>
                </c:pt>
                <c:pt idx="348">
                  <c:v>46176</c:v>
                </c:pt>
                <c:pt idx="349">
                  <c:v>46177</c:v>
                </c:pt>
                <c:pt idx="350">
                  <c:v>46178</c:v>
                </c:pt>
                <c:pt idx="351">
                  <c:v>46179</c:v>
                </c:pt>
                <c:pt idx="352">
                  <c:v>46180</c:v>
                </c:pt>
                <c:pt idx="353">
                  <c:v>46181</c:v>
                </c:pt>
                <c:pt idx="354">
                  <c:v>46182</c:v>
                </c:pt>
                <c:pt idx="355">
                  <c:v>46183</c:v>
                </c:pt>
                <c:pt idx="356">
                  <c:v>46184</c:v>
                </c:pt>
                <c:pt idx="357">
                  <c:v>46185</c:v>
                </c:pt>
                <c:pt idx="358">
                  <c:v>46186</c:v>
                </c:pt>
                <c:pt idx="359">
                  <c:v>46187</c:v>
                </c:pt>
                <c:pt idx="360">
                  <c:v>46188</c:v>
                </c:pt>
                <c:pt idx="361">
                  <c:v>46189</c:v>
                </c:pt>
                <c:pt idx="362">
                  <c:v>46190</c:v>
                </c:pt>
              </c:numCache>
            </c:numRef>
          </c:cat>
          <c:val>
            <c:numRef>
              <c:f>G!$D$2:$D$364</c:f>
              <c:numCache>
                <c:formatCode>General</c:formatCode>
                <c:ptCount val="363"/>
                <c:pt idx="0">
                  <c:v>4022.0864999999999</c:v>
                </c:pt>
                <c:pt idx="1">
                  <c:v>3697.0594000000001</c:v>
                </c:pt>
                <c:pt idx="2">
                  <c:v>3354.2811999999999</c:v>
                </c:pt>
                <c:pt idx="3">
                  <c:v>3962.1493999999998</c:v>
                </c:pt>
                <c:pt idx="4">
                  <c:v>3915.6278000000002</c:v>
                </c:pt>
                <c:pt idx="5">
                  <c:v>3999.3546999999999</c:v>
                </c:pt>
                <c:pt idx="6">
                  <c:v>3911.1464000000001</c:v>
                </c:pt>
                <c:pt idx="7">
                  <c:v>3968.3948</c:v>
                </c:pt>
                <c:pt idx="8">
                  <c:v>3812.5309999999999</c:v>
                </c:pt>
                <c:pt idx="9">
                  <c:v>3616.3986</c:v>
                </c:pt>
                <c:pt idx="10">
                  <c:v>4116.5330999999996</c:v>
                </c:pt>
                <c:pt idx="11">
                  <c:v>3959.5176999999999</c:v>
                </c:pt>
                <c:pt idx="12">
                  <c:v>3980.2995000000001</c:v>
                </c:pt>
                <c:pt idx="13">
                  <c:v>4056.7910999999999</c:v>
                </c:pt>
                <c:pt idx="14">
                  <c:v>4013.9252999999999</c:v>
                </c:pt>
                <c:pt idx="15">
                  <c:v>3902.346</c:v>
                </c:pt>
                <c:pt idx="16">
                  <c:v>3666.0455000000002</c:v>
                </c:pt>
                <c:pt idx="17">
                  <c:v>4210.4795999999997</c:v>
                </c:pt>
                <c:pt idx="18">
                  <c:v>4212.4861000000001</c:v>
                </c:pt>
                <c:pt idx="19">
                  <c:v>4510.8801999999996</c:v>
                </c:pt>
                <c:pt idx="20">
                  <c:v>3603.9204</c:v>
                </c:pt>
                <c:pt idx="21">
                  <c:v>4899.6022999999996</c:v>
                </c:pt>
                <c:pt idx="22">
                  <c:v>4176.3962000000001</c:v>
                </c:pt>
                <c:pt idx="23">
                  <c:v>3856.9810000000002</c:v>
                </c:pt>
                <c:pt idx="24">
                  <c:v>4275.8413</c:v>
                </c:pt>
                <c:pt idx="25">
                  <c:v>4173.1107000000002</c:v>
                </c:pt>
                <c:pt idx="26">
                  <c:v>4142.6219000000001</c:v>
                </c:pt>
                <c:pt idx="27">
                  <c:v>4150.4775</c:v>
                </c:pt>
                <c:pt idx="28">
                  <c:v>4215.058</c:v>
                </c:pt>
                <c:pt idx="29">
                  <c:v>3871.9911999999999</c:v>
                </c:pt>
                <c:pt idx="30">
                  <c:v>3658.8609000000001</c:v>
                </c:pt>
                <c:pt idx="31">
                  <c:v>4034.5245</c:v>
                </c:pt>
                <c:pt idx="32">
                  <c:v>3917.5662000000002</c:v>
                </c:pt>
                <c:pt idx="33">
                  <c:v>3970.3663999999999</c:v>
                </c:pt>
                <c:pt idx="34">
                  <c:v>4016.5711999999999</c:v>
                </c:pt>
                <c:pt idx="35">
                  <c:v>4089.0176000000001</c:v>
                </c:pt>
                <c:pt idx="36">
                  <c:v>3860.0592000000001</c:v>
                </c:pt>
                <c:pt idx="37">
                  <c:v>3727.2242000000001</c:v>
                </c:pt>
                <c:pt idx="38">
                  <c:v>4136.4213</c:v>
                </c:pt>
                <c:pt idx="39">
                  <c:v>4195.2344999999996</c:v>
                </c:pt>
                <c:pt idx="40">
                  <c:v>4114.6301999999996</c:v>
                </c:pt>
                <c:pt idx="41">
                  <c:v>4167.6921000000002</c:v>
                </c:pt>
                <c:pt idx="42">
                  <c:v>4231.4297999999999</c:v>
                </c:pt>
                <c:pt idx="43">
                  <c:v>3903.8186999999998</c:v>
                </c:pt>
                <c:pt idx="44">
                  <c:v>3650.2501999999999</c:v>
                </c:pt>
                <c:pt idx="45">
                  <c:v>4105.0122000000001</c:v>
                </c:pt>
                <c:pt idx="46">
                  <c:v>4084.8726999999999</c:v>
                </c:pt>
                <c:pt idx="47">
                  <c:v>4190.9459999999999</c:v>
                </c:pt>
                <c:pt idx="48">
                  <c:v>4366.7591000000002</c:v>
                </c:pt>
                <c:pt idx="49">
                  <c:v>3438.2552999999998</c:v>
                </c:pt>
                <c:pt idx="50">
                  <c:v>3944.9726000000001</c:v>
                </c:pt>
                <c:pt idx="51">
                  <c:v>3912.3045999999999</c:v>
                </c:pt>
                <c:pt idx="52">
                  <c:v>4104.2298000000001</c:v>
                </c:pt>
                <c:pt idx="53">
                  <c:v>3958.0369000000001</c:v>
                </c:pt>
                <c:pt idx="54">
                  <c:v>4062.9299000000001</c:v>
                </c:pt>
                <c:pt idx="55">
                  <c:v>4065.3932</c:v>
                </c:pt>
                <c:pt idx="56">
                  <c:v>4001.5144</c:v>
                </c:pt>
                <c:pt idx="57">
                  <c:v>3853.7793000000001</c:v>
                </c:pt>
                <c:pt idx="58">
                  <c:v>3671.0065</c:v>
                </c:pt>
                <c:pt idx="59">
                  <c:v>4103.1010999999999</c:v>
                </c:pt>
                <c:pt idx="60">
                  <c:v>4151.2920000000004</c:v>
                </c:pt>
                <c:pt idx="61">
                  <c:v>4181.5554000000002</c:v>
                </c:pt>
                <c:pt idx="62">
                  <c:v>4195.7173000000003</c:v>
                </c:pt>
                <c:pt idx="63">
                  <c:v>4163.3495000000003</c:v>
                </c:pt>
                <c:pt idx="64">
                  <c:v>3866.7134000000001</c:v>
                </c:pt>
                <c:pt idx="65">
                  <c:v>3837.4279000000001</c:v>
                </c:pt>
                <c:pt idx="66">
                  <c:v>4279.5973000000004</c:v>
                </c:pt>
                <c:pt idx="67">
                  <c:v>4160.4979000000003</c:v>
                </c:pt>
                <c:pt idx="68">
                  <c:v>4109.5216</c:v>
                </c:pt>
                <c:pt idx="69">
                  <c:v>4139.7130999999999</c:v>
                </c:pt>
                <c:pt idx="70">
                  <c:v>4019.3375000000001</c:v>
                </c:pt>
                <c:pt idx="71">
                  <c:v>3953.7006000000001</c:v>
                </c:pt>
                <c:pt idx="72">
                  <c:v>3783.9214999999999</c:v>
                </c:pt>
                <c:pt idx="73">
                  <c:v>4143.8490000000002</c:v>
                </c:pt>
                <c:pt idx="74">
                  <c:v>4183.9431999999997</c:v>
                </c:pt>
                <c:pt idx="75">
                  <c:v>4186.1036999999997</c:v>
                </c:pt>
                <c:pt idx="76">
                  <c:v>4543.0234</c:v>
                </c:pt>
                <c:pt idx="77">
                  <c:v>3861.1219000000001</c:v>
                </c:pt>
                <c:pt idx="78">
                  <c:v>3864.877</c:v>
                </c:pt>
                <c:pt idx="79">
                  <c:v>3438.7939999999999</c:v>
                </c:pt>
                <c:pt idx="80">
                  <c:v>3919.0297</c:v>
                </c:pt>
                <c:pt idx="81">
                  <c:v>4080.2510000000002</c:v>
                </c:pt>
                <c:pt idx="82">
                  <c:v>4189.268</c:v>
                </c:pt>
                <c:pt idx="83">
                  <c:v>4221.9489999999996</c:v>
                </c:pt>
                <c:pt idx="84">
                  <c:v>4157.4422000000004</c:v>
                </c:pt>
                <c:pt idx="85">
                  <c:v>3920.4706999999999</c:v>
                </c:pt>
                <c:pt idx="86">
                  <c:v>3900.6902</c:v>
                </c:pt>
                <c:pt idx="87">
                  <c:v>4226.0686999999998</c:v>
                </c:pt>
                <c:pt idx="88">
                  <c:v>4105.7209000000003</c:v>
                </c:pt>
                <c:pt idx="89">
                  <c:v>3876.9798999999998</c:v>
                </c:pt>
                <c:pt idx="90">
                  <c:v>3913.2779999999998</c:v>
                </c:pt>
                <c:pt idx="91">
                  <c:v>3832.7397999999998</c:v>
                </c:pt>
                <c:pt idx="92">
                  <c:v>3718.9373999999998</c:v>
                </c:pt>
                <c:pt idx="93">
                  <c:v>3564.2233000000001</c:v>
                </c:pt>
                <c:pt idx="94">
                  <c:v>4056.8620999999998</c:v>
                </c:pt>
                <c:pt idx="95">
                  <c:v>3996.8166999999999</c:v>
                </c:pt>
                <c:pt idx="96">
                  <c:v>3926.9002999999998</c:v>
                </c:pt>
                <c:pt idx="97">
                  <c:v>3982.9258</c:v>
                </c:pt>
                <c:pt idx="98">
                  <c:v>3889.2166999999999</c:v>
                </c:pt>
                <c:pt idx="99">
                  <c:v>3757.3314999999998</c:v>
                </c:pt>
                <c:pt idx="100">
                  <c:v>3707.4791</c:v>
                </c:pt>
                <c:pt idx="101">
                  <c:v>4163.2188999999998</c:v>
                </c:pt>
                <c:pt idx="102">
                  <c:v>4284.0483999999997</c:v>
                </c:pt>
                <c:pt idx="103">
                  <c:v>4237.8011999999999</c:v>
                </c:pt>
                <c:pt idx="104">
                  <c:v>4257.3774999999996</c:v>
                </c:pt>
                <c:pt idx="105">
                  <c:v>4232.7538000000004</c:v>
                </c:pt>
                <c:pt idx="106">
                  <c:v>3844.9657000000002</c:v>
                </c:pt>
                <c:pt idx="107">
                  <c:v>3813.6006000000002</c:v>
                </c:pt>
                <c:pt idx="108">
                  <c:v>3440.2444999999998</c:v>
                </c:pt>
                <c:pt idx="109">
                  <c:v>4248.6572999999999</c:v>
                </c:pt>
                <c:pt idx="110">
                  <c:v>4146.8905000000004</c:v>
                </c:pt>
                <c:pt idx="111">
                  <c:v>4284.0577000000003</c:v>
                </c:pt>
                <c:pt idx="112">
                  <c:v>4305.0183999999999</c:v>
                </c:pt>
                <c:pt idx="113">
                  <c:v>4087.8148999999999</c:v>
                </c:pt>
                <c:pt idx="114">
                  <c:v>3822.2029000000002</c:v>
                </c:pt>
                <c:pt idx="115">
                  <c:v>4081.6087000000002</c:v>
                </c:pt>
                <c:pt idx="116">
                  <c:v>4125.2119000000002</c:v>
                </c:pt>
                <c:pt idx="117">
                  <c:v>4046.2822000000001</c:v>
                </c:pt>
                <c:pt idx="118">
                  <c:v>4033.0515</c:v>
                </c:pt>
                <c:pt idx="119">
                  <c:v>3938.4068000000002</c:v>
                </c:pt>
                <c:pt idx="120">
                  <c:v>3889.5944</c:v>
                </c:pt>
                <c:pt idx="121">
                  <c:v>3535.4776999999999</c:v>
                </c:pt>
                <c:pt idx="122">
                  <c:v>3694.2546000000002</c:v>
                </c:pt>
                <c:pt idx="123">
                  <c:v>3959.5082000000002</c:v>
                </c:pt>
                <c:pt idx="124">
                  <c:v>3951.2381</c:v>
                </c:pt>
                <c:pt idx="125">
                  <c:v>3824.2012</c:v>
                </c:pt>
                <c:pt idx="126">
                  <c:v>3926.1104999999998</c:v>
                </c:pt>
                <c:pt idx="127">
                  <c:v>3873.8044</c:v>
                </c:pt>
                <c:pt idx="128">
                  <c:v>3701.7183</c:v>
                </c:pt>
                <c:pt idx="129">
                  <c:v>4108.2632000000003</c:v>
                </c:pt>
                <c:pt idx="130">
                  <c:v>4163.1623</c:v>
                </c:pt>
                <c:pt idx="131">
                  <c:v>4186.6426000000001</c:v>
                </c:pt>
                <c:pt idx="132">
                  <c:v>4266.9174000000003</c:v>
                </c:pt>
                <c:pt idx="133">
                  <c:v>4395.1207999999997</c:v>
                </c:pt>
                <c:pt idx="134">
                  <c:v>4068.1649000000002</c:v>
                </c:pt>
                <c:pt idx="135">
                  <c:v>3813.3031999999998</c:v>
                </c:pt>
                <c:pt idx="136">
                  <c:v>4400.8608999999997</c:v>
                </c:pt>
                <c:pt idx="137">
                  <c:v>4378.3100000000004</c:v>
                </c:pt>
                <c:pt idx="138">
                  <c:v>3593.2820999999999</c:v>
                </c:pt>
                <c:pt idx="139">
                  <c:v>3753.1781999999998</c:v>
                </c:pt>
                <c:pt idx="140">
                  <c:v>4067.8141000000001</c:v>
                </c:pt>
                <c:pt idx="141">
                  <c:v>3771.6817000000001</c:v>
                </c:pt>
                <c:pt idx="142">
                  <c:v>3716.6641</c:v>
                </c:pt>
                <c:pt idx="143">
                  <c:v>4136.5016999999998</c:v>
                </c:pt>
                <c:pt idx="144">
                  <c:v>4031.9481999999998</c:v>
                </c:pt>
                <c:pt idx="145">
                  <c:v>4065.4126999999999</c:v>
                </c:pt>
                <c:pt idx="146">
                  <c:v>4022.5664999999999</c:v>
                </c:pt>
                <c:pt idx="147">
                  <c:v>4034.3851</c:v>
                </c:pt>
                <c:pt idx="148">
                  <c:v>3937.4816999999998</c:v>
                </c:pt>
                <c:pt idx="149">
                  <c:v>3743.4414000000002</c:v>
                </c:pt>
                <c:pt idx="150">
                  <c:v>4012.1583000000001</c:v>
                </c:pt>
                <c:pt idx="151">
                  <c:v>3658.2851000000001</c:v>
                </c:pt>
                <c:pt idx="152">
                  <c:v>3788.9027000000001</c:v>
                </c:pt>
                <c:pt idx="153">
                  <c:v>3714.5529000000001</c:v>
                </c:pt>
                <c:pt idx="154">
                  <c:v>3635.7667999999999</c:v>
                </c:pt>
                <c:pt idx="155">
                  <c:v>3571.9430000000002</c:v>
                </c:pt>
                <c:pt idx="156">
                  <c:v>3311.9924999999998</c:v>
                </c:pt>
                <c:pt idx="157">
                  <c:v>3695.9421000000002</c:v>
                </c:pt>
                <c:pt idx="158">
                  <c:v>3695.3883999999998</c:v>
                </c:pt>
                <c:pt idx="159">
                  <c:v>3537.0688</c:v>
                </c:pt>
                <c:pt idx="160">
                  <c:v>3624.098</c:v>
                </c:pt>
                <c:pt idx="161">
                  <c:v>3406.4567000000002</c:v>
                </c:pt>
                <c:pt idx="162">
                  <c:v>2608.3726999999999</c:v>
                </c:pt>
                <c:pt idx="163">
                  <c:v>4071.0214000000001</c:v>
                </c:pt>
                <c:pt idx="164">
                  <c:v>4204.6466</c:v>
                </c:pt>
                <c:pt idx="165">
                  <c:v>4313.0479999999998</c:v>
                </c:pt>
                <c:pt idx="166">
                  <c:v>4353.1162000000004</c:v>
                </c:pt>
                <c:pt idx="167">
                  <c:v>3624.6306</c:v>
                </c:pt>
                <c:pt idx="168">
                  <c:v>4048.2121999999999</c:v>
                </c:pt>
                <c:pt idx="169">
                  <c:v>3907.5142999999998</c:v>
                </c:pt>
                <c:pt idx="170">
                  <c:v>3632.9429</c:v>
                </c:pt>
                <c:pt idx="171">
                  <c:v>4145.6949000000004</c:v>
                </c:pt>
                <c:pt idx="172">
                  <c:v>4009.5491999999999</c:v>
                </c:pt>
                <c:pt idx="173">
                  <c:v>3916.0210000000002</c:v>
                </c:pt>
                <c:pt idx="174">
                  <c:v>3897.6680999999999</c:v>
                </c:pt>
                <c:pt idx="175">
                  <c:v>3926.6734999999999</c:v>
                </c:pt>
                <c:pt idx="176">
                  <c:v>3729.7424000000001</c:v>
                </c:pt>
                <c:pt idx="177">
                  <c:v>3672.3011999999999</c:v>
                </c:pt>
                <c:pt idx="178">
                  <c:v>4097.4970000000003</c:v>
                </c:pt>
                <c:pt idx="179">
                  <c:v>4075.4526999999998</c:v>
                </c:pt>
                <c:pt idx="180">
                  <c:v>4032.8964000000001</c:v>
                </c:pt>
                <c:pt idx="181">
                  <c:v>3954.4162999999999</c:v>
                </c:pt>
                <c:pt idx="182">
                  <c:v>3858.7779</c:v>
                </c:pt>
                <c:pt idx="183">
                  <c:v>3779.3006999999998</c:v>
                </c:pt>
                <c:pt idx="184">
                  <c:v>3616.1138999999998</c:v>
                </c:pt>
                <c:pt idx="185">
                  <c:v>4087.8078999999998</c:v>
                </c:pt>
                <c:pt idx="186">
                  <c:v>4135.1895999999997</c:v>
                </c:pt>
                <c:pt idx="187">
                  <c:v>4122.1890999999996</c:v>
                </c:pt>
                <c:pt idx="188">
                  <c:v>3528.4214999999999</c:v>
                </c:pt>
                <c:pt idx="189">
                  <c:v>4140.1343999999999</c:v>
                </c:pt>
                <c:pt idx="190">
                  <c:v>3944.1931</c:v>
                </c:pt>
                <c:pt idx="191">
                  <c:v>3781.6896999999999</c:v>
                </c:pt>
                <c:pt idx="192">
                  <c:v>4126.6944000000003</c:v>
                </c:pt>
                <c:pt idx="193">
                  <c:v>4154.3312999999998</c:v>
                </c:pt>
                <c:pt idx="194">
                  <c:v>4274.4930999999997</c:v>
                </c:pt>
                <c:pt idx="195">
                  <c:v>4423.5623999999998</c:v>
                </c:pt>
                <c:pt idx="196">
                  <c:v>4087.2008000000001</c:v>
                </c:pt>
                <c:pt idx="197">
                  <c:v>3368.9686000000002</c:v>
                </c:pt>
                <c:pt idx="198">
                  <c:v>3804.0952000000002</c:v>
                </c:pt>
                <c:pt idx="199">
                  <c:v>4158.0230000000001</c:v>
                </c:pt>
                <c:pt idx="200">
                  <c:v>3965.0005999999998</c:v>
                </c:pt>
                <c:pt idx="201">
                  <c:v>3929.6621</c:v>
                </c:pt>
                <c:pt idx="202">
                  <c:v>3860.7950000000001</c:v>
                </c:pt>
                <c:pt idx="203">
                  <c:v>3937.8670999999999</c:v>
                </c:pt>
                <c:pt idx="204">
                  <c:v>3813.7267000000002</c:v>
                </c:pt>
                <c:pt idx="205">
                  <c:v>3642.7972</c:v>
                </c:pt>
                <c:pt idx="206">
                  <c:v>4109.8585999999996</c:v>
                </c:pt>
                <c:pt idx="207">
                  <c:v>4006.7624999999998</c:v>
                </c:pt>
                <c:pt idx="208">
                  <c:v>4103.7044999999998</c:v>
                </c:pt>
                <c:pt idx="209">
                  <c:v>3667.0727000000002</c:v>
                </c:pt>
                <c:pt idx="210">
                  <c:v>4067.4429</c:v>
                </c:pt>
                <c:pt idx="211">
                  <c:v>3955.1958</c:v>
                </c:pt>
                <c:pt idx="212">
                  <c:v>3844.8445000000002</c:v>
                </c:pt>
                <c:pt idx="213">
                  <c:v>4205.9236000000001</c:v>
                </c:pt>
                <c:pt idx="214">
                  <c:v>4197.8224</c:v>
                </c:pt>
                <c:pt idx="215">
                  <c:v>4078.3444</c:v>
                </c:pt>
                <c:pt idx="216">
                  <c:v>4097.8873999999996</c:v>
                </c:pt>
                <c:pt idx="217">
                  <c:v>4017.0313000000001</c:v>
                </c:pt>
                <c:pt idx="218">
                  <c:v>3839.1210999999998</c:v>
                </c:pt>
                <c:pt idx="219">
                  <c:v>3885.5754999999999</c:v>
                </c:pt>
                <c:pt idx="220">
                  <c:v>4187.0522000000001</c:v>
                </c:pt>
                <c:pt idx="221">
                  <c:v>4060.5970000000002</c:v>
                </c:pt>
                <c:pt idx="222">
                  <c:v>4183.7879000000003</c:v>
                </c:pt>
                <c:pt idx="223">
                  <c:v>4065.8164000000002</c:v>
                </c:pt>
                <c:pt idx="224">
                  <c:v>4039.9007999999999</c:v>
                </c:pt>
                <c:pt idx="225">
                  <c:v>3929.4591999999998</c:v>
                </c:pt>
                <c:pt idx="226">
                  <c:v>3478.8337999999999</c:v>
                </c:pt>
                <c:pt idx="227">
                  <c:v>4192.9947000000002</c:v>
                </c:pt>
                <c:pt idx="228">
                  <c:v>4209.5536000000002</c:v>
                </c:pt>
                <c:pt idx="229">
                  <c:v>3489.0308</c:v>
                </c:pt>
                <c:pt idx="230">
                  <c:v>4139.7245999999996</c:v>
                </c:pt>
                <c:pt idx="231">
                  <c:v>4021.3220000000001</c:v>
                </c:pt>
                <c:pt idx="232">
                  <c:v>3785.7633000000001</c:v>
                </c:pt>
                <c:pt idx="233">
                  <c:v>3723.9245000000001</c:v>
                </c:pt>
                <c:pt idx="234">
                  <c:v>4078.5311999999999</c:v>
                </c:pt>
                <c:pt idx="235">
                  <c:v>4148.4722000000002</c:v>
                </c:pt>
                <c:pt idx="236">
                  <c:v>4193.3816999999999</c:v>
                </c:pt>
                <c:pt idx="237">
                  <c:v>4059.203</c:v>
                </c:pt>
                <c:pt idx="238">
                  <c:v>4164.9355999999998</c:v>
                </c:pt>
                <c:pt idx="239">
                  <c:v>3955.2725999999998</c:v>
                </c:pt>
                <c:pt idx="240">
                  <c:v>3770.8020999999999</c:v>
                </c:pt>
                <c:pt idx="241">
                  <c:v>4175.1004000000003</c:v>
                </c:pt>
                <c:pt idx="242">
                  <c:v>4010.5983999999999</c:v>
                </c:pt>
                <c:pt idx="243">
                  <c:v>3921.9917</c:v>
                </c:pt>
                <c:pt idx="244">
                  <c:v>3933.5729999999999</c:v>
                </c:pt>
                <c:pt idx="245">
                  <c:v>3990.1653999999999</c:v>
                </c:pt>
                <c:pt idx="246">
                  <c:v>3657.8398999999999</c:v>
                </c:pt>
                <c:pt idx="247">
                  <c:v>3629.9699000000001</c:v>
                </c:pt>
                <c:pt idx="248">
                  <c:v>3965.5243</c:v>
                </c:pt>
                <c:pt idx="249">
                  <c:v>3922.1570999999999</c:v>
                </c:pt>
                <c:pt idx="250">
                  <c:v>4008.8425000000002</c:v>
                </c:pt>
                <c:pt idx="251">
                  <c:v>4049.1572999999999</c:v>
                </c:pt>
                <c:pt idx="252">
                  <c:v>4085.8589999999999</c:v>
                </c:pt>
                <c:pt idx="253">
                  <c:v>4110.9521999999997</c:v>
                </c:pt>
                <c:pt idx="254">
                  <c:v>4029.5333000000001</c:v>
                </c:pt>
                <c:pt idx="255">
                  <c:v>3529.4270999999999</c:v>
                </c:pt>
                <c:pt idx="256">
                  <c:v>4285.5502999999999</c:v>
                </c:pt>
                <c:pt idx="257">
                  <c:v>4037.9131000000002</c:v>
                </c:pt>
                <c:pt idx="258">
                  <c:v>4115.5600000000004</c:v>
                </c:pt>
                <c:pt idx="259">
                  <c:v>4072.5529000000001</c:v>
                </c:pt>
                <c:pt idx="260">
                  <c:v>3922.3521999999998</c:v>
                </c:pt>
                <c:pt idx="261">
                  <c:v>3927.3730999999998</c:v>
                </c:pt>
                <c:pt idx="262">
                  <c:v>4245.2664999999997</c:v>
                </c:pt>
                <c:pt idx="263">
                  <c:v>4115.3334999999997</c:v>
                </c:pt>
                <c:pt idx="264">
                  <c:v>3843.1550999999999</c:v>
                </c:pt>
                <c:pt idx="265">
                  <c:v>4065.5212000000001</c:v>
                </c:pt>
                <c:pt idx="266">
                  <c:v>4049.4782</c:v>
                </c:pt>
                <c:pt idx="267">
                  <c:v>3993.8474000000001</c:v>
                </c:pt>
                <c:pt idx="268">
                  <c:v>4071.4697999999999</c:v>
                </c:pt>
                <c:pt idx="269">
                  <c:v>4391.8478999999998</c:v>
                </c:pt>
                <c:pt idx="270">
                  <c:v>4376.2983000000004</c:v>
                </c:pt>
                <c:pt idx="271">
                  <c:v>4093.5234999999998</c:v>
                </c:pt>
                <c:pt idx="272">
                  <c:v>4237.0865000000003</c:v>
                </c:pt>
                <c:pt idx="273">
                  <c:v>4254.5727999999999</c:v>
                </c:pt>
                <c:pt idx="274">
                  <c:v>3904.7773000000002</c:v>
                </c:pt>
                <c:pt idx="275">
                  <c:v>3831.424</c:v>
                </c:pt>
                <c:pt idx="276">
                  <c:v>4266.8899000000001</c:v>
                </c:pt>
                <c:pt idx="277">
                  <c:v>4096.3994000000002</c:v>
                </c:pt>
                <c:pt idx="278">
                  <c:v>4073.0817000000002</c:v>
                </c:pt>
                <c:pt idx="279">
                  <c:v>4242.7583000000004</c:v>
                </c:pt>
                <c:pt idx="280">
                  <c:v>4169.1677</c:v>
                </c:pt>
                <c:pt idx="281">
                  <c:v>4001.3587000000002</c:v>
                </c:pt>
                <c:pt idx="282">
                  <c:v>3856.453</c:v>
                </c:pt>
                <c:pt idx="283">
                  <c:v>4329.9247999999998</c:v>
                </c:pt>
                <c:pt idx="284">
                  <c:v>4306.9112999999998</c:v>
                </c:pt>
                <c:pt idx="285">
                  <c:v>3876.9591999999998</c:v>
                </c:pt>
                <c:pt idx="286">
                  <c:v>4026.5972000000002</c:v>
                </c:pt>
                <c:pt idx="287">
                  <c:v>3591.0565000000001</c:v>
                </c:pt>
                <c:pt idx="288">
                  <c:v>3799.7595999999999</c:v>
                </c:pt>
                <c:pt idx="289">
                  <c:v>3793.4902000000002</c:v>
                </c:pt>
                <c:pt idx="290">
                  <c:v>4115.2156000000004</c:v>
                </c:pt>
                <c:pt idx="291">
                  <c:v>4166.2803000000004</c:v>
                </c:pt>
                <c:pt idx="292">
                  <c:v>4041.9123</c:v>
                </c:pt>
                <c:pt idx="293">
                  <c:v>4319.7483000000002</c:v>
                </c:pt>
                <c:pt idx="294">
                  <c:v>4530.1580999999996</c:v>
                </c:pt>
                <c:pt idx="295">
                  <c:v>4393.6265000000003</c:v>
                </c:pt>
                <c:pt idx="296">
                  <c:v>4020.5987</c:v>
                </c:pt>
                <c:pt idx="297">
                  <c:v>3477.1678999999999</c:v>
                </c:pt>
                <c:pt idx="298">
                  <c:v>3238.9411</c:v>
                </c:pt>
                <c:pt idx="299">
                  <c:v>3417.2896999999998</c:v>
                </c:pt>
                <c:pt idx="300">
                  <c:v>3571.308</c:v>
                </c:pt>
                <c:pt idx="301">
                  <c:v>3753.0862000000002</c:v>
                </c:pt>
                <c:pt idx="302">
                  <c:v>3817.2797</c:v>
                </c:pt>
                <c:pt idx="303">
                  <c:v>3711.9816000000001</c:v>
                </c:pt>
                <c:pt idx="304">
                  <c:v>3903.4924999999998</c:v>
                </c:pt>
                <c:pt idx="305">
                  <c:v>4165.7096000000001</c:v>
                </c:pt>
                <c:pt idx="306">
                  <c:v>4015.1646000000001</c:v>
                </c:pt>
                <c:pt idx="307">
                  <c:v>3945.1268</c:v>
                </c:pt>
                <c:pt idx="308">
                  <c:v>4244.0922</c:v>
                </c:pt>
                <c:pt idx="309">
                  <c:v>3791.6336999999999</c:v>
                </c:pt>
                <c:pt idx="310">
                  <c:v>3589.9598000000001</c:v>
                </c:pt>
                <c:pt idx="311">
                  <c:v>3919.9169000000002</c:v>
                </c:pt>
                <c:pt idx="312">
                  <c:v>3941.8182999999999</c:v>
                </c:pt>
                <c:pt idx="313">
                  <c:v>3870.0862000000002</c:v>
                </c:pt>
                <c:pt idx="314">
                  <c:v>4137.8148000000001</c:v>
                </c:pt>
                <c:pt idx="315">
                  <c:v>3278.5835000000002</c:v>
                </c:pt>
                <c:pt idx="316">
                  <c:v>3703.3263000000002</c:v>
                </c:pt>
                <c:pt idx="317">
                  <c:v>3680.8108999999999</c:v>
                </c:pt>
                <c:pt idx="318">
                  <c:v>3977.5967000000001</c:v>
                </c:pt>
                <c:pt idx="319">
                  <c:v>4066.0610999999999</c:v>
                </c:pt>
                <c:pt idx="320">
                  <c:v>3795.5697</c:v>
                </c:pt>
                <c:pt idx="321">
                  <c:v>3724.8928999999998</c:v>
                </c:pt>
                <c:pt idx="322">
                  <c:v>3856.8505</c:v>
                </c:pt>
                <c:pt idx="323">
                  <c:v>3561.8334</c:v>
                </c:pt>
                <c:pt idx="324">
                  <c:v>3546.2779999999998</c:v>
                </c:pt>
                <c:pt idx="325">
                  <c:v>3944.5700999999999</c:v>
                </c:pt>
                <c:pt idx="326">
                  <c:v>3837.7781</c:v>
                </c:pt>
                <c:pt idx="327">
                  <c:v>3852.2619</c:v>
                </c:pt>
                <c:pt idx="328">
                  <c:v>3640.7249999999999</c:v>
                </c:pt>
                <c:pt idx="329">
                  <c:v>3696.2669000000001</c:v>
                </c:pt>
                <c:pt idx="330">
                  <c:v>3478.8620999999998</c:v>
                </c:pt>
                <c:pt idx="331">
                  <c:v>3404.6651000000002</c:v>
                </c:pt>
                <c:pt idx="332">
                  <c:v>3886.9340999999999</c:v>
                </c:pt>
                <c:pt idx="333">
                  <c:v>3781.4926999999998</c:v>
                </c:pt>
                <c:pt idx="334">
                  <c:v>3777.2177999999999</c:v>
                </c:pt>
                <c:pt idx="335">
                  <c:v>3746.9456</c:v>
                </c:pt>
                <c:pt idx="336">
                  <c:v>3968.4877999999999</c:v>
                </c:pt>
                <c:pt idx="337">
                  <c:v>3509.15</c:v>
                </c:pt>
                <c:pt idx="338">
                  <c:v>3457.0587999999998</c:v>
                </c:pt>
                <c:pt idx="339">
                  <c:v>3934.2244000000001</c:v>
                </c:pt>
                <c:pt idx="340">
                  <c:v>3985.9947000000002</c:v>
                </c:pt>
                <c:pt idx="341">
                  <c:v>4000.3616000000002</c:v>
                </c:pt>
                <c:pt idx="342">
                  <c:v>3729.2809000000002</c:v>
                </c:pt>
                <c:pt idx="343">
                  <c:v>4155.0982000000004</c:v>
                </c:pt>
                <c:pt idx="344">
                  <c:v>3269.2105000000001</c:v>
                </c:pt>
                <c:pt idx="345">
                  <c:v>3375.8168999999998</c:v>
                </c:pt>
                <c:pt idx="346">
                  <c:v>4129.5685000000003</c:v>
                </c:pt>
                <c:pt idx="347">
                  <c:v>3985.7428</c:v>
                </c:pt>
                <c:pt idx="348">
                  <c:v>3803.8665000000001</c:v>
                </c:pt>
                <c:pt idx="349">
                  <c:v>3744.8465000000001</c:v>
                </c:pt>
                <c:pt idx="350">
                  <c:v>3594.8523</c:v>
                </c:pt>
                <c:pt idx="351">
                  <c:v>3504.4194000000002</c:v>
                </c:pt>
                <c:pt idx="352">
                  <c:v>3305.5502000000001</c:v>
                </c:pt>
                <c:pt idx="353">
                  <c:v>3669.0309999999999</c:v>
                </c:pt>
                <c:pt idx="354">
                  <c:v>3659.4861999999998</c:v>
                </c:pt>
                <c:pt idx="355">
                  <c:v>3729.4175</c:v>
                </c:pt>
                <c:pt idx="356">
                  <c:v>3515.9744000000001</c:v>
                </c:pt>
                <c:pt idx="357">
                  <c:v>3505.0825</c:v>
                </c:pt>
                <c:pt idx="358">
                  <c:v>3425.4259999999999</c:v>
                </c:pt>
                <c:pt idx="359">
                  <c:v>3394.1118999999999</c:v>
                </c:pt>
                <c:pt idx="360">
                  <c:v>3846.5596</c:v>
                </c:pt>
                <c:pt idx="361">
                  <c:v>3709.3708999999999</c:v>
                </c:pt>
                <c:pt idx="362">
                  <c:v>3661.4566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D75-43E9-9964-2488866357D4}"/>
            </c:ext>
          </c:extLst>
        </c:ser>
        <c:ser>
          <c:idx val="3"/>
          <c:order val="3"/>
          <c:tx>
            <c:strRef>
              <c:f>G!$E$1</c:f>
              <c:strCache>
                <c:ptCount val="1"/>
                <c:pt idx="0">
                  <c:v>PUT</c:v>
                </c:pt>
              </c:strCache>
            </c:strRef>
          </c:tx>
          <c:spPr>
            <a:ln w="28575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cat>
            <c:numRef>
              <c:f>G!$A$2:$A$364</c:f>
              <c:numCache>
                <c:formatCode>m/d/yyyy</c:formatCode>
                <c:ptCount val="363"/>
                <c:pt idx="0">
                  <c:v>45828</c:v>
                </c:pt>
                <c:pt idx="1">
                  <c:v>45829</c:v>
                </c:pt>
                <c:pt idx="2">
                  <c:v>45830</c:v>
                </c:pt>
                <c:pt idx="3">
                  <c:v>45831</c:v>
                </c:pt>
                <c:pt idx="4">
                  <c:v>45832</c:v>
                </c:pt>
                <c:pt idx="5">
                  <c:v>45833</c:v>
                </c:pt>
                <c:pt idx="6">
                  <c:v>45834</c:v>
                </c:pt>
                <c:pt idx="7">
                  <c:v>45835</c:v>
                </c:pt>
                <c:pt idx="8">
                  <c:v>45836</c:v>
                </c:pt>
                <c:pt idx="9">
                  <c:v>45837</c:v>
                </c:pt>
                <c:pt idx="10">
                  <c:v>45838</c:v>
                </c:pt>
                <c:pt idx="11">
                  <c:v>45839</c:v>
                </c:pt>
                <c:pt idx="12">
                  <c:v>45840</c:v>
                </c:pt>
                <c:pt idx="13">
                  <c:v>45841</c:v>
                </c:pt>
                <c:pt idx="14">
                  <c:v>45842</c:v>
                </c:pt>
                <c:pt idx="15">
                  <c:v>45843</c:v>
                </c:pt>
                <c:pt idx="16">
                  <c:v>45844</c:v>
                </c:pt>
                <c:pt idx="17">
                  <c:v>45845</c:v>
                </c:pt>
                <c:pt idx="18">
                  <c:v>45846</c:v>
                </c:pt>
                <c:pt idx="19">
                  <c:v>45847</c:v>
                </c:pt>
                <c:pt idx="20">
                  <c:v>45848</c:v>
                </c:pt>
                <c:pt idx="21">
                  <c:v>45849</c:v>
                </c:pt>
                <c:pt idx="22">
                  <c:v>45850</c:v>
                </c:pt>
                <c:pt idx="23">
                  <c:v>45851</c:v>
                </c:pt>
                <c:pt idx="24">
                  <c:v>45852</c:v>
                </c:pt>
                <c:pt idx="25">
                  <c:v>45853</c:v>
                </c:pt>
                <c:pt idx="26">
                  <c:v>45854</c:v>
                </c:pt>
                <c:pt idx="27">
                  <c:v>45855</c:v>
                </c:pt>
                <c:pt idx="28">
                  <c:v>45856</c:v>
                </c:pt>
                <c:pt idx="29">
                  <c:v>45857</c:v>
                </c:pt>
                <c:pt idx="30">
                  <c:v>45858</c:v>
                </c:pt>
                <c:pt idx="31">
                  <c:v>45859</c:v>
                </c:pt>
                <c:pt idx="32">
                  <c:v>45860</c:v>
                </c:pt>
                <c:pt idx="33">
                  <c:v>45861</c:v>
                </c:pt>
                <c:pt idx="34">
                  <c:v>45862</c:v>
                </c:pt>
                <c:pt idx="35">
                  <c:v>45863</c:v>
                </c:pt>
                <c:pt idx="36">
                  <c:v>45864</c:v>
                </c:pt>
                <c:pt idx="37">
                  <c:v>45865</c:v>
                </c:pt>
                <c:pt idx="38">
                  <c:v>45866</c:v>
                </c:pt>
                <c:pt idx="39">
                  <c:v>45867</c:v>
                </c:pt>
                <c:pt idx="40">
                  <c:v>45868</c:v>
                </c:pt>
                <c:pt idx="41">
                  <c:v>45869</c:v>
                </c:pt>
                <c:pt idx="42">
                  <c:v>45870</c:v>
                </c:pt>
                <c:pt idx="43">
                  <c:v>45871</c:v>
                </c:pt>
                <c:pt idx="44">
                  <c:v>45872</c:v>
                </c:pt>
                <c:pt idx="45">
                  <c:v>45873</c:v>
                </c:pt>
                <c:pt idx="46">
                  <c:v>45874</c:v>
                </c:pt>
                <c:pt idx="47">
                  <c:v>45875</c:v>
                </c:pt>
                <c:pt idx="48">
                  <c:v>45876</c:v>
                </c:pt>
                <c:pt idx="49">
                  <c:v>45877</c:v>
                </c:pt>
                <c:pt idx="50">
                  <c:v>45878</c:v>
                </c:pt>
                <c:pt idx="51">
                  <c:v>45879</c:v>
                </c:pt>
                <c:pt idx="52">
                  <c:v>45880</c:v>
                </c:pt>
                <c:pt idx="53">
                  <c:v>45881</c:v>
                </c:pt>
                <c:pt idx="54">
                  <c:v>45882</c:v>
                </c:pt>
                <c:pt idx="55">
                  <c:v>45883</c:v>
                </c:pt>
                <c:pt idx="56">
                  <c:v>45884</c:v>
                </c:pt>
                <c:pt idx="57">
                  <c:v>45885</c:v>
                </c:pt>
                <c:pt idx="58">
                  <c:v>45886</c:v>
                </c:pt>
                <c:pt idx="59">
                  <c:v>45887</c:v>
                </c:pt>
                <c:pt idx="60">
                  <c:v>45888</c:v>
                </c:pt>
                <c:pt idx="61">
                  <c:v>45889</c:v>
                </c:pt>
                <c:pt idx="62">
                  <c:v>45890</c:v>
                </c:pt>
                <c:pt idx="63">
                  <c:v>45891</c:v>
                </c:pt>
                <c:pt idx="64">
                  <c:v>45892</c:v>
                </c:pt>
                <c:pt idx="65">
                  <c:v>45893</c:v>
                </c:pt>
                <c:pt idx="66">
                  <c:v>45894</c:v>
                </c:pt>
                <c:pt idx="67">
                  <c:v>45895</c:v>
                </c:pt>
                <c:pt idx="68">
                  <c:v>45896</c:v>
                </c:pt>
                <c:pt idx="69">
                  <c:v>45897</c:v>
                </c:pt>
                <c:pt idx="70">
                  <c:v>45898</c:v>
                </c:pt>
                <c:pt idx="71">
                  <c:v>45899</c:v>
                </c:pt>
                <c:pt idx="72">
                  <c:v>45900</c:v>
                </c:pt>
                <c:pt idx="73">
                  <c:v>45901</c:v>
                </c:pt>
                <c:pt idx="74">
                  <c:v>45902</c:v>
                </c:pt>
                <c:pt idx="75">
                  <c:v>45903</c:v>
                </c:pt>
                <c:pt idx="76">
                  <c:v>45904</c:v>
                </c:pt>
                <c:pt idx="77">
                  <c:v>45905</c:v>
                </c:pt>
                <c:pt idx="78">
                  <c:v>45906</c:v>
                </c:pt>
                <c:pt idx="79">
                  <c:v>45907</c:v>
                </c:pt>
                <c:pt idx="80">
                  <c:v>45908</c:v>
                </c:pt>
                <c:pt idx="81">
                  <c:v>45909</c:v>
                </c:pt>
                <c:pt idx="82">
                  <c:v>45910</c:v>
                </c:pt>
                <c:pt idx="83">
                  <c:v>45911</c:v>
                </c:pt>
                <c:pt idx="84">
                  <c:v>45912</c:v>
                </c:pt>
                <c:pt idx="85">
                  <c:v>45913</c:v>
                </c:pt>
                <c:pt idx="86">
                  <c:v>45914</c:v>
                </c:pt>
                <c:pt idx="87">
                  <c:v>45915</c:v>
                </c:pt>
                <c:pt idx="88">
                  <c:v>45916</c:v>
                </c:pt>
                <c:pt idx="89">
                  <c:v>45917</c:v>
                </c:pt>
                <c:pt idx="90">
                  <c:v>45918</c:v>
                </c:pt>
                <c:pt idx="91">
                  <c:v>45919</c:v>
                </c:pt>
                <c:pt idx="92">
                  <c:v>45920</c:v>
                </c:pt>
                <c:pt idx="93">
                  <c:v>45921</c:v>
                </c:pt>
                <c:pt idx="94">
                  <c:v>45922</c:v>
                </c:pt>
                <c:pt idx="95">
                  <c:v>45923</c:v>
                </c:pt>
                <c:pt idx="96">
                  <c:v>45924</c:v>
                </c:pt>
                <c:pt idx="97">
                  <c:v>45925</c:v>
                </c:pt>
                <c:pt idx="98">
                  <c:v>45926</c:v>
                </c:pt>
                <c:pt idx="99">
                  <c:v>45927</c:v>
                </c:pt>
                <c:pt idx="100">
                  <c:v>45928</c:v>
                </c:pt>
                <c:pt idx="101">
                  <c:v>45929</c:v>
                </c:pt>
                <c:pt idx="102">
                  <c:v>45930</c:v>
                </c:pt>
                <c:pt idx="103">
                  <c:v>45931</c:v>
                </c:pt>
                <c:pt idx="104">
                  <c:v>45932</c:v>
                </c:pt>
                <c:pt idx="105">
                  <c:v>45933</c:v>
                </c:pt>
                <c:pt idx="106">
                  <c:v>45934</c:v>
                </c:pt>
                <c:pt idx="107">
                  <c:v>45935</c:v>
                </c:pt>
                <c:pt idx="108">
                  <c:v>45936</c:v>
                </c:pt>
                <c:pt idx="109">
                  <c:v>45937</c:v>
                </c:pt>
                <c:pt idx="110">
                  <c:v>45938</c:v>
                </c:pt>
                <c:pt idx="111">
                  <c:v>45939</c:v>
                </c:pt>
                <c:pt idx="112">
                  <c:v>45940</c:v>
                </c:pt>
                <c:pt idx="113">
                  <c:v>45941</c:v>
                </c:pt>
                <c:pt idx="114">
                  <c:v>45942</c:v>
                </c:pt>
                <c:pt idx="115">
                  <c:v>45943</c:v>
                </c:pt>
                <c:pt idx="116">
                  <c:v>45944</c:v>
                </c:pt>
                <c:pt idx="117">
                  <c:v>45945</c:v>
                </c:pt>
                <c:pt idx="118">
                  <c:v>45946</c:v>
                </c:pt>
                <c:pt idx="119">
                  <c:v>45947</c:v>
                </c:pt>
                <c:pt idx="120">
                  <c:v>45948</c:v>
                </c:pt>
                <c:pt idx="121">
                  <c:v>45949</c:v>
                </c:pt>
                <c:pt idx="122">
                  <c:v>45950</c:v>
                </c:pt>
                <c:pt idx="123">
                  <c:v>45951</c:v>
                </c:pt>
                <c:pt idx="124">
                  <c:v>45952</c:v>
                </c:pt>
                <c:pt idx="125">
                  <c:v>45953</c:v>
                </c:pt>
                <c:pt idx="126">
                  <c:v>45954</c:v>
                </c:pt>
                <c:pt idx="127">
                  <c:v>45955</c:v>
                </c:pt>
                <c:pt idx="128">
                  <c:v>45956</c:v>
                </c:pt>
                <c:pt idx="129">
                  <c:v>45957</c:v>
                </c:pt>
                <c:pt idx="130">
                  <c:v>45958</c:v>
                </c:pt>
                <c:pt idx="131">
                  <c:v>45959</c:v>
                </c:pt>
                <c:pt idx="132">
                  <c:v>45960</c:v>
                </c:pt>
                <c:pt idx="133">
                  <c:v>45961</c:v>
                </c:pt>
                <c:pt idx="134">
                  <c:v>45962</c:v>
                </c:pt>
                <c:pt idx="135">
                  <c:v>45963</c:v>
                </c:pt>
                <c:pt idx="136">
                  <c:v>45964</c:v>
                </c:pt>
                <c:pt idx="137">
                  <c:v>45965</c:v>
                </c:pt>
                <c:pt idx="138">
                  <c:v>45966</c:v>
                </c:pt>
                <c:pt idx="139">
                  <c:v>45967</c:v>
                </c:pt>
                <c:pt idx="140">
                  <c:v>45968</c:v>
                </c:pt>
                <c:pt idx="141">
                  <c:v>45969</c:v>
                </c:pt>
                <c:pt idx="142">
                  <c:v>45970</c:v>
                </c:pt>
                <c:pt idx="143">
                  <c:v>45971</c:v>
                </c:pt>
                <c:pt idx="144">
                  <c:v>45972</c:v>
                </c:pt>
                <c:pt idx="145">
                  <c:v>45973</c:v>
                </c:pt>
                <c:pt idx="146">
                  <c:v>45974</c:v>
                </c:pt>
                <c:pt idx="147">
                  <c:v>45975</c:v>
                </c:pt>
                <c:pt idx="148">
                  <c:v>45976</c:v>
                </c:pt>
                <c:pt idx="149">
                  <c:v>45977</c:v>
                </c:pt>
                <c:pt idx="150">
                  <c:v>45978</c:v>
                </c:pt>
                <c:pt idx="151">
                  <c:v>45979</c:v>
                </c:pt>
                <c:pt idx="152">
                  <c:v>45980</c:v>
                </c:pt>
                <c:pt idx="153">
                  <c:v>45981</c:v>
                </c:pt>
                <c:pt idx="154">
                  <c:v>45982</c:v>
                </c:pt>
                <c:pt idx="155">
                  <c:v>45983</c:v>
                </c:pt>
                <c:pt idx="156">
                  <c:v>45984</c:v>
                </c:pt>
                <c:pt idx="157">
                  <c:v>45985</c:v>
                </c:pt>
                <c:pt idx="158">
                  <c:v>45986</c:v>
                </c:pt>
                <c:pt idx="159">
                  <c:v>45987</c:v>
                </c:pt>
                <c:pt idx="160">
                  <c:v>45988</c:v>
                </c:pt>
                <c:pt idx="161">
                  <c:v>45989</c:v>
                </c:pt>
                <c:pt idx="162">
                  <c:v>45990</c:v>
                </c:pt>
                <c:pt idx="163">
                  <c:v>45991</c:v>
                </c:pt>
                <c:pt idx="164">
                  <c:v>45992</c:v>
                </c:pt>
                <c:pt idx="165">
                  <c:v>45993</c:v>
                </c:pt>
                <c:pt idx="166">
                  <c:v>45994</c:v>
                </c:pt>
                <c:pt idx="167">
                  <c:v>45995</c:v>
                </c:pt>
                <c:pt idx="168">
                  <c:v>45996</c:v>
                </c:pt>
                <c:pt idx="169">
                  <c:v>45997</c:v>
                </c:pt>
                <c:pt idx="170">
                  <c:v>45998</c:v>
                </c:pt>
                <c:pt idx="171">
                  <c:v>45999</c:v>
                </c:pt>
                <c:pt idx="172">
                  <c:v>46000</c:v>
                </c:pt>
                <c:pt idx="173">
                  <c:v>46001</c:v>
                </c:pt>
                <c:pt idx="174">
                  <c:v>46002</c:v>
                </c:pt>
                <c:pt idx="175">
                  <c:v>46003</c:v>
                </c:pt>
                <c:pt idx="176">
                  <c:v>46004</c:v>
                </c:pt>
                <c:pt idx="177">
                  <c:v>46005</c:v>
                </c:pt>
                <c:pt idx="178">
                  <c:v>46006</c:v>
                </c:pt>
                <c:pt idx="179">
                  <c:v>46007</c:v>
                </c:pt>
                <c:pt idx="180">
                  <c:v>46008</c:v>
                </c:pt>
                <c:pt idx="181">
                  <c:v>46009</c:v>
                </c:pt>
                <c:pt idx="182">
                  <c:v>46010</c:v>
                </c:pt>
                <c:pt idx="183">
                  <c:v>46011</c:v>
                </c:pt>
                <c:pt idx="184">
                  <c:v>46012</c:v>
                </c:pt>
                <c:pt idx="185">
                  <c:v>46013</c:v>
                </c:pt>
                <c:pt idx="186">
                  <c:v>46014</c:v>
                </c:pt>
                <c:pt idx="187">
                  <c:v>46015</c:v>
                </c:pt>
                <c:pt idx="188">
                  <c:v>46016</c:v>
                </c:pt>
                <c:pt idx="189">
                  <c:v>46017</c:v>
                </c:pt>
                <c:pt idx="190">
                  <c:v>46018</c:v>
                </c:pt>
                <c:pt idx="191">
                  <c:v>46019</c:v>
                </c:pt>
                <c:pt idx="192">
                  <c:v>46020</c:v>
                </c:pt>
                <c:pt idx="193">
                  <c:v>46021</c:v>
                </c:pt>
                <c:pt idx="194">
                  <c:v>46022</c:v>
                </c:pt>
                <c:pt idx="195">
                  <c:v>46023</c:v>
                </c:pt>
                <c:pt idx="196">
                  <c:v>46024</c:v>
                </c:pt>
                <c:pt idx="197">
                  <c:v>46025</c:v>
                </c:pt>
                <c:pt idx="198">
                  <c:v>46026</c:v>
                </c:pt>
                <c:pt idx="199">
                  <c:v>46027</c:v>
                </c:pt>
                <c:pt idx="200">
                  <c:v>46028</c:v>
                </c:pt>
                <c:pt idx="201">
                  <c:v>46029</c:v>
                </c:pt>
                <c:pt idx="202">
                  <c:v>46030</c:v>
                </c:pt>
                <c:pt idx="203">
                  <c:v>46031</c:v>
                </c:pt>
                <c:pt idx="204">
                  <c:v>46032</c:v>
                </c:pt>
                <c:pt idx="205">
                  <c:v>46033</c:v>
                </c:pt>
                <c:pt idx="206">
                  <c:v>46034</c:v>
                </c:pt>
                <c:pt idx="207">
                  <c:v>46035</c:v>
                </c:pt>
                <c:pt idx="208">
                  <c:v>46036</c:v>
                </c:pt>
                <c:pt idx="209">
                  <c:v>46037</c:v>
                </c:pt>
                <c:pt idx="210">
                  <c:v>46038</c:v>
                </c:pt>
                <c:pt idx="211">
                  <c:v>46039</c:v>
                </c:pt>
                <c:pt idx="212">
                  <c:v>46040</c:v>
                </c:pt>
                <c:pt idx="213">
                  <c:v>46041</c:v>
                </c:pt>
                <c:pt idx="214">
                  <c:v>46042</c:v>
                </c:pt>
                <c:pt idx="215">
                  <c:v>46043</c:v>
                </c:pt>
                <c:pt idx="216">
                  <c:v>46044</c:v>
                </c:pt>
                <c:pt idx="217">
                  <c:v>46045</c:v>
                </c:pt>
                <c:pt idx="218">
                  <c:v>46046</c:v>
                </c:pt>
                <c:pt idx="219">
                  <c:v>46047</c:v>
                </c:pt>
                <c:pt idx="220">
                  <c:v>46048</c:v>
                </c:pt>
                <c:pt idx="221">
                  <c:v>46049</c:v>
                </c:pt>
                <c:pt idx="222">
                  <c:v>46050</c:v>
                </c:pt>
                <c:pt idx="223">
                  <c:v>46051</c:v>
                </c:pt>
                <c:pt idx="224">
                  <c:v>46052</c:v>
                </c:pt>
                <c:pt idx="225">
                  <c:v>46053</c:v>
                </c:pt>
                <c:pt idx="226">
                  <c:v>46054</c:v>
                </c:pt>
                <c:pt idx="227">
                  <c:v>46055</c:v>
                </c:pt>
                <c:pt idx="228">
                  <c:v>46056</c:v>
                </c:pt>
                <c:pt idx="229">
                  <c:v>46057</c:v>
                </c:pt>
                <c:pt idx="230">
                  <c:v>46058</c:v>
                </c:pt>
                <c:pt idx="231">
                  <c:v>46059</c:v>
                </c:pt>
                <c:pt idx="232">
                  <c:v>46060</c:v>
                </c:pt>
                <c:pt idx="233">
                  <c:v>46061</c:v>
                </c:pt>
                <c:pt idx="234">
                  <c:v>46062</c:v>
                </c:pt>
                <c:pt idx="235">
                  <c:v>46063</c:v>
                </c:pt>
                <c:pt idx="236">
                  <c:v>46064</c:v>
                </c:pt>
                <c:pt idx="237">
                  <c:v>46065</c:v>
                </c:pt>
                <c:pt idx="238">
                  <c:v>46066</c:v>
                </c:pt>
                <c:pt idx="239">
                  <c:v>46067</c:v>
                </c:pt>
                <c:pt idx="240">
                  <c:v>46068</c:v>
                </c:pt>
                <c:pt idx="241">
                  <c:v>46069</c:v>
                </c:pt>
                <c:pt idx="242">
                  <c:v>46070</c:v>
                </c:pt>
                <c:pt idx="243">
                  <c:v>46071</c:v>
                </c:pt>
                <c:pt idx="244">
                  <c:v>46072</c:v>
                </c:pt>
                <c:pt idx="245">
                  <c:v>46073</c:v>
                </c:pt>
                <c:pt idx="246">
                  <c:v>46074</c:v>
                </c:pt>
                <c:pt idx="247">
                  <c:v>46075</c:v>
                </c:pt>
                <c:pt idx="248">
                  <c:v>46076</c:v>
                </c:pt>
                <c:pt idx="249">
                  <c:v>46077</c:v>
                </c:pt>
                <c:pt idx="250">
                  <c:v>46078</c:v>
                </c:pt>
                <c:pt idx="251">
                  <c:v>46079</c:v>
                </c:pt>
                <c:pt idx="252">
                  <c:v>46080</c:v>
                </c:pt>
                <c:pt idx="253">
                  <c:v>46081</c:v>
                </c:pt>
                <c:pt idx="254">
                  <c:v>46082</c:v>
                </c:pt>
                <c:pt idx="255">
                  <c:v>46083</c:v>
                </c:pt>
                <c:pt idx="256">
                  <c:v>46084</c:v>
                </c:pt>
                <c:pt idx="257">
                  <c:v>46085</c:v>
                </c:pt>
                <c:pt idx="258">
                  <c:v>46086</c:v>
                </c:pt>
                <c:pt idx="259">
                  <c:v>46087</c:v>
                </c:pt>
                <c:pt idx="260">
                  <c:v>46088</c:v>
                </c:pt>
                <c:pt idx="261">
                  <c:v>46089</c:v>
                </c:pt>
                <c:pt idx="262">
                  <c:v>46090</c:v>
                </c:pt>
                <c:pt idx="263">
                  <c:v>46091</c:v>
                </c:pt>
                <c:pt idx="264">
                  <c:v>46092</c:v>
                </c:pt>
                <c:pt idx="265">
                  <c:v>46093</c:v>
                </c:pt>
                <c:pt idx="266">
                  <c:v>46094</c:v>
                </c:pt>
                <c:pt idx="267">
                  <c:v>46095</c:v>
                </c:pt>
                <c:pt idx="268">
                  <c:v>46096</c:v>
                </c:pt>
                <c:pt idx="269">
                  <c:v>46097</c:v>
                </c:pt>
                <c:pt idx="270">
                  <c:v>46098</c:v>
                </c:pt>
                <c:pt idx="271">
                  <c:v>46099</c:v>
                </c:pt>
                <c:pt idx="272">
                  <c:v>46100</c:v>
                </c:pt>
                <c:pt idx="273">
                  <c:v>46101</c:v>
                </c:pt>
                <c:pt idx="274">
                  <c:v>46102</c:v>
                </c:pt>
                <c:pt idx="275">
                  <c:v>46103</c:v>
                </c:pt>
                <c:pt idx="276">
                  <c:v>46104</c:v>
                </c:pt>
                <c:pt idx="277">
                  <c:v>46105</c:v>
                </c:pt>
                <c:pt idx="278">
                  <c:v>46106</c:v>
                </c:pt>
                <c:pt idx="279">
                  <c:v>46107</c:v>
                </c:pt>
                <c:pt idx="280">
                  <c:v>46108</c:v>
                </c:pt>
                <c:pt idx="281">
                  <c:v>46109</c:v>
                </c:pt>
                <c:pt idx="282">
                  <c:v>46110</c:v>
                </c:pt>
                <c:pt idx="283">
                  <c:v>46111</c:v>
                </c:pt>
                <c:pt idx="284">
                  <c:v>46112</c:v>
                </c:pt>
                <c:pt idx="285">
                  <c:v>46113</c:v>
                </c:pt>
                <c:pt idx="286">
                  <c:v>46114</c:v>
                </c:pt>
                <c:pt idx="287">
                  <c:v>46115</c:v>
                </c:pt>
                <c:pt idx="288">
                  <c:v>46116</c:v>
                </c:pt>
                <c:pt idx="289">
                  <c:v>46117</c:v>
                </c:pt>
                <c:pt idx="290">
                  <c:v>46118</c:v>
                </c:pt>
                <c:pt idx="291">
                  <c:v>46119</c:v>
                </c:pt>
                <c:pt idx="292">
                  <c:v>46120</c:v>
                </c:pt>
                <c:pt idx="293">
                  <c:v>46121</c:v>
                </c:pt>
                <c:pt idx="294">
                  <c:v>46122</c:v>
                </c:pt>
                <c:pt idx="295">
                  <c:v>46123</c:v>
                </c:pt>
                <c:pt idx="296">
                  <c:v>46124</c:v>
                </c:pt>
                <c:pt idx="297">
                  <c:v>46125</c:v>
                </c:pt>
                <c:pt idx="298">
                  <c:v>46126</c:v>
                </c:pt>
                <c:pt idx="299">
                  <c:v>46127</c:v>
                </c:pt>
                <c:pt idx="300">
                  <c:v>46128</c:v>
                </c:pt>
                <c:pt idx="301">
                  <c:v>46129</c:v>
                </c:pt>
                <c:pt idx="302">
                  <c:v>46130</c:v>
                </c:pt>
                <c:pt idx="303">
                  <c:v>46131</c:v>
                </c:pt>
                <c:pt idx="304">
                  <c:v>46132</c:v>
                </c:pt>
                <c:pt idx="305">
                  <c:v>46133</c:v>
                </c:pt>
                <c:pt idx="306">
                  <c:v>46134</c:v>
                </c:pt>
                <c:pt idx="307">
                  <c:v>46135</c:v>
                </c:pt>
                <c:pt idx="308">
                  <c:v>46136</c:v>
                </c:pt>
                <c:pt idx="309">
                  <c:v>46137</c:v>
                </c:pt>
                <c:pt idx="310">
                  <c:v>46138</c:v>
                </c:pt>
                <c:pt idx="311">
                  <c:v>46139</c:v>
                </c:pt>
                <c:pt idx="312">
                  <c:v>46140</c:v>
                </c:pt>
                <c:pt idx="313">
                  <c:v>46141</c:v>
                </c:pt>
                <c:pt idx="314">
                  <c:v>46142</c:v>
                </c:pt>
                <c:pt idx="315">
                  <c:v>46143</c:v>
                </c:pt>
                <c:pt idx="316">
                  <c:v>46144</c:v>
                </c:pt>
                <c:pt idx="317">
                  <c:v>46145</c:v>
                </c:pt>
                <c:pt idx="318">
                  <c:v>46146</c:v>
                </c:pt>
                <c:pt idx="319">
                  <c:v>46147</c:v>
                </c:pt>
                <c:pt idx="320">
                  <c:v>46148</c:v>
                </c:pt>
                <c:pt idx="321">
                  <c:v>46149</c:v>
                </c:pt>
                <c:pt idx="322">
                  <c:v>46150</c:v>
                </c:pt>
                <c:pt idx="323">
                  <c:v>46151</c:v>
                </c:pt>
                <c:pt idx="324">
                  <c:v>46152</c:v>
                </c:pt>
                <c:pt idx="325">
                  <c:v>46153</c:v>
                </c:pt>
                <c:pt idx="326">
                  <c:v>46154</c:v>
                </c:pt>
                <c:pt idx="327">
                  <c:v>46155</c:v>
                </c:pt>
                <c:pt idx="328">
                  <c:v>46156</c:v>
                </c:pt>
                <c:pt idx="329">
                  <c:v>46157</c:v>
                </c:pt>
                <c:pt idx="330">
                  <c:v>46158</c:v>
                </c:pt>
                <c:pt idx="331">
                  <c:v>46159</c:v>
                </c:pt>
                <c:pt idx="332">
                  <c:v>46160</c:v>
                </c:pt>
                <c:pt idx="333">
                  <c:v>46161</c:v>
                </c:pt>
                <c:pt idx="334">
                  <c:v>46162</c:v>
                </c:pt>
                <c:pt idx="335">
                  <c:v>46163</c:v>
                </c:pt>
                <c:pt idx="336">
                  <c:v>46164</c:v>
                </c:pt>
                <c:pt idx="337">
                  <c:v>46165</c:v>
                </c:pt>
                <c:pt idx="338">
                  <c:v>46166</c:v>
                </c:pt>
                <c:pt idx="339">
                  <c:v>46167</c:v>
                </c:pt>
                <c:pt idx="340">
                  <c:v>46168</c:v>
                </c:pt>
                <c:pt idx="341">
                  <c:v>46169</c:v>
                </c:pt>
                <c:pt idx="342">
                  <c:v>46170</c:v>
                </c:pt>
                <c:pt idx="343">
                  <c:v>46171</c:v>
                </c:pt>
                <c:pt idx="344">
                  <c:v>46172</c:v>
                </c:pt>
                <c:pt idx="345">
                  <c:v>46173</c:v>
                </c:pt>
                <c:pt idx="346">
                  <c:v>46174</c:v>
                </c:pt>
                <c:pt idx="347">
                  <c:v>46175</c:v>
                </c:pt>
                <c:pt idx="348">
                  <c:v>46176</c:v>
                </c:pt>
                <c:pt idx="349">
                  <c:v>46177</c:v>
                </c:pt>
                <c:pt idx="350">
                  <c:v>46178</c:v>
                </c:pt>
                <c:pt idx="351">
                  <c:v>46179</c:v>
                </c:pt>
                <c:pt idx="352">
                  <c:v>46180</c:v>
                </c:pt>
                <c:pt idx="353">
                  <c:v>46181</c:v>
                </c:pt>
                <c:pt idx="354">
                  <c:v>46182</c:v>
                </c:pt>
                <c:pt idx="355">
                  <c:v>46183</c:v>
                </c:pt>
                <c:pt idx="356">
                  <c:v>46184</c:v>
                </c:pt>
                <c:pt idx="357">
                  <c:v>46185</c:v>
                </c:pt>
                <c:pt idx="358">
                  <c:v>46186</c:v>
                </c:pt>
                <c:pt idx="359">
                  <c:v>46187</c:v>
                </c:pt>
                <c:pt idx="360">
                  <c:v>46188</c:v>
                </c:pt>
                <c:pt idx="361">
                  <c:v>46189</c:v>
                </c:pt>
                <c:pt idx="362">
                  <c:v>46190</c:v>
                </c:pt>
              </c:numCache>
            </c:numRef>
          </c:cat>
          <c:val>
            <c:numRef>
              <c:f>G!$E$2:$E$364</c:f>
              <c:numCache>
                <c:formatCode>General</c:formatCode>
                <c:ptCount val="363"/>
                <c:pt idx="0">
                  <c:v>8185.2030999999997</c:v>
                </c:pt>
                <c:pt idx="1">
                  <c:v>8135.3110999999999</c:v>
                </c:pt>
                <c:pt idx="2">
                  <c:v>7672.3913000000002</c:v>
                </c:pt>
                <c:pt idx="3">
                  <c:v>8612.4084999999995</c:v>
                </c:pt>
                <c:pt idx="4">
                  <c:v>7982.6853000000001</c:v>
                </c:pt>
                <c:pt idx="5">
                  <c:v>8612.6311000000005</c:v>
                </c:pt>
                <c:pt idx="6">
                  <c:v>8404.8505000000005</c:v>
                </c:pt>
                <c:pt idx="7">
                  <c:v>8258.1352999999999</c:v>
                </c:pt>
                <c:pt idx="8">
                  <c:v>8001.7169000000004</c:v>
                </c:pt>
                <c:pt idx="9">
                  <c:v>7798.2016000000003</c:v>
                </c:pt>
                <c:pt idx="10">
                  <c:v>8891.2927999999993</c:v>
                </c:pt>
                <c:pt idx="11">
                  <c:v>8607.8241999999991</c:v>
                </c:pt>
                <c:pt idx="12">
                  <c:v>8634.1196</c:v>
                </c:pt>
                <c:pt idx="13">
                  <c:v>8476.1941999999999</c:v>
                </c:pt>
                <c:pt idx="14">
                  <c:v>8483.1252000000004</c:v>
                </c:pt>
                <c:pt idx="15">
                  <c:v>8284.5629000000008</c:v>
                </c:pt>
                <c:pt idx="16">
                  <c:v>7861.1346000000003</c:v>
                </c:pt>
                <c:pt idx="17">
                  <c:v>8972.0825000000004</c:v>
                </c:pt>
                <c:pt idx="18">
                  <c:v>8796.4933000000001</c:v>
                </c:pt>
                <c:pt idx="19">
                  <c:v>8757.9449000000004</c:v>
                </c:pt>
                <c:pt idx="20">
                  <c:v>7834.8500999999997</c:v>
                </c:pt>
                <c:pt idx="21">
                  <c:v>9070.7345999999998</c:v>
                </c:pt>
                <c:pt idx="22">
                  <c:v>8362.0131000000001</c:v>
                </c:pt>
                <c:pt idx="23">
                  <c:v>7908.4268000000002</c:v>
                </c:pt>
                <c:pt idx="24">
                  <c:v>8948.5030000000006</c:v>
                </c:pt>
                <c:pt idx="25">
                  <c:v>8738.9189000000006</c:v>
                </c:pt>
                <c:pt idx="26">
                  <c:v>8562.0445</c:v>
                </c:pt>
                <c:pt idx="27">
                  <c:v>8458.7543000000005</c:v>
                </c:pt>
                <c:pt idx="28">
                  <c:v>8472.0802999999996</c:v>
                </c:pt>
                <c:pt idx="29">
                  <c:v>8061.6900999999998</c:v>
                </c:pt>
                <c:pt idx="30">
                  <c:v>7778.6410999999998</c:v>
                </c:pt>
                <c:pt idx="31">
                  <c:v>8660.8297999999995</c:v>
                </c:pt>
                <c:pt idx="32">
                  <c:v>8505.9040000000005</c:v>
                </c:pt>
                <c:pt idx="33">
                  <c:v>8383.2042999999994</c:v>
                </c:pt>
                <c:pt idx="34">
                  <c:v>8521.2549999999992</c:v>
                </c:pt>
                <c:pt idx="35">
                  <c:v>8250.3899000000001</c:v>
                </c:pt>
                <c:pt idx="36">
                  <c:v>8181.1751000000004</c:v>
                </c:pt>
                <c:pt idx="37">
                  <c:v>7642.0369000000001</c:v>
                </c:pt>
                <c:pt idx="38">
                  <c:v>8842.0231000000003</c:v>
                </c:pt>
                <c:pt idx="39">
                  <c:v>8649.2777000000006</c:v>
                </c:pt>
                <c:pt idx="40">
                  <c:v>8743.8767000000007</c:v>
                </c:pt>
                <c:pt idx="41">
                  <c:v>8879.3546000000006</c:v>
                </c:pt>
                <c:pt idx="42">
                  <c:v>8639.7479999999996</c:v>
                </c:pt>
                <c:pt idx="43">
                  <c:v>7553.6763000000001</c:v>
                </c:pt>
                <c:pt idx="44">
                  <c:v>7848.6063000000004</c:v>
                </c:pt>
                <c:pt idx="45">
                  <c:v>8976.7175999999999</c:v>
                </c:pt>
                <c:pt idx="46">
                  <c:v>8748.7906999999996</c:v>
                </c:pt>
                <c:pt idx="47">
                  <c:v>8645.6280000000006</c:v>
                </c:pt>
                <c:pt idx="48">
                  <c:v>8788.8637999999992</c:v>
                </c:pt>
                <c:pt idx="49">
                  <c:v>7503.4669999999996</c:v>
                </c:pt>
                <c:pt idx="50">
                  <c:v>8036.3712999999998</c:v>
                </c:pt>
                <c:pt idx="51">
                  <c:v>7935.6190999999999</c:v>
                </c:pt>
                <c:pt idx="52">
                  <c:v>8813.7108000000007</c:v>
                </c:pt>
                <c:pt idx="53">
                  <c:v>8634.1347000000005</c:v>
                </c:pt>
                <c:pt idx="54">
                  <c:v>8774.1075000000001</c:v>
                </c:pt>
                <c:pt idx="55">
                  <c:v>8675.8238999999994</c:v>
                </c:pt>
                <c:pt idx="56">
                  <c:v>8412.0203999999994</c:v>
                </c:pt>
                <c:pt idx="57">
                  <c:v>8378.8912</c:v>
                </c:pt>
                <c:pt idx="58">
                  <c:v>8113.5502999999999</c:v>
                </c:pt>
                <c:pt idx="59">
                  <c:v>9056.8148999999994</c:v>
                </c:pt>
                <c:pt idx="60">
                  <c:v>8903.3498999999993</c:v>
                </c:pt>
                <c:pt idx="61">
                  <c:v>8803.8315000000002</c:v>
                </c:pt>
                <c:pt idx="62">
                  <c:v>8898.2068999999992</c:v>
                </c:pt>
                <c:pt idx="63">
                  <c:v>8540.0704999999998</c:v>
                </c:pt>
                <c:pt idx="64">
                  <c:v>8120.5486000000001</c:v>
                </c:pt>
                <c:pt idx="65">
                  <c:v>7783.0847000000003</c:v>
                </c:pt>
                <c:pt idx="66">
                  <c:v>8688.0393999999997</c:v>
                </c:pt>
                <c:pt idx="67">
                  <c:v>8543.2397999999994</c:v>
                </c:pt>
                <c:pt idx="68">
                  <c:v>8125.4398000000001</c:v>
                </c:pt>
                <c:pt idx="69">
                  <c:v>8613.5761000000002</c:v>
                </c:pt>
                <c:pt idx="70">
                  <c:v>8260.1252999999997</c:v>
                </c:pt>
                <c:pt idx="71">
                  <c:v>8102.7716</c:v>
                </c:pt>
                <c:pt idx="72">
                  <c:v>7852.1688000000004</c:v>
                </c:pt>
                <c:pt idx="73">
                  <c:v>8545.5727000000006</c:v>
                </c:pt>
                <c:pt idx="74">
                  <c:v>8638.1864999999998</c:v>
                </c:pt>
                <c:pt idx="75">
                  <c:v>8545.2260999999999</c:v>
                </c:pt>
                <c:pt idx="76">
                  <c:v>9009.7648000000008</c:v>
                </c:pt>
                <c:pt idx="77">
                  <c:v>7722.3860000000004</c:v>
                </c:pt>
                <c:pt idx="78">
                  <c:v>8180.0299000000005</c:v>
                </c:pt>
                <c:pt idx="79">
                  <c:v>7769.1643999999997</c:v>
                </c:pt>
                <c:pt idx="80">
                  <c:v>8605.4073000000008</c:v>
                </c:pt>
                <c:pt idx="81">
                  <c:v>8423.8842000000004</c:v>
                </c:pt>
                <c:pt idx="82">
                  <c:v>8462.6717000000008</c:v>
                </c:pt>
                <c:pt idx="83">
                  <c:v>8572.9743999999992</c:v>
                </c:pt>
                <c:pt idx="84">
                  <c:v>8045.2494999999999</c:v>
                </c:pt>
                <c:pt idx="85">
                  <c:v>8044.9540999999999</c:v>
                </c:pt>
                <c:pt idx="86">
                  <c:v>7809.7987000000003</c:v>
                </c:pt>
                <c:pt idx="87">
                  <c:v>8636.3971000000001</c:v>
                </c:pt>
                <c:pt idx="88">
                  <c:v>8352.4696000000004</c:v>
                </c:pt>
                <c:pt idx="89">
                  <c:v>8420.4385000000002</c:v>
                </c:pt>
                <c:pt idx="90">
                  <c:v>8466.1083999999992</c:v>
                </c:pt>
                <c:pt idx="91">
                  <c:v>8247.0347000000002</c:v>
                </c:pt>
                <c:pt idx="92">
                  <c:v>7852.9647999999997</c:v>
                </c:pt>
                <c:pt idx="93">
                  <c:v>7713.6172999999999</c:v>
                </c:pt>
                <c:pt idx="94">
                  <c:v>8475.8695000000007</c:v>
                </c:pt>
                <c:pt idx="95">
                  <c:v>8483.1820000000007</c:v>
                </c:pt>
                <c:pt idx="96">
                  <c:v>8545.2458999999999</c:v>
                </c:pt>
                <c:pt idx="97">
                  <c:v>8509.6821999999993</c:v>
                </c:pt>
                <c:pt idx="98">
                  <c:v>8165.8909999999996</c:v>
                </c:pt>
                <c:pt idx="99">
                  <c:v>8090.2075000000004</c:v>
                </c:pt>
                <c:pt idx="100">
                  <c:v>7729.9170000000004</c:v>
                </c:pt>
                <c:pt idx="101">
                  <c:v>8813.8297999999995</c:v>
                </c:pt>
                <c:pt idx="102">
                  <c:v>9001.8613999999998</c:v>
                </c:pt>
                <c:pt idx="103">
                  <c:v>8640.9994999999999</c:v>
                </c:pt>
                <c:pt idx="104">
                  <c:v>8673.9989000000005</c:v>
                </c:pt>
                <c:pt idx="105">
                  <c:v>8321.6722000000009</c:v>
                </c:pt>
                <c:pt idx="106">
                  <c:v>7755.0550000000003</c:v>
                </c:pt>
                <c:pt idx="107">
                  <c:v>7773.0328</c:v>
                </c:pt>
                <c:pt idx="108">
                  <c:v>7814.9178000000002</c:v>
                </c:pt>
                <c:pt idx="109">
                  <c:v>8783.7245999999996</c:v>
                </c:pt>
                <c:pt idx="110">
                  <c:v>8529.6916999999994</c:v>
                </c:pt>
                <c:pt idx="111">
                  <c:v>8699.5514000000003</c:v>
                </c:pt>
                <c:pt idx="112">
                  <c:v>8354.7250000000004</c:v>
                </c:pt>
                <c:pt idx="113">
                  <c:v>8315.9946</c:v>
                </c:pt>
                <c:pt idx="114">
                  <c:v>7999.366</c:v>
                </c:pt>
                <c:pt idx="115">
                  <c:v>8696.7744000000002</c:v>
                </c:pt>
                <c:pt idx="116">
                  <c:v>8383.0632000000005</c:v>
                </c:pt>
                <c:pt idx="117">
                  <c:v>8207.9292999999998</c:v>
                </c:pt>
                <c:pt idx="118">
                  <c:v>8104.6219000000001</c:v>
                </c:pt>
                <c:pt idx="119">
                  <c:v>7596.8257999999996</c:v>
                </c:pt>
                <c:pt idx="120">
                  <c:v>7860.8995000000004</c:v>
                </c:pt>
                <c:pt idx="121">
                  <c:v>7202.7152999999998</c:v>
                </c:pt>
                <c:pt idx="122">
                  <c:v>7705.7034000000003</c:v>
                </c:pt>
                <c:pt idx="123">
                  <c:v>8311.4464000000007</c:v>
                </c:pt>
                <c:pt idx="124">
                  <c:v>8038.2183000000005</c:v>
                </c:pt>
                <c:pt idx="125">
                  <c:v>7691.3092999999999</c:v>
                </c:pt>
                <c:pt idx="126">
                  <c:v>6515.9780000000001</c:v>
                </c:pt>
                <c:pt idx="127">
                  <c:v>7908.5150000000003</c:v>
                </c:pt>
                <c:pt idx="128">
                  <c:v>7551.2624999999998</c:v>
                </c:pt>
                <c:pt idx="129">
                  <c:v>7231.1333000000004</c:v>
                </c:pt>
                <c:pt idx="130">
                  <c:v>8329.0295000000006</c:v>
                </c:pt>
                <c:pt idx="131">
                  <c:v>7206.4943000000003</c:v>
                </c:pt>
                <c:pt idx="132">
                  <c:v>8542.8405999999995</c:v>
                </c:pt>
                <c:pt idx="133">
                  <c:v>8377.9228000000003</c:v>
                </c:pt>
                <c:pt idx="134">
                  <c:v>8369.2162000000008</c:v>
                </c:pt>
                <c:pt idx="135">
                  <c:v>6622.9128000000001</c:v>
                </c:pt>
                <c:pt idx="136">
                  <c:v>8625.0769999999993</c:v>
                </c:pt>
                <c:pt idx="137">
                  <c:v>8482.3240999999998</c:v>
                </c:pt>
                <c:pt idx="138">
                  <c:v>7760.652</c:v>
                </c:pt>
                <c:pt idx="139">
                  <c:v>376.0829</c:v>
                </c:pt>
                <c:pt idx="140">
                  <c:v>6899.9393</c:v>
                </c:pt>
                <c:pt idx="141">
                  <c:v>7895.3716000000004</c:v>
                </c:pt>
                <c:pt idx="142">
                  <c:v>7718.0141999999996</c:v>
                </c:pt>
                <c:pt idx="143">
                  <c:v>8430.6543000000001</c:v>
                </c:pt>
                <c:pt idx="144">
                  <c:v>8371.1679000000004</c:v>
                </c:pt>
                <c:pt idx="145">
                  <c:v>8184.9776000000002</c:v>
                </c:pt>
                <c:pt idx="146">
                  <c:v>8257.1448</c:v>
                </c:pt>
                <c:pt idx="147">
                  <c:v>8072.4333999999999</c:v>
                </c:pt>
                <c:pt idx="148">
                  <c:v>8156.7782999999999</c:v>
                </c:pt>
                <c:pt idx="149">
                  <c:v>7632.7668999999996</c:v>
                </c:pt>
                <c:pt idx="150">
                  <c:v>8253.4737000000005</c:v>
                </c:pt>
                <c:pt idx="151">
                  <c:v>8062.8765999999996</c:v>
                </c:pt>
                <c:pt idx="152">
                  <c:v>8458.0151999999998</c:v>
                </c:pt>
                <c:pt idx="153">
                  <c:v>8333.8819000000003</c:v>
                </c:pt>
                <c:pt idx="154">
                  <c:v>7868.9157999999998</c:v>
                </c:pt>
                <c:pt idx="155">
                  <c:v>7711.1225999999997</c:v>
                </c:pt>
                <c:pt idx="156">
                  <c:v>7611.6265000000003</c:v>
                </c:pt>
                <c:pt idx="157">
                  <c:v>8192.1082999999999</c:v>
                </c:pt>
                <c:pt idx="158">
                  <c:v>8377.2526999999991</c:v>
                </c:pt>
                <c:pt idx="159">
                  <c:v>8252.1785999999993</c:v>
                </c:pt>
                <c:pt idx="160">
                  <c:v>9215.7504000000008</c:v>
                </c:pt>
                <c:pt idx="161">
                  <c:v>4938.2933999999996</c:v>
                </c:pt>
                <c:pt idx="162">
                  <c:v>1383.7217000000001</c:v>
                </c:pt>
                <c:pt idx="163">
                  <c:v>3061.3049000000001</c:v>
                </c:pt>
                <c:pt idx="164">
                  <c:v>7198.0697</c:v>
                </c:pt>
                <c:pt idx="165">
                  <c:v>7340.6221999999998</c:v>
                </c:pt>
                <c:pt idx="166">
                  <c:v>7054.2970999999998</c:v>
                </c:pt>
                <c:pt idx="167">
                  <c:v>7670.1880000000001</c:v>
                </c:pt>
                <c:pt idx="168">
                  <c:v>7848.4116999999997</c:v>
                </c:pt>
                <c:pt idx="169">
                  <c:v>7972.0321999999996</c:v>
                </c:pt>
                <c:pt idx="170">
                  <c:v>7769.4731000000002</c:v>
                </c:pt>
                <c:pt idx="171">
                  <c:v>8643.1453999999994</c:v>
                </c:pt>
                <c:pt idx="172">
                  <c:v>8516.1690999999992</c:v>
                </c:pt>
                <c:pt idx="173">
                  <c:v>7898.0528999999997</c:v>
                </c:pt>
                <c:pt idx="174">
                  <c:v>8819.8300999999992</c:v>
                </c:pt>
                <c:pt idx="175">
                  <c:v>8491.0450999999994</c:v>
                </c:pt>
                <c:pt idx="176">
                  <c:v>8329.5717000000004</c:v>
                </c:pt>
                <c:pt idx="177">
                  <c:v>8236.2343000000001</c:v>
                </c:pt>
                <c:pt idx="178">
                  <c:v>9471.3251</c:v>
                </c:pt>
                <c:pt idx="179">
                  <c:v>9345.2898000000005</c:v>
                </c:pt>
                <c:pt idx="180">
                  <c:v>9113.2590999999993</c:v>
                </c:pt>
                <c:pt idx="181">
                  <c:v>9345.3672999999999</c:v>
                </c:pt>
                <c:pt idx="182">
                  <c:v>9101.2600999999995</c:v>
                </c:pt>
                <c:pt idx="183">
                  <c:v>8515.1088999999993</c:v>
                </c:pt>
                <c:pt idx="184">
                  <c:v>8113.8293999999996</c:v>
                </c:pt>
                <c:pt idx="185">
                  <c:v>9397.4267</c:v>
                </c:pt>
                <c:pt idx="186">
                  <c:v>9496.5396000000001</c:v>
                </c:pt>
                <c:pt idx="187">
                  <c:v>9804.8783000000003</c:v>
                </c:pt>
                <c:pt idx="188">
                  <c:v>8466.5133999999998</c:v>
                </c:pt>
                <c:pt idx="189">
                  <c:v>8683.0671999999995</c:v>
                </c:pt>
                <c:pt idx="190">
                  <c:v>8955.1663000000008</c:v>
                </c:pt>
                <c:pt idx="191">
                  <c:v>8467.2585999999992</c:v>
                </c:pt>
                <c:pt idx="192">
                  <c:v>9399.3297999999995</c:v>
                </c:pt>
                <c:pt idx="193">
                  <c:v>9556.2203000000009</c:v>
                </c:pt>
                <c:pt idx="194">
                  <c:v>9513.3014000000003</c:v>
                </c:pt>
                <c:pt idx="195">
                  <c:v>9172.3834000000006</c:v>
                </c:pt>
                <c:pt idx="196">
                  <c:v>8350.8155000000006</c:v>
                </c:pt>
                <c:pt idx="197">
                  <c:v>7241.5195000000003</c:v>
                </c:pt>
                <c:pt idx="198">
                  <c:v>8246.2360000000008</c:v>
                </c:pt>
                <c:pt idx="199">
                  <c:v>9032.1391999999996</c:v>
                </c:pt>
                <c:pt idx="200">
                  <c:v>9008.4878000000008</c:v>
                </c:pt>
                <c:pt idx="201">
                  <c:v>8802.3482000000004</c:v>
                </c:pt>
                <c:pt idx="202">
                  <c:v>8414.6772000000001</c:v>
                </c:pt>
                <c:pt idx="203">
                  <c:v>7966.2267000000002</c:v>
                </c:pt>
                <c:pt idx="204">
                  <c:v>7095.4268000000002</c:v>
                </c:pt>
                <c:pt idx="205">
                  <c:v>7648.0686999999998</c:v>
                </c:pt>
                <c:pt idx="206">
                  <c:v>8420.3935000000001</c:v>
                </c:pt>
                <c:pt idx="207">
                  <c:v>8439.0004000000008</c:v>
                </c:pt>
                <c:pt idx="208">
                  <c:v>8682.7942000000003</c:v>
                </c:pt>
                <c:pt idx="209">
                  <c:v>8214.8827999999994</c:v>
                </c:pt>
                <c:pt idx="210">
                  <c:v>8321.8731000000007</c:v>
                </c:pt>
                <c:pt idx="211">
                  <c:v>8225.8256000000001</c:v>
                </c:pt>
                <c:pt idx="212">
                  <c:v>7868.2304999999997</c:v>
                </c:pt>
                <c:pt idx="213">
                  <c:v>8960.2806</c:v>
                </c:pt>
                <c:pt idx="214">
                  <c:v>8818.8559000000005</c:v>
                </c:pt>
                <c:pt idx="215">
                  <c:v>8947.5419000000002</c:v>
                </c:pt>
                <c:pt idx="216">
                  <c:v>8983.6497999999992</c:v>
                </c:pt>
                <c:pt idx="217">
                  <c:v>8449.9102000000003</c:v>
                </c:pt>
                <c:pt idx="218">
                  <c:v>8060.6131999999998</c:v>
                </c:pt>
                <c:pt idx="219">
                  <c:v>7752.7838000000002</c:v>
                </c:pt>
                <c:pt idx="220">
                  <c:v>8968.3330999999998</c:v>
                </c:pt>
                <c:pt idx="221">
                  <c:v>8631.8891999999996</c:v>
                </c:pt>
                <c:pt idx="222">
                  <c:v>8959.8145999999997</c:v>
                </c:pt>
                <c:pt idx="223">
                  <c:v>7500.8127000000004</c:v>
                </c:pt>
                <c:pt idx="224">
                  <c:v>8484.3778000000002</c:v>
                </c:pt>
                <c:pt idx="225">
                  <c:v>8415.4794000000002</c:v>
                </c:pt>
                <c:pt idx="226">
                  <c:v>7891.0528999999997</c:v>
                </c:pt>
                <c:pt idx="227">
                  <c:v>9077.9524999999994</c:v>
                </c:pt>
                <c:pt idx="228">
                  <c:v>8910.2365000000009</c:v>
                </c:pt>
                <c:pt idx="229">
                  <c:v>8092.48</c:v>
                </c:pt>
                <c:pt idx="230">
                  <c:v>8846.7266999999993</c:v>
                </c:pt>
                <c:pt idx="231">
                  <c:v>8363.8266000000003</c:v>
                </c:pt>
                <c:pt idx="232">
                  <c:v>8305.5159000000003</c:v>
                </c:pt>
                <c:pt idx="233">
                  <c:v>8024.5333000000001</c:v>
                </c:pt>
                <c:pt idx="234">
                  <c:v>9038.6211000000003</c:v>
                </c:pt>
                <c:pt idx="235">
                  <c:v>8936.1540000000005</c:v>
                </c:pt>
                <c:pt idx="236">
                  <c:v>8972.4498999999996</c:v>
                </c:pt>
                <c:pt idx="237">
                  <c:v>9069.0879999999997</c:v>
                </c:pt>
                <c:pt idx="238">
                  <c:v>8735.1314999999995</c:v>
                </c:pt>
                <c:pt idx="239">
                  <c:v>8525.0984000000008</c:v>
                </c:pt>
                <c:pt idx="240">
                  <c:v>8181.5123999999996</c:v>
                </c:pt>
                <c:pt idx="241">
                  <c:v>8940.5763000000006</c:v>
                </c:pt>
                <c:pt idx="242">
                  <c:v>8733.3585999999996</c:v>
                </c:pt>
                <c:pt idx="243">
                  <c:v>9062.7728000000006</c:v>
                </c:pt>
                <c:pt idx="244">
                  <c:v>8136.2871999999998</c:v>
                </c:pt>
                <c:pt idx="245">
                  <c:v>7885.0024000000003</c:v>
                </c:pt>
                <c:pt idx="246">
                  <c:v>7636.1612999999998</c:v>
                </c:pt>
                <c:pt idx="247">
                  <c:v>7408.8238000000001</c:v>
                </c:pt>
                <c:pt idx="248">
                  <c:v>8157.6507000000001</c:v>
                </c:pt>
                <c:pt idx="249">
                  <c:v>8143.2799000000005</c:v>
                </c:pt>
                <c:pt idx="250">
                  <c:v>8126.1619000000001</c:v>
                </c:pt>
                <c:pt idx="251">
                  <c:v>8170.8820999999998</c:v>
                </c:pt>
                <c:pt idx="252">
                  <c:v>7915.0630000000001</c:v>
                </c:pt>
                <c:pt idx="253">
                  <c:v>7996.4102999999996</c:v>
                </c:pt>
                <c:pt idx="254">
                  <c:v>7630.5748999999996</c:v>
                </c:pt>
                <c:pt idx="255">
                  <c:v>7622.2106000000003</c:v>
                </c:pt>
                <c:pt idx="256">
                  <c:v>8329.7553000000007</c:v>
                </c:pt>
                <c:pt idx="257">
                  <c:v>8188.0972000000002</c:v>
                </c:pt>
                <c:pt idx="258">
                  <c:v>8190.6808000000001</c:v>
                </c:pt>
                <c:pt idx="259">
                  <c:v>7896.9651999999996</c:v>
                </c:pt>
                <c:pt idx="260">
                  <c:v>7838.9250000000002</c:v>
                </c:pt>
                <c:pt idx="261">
                  <c:v>7303.6651000000002</c:v>
                </c:pt>
                <c:pt idx="262">
                  <c:v>8394.8305999999993</c:v>
                </c:pt>
                <c:pt idx="263">
                  <c:v>8426.1527999999998</c:v>
                </c:pt>
                <c:pt idx="264">
                  <c:v>8197.3934000000008</c:v>
                </c:pt>
                <c:pt idx="265">
                  <c:v>8404.9393</c:v>
                </c:pt>
                <c:pt idx="266">
                  <c:v>8171.8451999999997</c:v>
                </c:pt>
                <c:pt idx="267">
                  <c:v>8422.0692999999992</c:v>
                </c:pt>
                <c:pt idx="268">
                  <c:v>8340.7023000000008</c:v>
                </c:pt>
                <c:pt idx="269">
                  <c:v>9411.8551000000007</c:v>
                </c:pt>
                <c:pt idx="270">
                  <c:v>9532.0632000000005</c:v>
                </c:pt>
                <c:pt idx="271">
                  <c:v>9249.5681000000004</c:v>
                </c:pt>
                <c:pt idx="272">
                  <c:v>9780.7749000000003</c:v>
                </c:pt>
                <c:pt idx="273">
                  <c:v>9546.9986000000008</c:v>
                </c:pt>
                <c:pt idx="274">
                  <c:v>8584.0660000000007</c:v>
                </c:pt>
                <c:pt idx="275">
                  <c:v>8211.4400999999998</c:v>
                </c:pt>
                <c:pt idx="276">
                  <c:v>9132.0828999999994</c:v>
                </c:pt>
                <c:pt idx="277">
                  <c:v>9142.1545999999998</c:v>
                </c:pt>
                <c:pt idx="278">
                  <c:v>8722.6586000000007</c:v>
                </c:pt>
                <c:pt idx="279">
                  <c:v>9068.8312000000005</c:v>
                </c:pt>
                <c:pt idx="280">
                  <c:v>8672.6916999999994</c:v>
                </c:pt>
                <c:pt idx="281">
                  <c:v>8577.7864000000009</c:v>
                </c:pt>
                <c:pt idx="282">
                  <c:v>8220.3868000000002</c:v>
                </c:pt>
                <c:pt idx="283">
                  <c:v>9528.2805000000008</c:v>
                </c:pt>
                <c:pt idx="284">
                  <c:v>9533.1164000000008</c:v>
                </c:pt>
                <c:pt idx="285">
                  <c:v>8866.6270999999997</c:v>
                </c:pt>
                <c:pt idx="286">
                  <c:v>9140.8248000000003</c:v>
                </c:pt>
                <c:pt idx="287">
                  <c:v>7838.8753999999999</c:v>
                </c:pt>
                <c:pt idx="288">
                  <c:v>8416.4814999999999</c:v>
                </c:pt>
                <c:pt idx="289">
                  <c:v>8334.2670999999991</c:v>
                </c:pt>
                <c:pt idx="290">
                  <c:v>9365.9135000000006</c:v>
                </c:pt>
                <c:pt idx="291">
                  <c:v>9088.7996999999996</c:v>
                </c:pt>
                <c:pt idx="292">
                  <c:v>8988.4829000000009</c:v>
                </c:pt>
                <c:pt idx="293">
                  <c:v>9444.2003999999997</c:v>
                </c:pt>
                <c:pt idx="294">
                  <c:v>9329.8986000000004</c:v>
                </c:pt>
                <c:pt idx="295">
                  <c:v>8963.7836000000007</c:v>
                </c:pt>
                <c:pt idx="296">
                  <c:v>8212.4148000000005</c:v>
                </c:pt>
                <c:pt idx="297">
                  <c:v>7422.4727999999996</c:v>
                </c:pt>
                <c:pt idx="298">
                  <c:v>7518.8032999999996</c:v>
                </c:pt>
                <c:pt idx="299">
                  <c:v>8235.1200000000008</c:v>
                </c:pt>
                <c:pt idx="300">
                  <c:v>8431.8080000000009</c:v>
                </c:pt>
                <c:pt idx="301">
                  <c:v>8166.8968000000004</c:v>
                </c:pt>
                <c:pt idx="302">
                  <c:v>8383.5620999999992</c:v>
                </c:pt>
                <c:pt idx="303">
                  <c:v>8193.8065999999999</c:v>
                </c:pt>
                <c:pt idx="304">
                  <c:v>9109.4976999999999</c:v>
                </c:pt>
                <c:pt idx="305">
                  <c:v>9124.9827999999998</c:v>
                </c:pt>
                <c:pt idx="306">
                  <c:v>9041.1147999999994</c:v>
                </c:pt>
                <c:pt idx="307">
                  <c:v>8972.8888999999999</c:v>
                </c:pt>
                <c:pt idx="308">
                  <c:v>8656.0687999999991</c:v>
                </c:pt>
                <c:pt idx="309">
                  <c:v>8364.4742000000006</c:v>
                </c:pt>
                <c:pt idx="310">
                  <c:v>7969.3095999999996</c:v>
                </c:pt>
                <c:pt idx="311">
                  <c:v>8648.2116999999998</c:v>
                </c:pt>
                <c:pt idx="312">
                  <c:v>8567.2073999999993</c:v>
                </c:pt>
                <c:pt idx="313">
                  <c:v>8775.6710999999996</c:v>
                </c:pt>
                <c:pt idx="314">
                  <c:v>8810.6142</c:v>
                </c:pt>
                <c:pt idx="315">
                  <c:v>7690.4313000000002</c:v>
                </c:pt>
                <c:pt idx="316">
                  <c:v>8231.7850999999991</c:v>
                </c:pt>
                <c:pt idx="317">
                  <c:v>7977.4201999999996</c:v>
                </c:pt>
                <c:pt idx="318">
                  <c:v>9021.5015999999996</c:v>
                </c:pt>
                <c:pt idx="319">
                  <c:v>8604.4969999999994</c:v>
                </c:pt>
                <c:pt idx="320">
                  <c:v>8407.3536000000004</c:v>
                </c:pt>
                <c:pt idx="321">
                  <c:v>8851.4526999999998</c:v>
                </c:pt>
                <c:pt idx="322">
                  <c:v>7979.2781999999997</c:v>
                </c:pt>
                <c:pt idx="323">
                  <c:v>7853.9766</c:v>
                </c:pt>
                <c:pt idx="324">
                  <c:v>7773.4152999999997</c:v>
                </c:pt>
                <c:pt idx="325">
                  <c:v>8548.0095000000001</c:v>
                </c:pt>
                <c:pt idx="326">
                  <c:v>8444.9233000000004</c:v>
                </c:pt>
                <c:pt idx="327">
                  <c:v>8876.0993999999992</c:v>
                </c:pt>
                <c:pt idx="328">
                  <c:v>8111.4588999999996</c:v>
                </c:pt>
                <c:pt idx="329">
                  <c:v>8109.5617000000002</c:v>
                </c:pt>
                <c:pt idx="330">
                  <c:v>7850.3024999999998</c:v>
                </c:pt>
                <c:pt idx="331">
                  <c:v>7634.6566000000003</c:v>
                </c:pt>
                <c:pt idx="332">
                  <c:v>8635.2705000000005</c:v>
                </c:pt>
                <c:pt idx="333">
                  <c:v>8475.4688999999998</c:v>
                </c:pt>
                <c:pt idx="334">
                  <c:v>8579.4390000000003</c:v>
                </c:pt>
                <c:pt idx="335">
                  <c:v>8726.5915999999997</c:v>
                </c:pt>
                <c:pt idx="336">
                  <c:v>8385.3922000000002</c:v>
                </c:pt>
                <c:pt idx="337">
                  <c:v>8301.3426999999992</c:v>
                </c:pt>
                <c:pt idx="338">
                  <c:v>7917.4492</c:v>
                </c:pt>
                <c:pt idx="339">
                  <c:v>9136.7325000000001</c:v>
                </c:pt>
                <c:pt idx="340">
                  <c:v>8447.3714</c:v>
                </c:pt>
                <c:pt idx="341">
                  <c:v>9059.1725000000006</c:v>
                </c:pt>
                <c:pt idx="342">
                  <c:v>7950.3303999999998</c:v>
                </c:pt>
                <c:pt idx="343">
                  <c:v>7781.1733000000004</c:v>
                </c:pt>
                <c:pt idx="344">
                  <c:v>6803.2348000000002</c:v>
                </c:pt>
                <c:pt idx="345">
                  <c:v>7123.4822999999997</c:v>
                </c:pt>
                <c:pt idx="346">
                  <c:v>8076.3144000000002</c:v>
                </c:pt>
                <c:pt idx="347">
                  <c:v>7995.6426000000001</c:v>
                </c:pt>
                <c:pt idx="348">
                  <c:v>7912.6687000000002</c:v>
                </c:pt>
                <c:pt idx="349">
                  <c:v>7997.2718000000004</c:v>
                </c:pt>
                <c:pt idx="350">
                  <c:v>7441.7539999999999</c:v>
                </c:pt>
                <c:pt idx="351">
                  <c:v>7463.0123000000003</c:v>
                </c:pt>
                <c:pt idx="352">
                  <c:v>7135.9552000000003</c:v>
                </c:pt>
                <c:pt idx="353">
                  <c:v>7748.8662999999997</c:v>
                </c:pt>
                <c:pt idx="354">
                  <c:v>7494.7506000000003</c:v>
                </c:pt>
                <c:pt idx="355">
                  <c:v>7772.1458000000002</c:v>
                </c:pt>
                <c:pt idx="356">
                  <c:v>7656.3536000000004</c:v>
                </c:pt>
                <c:pt idx="357">
                  <c:v>7081.5676000000003</c:v>
                </c:pt>
                <c:pt idx="358">
                  <c:v>7084.3707000000004</c:v>
                </c:pt>
                <c:pt idx="359">
                  <c:v>7014.1953999999996</c:v>
                </c:pt>
                <c:pt idx="360">
                  <c:v>7747.0573999999997</c:v>
                </c:pt>
                <c:pt idx="361">
                  <c:v>7599.4083000000001</c:v>
                </c:pt>
                <c:pt idx="362">
                  <c:v>7658.9674999999997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D75-43E9-9964-2488866357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66718128"/>
        <c:axId val="466740688"/>
        <c:extLst>
          <c:ext xmlns:c15="http://schemas.microsoft.com/office/drawing/2012/chart" uri="{02D57815-91ED-43cb-92C2-25804820EDAC}">
            <c15:filteredLine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G!$C$1</c15:sqref>
                        </c15:formulaRef>
                      </c:ext>
                    </c:extLst>
                    <c:strCache>
                      <c:ptCount val="1"/>
                      <c:pt idx="0">
                        <c:v>GAM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G!$A$2:$A$364</c15:sqref>
                        </c15:formulaRef>
                      </c:ext>
                    </c:extLst>
                    <c:numCache>
                      <c:formatCode>m/d/yyyy</c:formatCode>
                      <c:ptCount val="363"/>
                      <c:pt idx="0">
                        <c:v>45828</c:v>
                      </c:pt>
                      <c:pt idx="1">
                        <c:v>45829</c:v>
                      </c:pt>
                      <c:pt idx="2">
                        <c:v>45830</c:v>
                      </c:pt>
                      <c:pt idx="3">
                        <c:v>45831</c:v>
                      </c:pt>
                      <c:pt idx="4">
                        <c:v>45832</c:v>
                      </c:pt>
                      <c:pt idx="5">
                        <c:v>45833</c:v>
                      </c:pt>
                      <c:pt idx="6">
                        <c:v>45834</c:v>
                      </c:pt>
                      <c:pt idx="7">
                        <c:v>45835</c:v>
                      </c:pt>
                      <c:pt idx="8">
                        <c:v>45836</c:v>
                      </c:pt>
                      <c:pt idx="9">
                        <c:v>45837</c:v>
                      </c:pt>
                      <c:pt idx="10">
                        <c:v>45838</c:v>
                      </c:pt>
                      <c:pt idx="11">
                        <c:v>45839</c:v>
                      </c:pt>
                      <c:pt idx="12">
                        <c:v>45840</c:v>
                      </c:pt>
                      <c:pt idx="13">
                        <c:v>45841</c:v>
                      </c:pt>
                      <c:pt idx="14">
                        <c:v>45842</c:v>
                      </c:pt>
                      <c:pt idx="15">
                        <c:v>45843</c:v>
                      </c:pt>
                      <c:pt idx="16">
                        <c:v>45844</c:v>
                      </c:pt>
                      <c:pt idx="17">
                        <c:v>45845</c:v>
                      </c:pt>
                      <c:pt idx="18">
                        <c:v>45846</c:v>
                      </c:pt>
                      <c:pt idx="19">
                        <c:v>45847</c:v>
                      </c:pt>
                      <c:pt idx="20">
                        <c:v>45848</c:v>
                      </c:pt>
                      <c:pt idx="21">
                        <c:v>45849</c:v>
                      </c:pt>
                      <c:pt idx="22">
                        <c:v>45850</c:v>
                      </c:pt>
                      <c:pt idx="23">
                        <c:v>45851</c:v>
                      </c:pt>
                      <c:pt idx="24">
                        <c:v>45852</c:v>
                      </c:pt>
                      <c:pt idx="25">
                        <c:v>45853</c:v>
                      </c:pt>
                      <c:pt idx="26">
                        <c:v>45854</c:v>
                      </c:pt>
                      <c:pt idx="27">
                        <c:v>45855</c:v>
                      </c:pt>
                      <c:pt idx="28">
                        <c:v>45856</c:v>
                      </c:pt>
                      <c:pt idx="29">
                        <c:v>45857</c:v>
                      </c:pt>
                      <c:pt idx="30">
                        <c:v>45858</c:v>
                      </c:pt>
                      <c:pt idx="31">
                        <c:v>45859</c:v>
                      </c:pt>
                      <c:pt idx="32">
                        <c:v>45860</c:v>
                      </c:pt>
                      <c:pt idx="33">
                        <c:v>45861</c:v>
                      </c:pt>
                      <c:pt idx="34">
                        <c:v>45862</c:v>
                      </c:pt>
                      <c:pt idx="35">
                        <c:v>45863</c:v>
                      </c:pt>
                      <c:pt idx="36">
                        <c:v>45864</c:v>
                      </c:pt>
                      <c:pt idx="37">
                        <c:v>45865</c:v>
                      </c:pt>
                      <c:pt idx="38">
                        <c:v>45866</c:v>
                      </c:pt>
                      <c:pt idx="39">
                        <c:v>45867</c:v>
                      </c:pt>
                      <c:pt idx="40">
                        <c:v>45868</c:v>
                      </c:pt>
                      <c:pt idx="41">
                        <c:v>45869</c:v>
                      </c:pt>
                      <c:pt idx="42">
                        <c:v>45870</c:v>
                      </c:pt>
                      <c:pt idx="43">
                        <c:v>45871</c:v>
                      </c:pt>
                      <c:pt idx="44">
                        <c:v>45872</c:v>
                      </c:pt>
                      <c:pt idx="45">
                        <c:v>45873</c:v>
                      </c:pt>
                      <c:pt idx="46">
                        <c:v>45874</c:v>
                      </c:pt>
                      <c:pt idx="47">
                        <c:v>45875</c:v>
                      </c:pt>
                      <c:pt idx="48">
                        <c:v>45876</c:v>
                      </c:pt>
                      <c:pt idx="49">
                        <c:v>45877</c:v>
                      </c:pt>
                      <c:pt idx="50">
                        <c:v>45878</c:v>
                      </c:pt>
                      <c:pt idx="51">
                        <c:v>45879</c:v>
                      </c:pt>
                      <c:pt idx="52">
                        <c:v>45880</c:v>
                      </c:pt>
                      <c:pt idx="53">
                        <c:v>45881</c:v>
                      </c:pt>
                      <c:pt idx="54">
                        <c:v>45882</c:v>
                      </c:pt>
                      <c:pt idx="55">
                        <c:v>45883</c:v>
                      </c:pt>
                      <c:pt idx="56">
                        <c:v>45884</c:v>
                      </c:pt>
                      <c:pt idx="57">
                        <c:v>45885</c:v>
                      </c:pt>
                      <c:pt idx="58">
                        <c:v>45886</c:v>
                      </c:pt>
                      <c:pt idx="59">
                        <c:v>45887</c:v>
                      </c:pt>
                      <c:pt idx="60">
                        <c:v>45888</c:v>
                      </c:pt>
                      <c:pt idx="61">
                        <c:v>45889</c:v>
                      </c:pt>
                      <c:pt idx="62">
                        <c:v>45890</c:v>
                      </c:pt>
                      <c:pt idx="63">
                        <c:v>45891</c:v>
                      </c:pt>
                      <c:pt idx="64">
                        <c:v>45892</c:v>
                      </c:pt>
                      <c:pt idx="65">
                        <c:v>45893</c:v>
                      </c:pt>
                      <c:pt idx="66">
                        <c:v>45894</c:v>
                      </c:pt>
                      <c:pt idx="67">
                        <c:v>45895</c:v>
                      </c:pt>
                      <c:pt idx="68">
                        <c:v>45896</c:v>
                      </c:pt>
                      <c:pt idx="69">
                        <c:v>45897</c:v>
                      </c:pt>
                      <c:pt idx="70">
                        <c:v>45898</c:v>
                      </c:pt>
                      <c:pt idx="71">
                        <c:v>45899</c:v>
                      </c:pt>
                      <c:pt idx="72">
                        <c:v>45900</c:v>
                      </c:pt>
                      <c:pt idx="73">
                        <c:v>45901</c:v>
                      </c:pt>
                      <c:pt idx="74">
                        <c:v>45902</c:v>
                      </c:pt>
                      <c:pt idx="75">
                        <c:v>45903</c:v>
                      </c:pt>
                      <c:pt idx="76">
                        <c:v>45904</c:v>
                      </c:pt>
                      <c:pt idx="77">
                        <c:v>45905</c:v>
                      </c:pt>
                      <c:pt idx="78">
                        <c:v>45906</c:v>
                      </c:pt>
                      <c:pt idx="79">
                        <c:v>45907</c:v>
                      </c:pt>
                      <c:pt idx="80">
                        <c:v>45908</c:v>
                      </c:pt>
                      <c:pt idx="81">
                        <c:v>45909</c:v>
                      </c:pt>
                      <c:pt idx="82">
                        <c:v>45910</c:v>
                      </c:pt>
                      <c:pt idx="83">
                        <c:v>45911</c:v>
                      </c:pt>
                      <c:pt idx="84">
                        <c:v>45912</c:v>
                      </c:pt>
                      <c:pt idx="85">
                        <c:v>45913</c:v>
                      </c:pt>
                      <c:pt idx="86">
                        <c:v>45914</c:v>
                      </c:pt>
                      <c:pt idx="87">
                        <c:v>45915</c:v>
                      </c:pt>
                      <c:pt idx="88">
                        <c:v>45916</c:v>
                      </c:pt>
                      <c:pt idx="89">
                        <c:v>45917</c:v>
                      </c:pt>
                      <c:pt idx="90">
                        <c:v>45918</c:v>
                      </c:pt>
                      <c:pt idx="91">
                        <c:v>45919</c:v>
                      </c:pt>
                      <c:pt idx="92">
                        <c:v>45920</c:v>
                      </c:pt>
                      <c:pt idx="93">
                        <c:v>45921</c:v>
                      </c:pt>
                      <c:pt idx="94">
                        <c:v>45922</c:v>
                      </c:pt>
                      <c:pt idx="95">
                        <c:v>45923</c:v>
                      </c:pt>
                      <c:pt idx="96">
                        <c:v>45924</c:v>
                      </c:pt>
                      <c:pt idx="97">
                        <c:v>45925</c:v>
                      </c:pt>
                      <c:pt idx="98">
                        <c:v>45926</c:v>
                      </c:pt>
                      <c:pt idx="99">
                        <c:v>45927</c:v>
                      </c:pt>
                      <c:pt idx="100">
                        <c:v>45928</c:v>
                      </c:pt>
                      <c:pt idx="101">
                        <c:v>45929</c:v>
                      </c:pt>
                      <c:pt idx="102">
                        <c:v>45930</c:v>
                      </c:pt>
                      <c:pt idx="103">
                        <c:v>45931</c:v>
                      </c:pt>
                      <c:pt idx="104">
                        <c:v>45932</c:v>
                      </c:pt>
                      <c:pt idx="105">
                        <c:v>45933</c:v>
                      </c:pt>
                      <c:pt idx="106">
                        <c:v>45934</c:v>
                      </c:pt>
                      <c:pt idx="107">
                        <c:v>45935</c:v>
                      </c:pt>
                      <c:pt idx="108">
                        <c:v>45936</c:v>
                      </c:pt>
                      <c:pt idx="109">
                        <c:v>45937</c:v>
                      </c:pt>
                      <c:pt idx="110">
                        <c:v>45938</c:v>
                      </c:pt>
                      <c:pt idx="111">
                        <c:v>45939</c:v>
                      </c:pt>
                      <c:pt idx="112">
                        <c:v>45940</c:v>
                      </c:pt>
                      <c:pt idx="113">
                        <c:v>45941</c:v>
                      </c:pt>
                      <c:pt idx="114">
                        <c:v>45942</c:v>
                      </c:pt>
                      <c:pt idx="115">
                        <c:v>45943</c:v>
                      </c:pt>
                      <c:pt idx="116">
                        <c:v>45944</c:v>
                      </c:pt>
                      <c:pt idx="117">
                        <c:v>45945</c:v>
                      </c:pt>
                      <c:pt idx="118">
                        <c:v>45946</c:v>
                      </c:pt>
                      <c:pt idx="119">
                        <c:v>45947</c:v>
                      </c:pt>
                      <c:pt idx="120">
                        <c:v>45948</c:v>
                      </c:pt>
                      <c:pt idx="121">
                        <c:v>45949</c:v>
                      </c:pt>
                      <c:pt idx="122">
                        <c:v>45950</c:v>
                      </c:pt>
                      <c:pt idx="123">
                        <c:v>45951</c:v>
                      </c:pt>
                      <c:pt idx="124">
                        <c:v>45952</c:v>
                      </c:pt>
                      <c:pt idx="125">
                        <c:v>45953</c:v>
                      </c:pt>
                      <c:pt idx="126">
                        <c:v>45954</c:v>
                      </c:pt>
                      <c:pt idx="127">
                        <c:v>45955</c:v>
                      </c:pt>
                      <c:pt idx="128">
                        <c:v>45956</c:v>
                      </c:pt>
                      <c:pt idx="129">
                        <c:v>45957</c:v>
                      </c:pt>
                      <c:pt idx="130">
                        <c:v>45958</c:v>
                      </c:pt>
                      <c:pt idx="131">
                        <c:v>45959</c:v>
                      </c:pt>
                      <c:pt idx="132">
                        <c:v>45960</c:v>
                      </c:pt>
                      <c:pt idx="133">
                        <c:v>45961</c:v>
                      </c:pt>
                      <c:pt idx="134">
                        <c:v>45962</c:v>
                      </c:pt>
                      <c:pt idx="135">
                        <c:v>45963</c:v>
                      </c:pt>
                      <c:pt idx="136">
                        <c:v>45964</c:v>
                      </c:pt>
                      <c:pt idx="137">
                        <c:v>45965</c:v>
                      </c:pt>
                      <c:pt idx="138">
                        <c:v>45966</c:v>
                      </c:pt>
                      <c:pt idx="139">
                        <c:v>45967</c:v>
                      </c:pt>
                      <c:pt idx="140">
                        <c:v>45968</c:v>
                      </c:pt>
                      <c:pt idx="141">
                        <c:v>45969</c:v>
                      </c:pt>
                      <c:pt idx="142">
                        <c:v>45970</c:v>
                      </c:pt>
                      <c:pt idx="143">
                        <c:v>45971</c:v>
                      </c:pt>
                      <c:pt idx="144">
                        <c:v>45972</c:v>
                      </c:pt>
                      <c:pt idx="145">
                        <c:v>45973</c:v>
                      </c:pt>
                      <c:pt idx="146">
                        <c:v>45974</c:v>
                      </c:pt>
                      <c:pt idx="147">
                        <c:v>45975</c:v>
                      </c:pt>
                      <c:pt idx="148">
                        <c:v>45976</c:v>
                      </c:pt>
                      <c:pt idx="149">
                        <c:v>45977</c:v>
                      </c:pt>
                      <c:pt idx="150">
                        <c:v>45978</c:v>
                      </c:pt>
                      <c:pt idx="151">
                        <c:v>45979</c:v>
                      </c:pt>
                      <c:pt idx="152">
                        <c:v>45980</c:v>
                      </c:pt>
                      <c:pt idx="153">
                        <c:v>45981</c:v>
                      </c:pt>
                      <c:pt idx="154">
                        <c:v>45982</c:v>
                      </c:pt>
                      <c:pt idx="155">
                        <c:v>45983</c:v>
                      </c:pt>
                      <c:pt idx="156">
                        <c:v>45984</c:v>
                      </c:pt>
                      <c:pt idx="157">
                        <c:v>45985</c:v>
                      </c:pt>
                      <c:pt idx="158">
                        <c:v>45986</c:v>
                      </c:pt>
                      <c:pt idx="159">
                        <c:v>45987</c:v>
                      </c:pt>
                      <c:pt idx="160">
                        <c:v>45988</c:v>
                      </c:pt>
                      <c:pt idx="161">
                        <c:v>45989</c:v>
                      </c:pt>
                      <c:pt idx="162">
                        <c:v>45990</c:v>
                      </c:pt>
                      <c:pt idx="163">
                        <c:v>45991</c:v>
                      </c:pt>
                      <c:pt idx="164">
                        <c:v>45992</c:v>
                      </c:pt>
                      <c:pt idx="165">
                        <c:v>45993</c:v>
                      </c:pt>
                      <c:pt idx="166">
                        <c:v>45994</c:v>
                      </c:pt>
                      <c:pt idx="167">
                        <c:v>45995</c:v>
                      </c:pt>
                      <c:pt idx="168">
                        <c:v>45996</c:v>
                      </c:pt>
                      <c:pt idx="169">
                        <c:v>45997</c:v>
                      </c:pt>
                      <c:pt idx="170">
                        <c:v>45998</c:v>
                      </c:pt>
                      <c:pt idx="171">
                        <c:v>45999</c:v>
                      </c:pt>
                      <c:pt idx="172">
                        <c:v>46000</c:v>
                      </c:pt>
                      <c:pt idx="173">
                        <c:v>46001</c:v>
                      </c:pt>
                      <c:pt idx="174">
                        <c:v>46002</c:v>
                      </c:pt>
                      <c:pt idx="175">
                        <c:v>46003</c:v>
                      </c:pt>
                      <c:pt idx="176">
                        <c:v>46004</c:v>
                      </c:pt>
                      <c:pt idx="177">
                        <c:v>46005</c:v>
                      </c:pt>
                      <c:pt idx="178">
                        <c:v>46006</c:v>
                      </c:pt>
                      <c:pt idx="179">
                        <c:v>46007</c:v>
                      </c:pt>
                      <c:pt idx="180">
                        <c:v>46008</c:v>
                      </c:pt>
                      <c:pt idx="181">
                        <c:v>46009</c:v>
                      </c:pt>
                      <c:pt idx="182">
                        <c:v>46010</c:v>
                      </c:pt>
                      <c:pt idx="183">
                        <c:v>46011</c:v>
                      </c:pt>
                      <c:pt idx="184">
                        <c:v>46012</c:v>
                      </c:pt>
                      <c:pt idx="185">
                        <c:v>46013</c:v>
                      </c:pt>
                      <c:pt idx="186">
                        <c:v>46014</c:v>
                      </c:pt>
                      <c:pt idx="187">
                        <c:v>46015</c:v>
                      </c:pt>
                      <c:pt idx="188">
                        <c:v>46016</c:v>
                      </c:pt>
                      <c:pt idx="189">
                        <c:v>46017</c:v>
                      </c:pt>
                      <c:pt idx="190">
                        <c:v>46018</c:v>
                      </c:pt>
                      <c:pt idx="191">
                        <c:v>46019</c:v>
                      </c:pt>
                      <c:pt idx="192">
                        <c:v>46020</c:v>
                      </c:pt>
                      <c:pt idx="193">
                        <c:v>46021</c:v>
                      </c:pt>
                      <c:pt idx="194">
                        <c:v>46022</c:v>
                      </c:pt>
                      <c:pt idx="195">
                        <c:v>46023</c:v>
                      </c:pt>
                      <c:pt idx="196">
                        <c:v>46024</c:v>
                      </c:pt>
                      <c:pt idx="197">
                        <c:v>46025</c:v>
                      </c:pt>
                      <c:pt idx="198">
                        <c:v>46026</c:v>
                      </c:pt>
                      <c:pt idx="199">
                        <c:v>46027</c:v>
                      </c:pt>
                      <c:pt idx="200">
                        <c:v>46028</c:v>
                      </c:pt>
                      <c:pt idx="201">
                        <c:v>46029</c:v>
                      </c:pt>
                      <c:pt idx="202">
                        <c:v>46030</c:v>
                      </c:pt>
                      <c:pt idx="203">
                        <c:v>46031</c:v>
                      </c:pt>
                      <c:pt idx="204">
                        <c:v>46032</c:v>
                      </c:pt>
                      <c:pt idx="205">
                        <c:v>46033</c:v>
                      </c:pt>
                      <c:pt idx="206">
                        <c:v>46034</c:v>
                      </c:pt>
                      <c:pt idx="207">
                        <c:v>46035</c:v>
                      </c:pt>
                      <c:pt idx="208">
                        <c:v>46036</c:v>
                      </c:pt>
                      <c:pt idx="209">
                        <c:v>46037</c:v>
                      </c:pt>
                      <c:pt idx="210">
                        <c:v>46038</c:v>
                      </c:pt>
                      <c:pt idx="211">
                        <c:v>46039</c:v>
                      </c:pt>
                      <c:pt idx="212">
                        <c:v>46040</c:v>
                      </c:pt>
                      <c:pt idx="213">
                        <c:v>46041</c:v>
                      </c:pt>
                      <c:pt idx="214">
                        <c:v>46042</c:v>
                      </c:pt>
                      <c:pt idx="215">
                        <c:v>46043</c:v>
                      </c:pt>
                      <c:pt idx="216">
                        <c:v>46044</c:v>
                      </c:pt>
                      <c:pt idx="217">
                        <c:v>46045</c:v>
                      </c:pt>
                      <c:pt idx="218">
                        <c:v>46046</c:v>
                      </c:pt>
                      <c:pt idx="219">
                        <c:v>46047</c:v>
                      </c:pt>
                      <c:pt idx="220">
                        <c:v>46048</c:v>
                      </c:pt>
                      <c:pt idx="221">
                        <c:v>46049</c:v>
                      </c:pt>
                      <c:pt idx="222">
                        <c:v>46050</c:v>
                      </c:pt>
                      <c:pt idx="223">
                        <c:v>46051</c:v>
                      </c:pt>
                      <c:pt idx="224">
                        <c:v>46052</c:v>
                      </c:pt>
                      <c:pt idx="225">
                        <c:v>46053</c:v>
                      </c:pt>
                      <c:pt idx="226">
                        <c:v>46054</c:v>
                      </c:pt>
                      <c:pt idx="227">
                        <c:v>46055</c:v>
                      </c:pt>
                      <c:pt idx="228">
                        <c:v>46056</c:v>
                      </c:pt>
                      <c:pt idx="229">
                        <c:v>46057</c:v>
                      </c:pt>
                      <c:pt idx="230">
                        <c:v>46058</c:v>
                      </c:pt>
                      <c:pt idx="231">
                        <c:v>46059</c:v>
                      </c:pt>
                      <c:pt idx="232">
                        <c:v>46060</c:v>
                      </c:pt>
                      <c:pt idx="233">
                        <c:v>46061</c:v>
                      </c:pt>
                      <c:pt idx="234">
                        <c:v>46062</c:v>
                      </c:pt>
                      <c:pt idx="235">
                        <c:v>46063</c:v>
                      </c:pt>
                      <c:pt idx="236">
                        <c:v>46064</c:v>
                      </c:pt>
                      <c:pt idx="237">
                        <c:v>46065</c:v>
                      </c:pt>
                      <c:pt idx="238">
                        <c:v>46066</c:v>
                      </c:pt>
                      <c:pt idx="239">
                        <c:v>46067</c:v>
                      </c:pt>
                      <c:pt idx="240">
                        <c:v>46068</c:v>
                      </c:pt>
                      <c:pt idx="241">
                        <c:v>46069</c:v>
                      </c:pt>
                      <c:pt idx="242">
                        <c:v>46070</c:v>
                      </c:pt>
                      <c:pt idx="243">
                        <c:v>46071</c:v>
                      </c:pt>
                      <c:pt idx="244">
                        <c:v>46072</c:v>
                      </c:pt>
                      <c:pt idx="245">
                        <c:v>46073</c:v>
                      </c:pt>
                      <c:pt idx="246">
                        <c:v>46074</c:v>
                      </c:pt>
                      <c:pt idx="247">
                        <c:v>46075</c:v>
                      </c:pt>
                      <c:pt idx="248">
                        <c:v>46076</c:v>
                      </c:pt>
                      <c:pt idx="249">
                        <c:v>46077</c:v>
                      </c:pt>
                      <c:pt idx="250">
                        <c:v>46078</c:v>
                      </c:pt>
                      <c:pt idx="251">
                        <c:v>46079</c:v>
                      </c:pt>
                      <c:pt idx="252">
                        <c:v>46080</c:v>
                      </c:pt>
                      <c:pt idx="253">
                        <c:v>46081</c:v>
                      </c:pt>
                      <c:pt idx="254">
                        <c:v>46082</c:v>
                      </c:pt>
                      <c:pt idx="255">
                        <c:v>46083</c:v>
                      </c:pt>
                      <c:pt idx="256">
                        <c:v>46084</c:v>
                      </c:pt>
                      <c:pt idx="257">
                        <c:v>46085</c:v>
                      </c:pt>
                      <c:pt idx="258">
                        <c:v>46086</c:v>
                      </c:pt>
                      <c:pt idx="259">
                        <c:v>46087</c:v>
                      </c:pt>
                      <c:pt idx="260">
                        <c:v>46088</c:v>
                      </c:pt>
                      <c:pt idx="261">
                        <c:v>46089</c:v>
                      </c:pt>
                      <c:pt idx="262">
                        <c:v>46090</c:v>
                      </c:pt>
                      <c:pt idx="263">
                        <c:v>46091</c:v>
                      </c:pt>
                      <c:pt idx="264">
                        <c:v>46092</c:v>
                      </c:pt>
                      <c:pt idx="265">
                        <c:v>46093</c:v>
                      </c:pt>
                      <c:pt idx="266">
                        <c:v>46094</c:v>
                      </c:pt>
                      <c:pt idx="267">
                        <c:v>46095</c:v>
                      </c:pt>
                      <c:pt idx="268">
                        <c:v>46096</c:v>
                      </c:pt>
                      <c:pt idx="269">
                        <c:v>46097</c:v>
                      </c:pt>
                      <c:pt idx="270">
                        <c:v>46098</c:v>
                      </c:pt>
                      <c:pt idx="271">
                        <c:v>46099</c:v>
                      </c:pt>
                      <c:pt idx="272">
                        <c:v>46100</c:v>
                      </c:pt>
                      <c:pt idx="273">
                        <c:v>46101</c:v>
                      </c:pt>
                      <c:pt idx="274">
                        <c:v>46102</c:v>
                      </c:pt>
                      <c:pt idx="275">
                        <c:v>46103</c:v>
                      </c:pt>
                      <c:pt idx="276">
                        <c:v>46104</c:v>
                      </c:pt>
                      <c:pt idx="277">
                        <c:v>46105</c:v>
                      </c:pt>
                      <c:pt idx="278">
                        <c:v>46106</c:v>
                      </c:pt>
                      <c:pt idx="279">
                        <c:v>46107</c:v>
                      </c:pt>
                      <c:pt idx="280">
                        <c:v>46108</c:v>
                      </c:pt>
                      <c:pt idx="281">
                        <c:v>46109</c:v>
                      </c:pt>
                      <c:pt idx="282">
                        <c:v>46110</c:v>
                      </c:pt>
                      <c:pt idx="283">
                        <c:v>46111</c:v>
                      </c:pt>
                      <c:pt idx="284">
                        <c:v>46112</c:v>
                      </c:pt>
                      <c:pt idx="285">
                        <c:v>46113</c:v>
                      </c:pt>
                      <c:pt idx="286">
                        <c:v>46114</c:v>
                      </c:pt>
                      <c:pt idx="287">
                        <c:v>46115</c:v>
                      </c:pt>
                      <c:pt idx="288">
                        <c:v>46116</c:v>
                      </c:pt>
                      <c:pt idx="289">
                        <c:v>46117</c:v>
                      </c:pt>
                      <c:pt idx="290">
                        <c:v>46118</c:v>
                      </c:pt>
                      <c:pt idx="291">
                        <c:v>46119</c:v>
                      </c:pt>
                      <c:pt idx="292">
                        <c:v>46120</c:v>
                      </c:pt>
                      <c:pt idx="293">
                        <c:v>46121</c:v>
                      </c:pt>
                      <c:pt idx="294">
                        <c:v>46122</c:v>
                      </c:pt>
                      <c:pt idx="295">
                        <c:v>46123</c:v>
                      </c:pt>
                      <c:pt idx="296">
                        <c:v>46124</c:v>
                      </c:pt>
                      <c:pt idx="297">
                        <c:v>46125</c:v>
                      </c:pt>
                      <c:pt idx="298">
                        <c:v>46126</c:v>
                      </c:pt>
                      <c:pt idx="299">
                        <c:v>46127</c:v>
                      </c:pt>
                      <c:pt idx="300">
                        <c:v>46128</c:v>
                      </c:pt>
                      <c:pt idx="301">
                        <c:v>46129</c:v>
                      </c:pt>
                      <c:pt idx="302">
                        <c:v>46130</c:v>
                      </c:pt>
                      <c:pt idx="303">
                        <c:v>46131</c:v>
                      </c:pt>
                      <c:pt idx="304">
                        <c:v>46132</c:v>
                      </c:pt>
                      <c:pt idx="305">
                        <c:v>46133</c:v>
                      </c:pt>
                      <c:pt idx="306">
                        <c:v>46134</c:v>
                      </c:pt>
                      <c:pt idx="307">
                        <c:v>46135</c:v>
                      </c:pt>
                      <c:pt idx="308">
                        <c:v>46136</c:v>
                      </c:pt>
                      <c:pt idx="309">
                        <c:v>46137</c:v>
                      </c:pt>
                      <c:pt idx="310">
                        <c:v>46138</c:v>
                      </c:pt>
                      <c:pt idx="311">
                        <c:v>46139</c:v>
                      </c:pt>
                      <c:pt idx="312">
                        <c:v>46140</c:v>
                      </c:pt>
                      <c:pt idx="313">
                        <c:v>46141</c:v>
                      </c:pt>
                      <c:pt idx="314">
                        <c:v>46142</c:v>
                      </c:pt>
                      <c:pt idx="315">
                        <c:v>46143</c:v>
                      </c:pt>
                      <c:pt idx="316">
                        <c:v>46144</c:v>
                      </c:pt>
                      <c:pt idx="317">
                        <c:v>46145</c:v>
                      </c:pt>
                      <c:pt idx="318">
                        <c:v>46146</c:v>
                      </c:pt>
                      <c:pt idx="319">
                        <c:v>46147</c:v>
                      </c:pt>
                      <c:pt idx="320">
                        <c:v>46148</c:v>
                      </c:pt>
                      <c:pt idx="321">
                        <c:v>46149</c:v>
                      </c:pt>
                      <c:pt idx="322">
                        <c:v>46150</c:v>
                      </c:pt>
                      <c:pt idx="323">
                        <c:v>46151</c:v>
                      </c:pt>
                      <c:pt idx="324">
                        <c:v>46152</c:v>
                      </c:pt>
                      <c:pt idx="325">
                        <c:v>46153</c:v>
                      </c:pt>
                      <c:pt idx="326">
                        <c:v>46154</c:v>
                      </c:pt>
                      <c:pt idx="327">
                        <c:v>46155</c:v>
                      </c:pt>
                      <c:pt idx="328">
                        <c:v>46156</c:v>
                      </c:pt>
                      <c:pt idx="329">
                        <c:v>46157</c:v>
                      </c:pt>
                      <c:pt idx="330">
                        <c:v>46158</c:v>
                      </c:pt>
                      <c:pt idx="331">
                        <c:v>46159</c:v>
                      </c:pt>
                      <c:pt idx="332">
                        <c:v>46160</c:v>
                      </c:pt>
                      <c:pt idx="333">
                        <c:v>46161</c:v>
                      </c:pt>
                      <c:pt idx="334">
                        <c:v>46162</c:v>
                      </c:pt>
                      <c:pt idx="335">
                        <c:v>46163</c:v>
                      </c:pt>
                      <c:pt idx="336">
                        <c:v>46164</c:v>
                      </c:pt>
                      <c:pt idx="337">
                        <c:v>46165</c:v>
                      </c:pt>
                      <c:pt idx="338">
                        <c:v>46166</c:v>
                      </c:pt>
                      <c:pt idx="339">
                        <c:v>46167</c:v>
                      </c:pt>
                      <c:pt idx="340">
                        <c:v>46168</c:v>
                      </c:pt>
                      <c:pt idx="341">
                        <c:v>46169</c:v>
                      </c:pt>
                      <c:pt idx="342">
                        <c:v>46170</c:v>
                      </c:pt>
                      <c:pt idx="343">
                        <c:v>46171</c:v>
                      </c:pt>
                      <c:pt idx="344">
                        <c:v>46172</c:v>
                      </c:pt>
                      <c:pt idx="345">
                        <c:v>46173</c:v>
                      </c:pt>
                      <c:pt idx="346">
                        <c:v>46174</c:v>
                      </c:pt>
                      <c:pt idx="347">
                        <c:v>46175</c:v>
                      </c:pt>
                      <c:pt idx="348">
                        <c:v>46176</c:v>
                      </c:pt>
                      <c:pt idx="349">
                        <c:v>46177</c:v>
                      </c:pt>
                      <c:pt idx="350">
                        <c:v>46178</c:v>
                      </c:pt>
                      <c:pt idx="351">
                        <c:v>46179</c:v>
                      </c:pt>
                      <c:pt idx="352">
                        <c:v>46180</c:v>
                      </c:pt>
                      <c:pt idx="353">
                        <c:v>46181</c:v>
                      </c:pt>
                      <c:pt idx="354">
                        <c:v>46182</c:v>
                      </c:pt>
                      <c:pt idx="355">
                        <c:v>46183</c:v>
                      </c:pt>
                      <c:pt idx="356">
                        <c:v>46184</c:v>
                      </c:pt>
                      <c:pt idx="357">
                        <c:v>46185</c:v>
                      </c:pt>
                      <c:pt idx="358">
                        <c:v>46186</c:v>
                      </c:pt>
                      <c:pt idx="359">
                        <c:v>46187</c:v>
                      </c:pt>
                      <c:pt idx="360">
                        <c:v>46188</c:v>
                      </c:pt>
                      <c:pt idx="361">
                        <c:v>46189</c:v>
                      </c:pt>
                      <c:pt idx="362">
                        <c:v>46190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G!$C$2:$C$364</c15:sqref>
                        </c15:formulaRef>
                      </c:ext>
                    </c:extLst>
                    <c:numCache>
                      <c:formatCode>General</c:formatCode>
                      <c:ptCount val="363"/>
                      <c:pt idx="0">
                        <c:v>30995.221799999999</c:v>
                      </c:pt>
                      <c:pt idx="1">
                        <c:v>29109.049800000001</c:v>
                      </c:pt>
                      <c:pt idx="2">
                        <c:v>27148.244999999999</c:v>
                      </c:pt>
                      <c:pt idx="3">
                        <c:v>31749.2634</c:v>
                      </c:pt>
                      <c:pt idx="4">
                        <c:v>30137.994999999999</c:v>
                      </c:pt>
                      <c:pt idx="5">
                        <c:v>30494.2435</c:v>
                      </c:pt>
                      <c:pt idx="6">
                        <c:v>29789.878700000001</c:v>
                      </c:pt>
                      <c:pt idx="7">
                        <c:v>30510.037100000001</c:v>
                      </c:pt>
                      <c:pt idx="8">
                        <c:v>28676.9005</c:v>
                      </c:pt>
                      <c:pt idx="9">
                        <c:v>26998.895400000001</c:v>
                      </c:pt>
                      <c:pt idx="10">
                        <c:v>31190.774700000002</c:v>
                      </c:pt>
                      <c:pt idx="11">
                        <c:v>30672.452399999998</c:v>
                      </c:pt>
                      <c:pt idx="12">
                        <c:v>30586.697800000002</c:v>
                      </c:pt>
                      <c:pt idx="13">
                        <c:v>30764.296200000001</c:v>
                      </c:pt>
                      <c:pt idx="14">
                        <c:v>30776.467100000002</c:v>
                      </c:pt>
                      <c:pt idx="15">
                        <c:v>27952.848099999999</c:v>
                      </c:pt>
                      <c:pt idx="16">
                        <c:v>26209.534899999999</c:v>
                      </c:pt>
                      <c:pt idx="17">
                        <c:v>29206.222000000002</c:v>
                      </c:pt>
                      <c:pt idx="18">
                        <c:v>28964.487099999998</c:v>
                      </c:pt>
                      <c:pt idx="19">
                        <c:v>30003.121899999998</c:v>
                      </c:pt>
                      <c:pt idx="20">
                        <c:v>24249.459599999998</c:v>
                      </c:pt>
                      <c:pt idx="21">
                        <c:v>30440.4283</c:v>
                      </c:pt>
                      <c:pt idx="22">
                        <c:v>27103.109100000001</c:v>
                      </c:pt>
                      <c:pt idx="23">
                        <c:v>25323.814999999999</c:v>
                      </c:pt>
                      <c:pt idx="24">
                        <c:v>26514.4352</c:v>
                      </c:pt>
                      <c:pt idx="25">
                        <c:v>23963.661199999999</c:v>
                      </c:pt>
                      <c:pt idx="26">
                        <c:v>23438.124299999999</c:v>
                      </c:pt>
                      <c:pt idx="27">
                        <c:v>23507.831900000001</c:v>
                      </c:pt>
                      <c:pt idx="28">
                        <c:v>23392.948400000001</c:v>
                      </c:pt>
                      <c:pt idx="29">
                        <c:v>21695.649300000001</c:v>
                      </c:pt>
                      <c:pt idx="30">
                        <c:v>20506.142100000001</c:v>
                      </c:pt>
                      <c:pt idx="31">
                        <c:v>23559.324000000001</c:v>
                      </c:pt>
                      <c:pt idx="32">
                        <c:v>22560.4866</c:v>
                      </c:pt>
                      <c:pt idx="33">
                        <c:v>22119.54</c:v>
                      </c:pt>
                      <c:pt idx="34">
                        <c:v>22681.510600000001</c:v>
                      </c:pt>
                      <c:pt idx="35">
                        <c:v>22472.6021</c:v>
                      </c:pt>
                      <c:pt idx="36">
                        <c:v>20634.9833</c:v>
                      </c:pt>
                      <c:pt idx="37">
                        <c:v>18838.055</c:v>
                      </c:pt>
                      <c:pt idx="38">
                        <c:v>21281.943800000001</c:v>
                      </c:pt>
                      <c:pt idx="39">
                        <c:v>15218.542799999999</c:v>
                      </c:pt>
                      <c:pt idx="40">
                        <c:v>14987.3642</c:v>
                      </c:pt>
                      <c:pt idx="41">
                        <c:v>15190.6214</c:v>
                      </c:pt>
                      <c:pt idx="42">
                        <c:v>15261.229499999999</c:v>
                      </c:pt>
                      <c:pt idx="43">
                        <c:v>13694.216</c:v>
                      </c:pt>
                      <c:pt idx="44">
                        <c:v>12972.6127</c:v>
                      </c:pt>
                      <c:pt idx="45">
                        <c:v>14838.7618</c:v>
                      </c:pt>
                      <c:pt idx="46">
                        <c:v>14841.3478</c:v>
                      </c:pt>
                      <c:pt idx="47">
                        <c:v>15353.3457</c:v>
                      </c:pt>
                      <c:pt idx="48">
                        <c:v>15439.2698</c:v>
                      </c:pt>
                      <c:pt idx="49">
                        <c:v>12344.634599999999</c:v>
                      </c:pt>
                      <c:pt idx="50">
                        <c:v>13765.9233</c:v>
                      </c:pt>
                      <c:pt idx="51">
                        <c:v>13745.8341</c:v>
                      </c:pt>
                      <c:pt idx="52">
                        <c:v>14663.308199999999</c:v>
                      </c:pt>
                      <c:pt idx="53">
                        <c:v>14578.8176</c:v>
                      </c:pt>
                      <c:pt idx="54">
                        <c:v>14541.796399999999</c:v>
                      </c:pt>
                      <c:pt idx="55">
                        <c:v>14349.232099999999</c:v>
                      </c:pt>
                      <c:pt idx="56">
                        <c:v>14389.542100000001</c:v>
                      </c:pt>
                      <c:pt idx="57">
                        <c:v>13720.856599999999</c:v>
                      </c:pt>
                      <c:pt idx="58">
                        <c:v>13138.3112</c:v>
                      </c:pt>
                      <c:pt idx="59">
                        <c:v>15129.236500000001</c:v>
                      </c:pt>
                      <c:pt idx="60">
                        <c:v>15118.0934</c:v>
                      </c:pt>
                      <c:pt idx="61">
                        <c:v>14980.611199999999</c:v>
                      </c:pt>
                      <c:pt idx="62">
                        <c:v>9327.6327999999994</c:v>
                      </c:pt>
                      <c:pt idx="63">
                        <c:v>9287.3737000000001</c:v>
                      </c:pt>
                      <c:pt idx="64">
                        <c:v>8846.7931000000008</c:v>
                      </c:pt>
                      <c:pt idx="65">
                        <c:v>8501.6903999999995</c:v>
                      </c:pt>
                      <c:pt idx="66">
                        <c:v>9431.7237000000005</c:v>
                      </c:pt>
                      <c:pt idx="67">
                        <c:v>9157.6083999999992</c:v>
                      </c:pt>
                      <c:pt idx="68">
                        <c:v>8992.2597999999998</c:v>
                      </c:pt>
                      <c:pt idx="69">
                        <c:v>8809.2474999999995</c:v>
                      </c:pt>
                      <c:pt idx="70">
                        <c:v>8763.5985999999994</c:v>
                      </c:pt>
                      <c:pt idx="71">
                        <c:v>8647.3425999999999</c:v>
                      </c:pt>
                      <c:pt idx="72">
                        <c:v>8145.3986999999997</c:v>
                      </c:pt>
                      <c:pt idx="73">
                        <c:v>9004.2322999999997</c:v>
                      </c:pt>
                      <c:pt idx="74">
                        <c:v>9021.0578000000005</c:v>
                      </c:pt>
                      <c:pt idx="75">
                        <c:v>8932.6525999999994</c:v>
                      </c:pt>
                      <c:pt idx="76">
                        <c:v>9422.9073000000008</c:v>
                      </c:pt>
                      <c:pt idx="77">
                        <c:v>8050.2380999999996</c:v>
                      </c:pt>
                      <c:pt idx="78">
                        <c:v>8073.19</c:v>
                      </c:pt>
                      <c:pt idx="79">
                        <c:v>7128.8958000000002</c:v>
                      </c:pt>
                      <c:pt idx="80">
                        <c:v>8782.1375000000007</c:v>
                      </c:pt>
                      <c:pt idx="81">
                        <c:v>8605.6059999999998</c:v>
                      </c:pt>
                      <c:pt idx="82">
                        <c:v>9079.2893000000004</c:v>
                      </c:pt>
                      <c:pt idx="83">
                        <c:v>9174.5876000000007</c:v>
                      </c:pt>
                      <c:pt idx="84">
                        <c:v>8886.8510000000006</c:v>
                      </c:pt>
                      <c:pt idx="85">
                        <c:v>8446.7042999999994</c:v>
                      </c:pt>
                      <c:pt idx="86">
                        <c:v>8132.2480999999998</c:v>
                      </c:pt>
                      <c:pt idx="87">
                        <c:v>8845.1077000000005</c:v>
                      </c:pt>
                      <c:pt idx="88">
                        <c:v>8636.9999000000007</c:v>
                      </c:pt>
                      <c:pt idx="89">
                        <c:v>8364.6877999999997</c:v>
                      </c:pt>
                      <c:pt idx="90">
                        <c:v>8061.2087000000001</c:v>
                      </c:pt>
                      <c:pt idx="91">
                        <c:v>8123.4521000000004</c:v>
                      </c:pt>
                      <c:pt idx="92">
                        <c:v>7894.8846000000003</c:v>
                      </c:pt>
                      <c:pt idx="93">
                        <c:v>7425.9790999999996</c:v>
                      </c:pt>
                      <c:pt idx="94">
                        <c:v>8446.2828000000009</c:v>
                      </c:pt>
                      <c:pt idx="95">
                        <c:v>8484.8914000000004</c:v>
                      </c:pt>
                      <c:pt idx="96">
                        <c:v>8371.8397000000004</c:v>
                      </c:pt>
                      <c:pt idx="97">
                        <c:v>8303.6589999999997</c:v>
                      </c:pt>
                      <c:pt idx="98">
                        <c:v>8238.7525000000005</c:v>
                      </c:pt>
                      <c:pt idx="99">
                        <c:v>7957.8806000000004</c:v>
                      </c:pt>
                      <c:pt idx="100">
                        <c:v>7632.7187999999996</c:v>
                      </c:pt>
                      <c:pt idx="101">
                        <c:v>8709.2893999999997</c:v>
                      </c:pt>
                      <c:pt idx="102">
                        <c:v>8894.61</c:v>
                      </c:pt>
                      <c:pt idx="103">
                        <c:v>8836.9184000000005</c:v>
                      </c:pt>
                      <c:pt idx="104">
                        <c:v>8976.2307999999994</c:v>
                      </c:pt>
                      <c:pt idx="105">
                        <c:v>8832.7065000000002</c:v>
                      </c:pt>
                      <c:pt idx="106">
                        <c:v>7589.3773000000001</c:v>
                      </c:pt>
                      <c:pt idx="107">
                        <c:v>7532.6251000000002</c:v>
                      </c:pt>
                      <c:pt idx="108">
                        <c:v>6990.3697000000002</c:v>
                      </c:pt>
                      <c:pt idx="109">
                        <c:v>8859.6082999999999</c:v>
                      </c:pt>
                      <c:pt idx="110">
                        <c:v>8548.5339999999997</c:v>
                      </c:pt>
                      <c:pt idx="111">
                        <c:v>8808.3796000000002</c:v>
                      </c:pt>
                      <c:pt idx="112">
                        <c:v>9011.2345999999998</c:v>
                      </c:pt>
                      <c:pt idx="113">
                        <c:v>8531.0522999999994</c:v>
                      </c:pt>
                      <c:pt idx="114">
                        <c:v>7963.4278999999997</c:v>
                      </c:pt>
                      <c:pt idx="115">
                        <c:v>8414.8870000000006</c:v>
                      </c:pt>
                      <c:pt idx="116">
                        <c:v>8415.2623000000003</c:v>
                      </c:pt>
                      <c:pt idx="117">
                        <c:v>8199.2759999999998</c:v>
                      </c:pt>
                      <c:pt idx="118">
                        <c:v>8135.4984999999997</c:v>
                      </c:pt>
                      <c:pt idx="119">
                        <c:v>8098.5971</c:v>
                      </c:pt>
                      <c:pt idx="120">
                        <c:v>7812.1062000000002</c:v>
                      </c:pt>
                      <c:pt idx="121">
                        <c:v>6893.8446000000004</c:v>
                      </c:pt>
                      <c:pt idx="122">
                        <c:v>7437.4717000000001</c:v>
                      </c:pt>
                      <c:pt idx="123">
                        <c:v>7779.9354000000003</c:v>
                      </c:pt>
                      <c:pt idx="124">
                        <c:v>7655.6075000000001</c:v>
                      </c:pt>
                      <c:pt idx="125">
                        <c:v>7811.7973000000002</c:v>
                      </c:pt>
                      <c:pt idx="126">
                        <c:v>7685.3955999999998</c:v>
                      </c:pt>
                      <c:pt idx="127">
                        <c:v>7518.7475000000004</c:v>
                      </c:pt>
                      <c:pt idx="128">
                        <c:v>7246.6593999999996</c:v>
                      </c:pt>
                      <c:pt idx="129">
                        <c:v>8107.3774000000003</c:v>
                      </c:pt>
                      <c:pt idx="130">
                        <c:v>8336.4017999999996</c:v>
                      </c:pt>
                      <c:pt idx="131">
                        <c:v>8325.8896000000004</c:v>
                      </c:pt>
                      <c:pt idx="132">
                        <c:v>8620.7674000000006</c:v>
                      </c:pt>
                      <c:pt idx="133">
                        <c:v>8820.8850000000002</c:v>
                      </c:pt>
                      <c:pt idx="134">
                        <c:v>8393.0925000000007</c:v>
                      </c:pt>
                      <c:pt idx="135">
                        <c:v>7819.8719000000001</c:v>
                      </c:pt>
                      <c:pt idx="136">
                        <c:v>8781.5300999999999</c:v>
                      </c:pt>
                      <c:pt idx="137">
                        <c:v>8804.9779999999992</c:v>
                      </c:pt>
                      <c:pt idx="138">
                        <c:v>7093.9476000000004</c:v>
                      </c:pt>
                      <c:pt idx="139">
                        <c:v>7359.9522999999999</c:v>
                      </c:pt>
                      <c:pt idx="140">
                        <c:v>8216.8814000000002</c:v>
                      </c:pt>
                      <c:pt idx="141">
                        <c:v>7976.4741000000004</c:v>
                      </c:pt>
                      <c:pt idx="142">
                        <c:v>7785.9017000000003</c:v>
                      </c:pt>
                      <c:pt idx="143">
                        <c:v>8723.6450000000004</c:v>
                      </c:pt>
                      <c:pt idx="144">
                        <c:v>8642.1465000000007</c:v>
                      </c:pt>
                      <c:pt idx="145">
                        <c:v>8456.0611000000008</c:v>
                      </c:pt>
                      <c:pt idx="146">
                        <c:v>8505.7816999999995</c:v>
                      </c:pt>
                      <c:pt idx="147">
                        <c:v>8392.5481999999993</c:v>
                      </c:pt>
                      <c:pt idx="148">
                        <c:v>8336.7150000000001</c:v>
                      </c:pt>
                      <c:pt idx="149">
                        <c:v>7619.1194999999998</c:v>
                      </c:pt>
                      <c:pt idx="150">
                        <c:v>8214.0133999999998</c:v>
                      </c:pt>
                      <c:pt idx="151">
                        <c:v>1663.1159</c:v>
                      </c:pt>
                      <c:pt idx="152">
                        <c:v>1741.2313999999999</c:v>
                      </c:pt>
                      <c:pt idx="153">
                        <c:v>1637.8783000000001</c:v>
                      </c:pt>
                      <c:pt idx="154">
                        <c:v>1617.9966999999999</c:v>
                      </c:pt>
                      <c:pt idx="155">
                        <c:v>1611.6348</c:v>
                      </c:pt>
                      <c:pt idx="156">
                        <c:v>1533.3209999999999</c:v>
                      </c:pt>
                      <c:pt idx="157">
                        <c:v>1674.3199</c:v>
                      </c:pt>
                      <c:pt idx="158">
                        <c:v>0.83120000000000005</c:v>
                      </c:pt>
                      <c:pt idx="159">
                        <c:v>0</c:v>
                      </c:pt>
                      <c:pt idx="160">
                        <c:v>0</c:v>
                      </c:pt>
                      <c:pt idx="161">
                        <c:v>0</c:v>
                      </c:pt>
                      <c:pt idx="162">
                        <c:v>0</c:v>
                      </c:pt>
                      <c:pt idx="163">
                        <c:v>0</c:v>
                      </c:pt>
                      <c:pt idx="164">
                        <c:v>0</c:v>
                      </c:pt>
                      <c:pt idx="165">
                        <c:v>0</c:v>
                      </c:pt>
                      <c:pt idx="166">
                        <c:v>0</c:v>
                      </c:pt>
                      <c:pt idx="167">
                        <c:v>0</c:v>
                      </c:pt>
                      <c:pt idx="168">
                        <c:v>0</c:v>
                      </c:pt>
                      <c:pt idx="169">
                        <c:v>0</c:v>
                      </c:pt>
                      <c:pt idx="170">
                        <c:v>0</c:v>
                      </c:pt>
                      <c:pt idx="171">
                        <c:v>0</c:v>
                      </c:pt>
                      <c:pt idx="172">
                        <c:v>0</c:v>
                      </c:pt>
                      <c:pt idx="173">
                        <c:v>0</c:v>
                      </c:pt>
                      <c:pt idx="174">
                        <c:v>0</c:v>
                      </c:pt>
                      <c:pt idx="175">
                        <c:v>0</c:v>
                      </c:pt>
                      <c:pt idx="176">
                        <c:v>0</c:v>
                      </c:pt>
                      <c:pt idx="177">
                        <c:v>0</c:v>
                      </c:pt>
                      <c:pt idx="178">
                        <c:v>0</c:v>
                      </c:pt>
                      <c:pt idx="179">
                        <c:v>0</c:v>
                      </c:pt>
                      <c:pt idx="180">
                        <c:v>0</c:v>
                      </c:pt>
                      <c:pt idx="181">
                        <c:v>0</c:v>
                      </c:pt>
                      <c:pt idx="182">
                        <c:v>0</c:v>
                      </c:pt>
                      <c:pt idx="183">
                        <c:v>0</c:v>
                      </c:pt>
                      <c:pt idx="184">
                        <c:v>0</c:v>
                      </c:pt>
                      <c:pt idx="185">
                        <c:v>0</c:v>
                      </c:pt>
                      <c:pt idx="186">
                        <c:v>0</c:v>
                      </c:pt>
                      <c:pt idx="187">
                        <c:v>0</c:v>
                      </c:pt>
                      <c:pt idx="188">
                        <c:v>0</c:v>
                      </c:pt>
                      <c:pt idx="189">
                        <c:v>0</c:v>
                      </c:pt>
                      <c:pt idx="190">
                        <c:v>0</c:v>
                      </c:pt>
                      <c:pt idx="191">
                        <c:v>0</c:v>
                      </c:pt>
                      <c:pt idx="192">
                        <c:v>0</c:v>
                      </c:pt>
                      <c:pt idx="193">
                        <c:v>0</c:v>
                      </c:pt>
                      <c:pt idx="194">
                        <c:v>0</c:v>
                      </c:pt>
                      <c:pt idx="195">
                        <c:v>0</c:v>
                      </c:pt>
                      <c:pt idx="196">
                        <c:v>0</c:v>
                      </c:pt>
                      <c:pt idx="197">
                        <c:v>0</c:v>
                      </c:pt>
                      <c:pt idx="198">
                        <c:v>0</c:v>
                      </c:pt>
                      <c:pt idx="199">
                        <c:v>0</c:v>
                      </c:pt>
                      <c:pt idx="200">
                        <c:v>0</c:v>
                      </c:pt>
                      <c:pt idx="201">
                        <c:v>0</c:v>
                      </c:pt>
                      <c:pt idx="202">
                        <c:v>0</c:v>
                      </c:pt>
                      <c:pt idx="203">
                        <c:v>0</c:v>
                      </c:pt>
                      <c:pt idx="204">
                        <c:v>0</c:v>
                      </c:pt>
                      <c:pt idx="205">
                        <c:v>0</c:v>
                      </c:pt>
                      <c:pt idx="206">
                        <c:v>0</c:v>
                      </c:pt>
                      <c:pt idx="207">
                        <c:v>0</c:v>
                      </c:pt>
                      <c:pt idx="208">
                        <c:v>0</c:v>
                      </c:pt>
                      <c:pt idx="209">
                        <c:v>0</c:v>
                      </c:pt>
                      <c:pt idx="210">
                        <c:v>0</c:v>
                      </c:pt>
                      <c:pt idx="211">
                        <c:v>0</c:v>
                      </c:pt>
                      <c:pt idx="212">
                        <c:v>0</c:v>
                      </c:pt>
                      <c:pt idx="213">
                        <c:v>0</c:v>
                      </c:pt>
                      <c:pt idx="214">
                        <c:v>0</c:v>
                      </c:pt>
                      <c:pt idx="215">
                        <c:v>0</c:v>
                      </c:pt>
                      <c:pt idx="216">
                        <c:v>0</c:v>
                      </c:pt>
                      <c:pt idx="217">
                        <c:v>0</c:v>
                      </c:pt>
                      <c:pt idx="218">
                        <c:v>0</c:v>
                      </c:pt>
                      <c:pt idx="219">
                        <c:v>0</c:v>
                      </c:pt>
                      <c:pt idx="220">
                        <c:v>0</c:v>
                      </c:pt>
                      <c:pt idx="221">
                        <c:v>0</c:v>
                      </c:pt>
                      <c:pt idx="222">
                        <c:v>0</c:v>
                      </c:pt>
                      <c:pt idx="223">
                        <c:v>0</c:v>
                      </c:pt>
                      <c:pt idx="224">
                        <c:v>0</c:v>
                      </c:pt>
                      <c:pt idx="225">
                        <c:v>0</c:v>
                      </c:pt>
                      <c:pt idx="226">
                        <c:v>0</c:v>
                      </c:pt>
                      <c:pt idx="227">
                        <c:v>0</c:v>
                      </c:pt>
                      <c:pt idx="228">
                        <c:v>0</c:v>
                      </c:pt>
                      <c:pt idx="229">
                        <c:v>0</c:v>
                      </c:pt>
                      <c:pt idx="230">
                        <c:v>0</c:v>
                      </c:pt>
                      <c:pt idx="231">
                        <c:v>0</c:v>
                      </c:pt>
                      <c:pt idx="232">
                        <c:v>0</c:v>
                      </c:pt>
                      <c:pt idx="233">
                        <c:v>0</c:v>
                      </c:pt>
                      <c:pt idx="234">
                        <c:v>0</c:v>
                      </c:pt>
                      <c:pt idx="235">
                        <c:v>0</c:v>
                      </c:pt>
                      <c:pt idx="236">
                        <c:v>0</c:v>
                      </c:pt>
                      <c:pt idx="237">
                        <c:v>0</c:v>
                      </c:pt>
                      <c:pt idx="238">
                        <c:v>0</c:v>
                      </c:pt>
                      <c:pt idx="239">
                        <c:v>0</c:v>
                      </c:pt>
                      <c:pt idx="240">
                        <c:v>0</c:v>
                      </c:pt>
                      <c:pt idx="241">
                        <c:v>0</c:v>
                      </c:pt>
                      <c:pt idx="242">
                        <c:v>0</c:v>
                      </c:pt>
                      <c:pt idx="243">
                        <c:v>0</c:v>
                      </c:pt>
                      <c:pt idx="244">
                        <c:v>0</c:v>
                      </c:pt>
                      <c:pt idx="245">
                        <c:v>0</c:v>
                      </c:pt>
                      <c:pt idx="246">
                        <c:v>0</c:v>
                      </c:pt>
                      <c:pt idx="247">
                        <c:v>0</c:v>
                      </c:pt>
                      <c:pt idx="248">
                        <c:v>0</c:v>
                      </c:pt>
                      <c:pt idx="249">
                        <c:v>0</c:v>
                      </c:pt>
                      <c:pt idx="250">
                        <c:v>0</c:v>
                      </c:pt>
                      <c:pt idx="251">
                        <c:v>0</c:v>
                      </c:pt>
                      <c:pt idx="252">
                        <c:v>0</c:v>
                      </c:pt>
                      <c:pt idx="253">
                        <c:v>0</c:v>
                      </c:pt>
                      <c:pt idx="254">
                        <c:v>0</c:v>
                      </c:pt>
                      <c:pt idx="255">
                        <c:v>0</c:v>
                      </c:pt>
                      <c:pt idx="256">
                        <c:v>0</c:v>
                      </c:pt>
                      <c:pt idx="257">
                        <c:v>0</c:v>
                      </c:pt>
                      <c:pt idx="258">
                        <c:v>0</c:v>
                      </c:pt>
                      <c:pt idx="259">
                        <c:v>0</c:v>
                      </c:pt>
                      <c:pt idx="260">
                        <c:v>0</c:v>
                      </c:pt>
                      <c:pt idx="261">
                        <c:v>0</c:v>
                      </c:pt>
                      <c:pt idx="262">
                        <c:v>0</c:v>
                      </c:pt>
                      <c:pt idx="263">
                        <c:v>0</c:v>
                      </c:pt>
                      <c:pt idx="264">
                        <c:v>0</c:v>
                      </c:pt>
                      <c:pt idx="265">
                        <c:v>0</c:v>
                      </c:pt>
                      <c:pt idx="266">
                        <c:v>0</c:v>
                      </c:pt>
                      <c:pt idx="267">
                        <c:v>0</c:v>
                      </c:pt>
                      <c:pt idx="268">
                        <c:v>0</c:v>
                      </c:pt>
                      <c:pt idx="269">
                        <c:v>0</c:v>
                      </c:pt>
                      <c:pt idx="270">
                        <c:v>0</c:v>
                      </c:pt>
                      <c:pt idx="271">
                        <c:v>0</c:v>
                      </c:pt>
                      <c:pt idx="272">
                        <c:v>0</c:v>
                      </c:pt>
                      <c:pt idx="273">
                        <c:v>0</c:v>
                      </c:pt>
                      <c:pt idx="274">
                        <c:v>0</c:v>
                      </c:pt>
                      <c:pt idx="275">
                        <c:v>0</c:v>
                      </c:pt>
                      <c:pt idx="276">
                        <c:v>0</c:v>
                      </c:pt>
                      <c:pt idx="277">
                        <c:v>0</c:v>
                      </c:pt>
                      <c:pt idx="278">
                        <c:v>0</c:v>
                      </c:pt>
                      <c:pt idx="279">
                        <c:v>0</c:v>
                      </c:pt>
                      <c:pt idx="280">
                        <c:v>0</c:v>
                      </c:pt>
                      <c:pt idx="281">
                        <c:v>0</c:v>
                      </c:pt>
                      <c:pt idx="282">
                        <c:v>0</c:v>
                      </c:pt>
                      <c:pt idx="283">
                        <c:v>0</c:v>
                      </c:pt>
                      <c:pt idx="284">
                        <c:v>0</c:v>
                      </c:pt>
                      <c:pt idx="285">
                        <c:v>0</c:v>
                      </c:pt>
                      <c:pt idx="286">
                        <c:v>0</c:v>
                      </c:pt>
                      <c:pt idx="287">
                        <c:v>0</c:v>
                      </c:pt>
                      <c:pt idx="288">
                        <c:v>0</c:v>
                      </c:pt>
                      <c:pt idx="289">
                        <c:v>0</c:v>
                      </c:pt>
                      <c:pt idx="290">
                        <c:v>0</c:v>
                      </c:pt>
                      <c:pt idx="291">
                        <c:v>0</c:v>
                      </c:pt>
                      <c:pt idx="292">
                        <c:v>0</c:v>
                      </c:pt>
                      <c:pt idx="293">
                        <c:v>0</c:v>
                      </c:pt>
                      <c:pt idx="294">
                        <c:v>0</c:v>
                      </c:pt>
                      <c:pt idx="295">
                        <c:v>0</c:v>
                      </c:pt>
                      <c:pt idx="296">
                        <c:v>0</c:v>
                      </c:pt>
                      <c:pt idx="297">
                        <c:v>0</c:v>
                      </c:pt>
                      <c:pt idx="298">
                        <c:v>0</c:v>
                      </c:pt>
                      <c:pt idx="299">
                        <c:v>0</c:v>
                      </c:pt>
                      <c:pt idx="300">
                        <c:v>0</c:v>
                      </c:pt>
                      <c:pt idx="301">
                        <c:v>0</c:v>
                      </c:pt>
                      <c:pt idx="302">
                        <c:v>0</c:v>
                      </c:pt>
                      <c:pt idx="303">
                        <c:v>0</c:v>
                      </c:pt>
                      <c:pt idx="304">
                        <c:v>0</c:v>
                      </c:pt>
                      <c:pt idx="305">
                        <c:v>0</c:v>
                      </c:pt>
                      <c:pt idx="306">
                        <c:v>0</c:v>
                      </c:pt>
                      <c:pt idx="307">
                        <c:v>0</c:v>
                      </c:pt>
                      <c:pt idx="308">
                        <c:v>0</c:v>
                      </c:pt>
                      <c:pt idx="309">
                        <c:v>0</c:v>
                      </c:pt>
                      <c:pt idx="310">
                        <c:v>0</c:v>
                      </c:pt>
                      <c:pt idx="311">
                        <c:v>0</c:v>
                      </c:pt>
                      <c:pt idx="312">
                        <c:v>0</c:v>
                      </c:pt>
                      <c:pt idx="313">
                        <c:v>0</c:v>
                      </c:pt>
                      <c:pt idx="314">
                        <c:v>0</c:v>
                      </c:pt>
                      <c:pt idx="315">
                        <c:v>0</c:v>
                      </c:pt>
                      <c:pt idx="316">
                        <c:v>0</c:v>
                      </c:pt>
                      <c:pt idx="317">
                        <c:v>0</c:v>
                      </c:pt>
                      <c:pt idx="318">
                        <c:v>0</c:v>
                      </c:pt>
                      <c:pt idx="319">
                        <c:v>0</c:v>
                      </c:pt>
                      <c:pt idx="320">
                        <c:v>0</c:v>
                      </c:pt>
                      <c:pt idx="321">
                        <c:v>0</c:v>
                      </c:pt>
                      <c:pt idx="322">
                        <c:v>0</c:v>
                      </c:pt>
                      <c:pt idx="323">
                        <c:v>0</c:v>
                      </c:pt>
                      <c:pt idx="324">
                        <c:v>0</c:v>
                      </c:pt>
                      <c:pt idx="325">
                        <c:v>0</c:v>
                      </c:pt>
                      <c:pt idx="326">
                        <c:v>0</c:v>
                      </c:pt>
                      <c:pt idx="327">
                        <c:v>0</c:v>
                      </c:pt>
                      <c:pt idx="328">
                        <c:v>0</c:v>
                      </c:pt>
                      <c:pt idx="329">
                        <c:v>0</c:v>
                      </c:pt>
                      <c:pt idx="330">
                        <c:v>0</c:v>
                      </c:pt>
                      <c:pt idx="331">
                        <c:v>0</c:v>
                      </c:pt>
                      <c:pt idx="332">
                        <c:v>0</c:v>
                      </c:pt>
                      <c:pt idx="333">
                        <c:v>0</c:v>
                      </c:pt>
                      <c:pt idx="334">
                        <c:v>0</c:v>
                      </c:pt>
                      <c:pt idx="335">
                        <c:v>0</c:v>
                      </c:pt>
                      <c:pt idx="336">
                        <c:v>0</c:v>
                      </c:pt>
                      <c:pt idx="337">
                        <c:v>0</c:v>
                      </c:pt>
                      <c:pt idx="338">
                        <c:v>0</c:v>
                      </c:pt>
                      <c:pt idx="339">
                        <c:v>0</c:v>
                      </c:pt>
                      <c:pt idx="340">
                        <c:v>0</c:v>
                      </c:pt>
                      <c:pt idx="341">
                        <c:v>0</c:v>
                      </c:pt>
                      <c:pt idx="342">
                        <c:v>0</c:v>
                      </c:pt>
                      <c:pt idx="343">
                        <c:v>0</c:v>
                      </c:pt>
                      <c:pt idx="344">
                        <c:v>0</c:v>
                      </c:pt>
                      <c:pt idx="345">
                        <c:v>0</c:v>
                      </c:pt>
                      <c:pt idx="346">
                        <c:v>0</c:v>
                      </c:pt>
                      <c:pt idx="347">
                        <c:v>0</c:v>
                      </c:pt>
                      <c:pt idx="348">
                        <c:v>0</c:v>
                      </c:pt>
                      <c:pt idx="349">
                        <c:v>0</c:v>
                      </c:pt>
                      <c:pt idx="350">
                        <c:v>0</c:v>
                      </c:pt>
                      <c:pt idx="351">
                        <c:v>0</c:v>
                      </c:pt>
                      <c:pt idx="352">
                        <c:v>0</c:v>
                      </c:pt>
                      <c:pt idx="353">
                        <c:v>0</c:v>
                      </c:pt>
                      <c:pt idx="354">
                        <c:v>0</c:v>
                      </c:pt>
                      <c:pt idx="355">
                        <c:v>0</c:v>
                      </c:pt>
                      <c:pt idx="356">
                        <c:v>0</c:v>
                      </c:pt>
                      <c:pt idx="357">
                        <c:v>0</c:v>
                      </c:pt>
                      <c:pt idx="358">
                        <c:v>0</c:v>
                      </c:pt>
                      <c:pt idx="359">
                        <c:v>0</c:v>
                      </c:pt>
                      <c:pt idx="360">
                        <c:v>0</c:v>
                      </c:pt>
                      <c:pt idx="361">
                        <c:v>0</c:v>
                      </c:pt>
                      <c:pt idx="362">
                        <c:v>0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3-0D75-43E9-9964-2488866357D4}"/>
                  </c:ext>
                </c:extLst>
              </c15:ser>
            </c15:filteredLineSeries>
            <c15:filteredLine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G!$F$1</c15:sqref>
                        </c15:formulaRef>
                      </c:ext>
                    </c:extLst>
                    <c:strCache>
                      <c:ptCount val="1"/>
                      <c:pt idx="0">
                        <c:v>GAM Region</c:v>
                      </c:pt>
                    </c:strCache>
                  </c:strRef>
                </c:tx>
                <c:spPr>
                  <a:ln w="28575" cap="rnd">
                    <a:solidFill>
                      <a:schemeClr val="accent5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G!$A$2:$A$364</c15:sqref>
                        </c15:formulaRef>
                      </c:ext>
                    </c:extLst>
                    <c:numCache>
                      <c:formatCode>m/d/yyyy</c:formatCode>
                      <c:ptCount val="363"/>
                      <c:pt idx="0">
                        <c:v>45828</c:v>
                      </c:pt>
                      <c:pt idx="1">
                        <c:v>45829</c:v>
                      </c:pt>
                      <c:pt idx="2">
                        <c:v>45830</c:v>
                      </c:pt>
                      <c:pt idx="3">
                        <c:v>45831</c:v>
                      </c:pt>
                      <c:pt idx="4">
                        <c:v>45832</c:v>
                      </c:pt>
                      <c:pt idx="5">
                        <c:v>45833</c:v>
                      </c:pt>
                      <c:pt idx="6">
                        <c:v>45834</c:v>
                      </c:pt>
                      <c:pt idx="7">
                        <c:v>45835</c:v>
                      </c:pt>
                      <c:pt idx="8">
                        <c:v>45836</c:v>
                      </c:pt>
                      <c:pt idx="9">
                        <c:v>45837</c:v>
                      </c:pt>
                      <c:pt idx="10">
                        <c:v>45838</c:v>
                      </c:pt>
                      <c:pt idx="11">
                        <c:v>45839</c:v>
                      </c:pt>
                      <c:pt idx="12">
                        <c:v>45840</c:v>
                      </c:pt>
                      <c:pt idx="13">
                        <c:v>45841</c:v>
                      </c:pt>
                      <c:pt idx="14">
                        <c:v>45842</c:v>
                      </c:pt>
                      <c:pt idx="15">
                        <c:v>45843</c:v>
                      </c:pt>
                      <c:pt idx="16">
                        <c:v>45844</c:v>
                      </c:pt>
                      <c:pt idx="17">
                        <c:v>45845</c:v>
                      </c:pt>
                      <c:pt idx="18">
                        <c:v>45846</c:v>
                      </c:pt>
                      <c:pt idx="19">
                        <c:v>45847</c:v>
                      </c:pt>
                      <c:pt idx="20">
                        <c:v>45848</c:v>
                      </c:pt>
                      <c:pt idx="21">
                        <c:v>45849</c:v>
                      </c:pt>
                      <c:pt idx="22">
                        <c:v>45850</c:v>
                      </c:pt>
                      <c:pt idx="23">
                        <c:v>45851</c:v>
                      </c:pt>
                      <c:pt idx="24">
                        <c:v>45852</c:v>
                      </c:pt>
                      <c:pt idx="25">
                        <c:v>45853</c:v>
                      </c:pt>
                      <c:pt idx="26">
                        <c:v>45854</c:v>
                      </c:pt>
                      <c:pt idx="27">
                        <c:v>45855</c:v>
                      </c:pt>
                      <c:pt idx="28">
                        <c:v>45856</c:v>
                      </c:pt>
                      <c:pt idx="29">
                        <c:v>45857</c:v>
                      </c:pt>
                      <c:pt idx="30">
                        <c:v>45858</c:v>
                      </c:pt>
                      <c:pt idx="31">
                        <c:v>45859</c:v>
                      </c:pt>
                      <c:pt idx="32">
                        <c:v>45860</c:v>
                      </c:pt>
                      <c:pt idx="33">
                        <c:v>45861</c:v>
                      </c:pt>
                      <c:pt idx="34">
                        <c:v>45862</c:v>
                      </c:pt>
                      <c:pt idx="35">
                        <c:v>45863</c:v>
                      </c:pt>
                      <c:pt idx="36">
                        <c:v>45864</c:v>
                      </c:pt>
                      <c:pt idx="37">
                        <c:v>45865</c:v>
                      </c:pt>
                      <c:pt idx="38">
                        <c:v>45866</c:v>
                      </c:pt>
                      <c:pt idx="39">
                        <c:v>45867</c:v>
                      </c:pt>
                      <c:pt idx="40">
                        <c:v>45868</c:v>
                      </c:pt>
                      <c:pt idx="41">
                        <c:v>45869</c:v>
                      </c:pt>
                      <c:pt idx="42">
                        <c:v>45870</c:v>
                      </c:pt>
                      <c:pt idx="43">
                        <c:v>45871</c:v>
                      </c:pt>
                      <c:pt idx="44">
                        <c:v>45872</c:v>
                      </c:pt>
                      <c:pt idx="45">
                        <c:v>45873</c:v>
                      </c:pt>
                      <c:pt idx="46">
                        <c:v>45874</c:v>
                      </c:pt>
                      <c:pt idx="47">
                        <c:v>45875</c:v>
                      </c:pt>
                      <c:pt idx="48">
                        <c:v>45876</c:v>
                      </c:pt>
                      <c:pt idx="49">
                        <c:v>45877</c:v>
                      </c:pt>
                      <c:pt idx="50">
                        <c:v>45878</c:v>
                      </c:pt>
                      <c:pt idx="51">
                        <c:v>45879</c:v>
                      </c:pt>
                      <c:pt idx="52">
                        <c:v>45880</c:v>
                      </c:pt>
                      <c:pt idx="53">
                        <c:v>45881</c:v>
                      </c:pt>
                      <c:pt idx="54">
                        <c:v>45882</c:v>
                      </c:pt>
                      <c:pt idx="55">
                        <c:v>45883</c:v>
                      </c:pt>
                      <c:pt idx="56">
                        <c:v>45884</c:v>
                      </c:pt>
                      <c:pt idx="57">
                        <c:v>45885</c:v>
                      </c:pt>
                      <c:pt idx="58">
                        <c:v>45886</c:v>
                      </c:pt>
                      <c:pt idx="59">
                        <c:v>45887</c:v>
                      </c:pt>
                      <c:pt idx="60">
                        <c:v>45888</c:v>
                      </c:pt>
                      <c:pt idx="61">
                        <c:v>45889</c:v>
                      </c:pt>
                      <c:pt idx="62">
                        <c:v>45890</c:v>
                      </c:pt>
                      <c:pt idx="63">
                        <c:v>45891</c:v>
                      </c:pt>
                      <c:pt idx="64">
                        <c:v>45892</c:v>
                      </c:pt>
                      <c:pt idx="65">
                        <c:v>45893</c:v>
                      </c:pt>
                      <c:pt idx="66">
                        <c:v>45894</c:v>
                      </c:pt>
                      <c:pt idx="67">
                        <c:v>45895</c:v>
                      </c:pt>
                      <c:pt idx="68">
                        <c:v>45896</c:v>
                      </c:pt>
                      <c:pt idx="69">
                        <c:v>45897</c:v>
                      </c:pt>
                      <c:pt idx="70">
                        <c:v>45898</c:v>
                      </c:pt>
                      <c:pt idx="71">
                        <c:v>45899</c:v>
                      </c:pt>
                      <c:pt idx="72">
                        <c:v>45900</c:v>
                      </c:pt>
                      <c:pt idx="73">
                        <c:v>45901</c:v>
                      </c:pt>
                      <c:pt idx="74">
                        <c:v>45902</c:v>
                      </c:pt>
                      <c:pt idx="75">
                        <c:v>45903</c:v>
                      </c:pt>
                      <c:pt idx="76">
                        <c:v>45904</c:v>
                      </c:pt>
                      <c:pt idx="77">
                        <c:v>45905</c:v>
                      </c:pt>
                      <c:pt idx="78">
                        <c:v>45906</c:v>
                      </c:pt>
                      <c:pt idx="79">
                        <c:v>45907</c:v>
                      </c:pt>
                      <c:pt idx="80">
                        <c:v>45908</c:v>
                      </c:pt>
                      <c:pt idx="81">
                        <c:v>45909</c:v>
                      </c:pt>
                      <c:pt idx="82">
                        <c:v>45910</c:v>
                      </c:pt>
                      <c:pt idx="83">
                        <c:v>45911</c:v>
                      </c:pt>
                      <c:pt idx="84">
                        <c:v>45912</c:v>
                      </c:pt>
                      <c:pt idx="85">
                        <c:v>45913</c:v>
                      </c:pt>
                      <c:pt idx="86">
                        <c:v>45914</c:v>
                      </c:pt>
                      <c:pt idx="87">
                        <c:v>45915</c:v>
                      </c:pt>
                      <c:pt idx="88">
                        <c:v>45916</c:v>
                      </c:pt>
                      <c:pt idx="89">
                        <c:v>45917</c:v>
                      </c:pt>
                      <c:pt idx="90">
                        <c:v>45918</c:v>
                      </c:pt>
                      <c:pt idx="91">
                        <c:v>45919</c:v>
                      </c:pt>
                      <c:pt idx="92">
                        <c:v>45920</c:v>
                      </c:pt>
                      <c:pt idx="93">
                        <c:v>45921</c:v>
                      </c:pt>
                      <c:pt idx="94">
                        <c:v>45922</c:v>
                      </c:pt>
                      <c:pt idx="95">
                        <c:v>45923</c:v>
                      </c:pt>
                      <c:pt idx="96">
                        <c:v>45924</c:v>
                      </c:pt>
                      <c:pt idx="97">
                        <c:v>45925</c:v>
                      </c:pt>
                      <c:pt idx="98">
                        <c:v>45926</c:v>
                      </c:pt>
                      <c:pt idx="99">
                        <c:v>45927</c:v>
                      </c:pt>
                      <c:pt idx="100">
                        <c:v>45928</c:v>
                      </c:pt>
                      <c:pt idx="101">
                        <c:v>45929</c:v>
                      </c:pt>
                      <c:pt idx="102">
                        <c:v>45930</c:v>
                      </c:pt>
                      <c:pt idx="103">
                        <c:v>45931</c:v>
                      </c:pt>
                      <c:pt idx="104">
                        <c:v>45932</c:v>
                      </c:pt>
                      <c:pt idx="105">
                        <c:v>45933</c:v>
                      </c:pt>
                      <c:pt idx="106">
                        <c:v>45934</c:v>
                      </c:pt>
                      <c:pt idx="107">
                        <c:v>45935</c:v>
                      </c:pt>
                      <c:pt idx="108">
                        <c:v>45936</c:v>
                      </c:pt>
                      <c:pt idx="109">
                        <c:v>45937</c:v>
                      </c:pt>
                      <c:pt idx="110">
                        <c:v>45938</c:v>
                      </c:pt>
                      <c:pt idx="111">
                        <c:v>45939</c:v>
                      </c:pt>
                      <c:pt idx="112">
                        <c:v>45940</c:v>
                      </c:pt>
                      <c:pt idx="113">
                        <c:v>45941</c:v>
                      </c:pt>
                      <c:pt idx="114">
                        <c:v>45942</c:v>
                      </c:pt>
                      <c:pt idx="115">
                        <c:v>45943</c:v>
                      </c:pt>
                      <c:pt idx="116">
                        <c:v>45944</c:v>
                      </c:pt>
                      <c:pt idx="117">
                        <c:v>45945</c:v>
                      </c:pt>
                      <c:pt idx="118">
                        <c:v>45946</c:v>
                      </c:pt>
                      <c:pt idx="119">
                        <c:v>45947</c:v>
                      </c:pt>
                      <c:pt idx="120">
                        <c:v>45948</c:v>
                      </c:pt>
                      <c:pt idx="121">
                        <c:v>45949</c:v>
                      </c:pt>
                      <c:pt idx="122">
                        <c:v>45950</c:v>
                      </c:pt>
                      <c:pt idx="123">
                        <c:v>45951</c:v>
                      </c:pt>
                      <c:pt idx="124">
                        <c:v>45952</c:v>
                      </c:pt>
                      <c:pt idx="125">
                        <c:v>45953</c:v>
                      </c:pt>
                      <c:pt idx="126">
                        <c:v>45954</c:v>
                      </c:pt>
                      <c:pt idx="127">
                        <c:v>45955</c:v>
                      </c:pt>
                      <c:pt idx="128">
                        <c:v>45956</c:v>
                      </c:pt>
                      <c:pt idx="129">
                        <c:v>45957</c:v>
                      </c:pt>
                      <c:pt idx="130">
                        <c:v>45958</c:v>
                      </c:pt>
                      <c:pt idx="131">
                        <c:v>45959</c:v>
                      </c:pt>
                      <c:pt idx="132">
                        <c:v>45960</c:v>
                      </c:pt>
                      <c:pt idx="133">
                        <c:v>45961</c:v>
                      </c:pt>
                      <c:pt idx="134">
                        <c:v>45962</c:v>
                      </c:pt>
                      <c:pt idx="135">
                        <c:v>45963</c:v>
                      </c:pt>
                      <c:pt idx="136">
                        <c:v>45964</c:v>
                      </c:pt>
                      <c:pt idx="137">
                        <c:v>45965</c:v>
                      </c:pt>
                      <c:pt idx="138">
                        <c:v>45966</c:v>
                      </c:pt>
                      <c:pt idx="139">
                        <c:v>45967</c:v>
                      </c:pt>
                      <c:pt idx="140">
                        <c:v>45968</c:v>
                      </c:pt>
                      <c:pt idx="141">
                        <c:v>45969</c:v>
                      </c:pt>
                      <c:pt idx="142">
                        <c:v>45970</c:v>
                      </c:pt>
                      <c:pt idx="143">
                        <c:v>45971</c:v>
                      </c:pt>
                      <c:pt idx="144">
                        <c:v>45972</c:v>
                      </c:pt>
                      <c:pt idx="145">
                        <c:v>45973</c:v>
                      </c:pt>
                      <c:pt idx="146">
                        <c:v>45974</c:v>
                      </c:pt>
                      <c:pt idx="147">
                        <c:v>45975</c:v>
                      </c:pt>
                      <c:pt idx="148">
                        <c:v>45976</c:v>
                      </c:pt>
                      <c:pt idx="149">
                        <c:v>45977</c:v>
                      </c:pt>
                      <c:pt idx="150">
                        <c:v>45978</c:v>
                      </c:pt>
                      <c:pt idx="151">
                        <c:v>45979</c:v>
                      </c:pt>
                      <c:pt idx="152">
                        <c:v>45980</c:v>
                      </c:pt>
                      <c:pt idx="153">
                        <c:v>45981</c:v>
                      </c:pt>
                      <c:pt idx="154">
                        <c:v>45982</c:v>
                      </c:pt>
                      <c:pt idx="155">
                        <c:v>45983</c:v>
                      </c:pt>
                      <c:pt idx="156">
                        <c:v>45984</c:v>
                      </c:pt>
                      <c:pt idx="157">
                        <c:v>45985</c:v>
                      </c:pt>
                      <c:pt idx="158">
                        <c:v>45986</c:v>
                      </c:pt>
                      <c:pt idx="159">
                        <c:v>45987</c:v>
                      </c:pt>
                      <c:pt idx="160">
                        <c:v>45988</c:v>
                      </c:pt>
                      <c:pt idx="161">
                        <c:v>45989</c:v>
                      </c:pt>
                      <c:pt idx="162">
                        <c:v>45990</c:v>
                      </c:pt>
                      <c:pt idx="163">
                        <c:v>45991</c:v>
                      </c:pt>
                      <c:pt idx="164">
                        <c:v>45992</c:v>
                      </c:pt>
                      <c:pt idx="165">
                        <c:v>45993</c:v>
                      </c:pt>
                      <c:pt idx="166">
                        <c:v>45994</c:v>
                      </c:pt>
                      <c:pt idx="167">
                        <c:v>45995</c:v>
                      </c:pt>
                      <c:pt idx="168">
                        <c:v>45996</c:v>
                      </c:pt>
                      <c:pt idx="169">
                        <c:v>45997</c:v>
                      </c:pt>
                      <c:pt idx="170">
                        <c:v>45998</c:v>
                      </c:pt>
                      <c:pt idx="171">
                        <c:v>45999</c:v>
                      </c:pt>
                      <c:pt idx="172">
                        <c:v>46000</c:v>
                      </c:pt>
                      <c:pt idx="173">
                        <c:v>46001</c:v>
                      </c:pt>
                      <c:pt idx="174">
                        <c:v>46002</c:v>
                      </c:pt>
                      <c:pt idx="175">
                        <c:v>46003</c:v>
                      </c:pt>
                      <c:pt idx="176">
                        <c:v>46004</c:v>
                      </c:pt>
                      <c:pt idx="177">
                        <c:v>46005</c:v>
                      </c:pt>
                      <c:pt idx="178">
                        <c:v>46006</c:v>
                      </c:pt>
                      <c:pt idx="179">
                        <c:v>46007</c:v>
                      </c:pt>
                      <c:pt idx="180">
                        <c:v>46008</c:v>
                      </c:pt>
                      <c:pt idx="181">
                        <c:v>46009</c:v>
                      </c:pt>
                      <c:pt idx="182">
                        <c:v>46010</c:v>
                      </c:pt>
                      <c:pt idx="183">
                        <c:v>46011</c:v>
                      </c:pt>
                      <c:pt idx="184">
                        <c:v>46012</c:v>
                      </c:pt>
                      <c:pt idx="185">
                        <c:v>46013</c:v>
                      </c:pt>
                      <c:pt idx="186">
                        <c:v>46014</c:v>
                      </c:pt>
                      <c:pt idx="187">
                        <c:v>46015</c:v>
                      </c:pt>
                      <c:pt idx="188">
                        <c:v>46016</c:v>
                      </c:pt>
                      <c:pt idx="189">
                        <c:v>46017</c:v>
                      </c:pt>
                      <c:pt idx="190">
                        <c:v>46018</c:v>
                      </c:pt>
                      <c:pt idx="191">
                        <c:v>46019</c:v>
                      </c:pt>
                      <c:pt idx="192">
                        <c:v>46020</c:v>
                      </c:pt>
                      <c:pt idx="193">
                        <c:v>46021</c:v>
                      </c:pt>
                      <c:pt idx="194">
                        <c:v>46022</c:v>
                      </c:pt>
                      <c:pt idx="195">
                        <c:v>46023</c:v>
                      </c:pt>
                      <c:pt idx="196">
                        <c:v>46024</c:v>
                      </c:pt>
                      <c:pt idx="197">
                        <c:v>46025</c:v>
                      </c:pt>
                      <c:pt idx="198">
                        <c:v>46026</c:v>
                      </c:pt>
                      <c:pt idx="199">
                        <c:v>46027</c:v>
                      </c:pt>
                      <c:pt idx="200">
                        <c:v>46028</c:v>
                      </c:pt>
                      <c:pt idx="201">
                        <c:v>46029</c:v>
                      </c:pt>
                      <c:pt idx="202">
                        <c:v>46030</c:v>
                      </c:pt>
                      <c:pt idx="203">
                        <c:v>46031</c:v>
                      </c:pt>
                      <c:pt idx="204">
                        <c:v>46032</c:v>
                      </c:pt>
                      <c:pt idx="205">
                        <c:v>46033</c:v>
                      </c:pt>
                      <c:pt idx="206">
                        <c:v>46034</c:v>
                      </c:pt>
                      <c:pt idx="207">
                        <c:v>46035</c:v>
                      </c:pt>
                      <c:pt idx="208">
                        <c:v>46036</c:v>
                      </c:pt>
                      <c:pt idx="209">
                        <c:v>46037</c:v>
                      </c:pt>
                      <c:pt idx="210">
                        <c:v>46038</c:v>
                      </c:pt>
                      <c:pt idx="211">
                        <c:v>46039</c:v>
                      </c:pt>
                      <c:pt idx="212">
                        <c:v>46040</c:v>
                      </c:pt>
                      <c:pt idx="213">
                        <c:v>46041</c:v>
                      </c:pt>
                      <c:pt idx="214">
                        <c:v>46042</c:v>
                      </c:pt>
                      <c:pt idx="215">
                        <c:v>46043</c:v>
                      </c:pt>
                      <c:pt idx="216">
                        <c:v>46044</c:v>
                      </c:pt>
                      <c:pt idx="217">
                        <c:v>46045</c:v>
                      </c:pt>
                      <c:pt idx="218">
                        <c:v>46046</c:v>
                      </c:pt>
                      <c:pt idx="219">
                        <c:v>46047</c:v>
                      </c:pt>
                      <c:pt idx="220">
                        <c:v>46048</c:v>
                      </c:pt>
                      <c:pt idx="221">
                        <c:v>46049</c:v>
                      </c:pt>
                      <c:pt idx="222">
                        <c:v>46050</c:v>
                      </c:pt>
                      <c:pt idx="223">
                        <c:v>46051</c:v>
                      </c:pt>
                      <c:pt idx="224">
                        <c:v>46052</c:v>
                      </c:pt>
                      <c:pt idx="225">
                        <c:v>46053</c:v>
                      </c:pt>
                      <c:pt idx="226">
                        <c:v>46054</c:v>
                      </c:pt>
                      <c:pt idx="227">
                        <c:v>46055</c:v>
                      </c:pt>
                      <c:pt idx="228">
                        <c:v>46056</c:v>
                      </c:pt>
                      <c:pt idx="229">
                        <c:v>46057</c:v>
                      </c:pt>
                      <c:pt idx="230">
                        <c:v>46058</c:v>
                      </c:pt>
                      <c:pt idx="231">
                        <c:v>46059</c:v>
                      </c:pt>
                      <c:pt idx="232">
                        <c:v>46060</c:v>
                      </c:pt>
                      <c:pt idx="233">
                        <c:v>46061</c:v>
                      </c:pt>
                      <c:pt idx="234">
                        <c:v>46062</c:v>
                      </c:pt>
                      <c:pt idx="235">
                        <c:v>46063</c:v>
                      </c:pt>
                      <c:pt idx="236">
                        <c:v>46064</c:v>
                      </c:pt>
                      <c:pt idx="237">
                        <c:v>46065</c:v>
                      </c:pt>
                      <c:pt idx="238">
                        <c:v>46066</c:v>
                      </c:pt>
                      <c:pt idx="239">
                        <c:v>46067</c:v>
                      </c:pt>
                      <c:pt idx="240">
                        <c:v>46068</c:v>
                      </c:pt>
                      <c:pt idx="241">
                        <c:v>46069</c:v>
                      </c:pt>
                      <c:pt idx="242">
                        <c:v>46070</c:v>
                      </c:pt>
                      <c:pt idx="243">
                        <c:v>46071</c:v>
                      </c:pt>
                      <c:pt idx="244">
                        <c:v>46072</c:v>
                      </c:pt>
                      <c:pt idx="245">
                        <c:v>46073</c:v>
                      </c:pt>
                      <c:pt idx="246">
                        <c:v>46074</c:v>
                      </c:pt>
                      <c:pt idx="247">
                        <c:v>46075</c:v>
                      </c:pt>
                      <c:pt idx="248">
                        <c:v>46076</c:v>
                      </c:pt>
                      <c:pt idx="249">
                        <c:v>46077</c:v>
                      </c:pt>
                      <c:pt idx="250">
                        <c:v>46078</c:v>
                      </c:pt>
                      <c:pt idx="251">
                        <c:v>46079</c:v>
                      </c:pt>
                      <c:pt idx="252">
                        <c:v>46080</c:v>
                      </c:pt>
                      <c:pt idx="253">
                        <c:v>46081</c:v>
                      </c:pt>
                      <c:pt idx="254">
                        <c:v>46082</c:v>
                      </c:pt>
                      <c:pt idx="255">
                        <c:v>46083</c:v>
                      </c:pt>
                      <c:pt idx="256">
                        <c:v>46084</c:v>
                      </c:pt>
                      <c:pt idx="257">
                        <c:v>46085</c:v>
                      </c:pt>
                      <c:pt idx="258">
                        <c:v>46086</c:v>
                      </c:pt>
                      <c:pt idx="259">
                        <c:v>46087</c:v>
                      </c:pt>
                      <c:pt idx="260">
                        <c:v>46088</c:v>
                      </c:pt>
                      <c:pt idx="261">
                        <c:v>46089</c:v>
                      </c:pt>
                      <c:pt idx="262">
                        <c:v>46090</c:v>
                      </c:pt>
                      <c:pt idx="263">
                        <c:v>46091</c:v>
                      </c:pt>
                      <c:pt idx="264">
                        <c:v>46092</c:v>
                      </c:pt>
                      <c:pt idx="265">
                        <c:v>46093</c:v>
                      </c:pt>
                      <c:pt idx="266">
                        <c:v>46094</c:v>
                      </c:pt>
                      <c:pt idx="267">
                        <c:v>46095</c:v>
                      </c:pt>
                      <c:pt idx="268">
                        <c:v>46096</c:v>
                      </c:pt>
                      <c:pt idx="269">
                        <c:v>46097</c:v>
                      </c:pt>
                      <c:pt idx="270">
                        <c:v>46098</c:v>
                      </c:pt>
                      <c:pt idx="271">
                        <c:v>46099</c:v>
                      </c:pt>
                      <c:pt idx="272">
                        <c:v>46100</c:v>
                      </c:pt>
                      <c:pt idx="273">
                        <c:v>46101</c:v>
                      </c:pt>
                      <c:pt idx="274">
                        <c:v>46102</c:v>
                      </c:pt>
                      <c:pt idx="275">
                        <c:v>46103</c:v>
                      </c:pt>
                      <c:pt idx="276">
                        <c:v>46104</c:v>
                      </c:pt>
                      <c:pt idx="277">
                        <c:v>46105</c:v>
                      </c:pt>
                      <c:pt idx="278">
                        <c:v>46106</c:v>
                      </c:pt>
                      <c:pt idx="279">
                        <c:v>46107</c:v>
                      </c:pt>
                      <c:pt idx="280">
                        <c:v>46108</c:v>
                      </c:pt>
                      <c:pt idx="281">
                        <c:v>46109</c:v>
                      </c:pt>
                      <c:pt idx="282">
                        <c:v>46110</c:v>
                      </c:pt>
                      <c:pt idx="283">
                        <c:v>46111</c:v>
                      </c:pt>
                      <c:pt idx="284">
                        <c:v>46112</c:v>
                      </c:pt>
                      <c:pt idx="285">
                        <c:v>46113</c:v>
                      </c:pt>
                      <c:pt idx="286">
                        <c:v>46114</c:v>
                      </c:pt>
                      <c:pt idx="287">
                        <c:v>46115</c:v>
                      </c:pt>
                      <c:pt idx="288">
                        <c:v>46116</c:v>
                      </c:pt>
                      <c:pt idx="289">
                        <c:v>46117</c:v>
                      </c:pt>
                      <c:pt idx="290">
                        <c:v>46118</c:v>
                      </c:pt>
                      <c:pt idx="291">
                        <c:v>46119</c:v>
                      </c:pt>
                      <c:pt idx="292">
                        <c:v>46120</c:v>
                      </c:pt>
                      <c:pt idx="293">
                        <c:v>46121</c:v>
                      </c:pt>
                      <c:pt idx="294">
                        <c:v>46122</c:v>
                      </c:pt>
                      <c:pt idx="295">
                        <c:v>46123</c:v>
                      </c:pt>
                      <c:pt idx="296">
                        <c:v>46124</c:v>
                      </c:pt>
                      <c:pt idx="297">
                        <c:v>46125</c:v>
                      </c:pt>
                      <c:pt idx="298">
                        <c:v>46126</c:v>
                      </c:pt>
                      <c:pt idx="299">
                        <c:v>46127</c:v>
                      </c:pt>
                      <c:pt idx="300">
                        <c:v>46128</c:v>
                      </c:pt>
                      <c:pt idx="301">
                        <c:v>46129</c:v>
                      </c:pt>
                      <c:pt idx="302">
                        <c:v>46130</c:v>
                      </c:pt>
                      <c:pt idx="303">
                        <c:v>46131</c:v>
                      </c:pt>
                      <c:pt idx="304">
                        <c:v>46132</c:v>
                      </c:pt>
                      <c:pt idx="305">
                        <c:v>46133</c:v>
                      </c:pt>
                      <c:pt idx="306">
                        <c:v>46134</c:v>
                      </c:pt>
                      <c:pt idx="307">
                        <c:v>46135</c:v>
                      </c:pt>
                      <c:pt idx="308">
                        <c:v>46136</c:v>
                      </c:pt>
                      <c:pt idx="309">
                        <c:v>46137</c:v>
                      </c:pt>
                      <c:pt idx="310">
                        <c:v>46138</c:v>
                      </c:pt>
                      <c:pt idx="311">
                        <c:v>46139</c:v>
                      </c:pt>
                      <c:pt idx="312">
                        <c:v>46140</c:v>
                      </c:pt>
                      <c:pt idx="313">
                        <c:v>46141</c:v>
                      </c:pt>
                      <c:pt idx="314">
                        <c:v>46142</c:v>
                      </c:pt>
                      <c:pt idx="315">
                        <c:v>46143</c:v>
                      </c:pt>
                      <c:pt idx="316">
                        <c:v>46144</c:v>
                      </c:pt>
                      <c:pt idx="317">
                        <c:v>46145</c:v>
                      </c:pt>
                      <c:pt idx="318">
                        <c:v>46146</c:v>
                      </c:pt>
                      <c:pt idx="319">
                        <c:v>46147</c:v>
                      </c:pt>
                      <c:pt idx="320">
                        <c:v>46148</c:v>
                      </c:pt>
                      <c:pt idx="321">
                        <c:v>46149</c:v>
                      </c:pt>
                      <c:pt idx="322">
                        <c:v>46150</c:v>
                      </c:pt>
                      <c:pt idx="323">
                        <c:v>46151</c:v>
                      </c:pt>
                      <c:pt idx="324">
                        <c:v>46152</c:v>
                      </c:pt>
                      <c:pt idx="325">
                        <c:v>46153</c:v>
                      </c:pt>
                      <c:pt idx="326">
                        <c:v>46154</c:v>
                      </c:pt>
                      <c:pt idx="327">
                        <c:v>46155</c:v>
                      </c:pt>
                      <c:pt idx="328">
                        <c:v>46156</c:v>
                      </c:pt>
                      <c:pt idx="329">
                        <c:v>46157</c:v>
                      </c:pt>
                      <c:pt idx="330">
                        <c:v>46158</c:v>
                      </c:pt>
                      <c:pt idx="331">
                        <c:v>46159</c:v>
                      </c:pt>
                      <c:pt idx="332">
                        <c:v>46160</c:v>
                      </c:pt>
                      <c:pt idx="333">
                        <c:v>46161</c:v>
                      </c:pt>
                      <c:pt idx="334">
                        <c:v>46162</c:v>
                      </c:pt>
                      <c:pt idx="335">
                        <c:v>46163</c:v>
                      </c:pt>
                      <c:pt idx="336">
                        <c:v>46164</c:v>
                      </c:pt>
                      <c:pt idx="337">
                        <c:v>46165</c:v>
                      </c:pt>
                      <c:pt idx="338">
                        <c:v>46166</c:v>
                      </c:pt>
                      <c:pt idx="339">
                        <c:v>46167</c:v>
                      </c:pt>
                      <c:pt idx="340">
                        <c:v>46168</c:v>
                      </c:pt>
                      <c:pt idx="341">
                        <c:v>46169</c:v>
                      </c:pt>
                      <c:pt idx="342">
                        <c:v>46170</c:v>
                      </c:pt>
                      <c:pt idx="343">
                        <c:v>46171</c:v>
                      </c:pt>
                      <c:pt idx="344">
                        <c:v>46172</c:v>
                      </c:pt>
                      <c:pt idx="345">
                        <c:v>46173</c:v>
                      </c:pt>
                      <c:pt idx="346">
                        <c:v>46174</c:v>
                      </c:pt>
                      <c:pt idx="347">
                        <c:v>46175</c:v>
                      </c:pt>
                      <c:pt idx="348">
                        <c:v>46176</c:v>
                      </c:pt>
                      <c:pt idx="349">
                        <c:v>46177</c:v>
                      </c:pt>
                      <c:pt idx="350">
                        <c:v>46178</c:v>
                      </c:pt>
                      <c:pt idx="351">
                        <c:v>46179</c:v>
                      </c:pt>
                      <c:pt idx="352">
                        <c:v>46180</c:v>
                      </c:pt>
                      <c:pt idx="353">
                        <c:v>46181</c:v>
                      </c:pt>
                      <c:pt idx="354">
                        <c:v>46182</c:v>
                      </c:pt>
                      <c:pt idx="355">
                        <c:v>46183</c:v>
                      </c:pt>
                      <c:pt idx="356">
                        <c:v>46184</c:v>
                      </c:pt>
                      <c:pt idx="357">
                        <c:v>46185</c:v>
                      </c:pt>
                      <c:pt idx="358">
                        <c:v>46186</c:v>
                      </c:pt>
                      <c:pt idx="359">
                        <c:v>46187</c:v>
                      </c:pt>
                      <c:pt idx="360">
                        <c:v>46188</c:v>
                      </c:pt>
                      <c:pt idx="361">
                        <c:v>46189</c:v>
                      </c:pt>
                      <c:pt idx="362">
                        <c:v>46190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G!$F$2:$F$364</c15:sqref>
                        </c15:formulaRef>
                      </c:ext>
                    </c:extLst>
                    <c:numCache>
                      <c:formatCode>General</c:formatCode>
                      <c:ptCount val="363"/>
                      <c:pt idx="0">
                        <c:v>43202.511400000003</c:v>
                      </c:pt>
                      <c:pt idx="1">
                        <c:v>40941.420299999998</c:v>
                      </c:pt>
                      <c:pt idx="2">
                        <c:v>38174.917500000003</c:v>
                      </c:pt>
                      <c:pt idx="3">
                        <c:v>44323.821300000003</c:v>
                      </c:pt>
                      <c:pt idx="4">
                        <c:v>42036.308100000002</c:v>
                      </c:pt>
                      <c:pt idx="5">
                        <c:v>43106.229299999999</c:v>
                      </c:pt>
                      <c:pt idx="6">
                        <c:v>42105.875599999999</c:v>
                      </c:pt>
                      <c:pt idx="7">
                        <c:v>42736.567199999998</c:v>
                      </c:pt>
                      <c:pt idx="8">
                        <c:v>40491.148399999998</c:v>
                      </c:pt>
                      <c:pt idx="9">
                        <c:v>38413.495600000002</c:v>
                      </c:pt>
                      <c:pt idx="10">
                        <c:v>44198.600599999998</c:v>
                      </c:pt>
                      <c:pt idx="11">
                        <c:v>43239.794300000001</c:v>
                      </c:pt>
                      <c:pt idx="12">
                        <c:v>43201.116900000001</c:v>
                      </c:pt>
                      <c:pt idx="13">
                        <c:v>43297.281499999997</c:v>
                      </c:pt>
                      <c:pt idx="14">
                        <c:v>43273.517599999999</c:v>
                      </c:pt>
                      <c:pt idx="15">
                        <c:v>40139.756999999998</c:v>
                      </c:pt>
                      <c:pt idx="16">
                        <c:v>37736.714999999997</c:v>
                      </c:pt>
                      <c:pt idx="17">
                        <c:v>42388.784099999997</c:v>
                      </c:pt>
                      <c:pt idx="18">
                        <c:v>41973.466500000002</c:v>
                      </c:pt>
                      <c:pt idx="19">
                        <c:v>43271.947</c:v>
                      </c:pt>
                      <c:pt idx="20">
                        <c:v>35688.230100000001</c:v>
                      </c:pt>
                      <c:pt idx="21">
                        <c:v>44410.765200000002</c:v>
                      </c:pt>
                      <c:pt idx="22">
                        <c:v>39641.518400000001</c:v>
                      </c:pt>
                      <c:pt idx="23">
                        <c:v>37089.222800000003</c:v>
                      </c:pt>
                      <c:pt idx="24">
                        <c:v>39738.779499999997</c:v>
                      </c:pt>
                      <c:pt idx="25">
                        <c:v>36875.690799999997</c:v>
                      </c:pt>
                      <c:pt idx="26">
                        <c:v>36142.790699999998</c:v>
                      </c:pt>
                      <c:pt idx="27">
                        <c:v>36117.063699999999</c:v>
                      </c:pt>
                      <c:pt idx="28">
                        <c:v>36080.0867</c:v>
                      </c:pt>
                      <c:pt idx="29">
                        <c:v>33629.330600000001</c:v>
                      </c:pt>
                      <c:pt idx="30">
                        <c:v>31943.644100000001</c:v>
                      </c:pt>
                      <c:pt idx="31">
                        <c:v>36254.6783</c:v>
                      </c:pt>
                      <c:pt idx="32">
                        <c:v>34983.9568</c:v>
                      </c:pt>
                      <c:pt idx="33">
                        <c:v>34473.110699999997</c:v>
                      </c:pt>
                      <c:pt idx="34">
                        <c:v>35219.336799999997</c:v>
                      </c:pt>
                      <c:pt idx="35">
                        <c:v>34812.009599999998</c:v>
                      </c:pt>
                      <c:pt idx="36">
                        <c:v>32676.2176</c:v>
                      </c:pt>
                      <c:pt idx="37">
                        <c:v>30207.3161</c:v>
                      </c:pt>
                      <c:pt idx="38">
                        <c:v>34260.388200000001</c:v>
                      </c:pt>
                      <c:pt idx="39">
                        <c:v>28063.055</c:v>
                      </c:pt>
                      <c:pt idx="40">
                        <c:v>27845.8711</c:v>
                      </c:pt>
                      <c:pt idx="41">
                        <c:v>28237.668099999999</c:v>
                      </c:pt>
                      <c:pt idx="42">
                        <c:v>28132.407299999999</c:v>
                      </c:pt>
                      <c:pt idx="43">
                        <c:v>25151.710999999999</c:v>
                      </c:pt>
                      <c:pt idx="44">
                        <c:v>24471.4692</c:v>
                      </c:pt>
                      <c:pt idx="45">
                        <c:v>27920.491600000001</c:v>
                      </c:pt>
                      <c:pt idx="46">
                        <c:v>27675.011200000001</c:v>
                      </c:pt>
                      <c:pt idx="47">
                        <c:v>28189.919699999999</c:v>
                      </c:pt>
                      <c:pt idx="48">
                        <c:v>28594.8927</c:v>
                      </c:pt>
                      <c:pt idx="49">
                        <c:v>23286.356899999999</c:v>
                      </c:pt>
                      <c:pt idx="50">
                        <c:v>25747.267199999998</c:v>
                      </c:pt>
                      <c:pt idx="51">
                        <c:v>25593.757799999999</c:v>
                      </c:pt>
                      <c:pt idx="52">
                        <c:v>27581.248800000001</c:v>
                      </c:pt>
                      <c:pt idx="53">
                        <c:v>27170.9892</c:v>
                      </c:pt>
                      <c:pt idx="54">
                        <c:v>27378.8338</c:v>
                      </c:pt>
                      <c:pt idx="55">
                        <c:v>27090.449199999999</c:v>
                      </c:pt>
                      <c:pt idx="56">
                        <c:v>26803.0769</c:v>
                      </c:pt>
                      <c:pt idx="57">
                        <c:v>25953.527099999999</c:v>
                      </c:pt>
                      <c:pt idx="58">
                        <c:v>24922.867999999999</c:v>
                      </c:pt>
                      <c:pt idx="59">
                        <c:v>28289.1525</c:v>
                      </c:pt>
                      <c:pt idx="60">
                        <c:v>28172.7353</c:v>
                      </c:pt>
                      <c:pt idx="61">
                        <c:v>27965.998100000001</c:v>
                      </c:pt>
                      <c:pt idx="62">
                        <c:v>22421.557000000001</c:v>
                      </c:pt>
                      <c:pt idx="63">
                        <c:v>21990.793699999998</c:v>
                      </c:pt>
                      <c:pt idx="64">
                        <c:v>20834.055100000001</c:v>
                      </c:pt>
                      <c:pt idx="65">
                        <c:v>20122.203000000001</c:v>
                      </c:pt>
                      <c:pt idx="66">
                        <c:v>22399.360400000001</c:v>
                      </c:pt>
                      <c:pt idx="67">
                        <c:v>21861.346099999999</c:v>
                      </c:pt>
                      <c:pt idx="68">
                        <c:v>21227.2212</c:v>
                      </c:pt>
                      <c:pt idx="69">
                        <c:v>21562.536700000001</c:v>
                      </c:pt>
                      <c:pt idx="70">
                        <c:v>21043.061399999999</c:v>
                      </c:pt>
                      <c:pt idx="71">
                        <c:v>20703.8148</c:v>
                      </c:pt>
                      <c:pt idx="72">
                        <c:v>19781.489000000001</c:v>
                      </c:pt>
                      <c:pt idx="73">
                        <c:v>21693.653999999999</c:v>
                      </c:pt>
                      <c:pt idx="74">
                        <c:v>21843.1875</c:v>
                      </c:pt>
                      <c:pt idx="75">
                        <c:v>21663.982400000001</c:v>
                      </c:pt>
                      <c:pt idx="76">
                        <c:v>22975.695500000002</c:v>
                      </c:pt>
                      <c:pt idx="77">
                        <c:v>19633.745999999999</c:v>
                      </c:pt>
                      <c:pt idx="78">
                        <c:v>20118.0969</c:v>
                      </c:pt>
                      <c:pt idx="79">
                        <c:v>18336.854200000002</c:v>
                      </c:pt>
                      <c:pt idx="80">
                        <c:v>21306.574499999999</c:v>
                      </c:pt>
                      <c:pt idx="81">
                        <c:v>21109.7412</c:v>
                      </c:pt>
                      <c:pt idx="82">
                        <c:v>21731.228999999999</c:v>
                      </c:pt>
                      <c:pt idx="83">
                        <c:v>21969.510999999999</c:v>
                      </c:pt>
                      <c:pt idx="84">
                        <c:v>21089.542700000002</c:v>
                      </c:pt>
                      <c:pt idx="85">
                        <c:v>20412.129099999998</c:v>
                      </c:pt>
                      <c:pt idx="86">
                        <c:v>19842.737000000001</c:v>
                      </c:pt>
                      <c:pt idx="87">
                        <c:v>21707.573499999999</c:v>
                      </c:pt>
                      <c:pt idx="88">
                        <c:v>21095.190399999999</c:v>
                      </c:pt>
                      <c:pt idx="89">
                        <c:v>20662.106199999998</c:v>
                      </c:pt>
                      <c:pt idx="90">
                        <c:v>20440.595099999999</c:v>
                      </c:pt>
                      <c:pt idx="91">
                        <c:v>20203.226600000002</c:v>
                      </c:pt>
                      <c:pt idx="92">
                        <c:v>19466.786800000002</c:v>
                      </c:pt>
                      <c:pt idx="93">
                        <c:v>18703.8197</c:v>
                      </c:pt>
                      <c:pt idx="94">
                        <c:v>20979.0144</c:v>
                      </c:pt>
                      <c:pt idx="95">
                        <c:v>20964.890100000001</c:v>
                      </c:pt>
                      <c:pt idx="96">
                        <c:v>20843.9859</c:v>
                      </c:pt>
                      <c:pt idx="97">
                        <c:v>20796.267</c:v>
                      </c:pt>
                      <c:pt idx="98">
                        <c:v>20293.860199999999</c:v>
                      </c:pt>
                      <c:pt idx="99">
                        <c:v>19805.419600000001</c:v>
                      </c:pt>
                      <c:pt idx="100">
                        <c:v>19070.1149</c:v>
                      </c:pt>
                      <c:pt idx="101">
                        <c:v>21686.338100000001</c:v>
                      </c:pt>
                      <c:pt idx="102">
                        <c:v>22180.519799999998</c:v>
                      </c:pt>
                      <c:pt idx="103">
                        <c:v>21715.719099999998</c:v>
                      </c:pt>
                      <c:pt idx="104">
                        <c:v>21907.607199999999</c:v>
                      </c:pt>
                      <c:pt idx="105">
                        <c:v>21387.1325</c:v>
                      </c:pt>
                      <c:pt idx="106">
                        <c:v>19189.398000000001</c:v>
                      </c:pt>
                      <c:pt idx="107">
                        <c:v>19119.2585</c:v>
                      </c:pt>
                      <c:pt idx="108">
                        <c:v>18245.531999999999</c:v>
                      </c:pt>
                      <c:pt idx="109">
                        <c:v>21891.9902</c:v>
                      </c:pt>
                      <c:pt idx="110">
                        <c:v>21225.1162</c:v>
                      </c:pt>
                      <c:pt idx="111">
                        <c:v>21791.988700000002</c:v>
                      </c:pt>
                      <c:pt idx="112">
                        <c:v>21670.977999999999</c:v>
                      </c:pt>
                      <c:pt idx="113">
                        <c:v>20934.861799999999</c:v>
                      </c:pt>
                      <c:pt idx="114">
                        <c:v>19784.996800000001</c:v>
                      </c:pt>
                      <c:pt idx="115">
                        <c:v>21193.270100000002</c:v>
                      </c:pt>
                      <c:pt idx="116">
                        <c:v>20923.537400000001</c:v>
                      </c:pt>
                      <c:pt idx="117">
                        <c:v>20453.487499999999</c:v>
                      </c:pt>
                      <c:pt idx="118">
                        <c:v>20273.171900000001</c:v>
                      </c:pt>
                      <c:pt idx="119">
                        <c:v>19633.829699999998</c:v>
                      </c:pt>
                      <c:pt idx="120">
                        <c:v>19562.6001</c:v>
                      </c:pt>
                      <c:pt idx="121">
                        <c:v>17632.0376</c:v>
                      </c:pt>
                      <c:pt idx="122">
                        <c:v>18837.429700000001</c:v>
                      </c:pt>
                      <c:pt idx="123">
                        <c:v>20050.89</c:v>
                      </c:pt>
                      <c:pt idx="124">
                        <c:v>19645.063900000001</c:v>
                      </c:pt>
                      <c:pt idx="125">
                        <c:v>19327.307799999999</c:v>
                      </c:pt>
                      <c:pt idx="126">
                        <c:v>18127.484100000001</c:v>
                      </c:pt>
                      <c:pt idx="127">
                        <c:v>19301.066900000002</c:v>
                      </c:pt>
                      <c:pt idx="128">
                        <c:v>18499.640200000002</c:v>
                      </c:pt>
                      <c:pt idx="129">
                        <c:v>19446.7739</c:v>
                      </c:pt>
                      <c:pt idx="130">
                        <c:v>20828.5936</c:v>
                      </c:pt>
                      <c:pt idx="131">
                        <c:v>19719.0265</c:v>
                      </c:pt>
                      <c:pt idx="132">
                        <c:v>21430.525399999999</c:v>
                      </c:pt>
                      <c:pt idx="133">
                        <c:v>21593.928599999999</c:v>
                      </c:pt>
                      <c:pt idx="134">
                        <c:v>20830.473600000001</c:v>
                      </c:pt>
                      <c:pt idx="135">
                        <c:v>18256.087899999999</c:v>
                      </c:pt>
                      <c:pt idx="136">
                        <c:v>21807.468000000001</c:v>
                      </c:pt>
                      <c:pt idx="137">
                        <c:v>21665.612099999998</c:v>
                      </c:pt>
                      <c:pt idx="138">
                        <c:v>18447.881700000002</c:v>
                      </c:pt>
                      <c:pt idx="139">
                        <c:v>11489.213400000001</c:v>
                      </c:pt>
                      <c:pt idx="140">
                        <c:v>19184.6348</c:v>
                      </c:pt>
                      <c:pt idx="141">
                        <c:v>19643.527399999999</c:v>
                      </c:pt>
                      <c:pt idx="142">
                        <c:v>19220.580000000002</c:v>
                      </c:pt>
                      <c:pt idx="143">
                        <c:v>21290.800999999999</c:v>
                      </c:pt>
                      <c:pt idx="144">
                        <c:v>21045.262599999998</c:v>
                      </c:pt>
                      <c:pt idx="145">
                        <c:v>20706.451400000002</c:v>
                      </c:pt>
                      <c:pt idx="146">
                        <c:v>20785.492999999999</c:v>
                      </c:pt>
                      <c:pt idx="147">
                        <c:v>20499.366699999999</c:v>
                      </c:pt>
                      <c:pt idx="148">
                        <c:v>20430.974999999999</c:v>
                      </c:pt>
                      <c:pt idx="149">
                        <c:v>18995.327799999999</c:v>
                      </c:pt>
                      <c:pt idx="150">
                        <c:v>20479.645400000001</c:v>
                      </c:pt>
                      <c:pt idx="151">
                        <c:v>13384.277599999999</c:v>
                      </c:pt>
                      <c:pt idx="152">
                        <c:v>13988.149299999999</c:v>
                      </c:pt>
                      <c:pt idx="153">
                        <c:v>13686.313099999999</c:v>
                      </c:pt>
                      <c:pt idx="154">
                        <c:v>13122.6793</c:v>
                      </c:pt>
                      <c:pt idx="155">
                        <c:v>12894.7004</c:v>
                      </c:pt>
                      <c:pt idx="156">
                        <c:v>12456.94</c:v>
                      </c:pt>
                      <c:pt idx="157">
                        <c:v>13562.3703</c:v>
                      </c:pt>
                      <c:pt idx="158">
                        <c:v>12073.472299999999</c:v>
                      </c:pt>
                      <c:pt idx="159">
                        <c:v>11789.2474</c:v>
                      </c:pt>
                      <c:pt idx="160">
                        <c:v>12839.848400000001</c:v>
                      </c:pt>
                      <c:pt idx="161">
                        <c:v>8344.7500999999993</c:v>
                      </c:pt>
                      <c:pt idx="162">
                        <c:v>3992.0944</c:v>
                      </c:pt>
                      <c:pt idx="163">
                        <c:v>7132.3262999999997</c:v>
                      </c:pt>
                      <c:pt idx="164">
                        <c:v>11402.7163</c:v>
                      </c:pt>
                      <c:pt idx="165">
                        <c:v>11653.6702</c:v>
                      </c:pt>
                      <c:pt idx="166">
                        <c:v>11407.4133</c:v>
                      </c:pt>
                      <c:pt idx="167">
                        <c:v>11294.818600000001</c:v>
                      </c:pt>
                      <c:pt idx="168">
                        <c:v>11896.623900000001</c:v>
                      </c:pt>
                      <c:pt idx="169">
                        <c:v>11879.5465</c:v>
                      </c:pt>
                      <c:pt idx="170">
                        <c:v>11402.415999999999</c:v>
                      </c:pt>
                      <c:pt idx="171">
                        <c:v>12788.8403</c:v>
                      </c:pt>
                      <c:pt idx="172">
                        <c:v>12525.7183</c:v>
                      </c:pt>
                      <c:pt idx="173">
                        <c:v>11814.073899999999</c:v>
                      </c:pt>
                      <c:pt idx="174">
                        <c:v>12717.4982</c:v>
                      </c:pt>
                      <c:pt idx="175">
                        <c:v>12417.7186</c:v>
                      </c:pt>
                      <c:pt idx="176">
                        <c:v>12059.3141</c:v>
                      </c:pt>
                      <c:pt idx="177">
                        <c:v>11908.5355</c:v>
                      </c:pt>
                      <c:pt idx="178">
                        <c:v>13568.822099999999</c:v>
                      </c:pt>
                      <c:pt idx="179">
                        <c:v>13420.7425</c:v>
                      </c:pt>
                      <c:pt idx="180">
                        <c:v>13146.155500000001</c:v>
                      </c:pt>
                      <c:pt idx="181">
                        <c:v>13299.783600000001</c:v>
                      </c:pt>
                      <c:pt idx="182">
                        <c:v>12960.038</c:v>
                      </c:pt>
                      <c:pt idx="183">
                        <c:v>12294.409600000001</c:v>
                      </c:pt>
                      <c:pt idx="184">
                        <c:v>11729.943300000001</c:v>
                      </c:pt>
                      <c:pt idx="185">
                        <c:v>13485.2346</c:v>
                      </c:pt>
                      <c:pt idx="186">
                        <c:v>13631.7292</c:v>
                      </c:pt>
                      <c:pt idx="187">
                        <c:v>13927.0674</c:v>
                      </c:pt>
                      <c:pt idx="188">
                        <c:v>11994.9349</c:v>
                      </c:pt>
                      <c:pt idx="189">
                        <c:v>12823.2016</c:v>
                      </c:pt>
                      <c:pt idx="190">
                        <c:v>12899.359399999999</c:v>
                      </c:pt>
                      <c:pt idx="191">
                        <c:v>12248.9483</c:v>
                      </c:pt>
                      <c:pt idx="192">
                        <c:v>13526.0242</c:v>
                      </c:pt>
                      <c:pt idx="193">
                        <c:v>13710.551600000001</c:v>
                      </c:pt>
                      <c:pt idx="194">
                        <c:v>13787.7945</c:v>
                      </c:pt>
                      <c:pt idx="195">
                        <c:v>13595.9458</c:v>
                      </c:pt>
                      <c:pt idx="196">
                        <c:v>12438.016299999999</c:v>
                      </c:pt>
                      <c:pt idx="197">
                        <c:v>10610.4881</c:v>
                      </c:pt>
                      <c:pt idx="198">
                        <c:v>12050.331200000001</c:v>
                      </c:pt>
                      <c:pt idx="199">
                        <c:v>13190.162200000001</c:v>
                      </c:pt>
                      <c:pt idx="200">
                        <c:v>12973.4884</c:v>
                      </c:pt>
                      <c:pt idx="201">
                        <c:v>12732.0103</c:v>
                      </c:pt>
                      <c:pt idx="202">
                        <c:v>12275.4722</c:v>
                      </c:pt>
                      <c:pt idx="203">
                        <c:v>11904.093800000001</c:v>
                      </c:pt>
                      <c:pt idx="204">
                        <c:v>10909.1535</c:v>
                      </c:pt>
                      <c:pt idx="205">
                        <c:v>11290.865900000001</c:v>
                      </c:pt>
                      <c:pt idx="206">
                        <c:v>12530.2521</c:v>
                      </c:pt>
                      <c:pt idx="207">
                        <c:v>12445.7629</c:v>
                      </c:pt>
                      <c:pt idx="208">
                        <c:v>12786.4987</c:v>
                      </c:pt>
                      <c:pt idx="209">
                        <c:v>11881.9555</c:v>
                      </c:pt>
                      <c:pt idx="210">
                        <c:v>12389.316000000001</c:v>
                      </c:pt>
                      <c:pt idx="211">
                        <c:v>12181.0214</c:v>
                      </c:pt>
                      <c:pt idx="212">
                        <c:v>11713.075000000001</c:v>
                      </c:pt>
                      <c:pt idx="213">
                        <c:v>13166.2042</c:v>
                      </c:pt>
                      <c:pt idx="214">
                        <c:v>13016.6783</c:v>
                      </c:pt>
                      <c:pt idx="215">
                        <c:v>13025.8863</c:v>
                      </c:pt>
                      <c:pt idx="216">
                        <c:v>13081.537200000001</c:v>
                      </c:pt>
                      <c:pt idx="217">
                        <c:v>12466.941500000001</c:v>
                      </c:pt>
                      <c:pt idx="218">
                        <c:v>11899.7343</c:v>
                      </c:pt>
                      <c:pt idx="219">
                        <c:v>11638.3593</c:v>
                      </c:pt>
                      <c:pt idx="220">
                        <c:v>13155.3853</c:v>
                      </c:pt>
                      <c:pt idx="221">
                        <c:v>12692.486199999999</c:v>
                      </c:pt>
                      <c:pt idx="222">
                        <c:v>13143.602500000001</c:v>
                      </c:pt>
                      <c:pt idx="223">
                        <c:v>11566.6291</c:v>
                      </c:pt>
                      <c:pt idx="224">
                        <c:v>12524.2786</c:v>
                      </c:pt>
                      <c:pt idx="225">
                        <c:v>12344.938599999999</c:v>
                      </c:pt>
                      <c:pt idx="226">
                        <c:v>11369.886699999999</c:v>
                      </c:pt>
                      <c:pt idx="227">
                        <c:v>13270.947200000001</c:v>
                      </c:pt>
                      <c:pt idx="228">
                        <c:v>13119.7901</c:v>
                      </c:pt>
                      <c:pt idx="229">
                        <c:v>11581.5108</c:v>
                      </c:pt>
                      <c:pt idx="230">
                        <c:v>12986.451300000001</c:v>
                      </c:pt>
                      <c:pt idx="231">
                        <c:v>12385.1486</c:v>
                      </c:pt>
                      <c:pt idx="232">
                        <c:v>12091.279200000001</c:v>
                      </c:pt>
                      <c:pt idx="233">
                        <c:v>11748.4578</c:v>
                      </c:pt>
                      <c:pt idx="234">
                        <c:v>13117.1523</c:v>
                      </c:pt>
                      <c:pt idx="235">
                        <c:v>13084.626200000001</c:v>
                      </c:pt>
                      <c:pt idx="236">
                        <c:v>13165.8316</c:v>
                      </c:pt>
                      <c:pt idx="237">
                        <c:v>13128.290999999999</c:v>
                      </c:pt>
                      <c:pt idx="238">
                        <c:v>12900.0671</c:v>
                      </c:pt>
                      <c:pt idx="239">
                        <c:v>12480.370999999999</c:v>
                      </c:pt>
                      <c:pt idx="240">
                        <c:v>11952.3145</c:v>
                      </c:pt>
                      <c:pt idx="241">
                        <c:v>13115.6767</c:v>
                      </c:pt>
                      <c:pt idx="242">
                        <c:v>12743.957</c:v>
                      </c:pt>
                      <c:pt idx="243">
                        <c:v>12984.764499999999</c:v>
                      </c:pt>
                      <c:pt idx="244">
                        <c:v>12069.860199999999</c:v>
                      </c:pt>
                      <c:pt idx="245">
                        <c:v>11875.167799999999</c:v>
                      </c:pt>
                      <c:pt idx="246">
                        <c:v>11294.001200000001</c:v>
                      </c:pt>
                      <c:pt idx="247">
                        <c:v>11038.7937</c:v>
                      </c:pt>
                      <c:pt idx="248">
                        <c:v>12123.174999999999</c:v>
                      </c:pt>
                      <c:pt idx="249">
                        <c:v>12065.437</c:v>
                      </c:pt>
                      <c:pt idx="250">
                        <c:v>12135.0044</c:v>
                      </c:pt>
                      <c:pt idx="251">
                        <c:v>12220.0394</c:v>
                      </c:pt>
                      <c:pt idx="252">
                        <c:v>12000.922</c:v>
                      </c:pt>
                      <c:pt idx="253">
                        <c:v>12107.362499999999</c:v>
                      </c:pt>
                      <c:pt idx="254">
                        <c:v>11660.108200000001</c:v>
                      </c:pt>
                      <c:pt idx="255">
                        <c:v>11151.637699999999</c:v>
                      </c:pt>
                      <c:pt idx="256">
                        <c:v>12615.3056</c:v>
                      </c:pt>
                      <c:pt idx="257">
                        <c:v>12226.0103</c:v>
                      </c:pt>
                      <c:pt idx="258">
                        <c:v>12306.2408</c:v>
                      </c:pt>
                      <c:pt idx="259">
                        <c:v>11969.518099999999</c:v>
                      </c:pt>
                      <c:pt idx="260">
                        <c:v>11761.2772</c:v>
                      </c:pt>
                      <c:pt idx="261">
                        <c:v>11231.038200000001</c:v>
                      </c:pt>
                      <c:pt idx="262">
                        <c:v>12640.097100000001</c:v>
                      </c:pt>
                      <c:pt idx="263">
                        <c:v>12541.4863</c:v>
                      </c:pt>
                      <c:pt idx="264">
                        <c:v>12040.548500000001</c:v>
                      </c:pt>
                      <c:pt idx="265">
                        <c:v>12470.460499999999</c:v>
                      </c:pt>
                      <c:pt idx="266">
                        <c:v>12221.323399999999</c:v>
                      </c:pt>
                      <c:pt idx="267">
                        <c:v>12415.9167</c:v>
                      </c:pt>
                      <c:pt idx="268">
                        <c:v>12412.1721</c:v>
                      </c:pt>
                      <c:pt idx="269">
                        <c:v>13803.703</c:v>
                      </c:pt>
                      <c:pt idx="270">
                        <c:v>13908.361500000001</c:v>
                      </c:pt>
                      <c:pt idx="271">
                        <c:v>13343.0916</c:v>
                      </c:pt>
                      <c:pt idx="272">
                        <c:v>14017.8614</c:v>
                      </c:pt>
                      <c:pt idx="273">
                        <c:v>13801.571400000001</c:v>
                      </c:pt>
                      <c:pt idx="274">
                        <c:v>12488.8433</c:v>
                      </c:pt>
                      <c:pt idx="275">
                        <c:v>12042.864100000001</c:v>
                      </c:pt>
                      <c:pt idx="276">
                        <c:v>13398.9728</c:v>
                      </c:pt>
                      <c:pt idx="277">
                        <c:v>13238.554</c:v>
                      </c:pt>
                      <c:pt idx="278">
                        <c:v>12795.740299999999</c:v>
                      </c:pt>
                      <c:pt idx="279">
                        <c:v>13311.5895</c:v>
                      </c:pt>
                      <c:pt idx="280">
                        <c:v>12841.859399999999</c:v>
                      </c:pt>
                      <c:pt idx="281">
                        <c:v>12579.1451</c:v>
                      </c:pt>
                      <c:pt idx="282">
                        <c:v>12076.8398</c:v>
                      </c:pt>
                      <c:pt idx="283">
                        <c:v>13858.2053</c:v>
                      </c:pt>
                      <c:pt idx="284">
                        <c:v>13840.027700000001</c:v>
                      </c:pt>
                      <c:pt idx="285">
                        <c:v>12743.586300000001</c:v>
                      </c:pt>
                      <c:pt idx="286">
                        <c:v>13167.422</c:v>
                      </c:pt>
                      <c:pt idx="287">
                        <c:v>11429.9319</c:v>
                      </c:pt>
                      <c:pt idx="288">
                        <c:v>12216.241099999999</c:v>
                      </c:pt>
                      <c:pt idx="289">
                        <c:v>12127.757299999999</c:v>
                      </c:pt>
                      <c:pt idx="290">
                        <c:v>13481.1291</c:v>
                      </c:pt>
                      <c:pt idx="291">
                        <c:v>13255.08</c:v>
                      </c:pt>
                      <c:pt idx="292">
                        <c:v>13030.395200000001</c:v>
                      </c:pt>
                      <c:pt idx="293">
                        <c:v>13763.948700000001</c:v>
                      </c:pt>
                      <c:pt idx="294">
                        <c:v>13860.056699999999</c:v>
                      </c:pt>
                      <c:pt idx="295">
                        <c:v>13357.410099999999</c:v>
                      </c:pt>
                      <c:pt idx="296">
                        <c:v>12233.013499999999</c:v>
                      </c:pt>
                      <c:pt idx="297">
                        <c:v>10899.6407</c:v>
                      </c:pt>
                      <c:pt idx="298">
                        <c:v>10757.7444</c:v>
                      </c:pt>
                      <c:pt idx="299">
                        <c:v>11652.4097</c:v>
                      </c:pt>
                      <c:pt idx="300">
                        <c:v>12003.116</c:v>
                      </c:pt>
                      <c:pt idx="301">
                        <c:v>11919.983</c:v>
                      </c:pt>
                      <c:pt idx="302">
                        <c:v>12200.8418</c:v>
                      </c:pt>
                      <c:pt idx="303">
                        <c:v>11905.788200000001</c:v>
                      </c:pt>
                      <c:pt idx="304">
                        <c:v>13012.9902</c:v>
                      </c:pt>
                      <c:pt idx="305">
                        <c:v>13290.6924</c:v>
                      </c:pt>
                      <c:pt idx="306">
                        <c:v>13056.279399999999</c:v>
                      </c:pt>
                      <c:pt idx="307">
                        <c:v>12918.0157</c:v>
                      </c:pt>
                      <c:pt idx="308">
                        <c:v>12900.161</c:v>
                      </c:pt>
                      <c:pt idx="309">
                        <c:v>12156.107900000001</c:v>
                      </c:pt>
                      <c:pt idx="310">
                        <c:v>11559.269399999999</c:v>
                      </c:pt>
                      <c:pt idx="311">
                        <c:v>12568.1286</c:v>
                      </c:pt>
                      <c:pt idx="312">
                        <c:v>12509.0257</c:v>
                      </c:pt>
                      <c:pt idx="313">
                        <c:v>12645.757299999999</c:v>
                      </c:pt>
                      <c:pt idx="314">
                        <c:v>12948.429</c:v>
                      </c:pt>
                      <c:pt idx="315">
                        <c:v>10969.014800000001</c:v>
                      </c:pt>
                      <c:pt idx="316">
                        <c:v>11935.1114</c:v>
                      </c:pt>
                      <c:pt idx="317">
                        <c:v>11658.231100000001</c:v>
                      </c:pt>
                      <c:pt idx="318">
                        <c:v>12999.0983</c:v>
                      </c:pt>
                      <c:pt idx="319">
                        <c:v>12670.5581</c:v>
                      </c:pt>
                      <c:pt idx="320">
                        <c:v>12202.9233</c:v>
                      </c:pt>
                      <c:pt idx="321">
                        <c:v>12576.345600000001</c:v>
                      </c:pt>
                      <c:pt idx="322">
                        <c:v>11836.128699999999</c:v>
                      </c:pt>
                      <c:pt idx="323">
                        <c:v>11415.81</c:v>
                      </c:pt>
                      <c:pt idx="324">
                        <c:v>11319.693300000001</c:v>
                      </c:pt>
                      <c:pt idx="325">
                        <c:v>12492.579599999999</c:v>
                      </c:pt>
                      <c:pt idx="326">
                        <c:v>12282.7014</c:v>
                      </c:pt>
                      <c:pt idx="327">
                        <c:v>12728.3613</c:v>
                      </c:pt>
                      <c:pt idx="328">
                        <c:v>11752.1839</c:v>
                      </c:pt>
                      <c:pt idx="329">
                        <c:v>11805.828600000001</c:v>
                      </c:pt>
                      <c:pt idx="330">
                        <c:v>11329.1646</c:v>
                      </c:pt>
                      <c:pt idx="331">
                        <c:v>11039.3217</c:v>
                      </c:pt>
                      <c:pt idx="332">
                        <c:v>12522.204599999999</c:v>
                      </c:pt>
                      <c:pt idx="333">
                        <c:v>12256.961600000001</c:v>
                      </c:pt>
                      <c:pt idx="334">
                        <c:v>12356.656800000001</c:v>
                      </c:pt>
                      <c:pt idx="335">
                        <c:v>12473.537200000001</c:v>
                      </c:pt>
                      <c:pt idx="336">
                        <c:v>12353.88</c:v>
                      </c:pt>
                      <c:pt idx="337">
                        <c:v>11810.492700000001</c:v>
                      </c:pt>
                      <c:pt idx="338">
                        <c:v>11374.508</c:v>
                      </c:pt>
                      <c:pt idx="339">
                        <c:v>13070.956899999999</c:v>
                      </c:pt>
                      <c:pt idx="340">
                        <c:v>12433.366099999999</c:v>
                      </c:pt>
                      <c:pt idx="341">
                        <c:v>13059.534100000001</c:v>
                      </c:pt>
                      <c:pt idx="342">
                        <c:v>11679.6113</c:v>
                      </c:pt>
                      <c:pt idx="343">
                        <c:v>11936.271500000001</c:v>
                      </c:pt>
                      <c:pt idx="344">
                        <c:v>10072.445299999999</c:v>
                      </c:pt>
                      <c:pt idx="345">
                        <c:v>10499.299199999999</c:v>
                      </c:pt>
                      <c:pt idx="346">
                        <c:v>12205.882900000001</c:v>
                      </c:pt>
                      <c:pt idx="347">
                        <c:v>11981.385399999999</c:v>
                      </c:pt>
                      <c:pt idx="348">
                        <c:v>11716.5352</c:v>
                      </c:pt>
                      <c:pt idx="349">
                        <c:v>11742.1183</c:v>
                      </c:pt>
                      <c:pt idx="350">
                        <c:v>11036.606299999999</c:v>
                      </c:pt>
                      <c:pt idx="351">
                        <c:v>10967.431699999999</c:v>
                      </c:pt>
                      <c:pt idx="352">
                        <c:v>10441.5054</c:v>
                      </c:pt>
                      <c:pt idx="353">
                        <c:v>11417.897300000001</c:v>
                      </c:pt>
                      <c:pt idx="354">
                        <c:v>11154.236800000001</c:v>
                      </c:pt>
                      <c:pt idx="355">
                        <c:v>11501.5633</c:v>
                      </c:pt>
                      <c:pt idx="356">
                        <c:v>11172.328</c:v>
                      </c:pt>
                      <c:pt idx="357">
                        <c:v>10586.650100000001</c:v>
                      </c:pt>
                      <c:pt idx="358">
                        <c:v>10509.796700000001</c:v>
                      </c:pt>
                      <c:pt idx="359">
                        <c:v>10408.3073</c:v>
                      </c:pt>
                      <c:pt idx="360">
                        <c:v>11593.617</c:v>
                      </c:pt>
                      <c:pt idx="361">
                        <c:v>11308.779200000001</c:v>
                      </c:pt>
                      <c:pt idx="362">
                        <c:v>11320.4241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0D75-43E9-9964-2488866357D4}"/>
                  </c:ext>
                </c:extLst>
              </c15:ser>
            </c15:filteredLineSeries>
          </c:ext>
        </c:extLst>
      </c:lineChart>
      <c:lineChart>
        <c:grouping val="standard"/>
        <c:varyColors val="0"/>
        <c:ser>
          <c:idx val="0"/>
          <c:order val="0"/>
          <c:tx>
            <c:strRef>
              <c:f>G!$B$1</c:f>
              <c:strCache>
                <c:ptCount val="1"/>
                <c:pt idx="0">
                  <c:v>Total Network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G!$A$2:$A$364</c:f>
              <c:numCache>
                <c:formatCode>m/d/yyyy</c:formatCode>
                <c:ptCount val="363"/>
                <c:pt idx="0">
                  <c:v>45828</c:v>
                </c:pt>
                <c:pt idx="1">
                  <c:v>45829</c:v>
                </c:pt>
                <c:pt idx="2">
                  <c:v>45830</c:v>
                </c:pt>
                <c:pt idx="3">
                  <c:v>45831</c:v>
                </c:pt>
                <c:pt idx="4">
                  <c:v>45832</c:v>
                </c:pt>
                <c:pt idx="5">
                  <c:v>45833</c:v>
                </c:pt>
                <c:pt idx="6">
                  <c:v>45834</c:v>
                </c:pt>
                <c:pt idx="7">
                  <c:v>45835</c:v>
                </c:pt>
                <c:pt idx="8">
                  <c:v>45836</c:v>
                </c:pt>
                <c:pt idx="9">
                  <c:v>45837</c:v>
                </c:pt>
                <c:pt idx="10">
                  <c:v>45838</c:v>
                </c:pt>
                <c:pt idx="11">
                  <c:v>45839</c:v>
                </c:pt>
                <c:pt idx="12">
                  <c:v>45840</c:v>
                </c:pt>
                <c:pt idx="13">
                  <c:v>45841</c:v>
                </c:pt>
                <c:pt idx="14">
                  <c:v>45842</c:v>
                </c:pt>
                <c:pt idx="15">
                  <c:v>45843</c:v>
                </c:pt>
                <c:pt idx="16">
                  <c:v>45844</c:v>
                </c:pt>
                <c:pt idx="17">
                  <c:v>45845</c:v>
                </c:pt>
                <c:pt idx="18">
                  <c:v>45846</c:v>
                </c:pt>
                <c:pt idx="19">
                  <c:v>45847</c:v>
                </c:pt>
                <c:pt idx="20">
                  <c:v>45848</c:v>
                </c:pt>
                <c:pt idx="21">
                  <c:v>45849</c:v>
                </c:pt>
                <c:pt idx="22">
                  <c:v>45850</c:v>
                </c:pt>
                <c:pt idx="23">
                  <c:v>45851</c:v>
                </c:pt>
                <c:pt idx="24">
                  <c:v>45852</c:v>
                </c:pt>
                <c:pt idx="25">
                  <c:v>45853</c:v>
                </c:pt>
                <c:pt idx="26">
                  <c:v>45854</c:v>
                </c:pt>
                <c:pt idx="27">
                  <c:v>45855</c:v>
                </c:pt>
                <c:pt idx="28">
                  <c:v>45856</c:v>
                </c:pt>
                <c:pt idx="29">
                  <c:v>45857</c:v>
                </c:pt>
                <c:pt idx="30">
                  <c:v>45858</c:v>
                </c:pt>
                <c:pt idx="31">
                  <c:v>45859</c:v>
                </c:pt>
                <c:pt idx="32">
                  <c:v>45860</c:v>
                </c:pt>
                <c:pt idx="33">
                  <c:v>45861</c:v>
                </c:pt>
                <c:pt idx="34">
                  <c:v>45862</c:v>
                </c:pt>
                <c:pt idx="35">
                  <c:v>45863</c:v>
                </c:pt>
                <c:pt idx="36">
                  <c:v>45864</c:v>
                </c:pt>
                <c:pt idx="37">
                  <c:v>45865</c:v>
                </c:pt>
                <c:pt idx="38">
                  <c:v>45866</c:v>
                </c:pt>
                <c:pt idx="39">
                  <c:v>45867</c:v>
                </c:pt>
                <c:pt idx="40">
                  <c:v>45868</c:v>
                </c:pt>
                <c:pt idx="41">
                  <c:v>45869</c:v>
                </c:pt>
                <c:pt idx="42">
                  <c:v>45870</c:v>
                </c:pt>
                <c:pt idx="43">
                  <c:v>45871</c:v>
                </c:pt>
                <c:pt idx="44">
                  <c:v>45872</c:v>
                </c:pt>
                <c:pt idx="45">
                  <c:v>45873</c:v>
                </c:pt>
                <c:pt idx="46">
                  <c:v>45874</c:v>
                </c:pt>
                <c:pt idx="47">
                  <c:v>45875</c:v>
                </c:pt>
                <c:pt idx="48">
                  <c:v>45876</c:v>
                </c:pt>
                <c:pt idx="49">
                  <c:v>45877</c:v>
                </c:pt>
                <c:pt idx="50">
                  <c:v>45878</c:v>
                </c:pt>
                <c:pt idx="51">
                  <c:v>45879</c:v>
                </c:pt>
                <c:pt idx="52">
                  <c:v>45880</c:v>
                </c:pt>
                <c:pt idx="53">
                  <c:v>45881</c:v>
                </c:pt>
                <c:pt idx="54">
                  <c:v>45882</c:v>
                </c:pt>
                <c:pt idx="55">
                  <c:v>45883</c:v>
                </c:pt>
                <c:pt idx="56">
                  <c:v>45884</c:v>
                </c:pt>
                <c:pt idx="57">
                  <c:v>45885</c:v>
                </c:pt>
                <c:pt idx="58">
                  <c:v>45886</c:v>
                </c:pt>
                <c:pt idx="59">
                  <c:v>45887</c:v>
                </c:pt>
                <c:pt idx="60">
                  <c:v>45888</c:v>
                </c:pt>
                <c:pt idx="61">
                  <c:v>45889</c:v>
                </c:pt>
                <c:pt idx="62">
                  <c:v>45890</c:v>
                </c:pt>
                <c:pt idx="63">
                  <c:v>45891</c:v>
                </c:pt>
                <c:pt idx="64">
                  <c:v>45892</c:v>
                </c:pt>
                <c:pt idx="65">
                  <c:v>45893</c:v>
                </c:pt>
                <c:pt idx="66">
                  <c:v>45894</c:v>
                </c:pt>
                <c:pt idx="67">
                  <c:v>45895</c:v>
                </c:pt>
                <c:pt idx="68">
                  <c:v>45896</c:v>
                </c:pt>
                <c:pt idx="69">
                  <c:v>45897</c:v>
                </c:pt>
                <c:pt idx="70">
                  <c:v>45898</c:v>
                </c:pt>
                <c:pt idx="71">
                  <c:v>45899</c:v>
                </c:pt>
                <c:pt idx="72">
                  <c:v>45900</c:v>
                </c:pt>
                <c:pt idx="73">
                  <c:v>45901</c:v>
                </c:pt>
                <c:pt idx="74">
                  <c:v>45902</c:v>
                </c:pt>
                <c:pt idx="75">
                  <c:v>45903</c:v>
                </c:pt>
                <c:pt idx="76">
                  <c:v>45904</c:v>
                </c:pt>
                <c:pt idx="77">
                  <c:v>45905</c:v>
                </c:pt>
                <c:pt idx="78">
                  <c:v>45906</c:v>
                </c:pt>
                <c:pt idx="79">
                  <c:v>45907</c:v>
                </c:pt>
                <c:pt idx="80">
                  <c:v>45908</c:v>
                </c:pt>
                <c:pt idx="81">
                  <c:v>45909</c:v>
                </c:pt>
                <c:pt idx="82">
                  <c:v>45910</c:v>
                </c:pt>
                <c:pt idx="83">
                  <c:v>45911</c:v>
                </c:pt>
                <c:pt idx="84">
                  <c:v>45912</c:v>
                </c:pt>
                <c:pt idx="85">
                  <c:v>45913</c:v>
                </c:pt>
                <c:pt idx="86">
                  <c:v>45914</c:v>
                </c:pt>
                <c:pt idx="87">
                  <c:v>45915</c:v>
                </c:pt>
                <c:pt idx="88">
                  <c:v>45916</c:v>
                </c:pt>
                <c:pt idx="89">
                  <c:v>45917</c:v>
                </c:pt>
                <c:pt idx="90">
                  <c:v>45918</c:v>
                </c:pt>
                <c:pt idx="91">
                  <c:v>45919</c:v>
                </c:pt>
                <c:pt idx="92">
                  <c:v>45920</c:v>
                </c:pt>
                <c:pt idx="93">
                  <c:v>45921</c:v>
                </c:pt>
                <c:pt idx="94">
                  <c:v>45922</c:v>
                </c:pt>
                <c:pt idx="95">
                  <c:v>45923</c:v>
                </c:pt>
                <c:pt idx="96">
                  <c:v>45924</c:v>
                </c:pt>
                <c:pt idx="97">
                  <c:v>45925</c:v>
                </c:pt>
                <c:pt idx="98">
                  <c:v>45926</c:v>
                </c:pt>
                <c:pt idx="99">
                  <c:v>45927</c:v>
                </c:pt>
                <c:pt idx="100">
                  <c:v>45928</c:v>
                </c:pt>
                <c:pt idx="101">
                  <c:v>45929</c:v>
                </c:pt>
                <c:pt idx="102">
                  <c:v>45930</c:v>
                </c:pt>
                <c:pt idx="103">
                  <c:v>45931</c:v>
                </c:pt>
                <c:pt idx="104">
                  <c:v>45932</c:v>
                </c:pt>
                <c:pt idx="105">
                  <c:v>45933</c:v>
                </c:pt>
                <c:pt idx="106">
                  <c:v>45934</c:v>
                </c:pt>
                <c:pt idx="107">
                  <c:v>45935</c:v>
                </c:pt>
                <c:pt idx="108">
                  <c:v>45936</c:v>
                </c:pt>
                <c:pt idx="109">
                  <c:v>45937</c:v>
                </c:pt>
                <c:pt idx="110">
                  <c:v>45938</c:v>
                </c:pt>
                <c:pt idx="111">
                  <c:v>45939</c:v>
                </c:pt>
                <c:pt idx="112">
                  <c:v>45940</c:v>
                </c:pt>
                <c:pt idx="113">
                  <c:v>45941</c:v>
                </c:pt>
                <c:pt idx="114">
                  <c:v>45942</c:v>
                </c:pt>
                <c:pt idx="115">
                  <c:v>45943</c:v>
                </c:pt>
                <c:pt idx="116">
                  <c:v>45944</c:v>
                </c:pt>
                <c:pt idx="117">
                  <c:v>45945</c:v>
                </c:pt>
                <c:pt idx="118">
                  <c:v>45946</c:v>
                </c:pt>
                <c:pt idx="119">
                  <c:v>45947</c:v>
                </c:pt>
                <c:pt idx="120">
                  <c:v>45948</c:v>
                </c:pt>
                <c:pt idx="121">
                  <c:v>45949</c:v>
                </c:pt>
                <c:pt idx="122">
                  <c:v>45950</c:v>
                </c:pt>
                <c:pt idx="123">
                  <c:v>45951</c:v>
                </c:pt>
                <c:pt idx="124">
                  <c:v>45952</c:v>
                </c:pt>
                <c:pt idx="125">
                  <c:v>45953</c:v>
                </c:pt>
                <c:pt idx="126">
                  <c:v>45954</c:v>
                </c:pt>
                <c:pt idx="127">
                  <c:v>45955</c:v>
                </c:pt>
                <c:pt idx="128">
                  <c:v>45956</c:v>
                </c:pt>
                <c:pt idx="129">
                  <c:v>45957</c:v>
                </c:pt>
                <c:pt idx="130">
                  <c:v>45958</c:v>
                </c:pt>
                <c:pt idx="131">
                  <c:v>45959</c:v>
                </c:pt>
                <c:pt idx="132">
                  <c:v>45960</c:v>
                </c:pt>
                <c:pt idx="133">
                  <c:v>45961</c:v>
                </c:pt>
                <c:pt idx="134">
                  <c:v>45962</c:v>
                </c:pt>
                <c:pt idx="135">
                  <c:v>45963</c:v>
                </c:pt>
                <c:pt idx="136">
                  <c:v>45964</c:v>
                </c:pt>
                <c:pt idx="137">
                  <c:v>45965</c:v>
                </c:pt>
                <c:pt idx="138">
                  <c:v>45966</c:v>
                </c:pt>
                <c:pt idx="139">
                  <c:v>45967</c:v>
                </c:pt>
                <c:pt idx="140">
                  <c:v>45968</c:v>
                </c:pt>
                <c:pt idx="141">
                  <c:v>45969</c:v>
                </c:pt>
                <c:pt idx="142">
                  <c:v>45970</c:v>
                </c:pt>
                <c:pt idx="143">
                  <c:v>45971</c:v>
                </c:pt>
                <c:pt idx="144">
                  <c:v>45972</c:v>
                </c:pt>
                <c:pt idx="145">
                  <c:v>45973</c:v>
                </c:pt>
                <c:pt idx="146">
                  <c:v>45974</c:v>
                </c:pt>
                <c:pt idx="147">
                  <c:v>45975</c:v>
                </c:pt>
                <c:pt idx="148">
                  <c:v>45976</c:v>
                </c:pt>
                <c:pt idx="149">
                  <c:v>45977</c:v>
                </c:pt>
                <c:pt idx="150">
                  <c:v>45978</c:v>
                </c:pt>
                <c:pt idx="151">
                  <c:v>45979</c:v>
                </c:pt>
                <c:pt idx="152">
                  <c:v>45980</c:v>
                </c:pt>
                <c:pt idx="153">
                  <c:v>45981</c:v>
                </c:pt>
                <c:pt idx="154">
                  <c:v>45982</c:v>
                </c:pt>
                <c:pt idx="155">
                  <c:v>45983</c:v>
                </c:pt>
                <c:pt idx="156">
                  <c:v>45984</c:v>
                </c:pt>
                <c:pt idx="157">
                  <c:v>45985</c:v>
                </c:pt>
                <c:pt idx="158">
                  <c:v>45986</c:v>
                </c:pt>
                <c:pt idx="159">
                  <c:v>45987</c:v>
                </c:pt>
                <c:pt idx="160">
                  <c:v>45988</c:v>
                </c:pt>
                <c:pt idx="161">
                  <c:v>45989</c:v>
                </c:pt>
                <c:pt idx="162">
                  <c:v>45990</c:v>
                </c:pt>
                <c:pt idx="163">
                  <c:v>45991</c:v>
                </c:pt>
                <c:pt idx="164">
                  <c:v>45992</c:v>
                </c:pt>
                <c:pt idx="165">
                  <c:v>45993</c:v>
                </c:pt>
                <c:pt idx="166">
                  <c:v>45994</c:v>
                </c:pt>
                <c:pt idx="167">
                  <c:v>45995</c:v>
                </c:pt>
                <c:pt idx="168">
                  <c:v>45996</c:v>
                </c:pt>
                <c:pt idx="169">
                  <c:v>45997</c:v>
                </c:pt>
                <c:pt idx="170">
                  <c:v>45998</c:v>
                </c:pt>
                <c:pt idx="171">
                  <c:v>45999</c:v>
                </c:pt>
                <c:pt idx="172">
                  <c:v>46000</c:v>
                </c:pt>
                <c:pt idx="173">
                  <c:v>46001</c:v>
                </c:pt>
                <c:pt idx="174">
                  <c:v>46002</c:v>
                </c:pt>
                <c:pt idx="175">
                  <c:v>46003</c:v>
                </c:pt>
                <c:pt idx="176">
                  <c:v>46004</c:v>
                </c:pt>
                <c:pt idx="177">
                  <c:v>46005</c:v>
                </c:pt>
                <c:pt idx="178">
                  <c:v>46006</c:v>
                </c:pt>
                <c:pt idx="179">
                  <c:v>46007</c:v>
                </c:pt>
                <c:pt idx="180">
                  <c:v>46008</c:v>
                </c:pt>
                <c:pt idx="181">
                  <c:v>46009</c:v>
                </c:pt>
                <c:pt idx="182">
                  <c:v>46010</c:v>
                </c:pt>
                <c:pt idx="183">
                  <c:v>46011</c:v>
                </c:pt>
                <c:pt idx="184">
                  <c:v>46012</c:v>
                </c:pt>
                <c:pt idx="185">
                  <c:v>46013</c:v>
                </c:pt>
                <c:pt idx="186">
                  <c:v>46014</c:v>
                </c:pt>
                <c:pt idx="187">
                  <c:v>46015</c:v>
                </c:pt>
                <c:pt idx="188">
                  <c:v>46016</c:v>
                </c:pt>
                <c:pt idx="189">
                  <c:v>46017</c:v>
                </c:pt>
                <c:pt idx="190">
                  <c:v>46018</c:v>
                </c:pt>
                <c:pt idx="191">
                  <c:v>46019</c:v>
                </c:pt>
                <c:pt idx="192">
                  <c:v>46020</c:v>
                </c:pt>
                <c:pt idx="193">
                  <c:v>46021</c:v>
                </c:pt>
                <c:pt idx="194">
                  <c:v>46022</c:v>
                </c:pt>
                <c:pt idx="195">
                  <c:v>46023</c:v>
                </c:pt>
                <c:pt idx="196">
                  <c:v>46024</c:v>
                </c:pt>
                <c:pt idx="197">
                  <c:v>46025</c:v>
                </c:pt>
                <c:pt idx="198">
                  <c:v>46026</c:v>
                </c:pt>
                <c:pt idx="199">
                  <c:v>46027</c:v>
                </c:pt>
                <c:pt idx="200">
                  <c:v>46028</c:v>
                </c:pt>
                <c:pt idx="201">
                  <c:v>46029</c:v>
                </c:pt>
                <c:pt idx="202">
                  <c:v>46030</c:v>
                </c:pt>
                <c:pt idx="203">
                  <c:v>46031</c:v>
                </c:pt>
                <c:pt idx="204">
                  <c:v>46032</c:v>
                </c:pt>
                <c:pt idx="205">
                  <c:v>46033</c:v>
                </c:pt>
                <c:pt idx="206">
                  <c:v>46034</c:v>
                </c:pt>
                <c:pt idx="207">
                  <c:v>46035</c:v>
                </c:pt>
                <c:pt idx="208">
                  <c:v>46036</c:v>
                </c:pt>
                <c:pt idx="209">
                  <c:v>46037</c:v>
                </c:pt>
                <c:pt idx="210">
                  <c:v>46038</c:v>
                </c:pt>
                <c:pt idx="211">
                  <c:v>46039</c:v>
                </c:pt>
                <c:pt idx="212">
                  <c:v>46040</c:v>
                </c:pt>
                <c:pt idx="213">
                  <c:v>46041</c:v>
                </c:pt>
                <c:pt idx="214">
                  <c:v>46042</c:v>
                </c:pt>
                <c:pt idx="215">
                  <c:v>46043</c:v>
                </c:pt>
                <c:pt idx="216">
                  <c:v>46044</c:v>
                </c:pt>
                <c:pt idx="217">
                  <c:v>46045</c:v>
                </c:pt>
                <c:pt idx="218">
                  <c:v>46046</c:v>
                </c:pt>
                <c:pt idx="219">
                  <c:v>46047</c:v>
                </c:pt>
                <c:pt idx="220">
                  <c:v>46048</c:v>
                </c:pt>
                <c:pt idx="221">
                  <c:v>46049</c:v>
                </c:pt>
                <c:pt idx="222">
                  <c:v>46050</c:v>
                </c:pt>
                <c:pt idx="223">
                  <c:v>46051</c:v>
                </c:pt>
                <c:pt idx="224">
                  <c:v>46052</c:v>
                </c:pt>
                <c:pt idx="225">
                  <c:v>46053</c:v>
                </c:pt>
                <c:pt idx="226">
                  <c:v>46054</c:v>
                </c:pt>
                <c:pt idx="227">
                  <c:v>46055</c:v>
                </c:pt>
                <c:pt idx="228">
                  <c:v>46056</c:v>
                </c:pt>
                <c:pt idx="229">
                  <c:v>46057</c:v>
                </c:pt>
                <c:pt idx="230">
                  <c:v>46058</c:v>
                </c:pt>
                <c:pt idx="231">
                  <c:v>46059</c:v>
                </c:pt>
                <c:pt idx="232">
                  <c:v>46060</c:v>
                </c:pt>
                <c:pt idx="233">
                  <c:v>46061</c:v>
                </c:pt>
                <c:pt idx="234">
                  <c:v>46062</c:v>
                </c:pt>
                <c:pt idx="235">
                  <c:v>46063</c:v>
                </c:pt>
                <c:pt idx="236">
                  <c:v>46064</c:v>
                </c:pt>
                <c:pt idx="237">
                  <c:v>46065</c:v>
                </c:pt>
                <c:pt idx="238">
                  <c:v>46066</c:v>
                </c:pt>
                <c:pt idx="239">
                  <c:v>46067</c:v>
                </c:pt>
                <c:pt idx="240">
                  <c:v>46068</c:v>
                </c:pt>
                <c:pt idx="241">
                  <c:v>46069</c:v>
                </c:pt>
                <c:pt idx="242">
                  <c:v>46070</c:v>
                </c:pt>
                <c:pt idx="243">
                  <c:v>46071</c:v>
                </c:pt>
                <c:pt idx="244">
                  <c:v>46072</c:v>
                </c:pt>
                <c:pt idx="245">
                  <c:v>46073</c:v>
                </c:pt>
                <c:pt idx="246">
                  <c:v>46074</c:v>
                </c:pt>
                <c:pt idx="247">
                  <c:v>46075</c:v>
                </c:pt>
                <c:pt idx="248">
                  <c:v>46076</c:v>
                </c:pt>
                <c:pt idx="249">
                  <c:v>46077</c:v>
                </c:pt>
                <c:pt idx="250">
                  <c:v>46078</c:v>
                </c:pt>
                <c:pt idx="251">
                  <c:v>46079</c:v>
                </c:pt>
                <c:pt idx="252">
                  <c:v>46080</c:v>
                </c:pt>
                <c:pt idx="253">
                  <c:v>46081</c:v>
                </c:pt>
                <c:pt idx="254">
                  <c:v>46082</c:v>
                </c:pt>
                <c:pt idx="255">
                  <c:v>46083</c:v>
                </c:pt>
                <c:pt idx="256">
                  <c:v>46084</c:v>
                </c:pt>
                <c:pt idx="257">
                  <c:v>46085</c:v>
                </c:pt>
                <c:pt idx="258">
                  <c:v>46086</c:v>
                </c:pt>
                <c:pt idx="259">
                  <c:v>46087</c:v>
                </c:pt>
                <c:pt idx="260">
                  <c:v>46088</c:v>
                </c:pt>
                <c:pt idx="261">
                  <c:v>46089</c:v>
                </c:pt>
                <c:pt idx="262">
                  <c:v>46090</c:v>
                </c:pt>
                <c:pt idx="263">
                  <c:v>46091</c:v>
                </c:pt>
                <c:pt idx="264">
                  <c:v>46092</c:v>
                </c:pt>
                <c:pt idx="265">
                  <c:v>46093</c:v>
                </c:pt>
                <c:pt idx="266">
                  <c:v>46094</c:v>
                </c:pt>
                <c:pt idx="267">
                  <c:v>46095</c:v>
                </c:pt>
                <c:pt idx="268">
                  <c:v>46096</c:v>
                </c:pt>
                <c:pt idx="269">
                  <c:v>46097</c:v>
                </c:pt>
                <c:pt idx="270">
                  <c:v>46098</c:v>
                </c:pt>
                <c:pt idx="271">
                  <c:v>46099</c:v>
                </c:pt>
                <c:pt idx="272">
                  <c:v>46100</c:v>
                </c:pt>
                <c:pt idx="273">
                  <c:v>46101</c:v>
                </c:pt>
                <c:pt idx="274">
                  <c:v>46102</c:v>
                </c:pt>
                <c:pt idx="275">
                  <c:v>46103</c:v>
                </c:pt>
                <c:pt idx="276">
                  <c:v>46104</c:v>
                </c:pt>
                <c:pt idx="277">
                  <c:v>46105</c:v>
                </c:pt>
                <c:pt idx="278">
                  <c:v>46106</c:v>
                </c:pt>
                <c:pt idx="279">
                  <c:v>46107</c:v>
                </c:pt>
                <c:pt idx="280">
                  <c:v>46108</c:v>
                </c:pt>
                <c:pt idx="281">
                  <c:v>46109</c:v>
                </c:pt>
                <c:pt idx="282">
                  <c:v>46110</c:v>
                </c:pt>
                <c:pt idx="283">
                  <c:v>46111</c:v>
                </c:pt>
                <c:pt idx="284">
                  <c:v>46112</c:v>
                </c:pt>
                <c:pt idx="285">
                  <c:v>46113</c:v>
                </c:pt>
                <c:pt idx="286">
                  <c:v>46114</c:v>
                </c:pt>
                <c:pt idx="287">
                  <c:v>46115</c:v>
                </c:pt>
                <c:pt idx="288">
                  <c:v>46116</c:v>
                </c:pt>
                <c:pt idx="289">
                  <c:v>46117</c:v>
                </c:pt>
                <c:pt idx="290">
                  <c:v>46118</c:v>
                </c:pt>
                <c:pt idx="291">
                  <c:v>46119</c:v>
                </c:pt>
                <c:pt idx="292">
                  <c:v>46120</c:v>
                </c:pt>
                <c:pt idx="293">
                  <c:v>46121</c:v>
                </c:pt>
                <c:pt idx="294">
                  <c:v>46122</c:v>
                </c:pt>
                <c:pt idx="295">
                  <c:v>46123</c:v>
                </c:pt>
                <c:pt idx="296">
                  <c:v>46124</c:v>
                </c:pt>
                <c:pt idx="297">
                  <c:v>46125</c:v>
                </c:pt>
                <c:pt idx="298">
                  <c:v>46126</c:v>
                </c:pt>
                <c:pt idx="299">
                  <c:v>46127</c:v>
                </c:pt>
                <c:pt idx="300">
                  <c:v>46128</c:v>
                </c:pt>
                <c:pt idx="301">
                  <c:v>46129</c:v>
                </c:pt>
                <c:pt idx="302">
                  <c:v>46130</c:v>
                </c:pt>
                <c:pt idx="303">
                  <c:v>46131</c:v>
                </c:pt>
                <c:pt idx="304">
                  <c:v>46132</c:v>
                </c:pt>
                <c:pt idx="305">
                  <c:v>46133</c:v>
                </c:pt>
                <c:pt idx="306">
                  <c:v>46134</c:v>
                </c:pt>
                <c:pt idx="307">
                  <c:v>46135</c:v>
                </c:pt>
                <c:pt idx="308">
                  <c:v>46136</c:v>
                </c:pt>
                <c:pt idx="309">
                  <c:v>46137</c:v>
                </c:pt>
                <c:pt idx="310">
                  <c:v>46138</c:v>
                </c:pt>
                <c:pt idx="311">
                  <c:v>46139</c:v>
                </c:pt>
                <c:pt idx="312">
                  <c:v>46140</c:v>
                </c:pt>
                <c:pt idx="313">
                  <c:v>46141</c:v>
                </c:pt>
                <c:pt idx="314">
                  <c:v>46142</c:v>
                </c:pt>
                <c:pt idx="315">
                  <c:v>46143</c:v>
                </c:pt>
                <c:pt idx="316">
                  <c:v>46144</c:v>
                </c:pt>
                <c:pt idx="317">
                  <c:v>46145</c:v>
                </c:pt>
                <c:pt idx="318">
                  <c:v>46146</c:v>
                </c:pt>
                <c:pt idx="319">
                  <c:v>46147</c:v>
                </c:pt>
                <c:pt idx="320">
                  <c:v>46148</c:v>
                </c:pt>
                <c:pt idx="321">
                  <c:v>46149</c:v>
                </c:pt>
                <c:pt idx="322">
                  <c:v>46150</c:v>
                </c:pt>
                <c:pt idx="323">
                  <c:v>46151</c:v>
                </c:pt>
                <c:pt idx="324">
                  <c:v>46152</c:v>
                </c:pt>
                <c:pt idx="325">
                  <c:v>46153</c:v>
                </c:pt>
                <c:pt idx="326">
                  <c:v>46154</c:v>
                </c:pt>
                <c:pt idx="327">
                  <c:v>46155</c:v>
                </c:pt>
                <c:pt idx="328">
                  <c:v>46156</c:v>
                </c:pt>
                <c:pt idx="329">
                  <c:v>46157</c:v>
                </c:pt>
                <c:pt idx="330">
                  <c:v>46158</c:v>
                </c:pt>
                <c:pt idx="331">
                  <c:v>46159</c:v>
                </c:pt>
                <c:pt idx="332">
                  <c:v>46160</c:v>
                </c:pt>
                <c:pt idx="333">
                  <c:v>46161</c:v>
                </c:pt>
                <c:pt idx="334">
                  <c:v>46162</c:v>
                </c:pt>
                <c:pt idx="335">
                  <c:v>46163</c:v>
                </c:pt>
                <c:pt idx="336">
                  <c:v>46164</c:v>
                </c:pt>
                <c:pt idx="337">
                  <c:v>46165</c:v>
                </c:pt>
                <c:pt idx="338">
                  <c:v>46166</c:v>
                </c:pt>
                <c:pt idx="339">
                  <c:v>46167</c:v>
                </c:pt>
                <c:pt idx="340">
                  <c:v>46168</c:v>
                </c:pt>
                <c:pt idx="341">
                  <c:v>46169</c:v>
                </c:pt>
                <c:pt idx="342">
                  <c:v>46170</c:v>
                </c:pt>
                <c:pt idx="343">
                  <c:v>46171</c:v>
                </c:pt>
                <c:pt idx="344">
                  <c:v>46172</c:v>
                </c:pt>
                <c:pt idx="345">
                  <c:v>46173</c:v>
                </c:pt>
                <c:pt idx="346">
                  <c:v>46174</c:v>
                </c:pt>
                <c:pt idx="347">
                  <c:v>46175</c:v>
                </c:pt>
                <c:pt idx="348">
                  <c:v>46176</c:v>
                </c:pt>
                <c:pt idx="349">
                  <c:v>46177</c:v>
                </c:pt>
                <c:pt idx="350">
                  <c:v>46178</c:v>
                </c:pt>
                <c:pt idx="351">
                  <c:v>46179</c:v>
                </c:pt>
                <c:pt idx="352">
                  <c:v>46180</c:v>
                </c:pt>
                <c:pt idx="353">
                  <c:v>46181</c:v>
                </c:pt>
                <c:pt idx="354">
                  <c:v>46182</c:v>
                </c:pt>
                <c:pt idx="355">
                  <c:v>46183</c:v>
                </c:pt>
                <c:pt idx="356">
                  <c:v>46184</c:v>
                </c:pt>
                <c:pt idx="357">
                  <c:v>46185</c:v>
                </c:pt>
                <c:pt idx="358">
                  <c:v>46186</c:v>
                </c:pt>
                <c:pt idx="359">
                  <c:v>46187</c:v>
                </c:pt>
                <c:pt idx="360">
                  <c:v>46188</c:v>
                </c:pt>
                <c:pt idx="361">
                  <c:v>46189</c:v>
                </c:pt>
                <c:pt idx="362">
                  <c:v>46190</c:v>
                </c:pt>
              </c:numCache>
            </c:numRef>
          </c:cat>
          <c:val>
            <c:numRef>
              <c:f>G!$B$2:$B$364</c:f>
              <c:numCache>
                <c:formatCode>General</c:formatCode>
                <c:ptCount val="363"/>
                <c:pt idx="0">
                  <c:v>228548.67689999999</c:v>
                </c:pt>
                <c:pt idx="1">
                  <c:v>214281.0729</c:v>
                </c:pt>
                <c:pt idx="2">
                  <c:v>199466.19380000001</c:v>
                </c:pt>
                <c:pt idx="3">
                  <c:v>233913.8639</c:v>
                </c:pt>
                <c:pt idx="4">
                  <c:v>223471.97</c:v>
                </c:pt>
                <c:pt idx="5">
                  <c:v>235267.00899999999</c:v>
                </c:pt>
                <c:pt idx="6">
                  <c:v>232027.59789999999</c:v>
                </c:pt>
                <c:pt idx="7">
                  <c:v>231798.14739999999</c:v>
                </c:pt>
                <c:pt idx="8">
                  <c:v>217430.3463</c:v>
                </c:pt>
                <c:pt idx="9">
                  <c:v>205661.2874</c:v>
                </c:pt>
                <c:pt idx="10">
                  <c:v>241205.03700000001</c:v>
                </c:pt>
                <c:pt idx="11">
                  <c:v>236345.2934</c:v>
                </c:pt>
                <c:pt idx="12">
                  <c:v>236043.9473</c:v>
                </c:pt>
                <c:pt idx="13">
                  <c:v>237264.95980000001</c:v>
                </c:pt>
                <c:pt idx="14">
                  <c:v>235294.647</c:v>
                </c:pt>
                <c:pt idx="15">
                  <c:v>217502.22039999999</c:v>
                </c:pt>
                <c:pt idx="16">
                  <c:v>206328.53330000001</c:v>
                </c:pt>
                <c:pt idx="17">
                  <c:v>238473.99419999999</c:v>
                </c:pt>
                <c:pt idx="18">
                  <c:v>235851.43520000001</c:v>
                </c:pt>
                <c:pt idx="19">
                  <c:v>241775.29680000001</c:v>
                </c:pt>
                <c:pt idx="20">
                  <c:v>196241.91409999999</c:v>
                </c:pt>
                <c:pt idx="21">
                  <c:v>252946.71230000001</c:v>
                </c:pt>
                <c:pt idx="22">
                  <c:v>219749.62909999999</c:v>
                </c:pt>
                <c:pt idx="23">
                  <c:v>206287.228</c:v>
                </c:pt>
                <c:pt idx="24">
                  <c:v>238306.60939999999</c:v>
                </c:pt>
                <c:pt idx="25">
                  <c:v>233993.7942</c:v>
                </c:pt>
                <c:pt idx="26">
                  <c:v>230267.4866</c:v>
                </c:pt>
                <c:pt idx="27">
                  <c:v>230554.2789</c:v>
                </c:pt>
                <c:pt idx="28">
                  <c:v>229108.6979</c:v>
                </c:pt>
                <c:pt idx="29">
                  <c:v>210688.34659999999</c:v>
                </c:pt>
                <c:pt idx="30">
                  <c:v>198670.4657</c:v>
                </c:pt>
                <c:pt idx="31">
                  <c:v>228019.40789999999</c:v>
                </c:pt>
                <c:pt idx="32">
                  <c:v>226113.23439999999</c:v>
                </c:pt>
                <c:pt idx="33">
                  <c:v>226863.93900000001</c:v>
                </c:pt>
                <c:pt idx="34">
                  <c:v>226712.69829999999</c:v>
                </c:pt>
                <c:pt idx="35">
                  <c:v>227285.62340000001</c:v>
                </c:pt>
                <c:pt idx="36">
                  <c:v>209656.9062</c:v>
                </c:pt>
                <c:pt idx="37">
                  <c:v>198729.04800000001</c:v>
                </c:pt>
                <c:pt idx="38">
                  <c:v>231005.74419999999</c:v>
                </c:pt>
                <c:pt idx="39">
                  <c:v>223725.98680000001</c:v>
                </c:pt>
                <c:pt idx="40">
                  <c:v>223819.22690000001</c:v>
                </c:pt>
                <c:pt idx="41">
                  <c:v>223853.20569999999</c:v>
                </c:pt>
                <c:pt idx="42">
                  <c:v>220219.196</c:v>
                </c:pt>
                <c:pt idx="43">
                  <c:v>202436.69990000001</c:v>
                </c:pt>
                <c:pt idx="44">
                  <c:v>188897.212</c:v>
                </c:pt>
                <c:pt idx="45">
                  <c:v>221339.49460000001</c:v>
                </c:pt>
                <c:pt idx="46">
                  <c:v>222277.04579999999</c:v>
                </c:pt>
                <c:pt idx="47">
                  <c:v>224102.19289999999</c:v>
                </c:pt>
                <c:pt idx="48">
                  <c:v>226220.8634</c:v>
                </c:pt>
                <c:pt idx="49">
                  <c:v>179544.91699999999</c:v>
                </c:pt>
                <c:pt idx="50">
                  <c:v>200331.31969999999</c:v>
                </c:pt>
                <c:pt idx="51">
                  <c:v>195021.49600000001</c:v>
                </c:pt>
                <c:pt idx="52">
                  <c:v>221135.7641</c:v>
                </c:pt>
                <c:pt idx="53">
                  <c:v>218608.1764</c:v>
                </c:pt>
                <c:pt idx="54">
                  <c:v>217980.4553</c:v>
                </c:pt>
                <c:pt idx="55">
                  <c:v>218329.802</c:v>
                </c:pt>
                <c:pt idx="56">
                  <c:v>216251.77710000001</c:v>
                </c:pt>
                <c:pt idx="57">
                  <c:v>203621.82130000001</c:v>
                </c:pt>
                <c:pt idx="58">
                  <c:v>193926.58069999999</c:v>
                </c:pt>
                <c:pt idx="59">
                  <c:v>222871.89</c:v>
                </c:pt>
                <c:pt idx="60">
                  <c:v>224538.58749999999</c:v>
                </c:pt>
                <c:pt idx="61">
                  <c:v>222383.0191</c:v>
                </c:pt>
                <c:pt idx="62">
                  <c:v>216491.06599999999</c:v>
                </c:pt>
                <c:pt idx="63">
                  <c:v>212884.17189999999</c:v>
                </c:pt>
                <c:pt idx="64">
                  <c:v>198614.94589999999</c:v>
                </c:pt>
                <c:pt idx="65">
                  <c:v>189036.3149</c:v>
                </c:pt>
                <c:pt idx="66">
                  <c:v>217280.82389999999</c:v>
                </c:pt>
                <c:pt idx="67">
                  <c:v>215189.70420000001</c:v>
                </c:pt>
                <c:pt idx="68">
                  <c:v>212230.4644</c:v>
                </c:pt>
                <c:pt idx="69">
                  <c:v>212479.42259999999</c:v>
                </c:pt>
                <c:pt idx="70">
                  <c:v>209790.55590000001</c:v>
                </c:pt>
                <c:pt idx="71">
                  <c:v>199296.07990000001</c:v>
                </c:pt>
                <c:pt idx="72">
                  <c:v>187825.6453</c:v>
                </c:pt>
                <c:pt idx="73">
                  <c:v>214898.35010000001</c:v>
                </c:pt>
                <c:pt idx="74">
                  <c:v>215356.55220000001</c:v>
                </c:pt>
                <c:pt idx="75">
                  <c:v>214836.12270000001</c:v>
                </c:pt>
                <c:pt idx="76">
                  <c:v>226344.96119999999</c:v>
                </c:pt>
                <c:pt idx="77">
                  <c:v>190314.08859999999</c:v>
                </c:pt>
                <c:pt idx="78">
                  <c:v>192336.5674</c:v>
                </c:pt>
                <c:pt idx="79">
                  <c:v>171947.84099999999</c:v>
                </c:pt>
                <c:pt idx="80">
                  <c:v>211506.07089999999</c:v>
                </c:pt>
                <c:pt idx="81">
                  <c:v>210393.1709</c:v>
                </c:pt>
                <c:pt idx="82">
                  <c:v>214443.14499999999</c:v>
                </c:pt>
                <c:pt idx="83">
                  <c:v>215853.19349999999</c:v>
                </c:pt>
                <c:pt idx="84">
                  <c:v>212505.40950000001</c:v>
                </c:pt>
                <c:pt idx="85">
                  <c:v>198955.88860000001</c:v>
                </c:pt>
                <c:pt idx="86">
                  <c:v>188913.53090000001</c:v>
                </c:pt>
                <c:pt idx="87">
                  <c:v>212953.55410000001</c:v>
                </c:pt>
                <c:pt idx="88">
                  <c:v>204376.39610000001</c:v>
                </c:pt>
                <c:pt idx="89">
                  <c:v>201178.54240000001</c:v>
                </c:pt>
                <c:pt idx="90">
                  <c:v>198854.20079999999</c:v>
                </c:pt>
                <c:pt idx="91">
                  <c:v>197437.64079999999</c:v>
                </c:pt>
                <c:pt idx="92">
                  <c:v>186625.91560000001</c:v>
                </c:pt>
                <c:pt idx="93">
                  <c:v>176914.93859999999</c:v>
                </c:pt>
                <c:pt idx="94">
                  <c:v>202464.28260000001</c:v>
                </c:pt>
                <c:pt idx="95">
                  <c:v>196489.39809999999</c:v>
                </c:pt>
                <c:pt idx="96">
                  <c:v>194908.62160000001</c:v>
                </c:pt>
                <c:pt idx="97">
                  <c:v>195576.5974</c:v>
                </c:pt>
                <c:pt idx="98">
                  <c:v>191595.83300000001</c:v>
                </c:pt>
                <c:pt idx="99">
                  <c:v>183170.5025</c:v>
                </c:pt>
                <c:pt idx="100">
                  <c:v>175653.69560000001</c:v>
                </c:pt>
                <c:pt idx="101">
                  <c:v>201342.64249999999</c:v>
                </c:pt>
                <c:pt idx="102">
                  <c:v>201280.58970000001</c:v>
                </c:pt>
                <c:pt idx="103">
                  <c:v>196513.3456</c:v>
                </c:pt>
                <c:pt idx="104">
                  <c:v>196171.36790000001</c:v>
                </c:pt>
                <c:pt idx="105">
                  <c:v>192051.84469999999</c:v>
                </c:pt>
                <c:pt idx="106">
                  <c:v>175239.1409</c:v>
                </c:pt>
                <c:pt idx="107">
                  <c:v>169401.42449999999</c:v>
                </c:pt>
                <c:pt idx="108">
                  <c:v>156741.58960000001</c:v>
                </c:pt>
                <c:pt idx="109">
                  <c:v>193964.22560000001</c:v>
                </c:pt>
                <c:pt idx="110">
                  <c:v>191002.06159999999</c:v>
                </c:pt>
                <c:pt idx="111">
                  <c:v>195674.17230000001</c:v>
                </c:pt>
                <c:pt idx="112">
                  <c:v>194241.72459999999</c:v>
                </c:pt>
                <c:pt idx="113">
                  <c:v>183918.11009999999</c:v>
                </c:pt>
                <c:pt idx="114">
                  <c:v>173025.07029999999</c:v>
                </c:pt>
                <c:pt idx="115">
                  <c:v>189935.016</c:v>
                </c:pt>
                <c:pt idx="116">
                  <c:v>191603.05319999999</c:v>
                </c:pt>
                <c:pt idx="117">
                  <c:v>190270.52970000001</c:v>
                </c:pt>
                <c:pt idx="118">
                  <c:v>187841.61739999999</c:v>
                </c:pt>
                <c:pt idx="119">
                  <c:v>184119.51300000001</c:v>
                </c:pt>
                <c:pt idx="120">
                  <c:v>172604.32199999999</c:v>
                </c:pt>
                <c:pt idx="121">
                  <c:v>160268.31770000001</c:v>
                </c:pt>
                <c:pt idx="122">
                  <c:v>166639.25049999999</c:v>
                </c:pt>
                <c:pt idx="123">
                  <c:v>180901.22959999999</c:v>
                </c:pt>
                <c:pt idx="124">
                  <c:v>182505.4045</c:v>
                </c:pt>
                <c:pt idx="125">
                  <c:v>179705.03719999999</c:v>
                </c:pt>
                <c:pt idx="126">
                  <c:v>163701.4296</c:v>
                </c:pt>
                <c:pt idx="127">
                  <c:v>172246.57759999999</c:v>
                </c:pt>
                <c:pt idx="128">
                  <c:v>162322.7188</c:v>
                </c:pt>
                <c:pt idx="129">
                  <c:v>170988.7121</c:v>
                </c:pt>
                <c:pt idx="130">
                  <c:v>177066.11360000001</c:v>
                </c:pt>
                <c:pt idx="131">
                  <c:v>163059.59419999999</c:v>
                </c:pt>
                <c:pt idx="132">
                  <c:v>180714.3383</c:v>
                </c:pt>
                <c:pt idx="133">
                  <c:v>182582.94020000001</c:v>
                </c:pt>
                <c:pt idx="134">
                  <c:v>170486.66339999999</c:v>
                </c:pt>
                <c:pt idx="135">
                  <c:v>146636.82980000001</c:v>
                </c:pt>
                <c:pt idx="136">
                  <c:v>181011.41339999999</c:v>
                </c:pt>
                <c:pt idx="137">
                  <c:v>164634.28909999999</c:v>
                </c:pt>
                <c:pt idx="138">
                  <c:v>136172.83679999999</c:v>
                </c:pt>
                <c:pt idx="139">
                  <c:v>55855.521200000003</c:v>
                </c:pt>
                <c:pt idx="140">
                  <c:v>141756.84330000001</c:v>
                </c:pt>
                <c:pt idx="141">
                  <c:v>146325.19320000001</c:v>
                </c:pt>
                <c:pt idx="142">
                  <c:v>141397.37659999999</c:v>
                </c:pt>
                <c:pt idx="143">
                  <c:v>160851.29569999999</c:v>
                </c:pt>
                <c:pt idx="144">
                  <c:v>159562.01610000001</c:v>
                </c:pt>
                <c:pt idx="145">
                  <c:v>157600.69639999999</c:v>
                </c:pt>
                <c:pt idx="146">
                  <c:v>155671.57829999999</c:v>
                </c:pt>
                <c:pt idx="147">
                  <c:v>154016.7628</c:v>
                </c:pt>
                <c:pt idx="148">
                  <c:v>148076.01699999999</c:v>
                </c:pt>
                <c:pt idx="149">
                  <c:v>137758.5618</c:v>
                </c:pt>
                <c:pt idx="150">
                  <c:v>153381.109</c:v>
                </c:pt>
                <c:pt idx="151">
                  <c:v>144294.6765</c:v>
                </c:pt>
                <c:pt idx="152">
                  <c:v>149081.5013</c:v>
                </c:pt>
                <c:pt idx="153">
                  <c:v>146179.7647</c:v>
                </c:pt>
                <c:pt idx="154">
                  <c:v>143113.15349999999</c:v>
                </c:pt>
                <c:pt idx="155">
                  <c:v>136956.62520000001</c:v>
                </c:pt>
                <c:pt idx="156">
                  <c:v>128397.8559</c:v>
                </c:pt>
                <c:pt idx="157">
                  <c:v>144419.4633</c:v>
                </c:pt>
                <c:pt idx="158">
                  <c:v>143984.503</c:v>
                </c:pt>
                <c:pt idx="159">
                  <c:v>141867.52410000001</c:v>
                </c:pt>
                <c:pt idx="160">
                  <c:v>149636.07620000001</c:v>
                </c:pt>
                <c:pt idx="161">
                  <c:v>130111.072</c:v>
                </c:pt>
                <c:pt idx="162">
                  <c:v>126830.2726</c:v>
                </c:pt>
                <c:pt idx="163">
                  <c:v>150107.03529999999</c:v>
                </c:pt>
                <c:pt idx="164">
                  <c:v>163473.88639999999</c:v>
                </c:pt>
                <c:pt idx="165">
                  <c:v>159811.6471</c:v>
                </c:pt>
                <c:pt idx="166">
                  <c:v>158464.40119999999</c:v>
                </c:pt>
                <c:pt idx="167">
                  <c:v>134293.8413</c:v>
                </c:pt>
                <c:pt idx="168">
                  <c:v>149612.7886</c:v>
                </c:pt>
                <c:pt idx="169">
                  <c:v>141778.49710000001</c:v>
                </c:pt>
                <c:pt idx="170">
                  <c:v>135595.50649999999</c:v>
                </c:pt>
                <c:pt idx="171">
                  <c:v>153592.04740000001</c:v>
                </c:pt>
                <c:pt idx="172">
                  <c:v>150037.4326</c:v>
                </c:pt>
                <c:pt idx="173">
                  <c:v>142157.73019999999</c:v>
                </c:pt>
                <c:pt idx="174">
                  <c:v>149231.5318</c:v>
                </c:pt>
                <c:pt idx="175">
                  <c:v>148799.90210000001</c:v>
                </c:pt>
                <c:pt idx="176">
                  <c:v>139433.196</c:v>
                </c:pt>
                <c:pt idx="177">
                  <c:v>134797.24359999999</c:v>
                </c:pt>
                <c:pt idx="178">
                  <c:v>152994.4865</c:v>
                </c:pt>
                <c:pt idx="179">
                  <c:v>152747.27350000001</c:v>
                </c:pt>
                <c:pt idx="180">
                  <c:v>148527.041</c:v>
                </c:pt>
                <c:pt idx="181">
                  <c:v>148387.46400000001</c:v>
                </c:pt>
                <c:pt idx="182">
                  <c:v>149084.71309999999</c:v>
                </c:pt>
                <c:pt idx="183">
                  <c:v>140759.55069999999</c:v>
                </c:pt>
                <c:pt idx="184">
                  <c:v>133240.8222</c:v>
                </c:pt>
                <c:pt idx="185">
                  <c:v>152951.57209999999</c:v>
                </c:pt>
                <c:pt idx="186">
                  <c:v>153063.9749</c:v>
                </c:pt>
                <c:pt idx="187">
                  <c:v>152743.1911</c:v>
                </c:pt>
                <c:pt idx="188">
                  <c:v>132286.5417</c:v>
                </c:pt>
                <c:pt idx="189">
                  <c:v>148390.37909999999</c:v>
                </c:pt>
                <c:pt idx="190">
                  <c:v>141229.73879999999</c:v>
                </c:pt>
                <c:pt idx="191">
                  <c:v>135829.81039999999</c:v>
                </c:pt>
                <c:pt idx="192">
                  <c:v>153883.019</c:v>
                </c:pt>
                <c:pt idx="193">
                  <c:v>156005.95300000001</c:v>
                </c:pt>
                <c:pt idx="194">
                  <c:v>160716.3008</c:v>
                </c:pt>
                <c:pt idx="195">
                  <c:v>167383.0386</c:v>
                </c:pt>
                <c:pt idx="196">
                  <c:v>149082.11629999999</c:v>
                </c:pt>
                <c:pt idx="197">
                  <c:v>124900.17110000001</c:v>
                </c:pt>
                <c:pt idx="198">
                  <c:v>137016.07130000001</c:v>
                </c:pt>
                <c:pt idx="199">
                  <c:v>152770.1654</c:v>
                </c:pt>
                <c:pt idx="200">
                  <c:v>150405.28580000001</c:v>
                </c:pt>
                <c:pt idx="201">
                  <c:v>146217.13529999999</c:v>
                </c:pt>
                <c:pt idx="202">
                  <c:v>147282.6249</c:v>
                </c:pt>
                <c:pt idx="203">
                  <c:v>147102.57870000001</c:v>
                </c:pt>
                <c:pt idx="204">
                  <c:v>132392.98730000001</c:v>
                </c:pt>
                <c:pt idx="205">
                  <c:v>134121.973</c:v>
                </c:pt>
                <c:pt idx="206">
                  <c:v>151722.20110000001</c:v>
                </c:pt>
                <c:pt idx="207">
                  <c:v>150224.69080000001</c:v>
                </c:pt>
                <c:pt idx="208">
                  <c:v>151783.10990000001</c:v>
                </c:pt>
                <c:pt idx="209">
                  <c:v>138032.60440000001</c:v>
                </c:pt>
                <c:pt idx="210">
                  <c:v>169213.0232</c:v>
                </c:pt>
                <c:pt idx="211">
                  <c:v>161359.9443</c:v>
                </c:pt>
                <c:pt idx="212">
                  <c:v>155298.45689999999</c:v>
                </c:pt>
                <c:pt idx="213">
                  <c:v>161377.62349999999</c:v>
                </c:pt>
                <c:pt idx="214">
                  <c:v>155246.5704</c:v>
                </c:pt>
                <c:pt idx="215">
                  <c:v>157035.28570000001</c:v>
                </c:pt>
                <c:pt idx="216">
                  <c:v>155433.26459999999</c:v>
                </c:pt>
                <c:pt idx="217">
                  <c:v>154069.55910000001</c:v>
                </c:pt>
                <c:pt idx="218">
                  <c:v>143759.48269999999</c:v>
                </c:pt>
                <c:pt idx="219">
                  <c:v>139465.62669999999</c:v>
                </c:pt>
                <c:pt idx="220">
                  <c:v>157122.43419999999</c:v>
                </c:pt>
                <c:pt idx="221">
                  <c:v>154369.55530000001</c:v>
                </c:pt>
                <c:pt idx="222">
                  <c:v>156743.8559</c:v>
                </c:pt>
                <c:pt idx="223">
                  <c:v>137891.8316</c:v>
                </c:pt>
                <c:pt idx="224">
                  <c:v>153256.17480000001</c:v>
                </c:pt>
                <c:pt idx="225">
                  <c:v>145186.47990000001</c:v>
                </c:pt>
                <c:pt idx="226">
                  <c:v>125364.606</c:v>
                </c:pt>
                <c:pt idx="227">
                  <c:v>156039.64319999999</c:v>
                </c:pt>
                <c:pt idx="228">
                  <c:v>155015.30799999999</c:v>
                </c:pt>
                <c:pt idx="229">
                  <c:v>133691.5392</c:v>
                </c:pt>
                <c:pt idx="230">
                  <c:v>151781.74909999999</c:v>
                </c:pt>
                <c:pt idx="231">
                  <c:v>135326.2458</c:v>
                </c:pt>
                <c:pt idx="232">
                  <c:v>126705.84239999999</c:v>
                </c:pt>
                <c:pt idx="233">
                  <c:v>121419.4489</c:v>
                </c:pt>
                <c:pt idx="234">
                  <c:v>139365.3879</c:v>
                </c:pt>
                <c:pt idx="235">
                  <c:v>141627.3658</c:v>
                </c:pt>
                <c:pt idx="236">
                  <c:v>140740.27100000001</c:v>
                </c:pt>
                <c:pt idx="237">
                  <c:v>136210.0736</c:v>
                </c:pt>
                <c:pt idx="238">
                  <c:v>136295.0583</c:v>
                </c:pt>
                <c:pt idx="239">
                  <c:v>127437.17290000001</c:v>
                </c:pt>
                <c:pt idx="240">
                  <c:v>119852.55349999999</c:v>
                </c:pt>
                <c:pt idx="241">
                  <c:v>135101.59039999999</c:v>
                </c:pt>
                <c:pt idx="242">
                  <c:v>133105.51730000001</c:v>
                </c:pt>
                <c:pt idx="243">
                  <c:v>130955.8518</c:v>
                </c:pt>
                <c:pt idx="244">
                  <c:v>126643.0912</c:v>
                </c:pt>
                <c:pt idx="245">
                  <c:v>128161.8091</c:v>
                </c:pt>
                <c:pt idx="246">
                  <c:v>119536.7659</c:v>
                </c:pt>
                <c:pt idx="247">
                  <c:v>114016.1918</c:v>
                </c:pt>
                <c:pt idx="248">
                  <c:v>127544.54059999999</c:v>
                </c:pt>
                <c:pt idx="249">
                  <c:v>127644.6345</c:v>
                </c:pt>
                <c:pt idx="250">
                  <c:v>128352.9617</c:v>
                </c:pt>
                <c:pt idx="251">
                  <c:v>129689.0414</c:v>
                </c:pt>
                <c:pt idx="252">
                  <c:v>129615.7111</c:v>
                </c:pt>
                <c:pt idx="253">
                  <c:v>124948.486</c:v>
                </c:pt>
                <c:pt idx="254">
                  <c:v>120145.60709999999</c:v>
                </c:pt>
                <c:pt idx="255">
                  <c:v>109459.06630000001</c:v>
                </c:pt>
                <c:pt idx="256">
                  <c:v>133806.73430000001</c:v>
                </c:pt>
                <c:pt idx="257">
                  <c:v>131456.37030000001</c:v>
                </c:pt>
                <c:pt idx="258">
                  <c:v>129274.0791</c:v>
                </c:pt>
                <c:pt idx="259">
                  <c:v>128575.3979</c:v>
                </c:pt>
                <c:pt idx="260">
                  <c:v>122384.1577</c:v>
                </c:pt>
                <c:pt idx="261">
                  <c:v>115634.3407</c:v>
                </c:pt>
                <c:pt idx="262">
                  <c:v>131424.6532</c:v>
                </c:pt>
                <c:pt idx="263">
                  <c:v>134083.4578</c:v>
                </c:pt>
                <c:pt idx="264">
                  <c:v>132351.8688</c:v>
                </c:pt>
                <c:pt idx="265">
                  <c:v>132667.03520000001</c:v>
                </c:pt>
                <c:pt idx="266">
                  <c:v>140614.42240000001</c:v>
                </c:pt>
                <c:pt idx="267">
                  <c:v>141438.9209</c:v>
                </c:pt>
                <c:pt idx="268">
                  <c:v>140631.65979999999</c:v>
                </c:pt>
                <c:pt idx="269">
                  <c:v>159738.7568</c:v>
                </c:pt>
                <c:pt idx="270">
                  <c:v>159338.3291</c:v>
                </c:pt>
                <c:pt idx="271">
                  <c:v>148205.51949999999</c:v>
                </c:pt>
                <c:pt idx="272">
                  <c:v>154763.6531</c:v>
                </c:pt>
                <c:pt idx="273">
                  <c:v>154049.04120000001</c:v>
                </c:pt>
                <c:pt idx="274">
                  <c:v>140134.8339</c:v>
                </c:pt>
                <c:pt idx="275">
                  <c:v>135210.44570000001</c:v>
                </c:pt>
                <c:pt idx="276">
                  <c:v>154300.3124</c:v>
                </c:pt>
                <c:pt idx="277">
                  <c:v>153140.94579999999</c:v>
                </c:pt>
                <c:pt idx="278">
                  <c:v>146798.91560000001</c:v>
                </c:pt>
                <c:pt idx="279">
                  <c:v>154418.81700000001</c:v>
                </c:pt>
                <c:pt idx="280">
                  <c:v>151536.5472</c:v>
                </c:pt>
                <c:pt idx="281">
                  <c:v>141202.71979999999</c:v>
                </c:pt>
                <c:pt idx="282">
                  <c:v>135700.2133</c:v>
                </c:pt>
                <c:pt idx="283">
                  <c:v>155169.5289</c:v>
                </c:pt>
                <c:pt idx="284">
                  <c:v>155857.4075</c:v>
                </c:pt>
                <c:pt idx="285">
                  <c:v>141398.70250000001</c:v>
                </c:pt>
                <c:pt idx="286">
                  <c:v>150806.93229999999</c:v>
                </c:pt>
                <c:pt idx="287">
                  <c:v>135195.88699999999</c:v>
                </c:pt>
                <c:pt idx="288">
                  <c:v>136933.33429999999</c:v>
                </c:pt>
                <c:pt idx="289">
                  <c:v>134117.6496</c:v>
                </c:pt>
                <c:pt idx="290">
                  <c:v>151123.03700000001</c:v>
                </c:pt>
                <c:pt idx="291">
                  <c:v>151466.65479999999</c:v>
                </c:pt>
                <c:pt idx="292">
                  <c:v>151374.49189999999</c:v>
                </c:pt>
                <c:pt idx="293">
                  <c:v>154664.54689999999</c:v>
                </c:pt>
                <c:pt idx="294">
                  <c:v>156208.7231</c:v>
                </c:pt>
                <c:pt idx="295">
                  <c:v>146854.03719999999</c:v>
                </c:pt>
                <c:pt idx="296">
                  <c:v>133639.03289999999</c:v>
                </c:pt>
                <c:pt idx="297">
                  <c:v>116033.8498</c:v>
                </c:pt>
                <c:pt idx="298">
                  <c:v>114628.6464</c:v>
                </c:pt>
                <c:pt idx="299">
                  <c:v>116476.80590000001</c:v>
                </c:pt>
                <c:pt idx="300">
                  <c:v>121892.1336</c:v>
                </c:pt>
                <c:pt idx="301">
                  <c:v>127174.83</c:v>
                </c:pt>
                <c:pt idx="302">
                  <c:v>127357.8597</c:v>
                </c:pt>
                <c:pt idx="303">
                  <c:v>127230.0004</c:v>
                </c:pt>
                <c:pt idx="304">
                  <c:v>141614.4184</c:v>
                </c:pt>
                <c:pt idx="305">
                  <c:v>145792.0888</c:v>
                </c:pt>
                <c:pt idx="306">
                  <c:v>144569.55840000001</c:v>
                </c:pt>
                <c:pt idx="307">
                  <c:v>144055.86559999999</c:v>
                </c:pt>
                <c:pt idx="308">
                  <c:v>147110.9865</c:v>
                </c:pt>
                <c:pt idx="309">
                  <c:v>135142.2273</c:v>
                </c:pt>
                <c:pt idx="310">
                  <c:v>126658.4739</c:v>
                </c:pt>
                <c:pt idx="311">
                  <c:v>142149.177</c:v>
                </c:pt>
                <c:pt idx="312">
                  <c:v>142709.75210000001</c:v>
                </c:pt>
                <c:pt idx="313">
                  <c:v>142079.8198</c:v>
                </c:pt>
                <c:pt idx="314">
                  <c:v>146901.84640000001</c:v>
                </c:pt>
                <c:pt idx="315">
                  <c:v>117729.7703</c:v>
                </c:pt>
                <c:pt idx="316">
                  <c:v>129948.2271</c:v>
                </c:pt>
                <c:pt idx="317">
                  <c:v>127141.1357</c:v>
                </c:pt>
                <c:pt idx="318">
                  <c:v>144527.87469999999</c:v>
                </c:pt>
                <c:pt idx="319">
                  <c:v>144715.54490000001</c:v>
                </c:pt>
                <c:pt idx="320">
                  <c:v>141120.44570000001</c:v>
                </c:pt>
                <c:pt idx="321">
                  <c:v>139746.38740000001</c:v>
                </c:pt>
                <c:pt idx="322">
                  <c:v>137251.7898</c:v>
                </c:pt>
                <c:pt idx="323">
                  <c:v>130494.7596</c:v>
                </c:pt>
                <c:pt idx="324">
                  <c:v>124065.15850000001</c:v>
                </c:pt>
                <c:pt idx="325">
                  <c:v>139390.19579999999</c:v>
                </c:pt>
                <c:pt idx="326">
                  <c:v>138596.02900000001</c:v>
                </c:pt>
                <c:pt idx="327">
                  <c:v>141691.7856</c:v>
                </c:pt>
                <c:pt idx="328">
                  <c:v>132906.2139</c:v>
                </c:pt>
                <c:pt idx="329">
                  <c:v>133665.3297</c:v>
                </c:pt>
                <c:pt idx="330">
                  <c:v>125639.6202</c:v>
                </c:pt>
                <c:pt idx="331">
                  <c:v>121246.32150000001</c:v>
                </c:pt>
                <c:pt idx="332">
                  <c:v>139210.63440000001</c:v>
                </c:pt>
                <c:pt idx="333">
                  <c:v>138792.04680000001</c:v>
                </c:pt>
                <c:pt idx="334">
                  <c:v>140016.75640000001</c:v>
                </c:pt>
                <c:pt idx="335">
                  <c:v>139872.84390000001</c:v>
                </c:pt>
                <c:pt idx="336">
                  <c:v>141246.34729999999</c:v>
                </c:pt>
                <c:pt idx="337">
                  <c:v>130853.2046</c:v>
                </c:pt>
                <c:pt idx="338">
                  <c:v>125524.42849999999</c:v>
                </c:pt>
                <c:pt idx="339">
                  <c:v>144438.08249999999</c:v>
                </c:pt>
                <c:pt idx="340">
                  <c:v>141499.25599999999</c:v>
                </c:pt>
                <c:pt idx="341">
                  <c:v>140937.16829999999</c:v>
                </c:pt>
                <c:pt idx="342">
                  <c:v>129013.4924</c:v>
                </c:pt>
                <c:pt idx="343">
                  <c:v>138521.2101</c:v>
                </c:pt>
                <c:pt idx="344">
                  <c:v>111184.01119999999</c:v>
                </c:pt>
                <c:pt idx="345">
                  <c:v>117808.5411</c:v>
                </c:pt>
                <c:pt idx="346">
                  <c:v>141034.11060000001</c:v>
                </c:pt>
                <c:pt idx="347">
                  <c:v>140699.47210000001</c:v>
                </c:pt>
                <c:pt idx="348">
                  <c:v>137458.90280000001</c:v>
                </c:pt>
                <c:pt idx="349">
                  <c:v>134064.5882</c:v>
                </c:pt>
                <c:pt idx="350">
                  <c:v>131378.17980000001</c:v>
                </c:pt>
                <c:pt idx="351">
                  <c:v>123889.95050000001</c:v>
                </c:pt>
                <c:pt idx="352">
                  <c:v>116147.2531</c:v>
                </c:pt>
                <c:pt idx="353">
                  <c:v>132364.4528</c:v>
                </c:pt>
                <c:pt idx="354">
                  <c:v>131219.24400000001</c:v>
                </c:pt>
                <c:pt idx="355">
                  <c:v>132751.39300000001</c:v>
                </c:pt>
                <c:pt idx="356">
                  <c:v>129745.08010000001</c:v>
                </c:pt>
                <c:pt idx="357">
                  <c:v>127108.8224</c:v>
                </c:pt>
                <c:pt idx="358">
                  <c:v>119242.8593</c:v>
                </c:pt>
                <c:pt idx="359">
                  <c:v>115724.9106</c:v>
                </c:pt>
                <c:pt idx="360">
                  <c:v>132325.81909999999</c:v>
                </c:pt>
                <c:pt idx="361">
                  <c:v>131735.11689999999</c:v>
                </c:pt>
                <c:pt idx="362">
                  <c:v>131255.36379999999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D75-43E9-9964-2488866357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66722928"/>
        <c:axId val="466721008"/>
      </c:lineChart>
      <c:dateAx>
        <c:axId val="46671812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6740688"/>
        <c:crosses val="autoZero"/>
        <c:auto val="1"/>
        <c:lblOffset val="100"/>
        <c:baseTimeUnit val="days"/>
      </c:dateAx>
      <c:valAx>
        <c:axId val="466740688"/>
        <c:scaling>
          <c:orientation val="minMax"/>
          <c:max val="11000"/>
          <c:min val="1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District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6718128"/>
        <c:crosses val="autoZero"/>
        <c:crossBetween val="between"/>
      </c:valAx>
      <c:valAx>
        <c:axId val="466721008"/>
        <c:scaling>
          <c:orientation val="minMax"/>
          <c:max val="250000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Total Network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6722928"/>
        <c:crosses val="max"/>
        <c:crossBetween val="between"/>
      </c:valAx>
      <c:dateAx>
        <c:axId val="466722928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466721008"/>
        <c:crosses val="autoZero"/>
        <c:auto val="1"/>
        <c:lblOffset val="100"/>
        <c:baseTimeUnit val="days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29A9_F7B7A4F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93B7FBB-A81F-4ABB-8ECD-9A3823FAC526}" authorId="{D1F02DDE-EB2D-C809-12D9-8E91B4D21E75}" created="2026-07-06T06:06:14.861">
    <pc:sldMkLst xmlns:pc="http://schemas.microsoft.com/office/powerpoint/2013/main/command">
      <pc:docMk/>
      <pc:sldMk cId="4156007672" sldId="10665"/>
    </pc:sldMkLst>
    <p188:txBody>
      <a:bodyPr/>
      <a:lstStyle/>
      <a:p>
        <a:r>
          <a:rPr lang="en-US"/>
          <a:t>rural population / Road coverage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554D546-8850-412A-BEFE-6705CF3AC03B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005583D-FBD9-4810-8D9B-4A37F6A3B6F7}">
      <dgm:prSet custT="1"/>
      <dgm:spPr>
        <a:solidFill>
          <a:srgbClr val="4472C4"/>
        </a:solidFill>
      </dgm:spPr>
      <dgm:t>
        <a:bodyPr/>
        <a:lstStyle/>
        <a:p>
          <a:r>
            <a:rPr lang="en-US" sz="1400" dirty="0">
              <a:latin typeface="Product Sans" panose="020B0403030502040203" pitchFamily="34" charset="0"/>
            </a:rPr>
            <a:t>Network</a:t>
          </a:r>
        </a:p>
      </dgm:t>
    </dgm:pt>
    <dgm:pt modelId="{82765ABD-BCA6-47C4-A85C-F2CC22BC17A2}" type="parTrans" cxnId="{0ACC472D-C109-4B88-8FCF-8599F798934A}">
      <dgm:prSet/>
      <dgm:spPr/>
      <dgm:t>
        <a:bodyPr/>
        <a:lstStyle/>
        <a:p>
          <a:endParaRPr lang="en-US"/>
        </a:p>
      </dgm:t>
    </dgm:pt>
    <dgm:pt modelId="{AEADC1A5-A4FB-48DF-BC26-838A55C4A83A}" type="sibTrans" cxnId="{0ACC472D-C109-4B88-8FCF-8599F798934A}">
      <dgm:prSet/>
      <dgm:spPr/>
      <dgm:t>
        <a:bodyPr/>
        <a:lstStyle/>
        <a:p>
          <a:endParaRPr lang="en-US"/>
        </a:p>
      </dgm:t>
    </dgm:pt>
    <dgm:pt modelId="{9B61C293-5C0D-4FD7-8A71-1FC846AEFDC5}">
      <dgm:prSet custT="1"/>
      <dgm:spPr/>
      <dgm:t>
        <a:bodyPr/>
        <a:lstStyle/>
        <a:p>
          <a:pPr>
            <a:buNone/>
          </a:pPr>
          <a:r>
            <a:rPr lang="en-US" sz="1800" b="0" i="0" u="none" dirty="0">
              <a:latin typeface="Product Sans" panose="020B0403030502040203" pitchFamily="34" charset="0"/>
            </a:rPr>
            <a:t>30.639%</a:t>
          </a:r>
          <a:r>
            <a:rPr lang="en-US" sz="1800" dirty="0">
              <a:latin typeface="Product Sans" panose="020B0403030502040203" pitchFamily="34" charset="0"/>
            </a:rPr>
            <a:t> </a:t>
          </a:r>
        </a:p>
      </dgm:t>
    </dgm:pt>
    <dgm:pt modelId="{6053B01D-BF0C-420B-B66A-AF3F1386558C}" type="parTrans" cxnId="{CB73A5CF-6D2A-4836-9442-F589E7816B18}">
      <dgm:prSet/>
      <dgm:spPr/>
      <dgm:t>
        <a:bodyPr/>
        <a:lstStyle/>
        <a:p>
          <a:endParaRPr lang="en-US"/>
        </a:p>
      </dgm:t>
    </dgm:pt>
    <dgm:pt modelId="{B17A1F49-293A-4A3B-AF49-99321991745D}" type="sibTrans" cxnId="{CB73A5CF-6D2A-4836-9442-F589E7816B18}">
      <dgm:prSet/>
      <dgm:spPr/>
      <dgm:t>
        <a:bodyPr/>
        <a:lstStyle/>
        <a:p>
          <a:endParaRPr lang="en-US"/>
        </a:p>
      </dgm:t>
    </dgm:pt>
    <dgm:pt modelId="{14F9EF1C-9E32-4134-97B8-251768B947C3}">
      <dgm:prSet custT="1"/>
      <dgm:spPr/>
      <dgm:t>
        <a:bodyPr/>
        <a:lstStyle/>
        <a:p>
          <a:pPr>
            <a:buNone/>
          </a:pPr>
          <a:r>
            <a:rPr lang="en-US" sz="1800" dirty="0">
              <a:latin typeface="Product Sans" panose="020B0403030502040203" pitchFamily="34" charset="0"/>
            </a:rPr>
            <a:t>25.65%</a:t>
          </a:r>
        </a:p>
      </dgm:t>
    </dgm:pt>
    <dgm:pt modelId="{D2FAE8CB-8C21-48DE-BEED-7409C3F8C1FE}" type="parTrans" cxnId="{D2CD3331-12A6-4095-97D5-A6759402B8AB}">
      <dgm:prSet/>
      <dgm:spPr/>
      <dgm:t>
        <a:bodyPr/>
        <a:lstStyle/>
        <a:p>
          <a:endParaRPr lang="en-US"/>
        </a:p>
      </dgm:t>
    </dgm:pt>
    <dgm:pt modelId="{92C1F704-8874-4C3E-A35F-382097BEE9BB}" type="sibTrans" cxnId="{D2CD3331-12A6-4095-97D5-A6759402B8AB}">
      <dgm:prSet/>
      <dgm:spPr/>
      <dgm:t>
        <a:bodyPr/>
        <a:lstStyle/>
        <a:p>
          <a:endParaRPr lang="en-US"/>
        </a:p>
      </dgm:t>
    </dgm:pt>
    <dgm:pt modelId="{C6B384EB-FA62-4722-9E06-2D3C79E23A34}">
      <dgm:prSet custT="1"/>
      <dgm:spPr>
        <a:solidFill>
          <a:srgbClr val="FF0000"/>
        </a:solidFill>
      </dgm:spPr>
      <dgm:t>
        <a:bodyPr/>
        <a:lstStyle/>
        <a:p>
          <a:r>
            <a:rPr lang="en-US" sz="1400" dirty="0">
              <a:latin typeface="Product Sans" panose="020B0403030502040203" pitchFamily="34" charset="0"/>
            </a:rPr>
            <a:t>Gampaha</a:t>
          </a:r>
        </a:p>
      </dgm:t>
    </dgm:pt>
    <dgm:pt modelId="{3FBAC70E-66B0-4D03-8399-D0C995FBC8FC}" type="sibTrans" cxnId="{4690A595-9830-4754-ABF8-122458025DFC}">
      <dgm:prSet/>
      <dgm:spPr/>
      <dgm:t>
        <a:bodyPr/>
        <a:lstStyle/>
        <a:p>
          <a:endParaRPr lang="en-US"/>
        </a:p>
      </dgm:t>
    </dgm:pt>
    <dgm:pt modelId="{AE830B1E-8391-47B8-A4BF-6E3000F988CB}" type="parTrans" cxnId="{4690A595-9830-4754-ABF8-122458025DFC}">
      <dgm:prSet/>
      <dgm:spPr/>
      <dgm:t>
        <a:bodyPr/>
        <a:lstStyle/>
        <a:p>
          <a:endParaRPr lang="en-US"/>
        </a:p>
      </dgm:t>
    </dgm:pt>
    <dgm:pt modelId="{CFE7DF3B-40BF-44D3-8242-9EE513E57C32}" type="pres">
      <dgm:prSet presAssocID="{3554D546-8850-412A-BEFE-6705CF3AC03B}" presName="Name0" presStyleCnt="0">
        <dgm:presLayoutVars>
          <dgm:dir/>
          <dgm:animLvl val="lvl"/>
          <dgm:resizeHandles val="exact"/>
        </dgm:presLayoutVars>
      </dgm:prSet>
      <dgm:spPr/>
    </dgm:pt>
    <dgm:pt modelId="{C37D12DC-631A-41D5-BDAC-AE13586C565E}" type="pres">
      <dgm:prSet presAssocID="{7005583D-FBD9-4810-8D9B-4A37F6A3B6F7}" presName="linNode" presStyleCnt="0"/>
      <dgm:spPr/>
    </dgm:pt>
    <dgm:pt modelId="{8D611ECF-C9B9-43EA-9746-42FE3DA943D3}" type="pres">
      <dgm:prSet presAssocID="{7005583D-FBD9-4810-8D9B-4A37F6A3B6F7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6C2C61D3-A7B5-49EF-B38E-CFFF17648732}" type="pres">
      <dgm:prSet presAssocID="{7005583D-FBD9-4810-8D9B-4A37F6A3B6F7}" presName="descendantText" presStyleLbl="alignAccFollowNode1" presStyleIdx="0" presStyleCnt="2">
        <dgm:presLayoutVars>
          <dgm:bulletEnabled val="1"/>
        </dgm:presLayoutVars>
      </dgm:prSet>
      <dgm:spPr/>
    </dgm:pt>
    <dgm:pt modelId="{064389F8-2E6E-4FFA-B0DC-15080AC7CA53}" type="pres">
      <dgm:prSet presAssocID="{AEADC1A5-A4FB-48DF-BC26-838A55C4A83A}" presName="sp" presStyleCnt="0"/>
      <dgm:spPr/>
    </dgm:pt>
    <dgm:pt modelId="{0F7AAB94-FC4E-4903-8601-4D715D14F2F8}" type="pres">
      <dgm:prSet presAssocID="{C6B384EB-FA62-4722-9E06-2D3C79E23A34}" presName="linNode" presStyleCnt="0"/>
      <dgm:spPr/>
    </dgm:pt>
    <dgm:pt modelId="{13E31701-3E39-450E-A601-03C75082C3AD}" type="pres">
      <dgm:prSet presAssocID="{C6B384EB-FA62-4722-9E06-2D3C79E23A34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2D54851F-E891-427F-A3AC-F615710926B6}" type="pres">
      <dgm:prSet presAssocID="{C6B384EB-FA62-4722-9E06-2D3C79E23A34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E0094707-A591-4228-AA4D-9A3090C918CD}" type="presOf" srcId="{14F9EF1C-9E32-4134-97B8-251768B947C3}" destId="{2D54851F-E891-427F-A3AC-F615710926B6}" srcOrd="0" destOrd="0" presId="urn:microsoft.com/office/officeart/2005/8/layout/vList5"/>
    <dgm:cxn modelId="{51EF411A-7FA0-48E4-B0F5-41CA96D22883}" type="presOf" srcId="{7005583D-FBD9-4810-8D9B-4A37F6A3B6F7}" destId="{8D611ECF-C9B9-43EA-9746-42FE3DA943D3}" srcOrd="0" destOrd="0" presId="urn:microsoft.com/office/officeart/2005/8/layout/vList5"/>
    <dgm:cxn modelId="{0ACC472D-C109-4B88-8FCF-8599F798934A}" srcId="{3554D546-8850-412A-BEFE-6705CF3AC03B}" destId="{7005583D-FBD9-4810-8D9B-4A37F6A3B6F7}" srcOrd="0" destOrd="0" parTransId="{82765ABD-BCA6-47C4-A85C-F2CC22BC17A2}" sibTransId="{AEADC1A5-A4FB-48DF-BC26-838A55C4A83A}"/>
    <dgm:cxn modelId="{D2CD3331-12A6-4095-97D5-A6759402B8AB}" srcId="{C6B384EB-FA62-4722-9E06-2D3C79E23A34}" destId="{14F9EF1C-9E32-4134-97B8-251768B947C3}" srcOrd="0" destOrd="0" parTransId="{D2FAE8CB-8C21-48DE-BEED-7409C3F8C1FE}" sibTransId="{92C1F704-8874-4C3E-A35F-382097BEE9BB}"/>
    <dgm:cxn modelId="{0A6E3D37-7F55-465C-8A99-072A898207ED}" type="presOf" srcId="{3554D546-8850-412A-BEFE-6705CF3AC03B}" destId="{CFE7DF3B-40BF-44D3-8242-9EE513E57C32}" srcOrd="0" destOrd="0" presId="urn:microsoft.com/office/officeart/2005/8/layout/vList5"/>
    <dgm:cxn modelId="{713BC369-310E-46FF-A636-BDC31C0A5628}" type="presOf" srcId="{C6B384EB-FA62-4722-9E06-2D3C79E23A34}" destId="{13E31701-3E39-450E-A601-03C75082C3AD}" srcOrd="0" destOrd="0" presId="urn:microsoft.com/office/officeart/2005/8/layout/vList5"/>
    <dgm:cxn modelId="{C7AFFA4C-8BE4-45A7-886F-CEA6150660AF}" type="presOf" srcId="{9B61C293-5C0D-4FD7-8A71-1FC846AEFDC5}" destId="{6C2C61D3-A7B5-49EF-B38E-CFFF17648732}" srcOrd="0" destOrd="0" presId="urn:microsoft.com/office/officeart/2005/8/layout/vList5"/>
    <dgm:cxn modelId="{4690A595-9830-4754-ABF8-122458025DFC}" srcId="{3554D546-8850-412A-BEFE-6705CF3AC03B}" destId="{C6B384EB-FA62-4722-9E06-2D3C79E23A34}" srcOrd="1" destOrd="0" parTransId="{AE830B1E-8391-47B8-A4BF-6E3000F988CB}" sibTransId="{3FBAC70E-66B0-4D03-8399-D0C995FBC8FC}"/>
    <dgm:cxn modelId="{CB73A5CF-6D2A-4836-9442-F589E7816B18}" srcId="{7005583D-FBD9-4810-8D9B-4A37F6A3B6F7}" destId="{9B61C293-5C0D-4FD7-8A71-1FC846AEFDC5}" srcOrd="0" destOrd="0" parTransId="{6053B01D-BF0C-420B-B66A-AF3F1386558C}" sibTransId="{B17A1F49-293A-4A3B-AF49-99321991745D}"/>
    <dgm:cxn modelId="{74D4AD29-2D06-4614-A1AE-F6185F6EA50B}" type="presParOf" srcId="{CFE7DF3B-40BF-44D3-8242-9EE513E57C32}" destId="{C37D12DC-631A-41D5-BDAC-AE13586C565E}" srcOrd="0" destOrd="0" presId="urn:microsoft.com/office/officeart/2005/8/layout/vList5"/>
    <dgm:cxn modelId="{757B9032-E74E-47F3-A6B5-074CAA980B6B}" type="presParOf" srcId="{C37D12DC-631A-41D5-BDAC-AE13586C565E}" destId="{8D611ECF-C9B9-43EA-9746-42FE3DA943D3}" srcOrd="0" destOrd="0" presId="urn:microsoft.com/office/officeart/2005/8/layout/vList5"/>
    <dgm:cxn modelId="{687FFD00-4A49-443A-BB38-2B27A8B21074}" type="presParOf" srcId="{C37D12DC-631A-41D5-BDAC-AE13586C565E}" destId="{6C2C61D3-A7B5-49EF-B38E-CFFF17648732}" srcOrd="1" destOrd="0" presId="urn:microsoft.com/office/officeart/2005/8/layout/vList5"/>
    <dgm:cxn modelId="{9BC18B1A-8BE8-4A58-B688-DF499E6D354F}" type="presParOf" srcId="{CFE7DF3B-40BF-44D3-8242-9EE513E57C32}" destId="{064389F8-2E6E-4FFA-B0DC-15080AC7CA53}" srcOrd="1" destOrd="0" presId="urn:microsoft.com/office/officeart/2005/8/layout/vList5"/>
    <dgm:cxn modelId="{546E658D-8C12-4804-9153-7C331D4A8947}" type="presParOf" srcId="{CFE7DF3B-40BF-44D3-8242-9EE513E57C32}" destId="{0F7AAB94-FC4E-4903-8601-4D715D14F2F8}" srcOrd="2" destOrd="0" presId="urn:microsoft.com/office/officeart/2005/8/layout/vList5"/>
    <dgm:cxn modelId="{0A905A79-3148-41CE-99BB-86FE81DCB020}" type="presParOf" srcId="{0F7AAB94-FC4E-4903-8601-4D715D14F2F8}" destId="{13E31701-3E39-450E-A601-03C75082C3AD}" srcOrd="0" destOrd="0" presId="urn:microsoft.com/office/officeart/2005/8/layout/vList5"/>
    <dgm:cxn modelId="{AA6D7F56-B17A-4BEA-A730-7A522DECBB72}" type="presParOf" srcId="{0F7AAB94-FC4E-4903-8601-4D715D14F2F8}" destId="{2D54851F-E891-427F-A3AC-F615710926B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554D546-8850-412A-BEFE-6705CF3AC03B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005583D-FBD9-4810-8D9B-4A37F6A3B6F7}">
      <dgm:prSet custT="1"/>
      <dgm:spPr>
        <a:solidFill>
          <a:srgbClr val="4472C4"/>
        </a:solidFill>
      </dgm:spPr>
      <dgm:t>
        <a:bodyPr/>
        <a:lstStyle/>
        <a:p>
          <a:r>
            <a:rPr lang="en-US" sz="1400" dirty="0">
              <a:latin typeface="Product Sans" panose="020B0403030502040203" pitchFamily="34" charset="0"/>
            </a:rPr>
            <a:t>Network</a:t>
          </a:r>
        </a:p>
      </dgm:t>
    </dgm:pt>
    <dgm:pt modelId="{82765ABD-BCA6-47C4-A85C-F2CC22BC17A2}" type="parTrans" cxnId="{0ACC472D-C109-4B88-8FCF-8599F798934A}">
      <dgm:prSet/>
      <dgm:spPr/>
      <dgm:t>
        <a:bodyPr/>
        <a:lstStyle/>
        <a:p>
          <a:endParaRPr lang="en-US"/>
        </a:p>
      </dgm:t>
    </dgm:pt>
    <dgm:pt modelId="{AEADC1A5-A4FB-48DF-BC26-838A55C4A83A}" type="sibTrans" cxnId="{0ACC472D-C109-4B88-8FCF-8599F798934A}">
      <dgm:prSet/>
      <dgm:spPr/>
      <dgm:t>
        <a:bodyPr/>
        <a:lstStyle/>
        <a:p>
          <a:endParaRPr lang="en-US"/>
        </a:p>
      </dgm:t>
    </dgm:pt>
    <dgm:pt modelId="{9B61C293-5C0D-4FD7-8A71-1FC846AEFDC5}">
      <dgm:prSet custT="1"/>
      <dgm:spPr/>
      <dgm:t>
        <a:bodyPr/>
        <a:lstStyle/>
        <a:p>
          <a:pPr>
            <a:buNone/>
          </a:pPr>
          <a:r>
            <a:rPr lang="en-US" sz="1800" b="0" i="0" u="none" dirty="0">
              <a:latin typeface="Product Sans" panose="020B0403030502040203" pitchFamily="34" charset="0"/>
            </a:rPr>
            <a:t>58.98%</a:t>
          </a:r>
          <a:r>
            <a:rPr lang="en-US" sz="1800" dirty="0">
              <a:latin typeface="Product Sans" panose="020B0403030502040203" pitchFamily="34" charset="0"/>
            </a:rPr>
            <a:t> </a:t>
          </a:r>
        </a:p>
      </dgm:t>
    </dgm:pt>
    <dgm:pt modelId="{6053B01D-BF0C-420B-B66A-AF3F1386558C}" type="parTrans" cxnId="{CB73A5CF-6D2A-4836-9442-F589E7816B18}">
      <dgm:prSet/>
      <dgm:spPr/>
      <dgm:t>
        <a:bodyPr/>
        <a:lstStyle/>
        <a:p>
          <a:endParaRPr lang="en-US"/>
        </a:p>
      </dgm:t>
    </dgm:pt>
    <dgm:pt modelId="{B17A1F49-293A-4A3B-AF49-99321991745D}" type="sibTrans" cxnId="{CB73A5CF-6D2A-4836-9442-F589E7816B18}">
      <dgm:prSet/>
      <dgm:spPr/>
      <dgm:t>
        <a:bodyPr/>
        <a:lstStyle/>
        <a:p>
          <a:endParaRPr lang="en-US"/>
        </a:p>
      </dgm:t>
    </dgm:pt>
    <dgm:pt modelId="{1B1A69F8-60E0-4755-9F17-0670D7D16FD0}">
      <dgm:prSet custT="1"/>
      <dgm:spPr>
        <a:solidFill>
          <a:srgbClr val="7030A0"/>
        </a:solidFill>
      </dgm:spPr>
      <dgm:t>
        <a:bodyPr/>
        <a:lstStyle/>
        <a:p>
          <a:r>
            <a:rPr lang="en-US" sz="1400" dirty="0">
              <a:latin typeface="Product Sans" panose="020B0403030502040203" pitchFamily="34" charset="0"/>
            </a:rPr>
            <a:t>Gampaha</a:t>
          </a:r>
        </a:p>
      </dgm:t>
    </dgm:pt>
    <dgm:pt modelId="{BC9FD3A6-DCE4-4545-90CF-F8800A340193}" type="parTrans" cxnId="{99FDE132-64FA-4A1C-A44D-FF652A657E1C}">
      <dgm:prSet/>
      <dgm:spPr/>
      <dgm:t>
        <a:bodyPr/>
        <a:lstStyle/>
        <a:p>
          <a:endParaRPr lang="en-US"/>
        </a:p>
      </dgm:t>
    </dgm:pt>
    <dgm:pt modelId="{506F3186-2561-4868-AB3A-CFBD83F5B735}" type="sibTrans" cxnId="{99FDE132-64FA-4A1C-A44D-FF652A657E1C}">
      <dgm:prSet/>
      <dgm:spPr/>
      <dgm:t>
        <a:bodyPr/>
        <a:lstStyle/>
        <a:p>
          <a:endParaRPr lang="en-US"/>
        </a:p>
      </dgm:t>
    </dgm:pt>
    <dgm:pt modelId="{12E68D0C-A8BF-4357-A84E-2C3DB7BF728F}">
      <dgm:prSet custT="1"/>
      <dgm:spPr/>
      <dgm:t>
        <a:bodyPr/>
        <a:lstStyle/>
        <a:p>
          <a:pPr>
            <a:buNone/>
          </a:pPr>
          <a:r>
            <a:rPr lang="en-US" sz="1800" b="0" i="0" u="none" dirty="0">
              <a:latin typeface="Product Sans" panose="020B0403030502040203" pitchFamily="34" charset="0"/>
            </a:rPr>
            <a:t>73.23%</a:t>
          </a:r>
          <a:r>
            <a:rPr lang="en-US" sz="1800" dirty="0">
              <a:latin typeface="Product Sans" panose="020B0403030502040203" pitchFamily="34" charset="0"/>
            </a:rPr>
            <a:t> </a:t>
          </a:r>
        </a:p>
      </dgm:t>
    </dgm:pt>
    <dgm:pt modelId="{B15CA826-4C73-4A4A-8953-146B6821DB4B}" type="parTrans" cxnId="{87AEEA7A-BF56-461F-A0E7-724265667DBA}">
      <dgm:prSet/>
      <dgm:spPr/>
      <dgm:t>
        <a:bodyPr/>
        <a:lstStyle/>
        <a:p>
          <a:endParaRPr lang="en-US"/>
        </a:p>
      </dgm:t>
    </dgm:pt>
    <dgm:pt modelId="{7E2B2FF1-C6AD-4B7A-9C39-E1D8B48640B3}" type="sibTrans" cxnId="{87AEEA7A-BF56-461F-A0E7-724265667DBA}">
      <dgm:prSet/>
      <dgm:spPr/>
      <dgm:t>
        <a:bodyPr/>
        <a:lstStyle/>
        <a:p>
          <a:endParaRPr lang="en-US"/>
        </a:p>
      </dgm:t>
    </dgm:pt>
    <dgm:pt modelId="{CFE7DF3B-40BF-44D3-8242-9EE513E57C32}" type="pres">
      <dgm:prSet presAssocID="{3554D546-8850-412A-BEFE-6705CF3AC03B}" presName="Name0" presStyleCnt="0">
        <dgm:presLayoutVars>
          <dgm:dir/>
          <dgm:animLvl val="lvl"/>
          <dgm:resizeHandles val="exact"/>
        </dgm:presLayoutVars>
      </dgm:prSet>
      <dgm:spPr/>
    </dgm:pt>
    <dgm:pt modelId="{C37D12DC-631A-41D5-BDAC-AE13586C565E}" type="pres">
      <dgm:prSet presAssocID="{7005583D-FBD9-4810-8D9B-4A37F6A3B6F7}" presName="linNode" presStyleCnt="0"/>
      <dgm:spPr/>
    </dgm:pt>
    <dgm:pt modelId="{8D611ECF-C9B9-43EA-9746-42FE3DA943D3}" type="pres">
      <dgm:prSet presAssocID="{7005583D-FBD9-4810-8D9B-4A37F6A3B6F7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6C2C61D3-A7B5-49EF-B38E-CFFF17648732}" type="pres">
      <dgm:prSet presAssocID="{7005583D-FBD9-4810-8D9B-4A37F6A3B6F7}" presName="descendantText" presStyleLbl="alignAccFollowNode1" presStyleIdx="0" presStyleCnt="2">
        <dgm:presLayoutVars>
          <dgm:bulletEnabled val="1"/>
        </dgm:presLayoutVars>
      </dgm:prSet>
      <dgm:spPr/>
    </dgm:pt>
    <dgm:pt modelId="{064389F8-2E6E-4FFA-B0DC-15080AC7CA53}" type="pres">
      <dgm:prSet presAssocID="{AEADC1A5-A4FB-48DF-BC26-838A55C4A83A}" presName="sp" presStyleCnt="0"/>
      <dgm:spPr/>
    </dgm:pt>
    <dgm:pt modelId="{44D10B37-6EB8-4FCC-9066-A708B6787150}" type="pres">
      <dgm:prSet presAssocID="{1B1A69F8-60E0-4755-9F17-0670D7D16FD0}" presName="linNode" presStyleCnt="0"/>
      <dgm:spPr/>
    </dgm:pt>
    <dgm:pt modelId="{E6ECAFB5-A853-4ABA-8A9B-A1C1811F8939}" type="pres">
      <dgm:prSet presAssocID="{1B1A69F8-60E0-4755-9F17-0670D7D16FD0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CFBA1812-323B-4F36-A080-B55A10FA4A1C}" type="pres">
      <dgm:prSet presAssocID="{1B1A69F8-60E0-4755-9F17-0670D7D16FD0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ACBBBB16-1060-40FA-AC5E-FC7A0170B18C}" type="presOf" srcId="{12E68D0C-A8BF-4357-A84E-2C3DB7BF728F}" destId="{CFBA1812-323B-4F36-A080-B55A10FA4A1C}" srcOrd="0" destOrd="0" presId="urn:microsoft.com/office/officeart/2005/8/layout/vList5"/>
    <dgm:cxn modelId="{51EF411A-7FA0-48E4-B0F5-41CA96D22883}" type="presOf" srcId="{7005583D-FBD9-4810-8D9B-4A37F6A3B6F7}" destId="{8D611ECF-C9B9-43EA-9746-42FE3DA943D3}" srcOrd="0" destOrd="0" presId="urn:microsoft.com/office/officeart/2005/8/layout/vList5"/>
    <dgm:cxn modelId="{0ACC472D-C109-4B88-8FCF-8599F798934A}" srcId="{3554D546-8850-412A-BEFE-6705CF3AC03B}" destId="{7005583D-FBD9-4810-8D9B-4A37F6A3B6F7}" srcOrd="0" destOrd="0" parTransId="{82765ABD-BCA6-47C4-A85C-F2CC22BC17A2}" sibTransId="{AEADC1A5-A4FB-48DF-BC26-838A55C4A83A}"/>
    <dgm:cxn modelId="{99FDE132-64FA-4A1C-A44D-FF652A657E1C}" srcId="{3554D546-8850-412A-BEFE-6705CF3AC03B}" destId="{1B1A69F8-60E0-4755-9F17-0670D7D16FD0}" srcOrd="1" destOrd="0" parTransId="{BC9FD3A6-DCE4-4545-90CF-F8800A340193}" sibTransId="{506F3186-2561-4868-AB3A-CFBD83F5B735}"/>
    <dgm:cxn modelId="{0A6E3D37-7F55-465C-8A99-072A898207ED}" type="presOf" srcId="{3554D546-8850-412A-BEFE-6705CF3AC03B}" destId="{CFE7DF3B-40BF-44D3-8242-9EE513E57C32}" srcOrd="0" destOrd="0" presId="urn:microsoft.com/office/officeart/2005/8/layout/vList5"/>
    <dgm:cxn modelId="{C7AFFA4C-8BE4-45A7-886F-CEA6150660AF}" type="presOf" srcId="{9B61C293-5C0D-4FD7-8A71-1FC846AEFDC5}" destId="{6C2C61D3-A7B5-49EF-B38E-CFFF17648732}" srcOrd="0" destOrd="0" presId="urn:microsoft.com/office/officeart/2005/8/layout/vList5"/>
    <dgm:cxn modelId="{87AEEA7A-BF56-461F-A0E7-724265667DBA}" srcId="{1B1A69F8-60E0-4755-9F17-0670D7D16FD0}" destId="{12E68D0C-A8BF-4357-A84E-2C3DB7BF728F}" srcOrd="0" destOrd="0" parTransId="{B15CA826-4C73-4A4A-8953-146B6821DB4B}" sibTransId="{7E2B2FF1-C6AD-4B7A-9C39-E1D8B48640B3}"/>
    <dgm:cxn modelId="{CB73A5CF-6D2A-4836-9442-F589E7816B18}" srcId="{7005583D-FBD9-4810-8D9B-4A37F6A3B6F7}" destId="{9B61C293-5C0D-4FD7-8A71-1FC846AEFDC5}" srcOrd="0" destOrd="0" parTransId="{6053B01D-BF0C-420B-B66A-AF3F1386558C}" sibTransId="{B17A1F49-293A-4A3B-AF49-99321991745D}"/>
    <dgm:cxn modelId="{27DD54E7-808C-45A6-9524-FF4110FBA65B}" type="presOf" srcId="{1B1A69F8-60E0-4755-9F17-0670D7D16FD0}" destId="{E6ECAFB5-A853-4ABA-8A9B-A1C1811F8939}" srcOrd="0" destOrd="0" presId="urn:microsoft.com/office/officeart/2005/8/layout/vList5"/>
    <dgm:cxn modelId="{74D4AD29-2D06-4614-A1AE-F6185F6EA50B}" type="presParOf" srcId="{CFE7DF3B-40BF-44D3-8242-9EE513E57C32}" destId="{C37D12DC-631A-41D5-BDAC-AE13586C565E}" srcOrd="0" destOrd="0" presId="urn:microsoft.com/office/officeart/2005/8/layout/vList5"/>
    <dgm:cxn modelId="{757B9032-E74E-47F3-A6B5-074CAA980B6B}" type="presParOf" srcId="{C37D12DC-631A-41D5-BDAC-AE13586C565E}" destId="{8D611ECF-C9B9-43EA-9746-42FE3DA943D3}" srcOrd="0" destOrd="0" presId="urn:microsoft.com/office/officeart/2005/8/layout/vList5"/>
    <dgm:cxn modelId="{687FFD00-4A49-443A-BB38-2B27A8B21074}" type="presParOf" srcId="{C37D12DC-631A-41D5-BDAC-AE13586C565E}" destId="{6C2C61D3-A7B5-49EF-B38E-CFFF17648732}" srcOrd="1" destOrd="0" presId="urn:microsoft.com/office/officeart/2005/8/layout/vList5"/>
    <dgm:cxn modelId="{9BC18B1A-8BE8-4A58-B688-DF499E6D354F}" type="presParOf" srcId="{CFE7DF3B-40BF-44D3-8242-9EE513E57C32}" destId="{064389F8-2E6E-4FFA-B0DC-15080AC7CA53}" srcOrd="1" destOrd="0" presId="urn:microsoft.com/office/officeart/2005/8/layout/vList5"/>
    <dgm:cxn modelId="{211A414E-037B-4E2A-9CB6-C43D9BF6A497}" type="presParOf" srcId="{CFE7DF3B-40BF-44D3-8242-9EE513E57C32}" destId="{44D10B37-6EB8-4FCC-9066-A708B6787150}" srcOrd="2" destOrd="0" presId="urn:microsoft.com/office/officeart/2005/8/layout/vList5"/>
    <dgm:cxn modelId="{7D7408C9-E3EF-472E-8ED7-6C3D1CC69D93}" type="presParOf" srcId="{44D10B37-6EB8-4FCC-9066-A708B6787150}" destId="{E6ECAFB5-A853-4ABA-8A9B-A1C1811F8939}" srcOrd="0" destOrd="0" presId="urn:microsoft.com/office/officeart/2005/8/layout/vList5"/>
    <dgm:cxn modelId="{2237A6EB-68C3-44EF-825E-F47A8B3443D9}" type="presParOf" srcId="{44D10B37-6EB8-4FCC-9066-A708B6787150}" destId="{CFBA1812-323B-4F36-A080-B55A10FA4A1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554D546-8850-412A-BEFE-6705CF3AC03B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005583D-FBD9-4810-8D9B-4A37F6A3B6F7}">
      <dgm:prSet custT="1"/>
      <dgm:spPr>
        <a:solidFill>
          <a:srgbClr val="4472C4"/>
        </a:solidFill>
      </dgm:spPr>
      <dgm:t>
        <a:bodyPr/>
        <a:lstStyle/>
        <a:p>
          <a:r>
            <a:rPr lang="en-US" sz="1400" dirty="0">
              <a:latin typeface="Product Sans" panose="020B0403030502040203" pitchFamily="34" charset="0"/>
            </a:rPr>
            <a:t>Network</a:t>
          </a:r>
        </a:p>
      </dgm:t>
    </dgm:pt>
    <dgm:pt modelId="{82765ABD-BCA6-47C4-A85C-F2CC22BC17A2}" type="parTrans" cxnId="{0ACC472D-C109-4B88-8FCF-8599F798934A}">
      <dgm:prSet/>
      <dgm:spPr/>
      <dgm:t>
        <a:bodyPr/>
        <a:lstStyle/>
        <a:p>
          <a:endParaRPr lang="en-US"/>
        </a:p>
      </dgm:t>
    </dgm:pt>
    <dgm:pt modelId="{AEADC1A5-A4FB-48DF-BC26-838A55C4A83A}" type="sibTrans" cxnId="{0ACC472D-C109-4B88-8FCF-8599F798934A}">
      <dgm:prSet/>
      <dgm:spPr/>
      <dgm:t>
        <a:bodyPr/>
        <a:lstStyle/>
        <a:p>
          <a:endParaRPr lang="en-US"/>
        </a:p>
      </dgm:t>
    </dgm:pt>
    <dgm:pt modelId="{9B61C293-5C0D-4FD7-8A71-1FC846AEFDC5}">
      <dgm:prSet custT="1"/>
      <dgm:spPr/>
      <dgm:t>
        <a:bodyPr/>
        <a:lstStyle/>
        <a:p>
          <a:pPr>
            <a:buNone/>
          </a:pPr>
          <a:r>
            <a:rPr lang="en-US" sz="1800" b="0" i="0" u="none" dirty="0">
              <a:latin typeface="Product Sans" panose="020B0403030502040203" pitchFamily="34" charset="0"/>
            </a:rPr>
            <a:t>-8.31%</a:t>
          </a:r>
          <a:endParaRPr lang="en-US" sz="1800" dirty="0">
            <a:latin typeface="Product Sans" panose="020B0403030502040203" pitchFamily="34" charset="0"/>
          </a:endParaRPr>
        </a:p>
      </dgm:t>
    </dgm:pt>
    <dgm:pt modelId="{6053B01D-BF0C-420B-B66A-AF3F1386558C}" type="parTrans" cxnId="{CB73A5CF-6D2A-4836-9442-F589E7816B18}">
      <dgm:prSet/>
      <dgm:spPr/>
      <dgm:t>
        <a:bodyPr/>
        <a:lstStyle/>
        <a:p>
          <a:endParaRPr lang="en-US"/>
        </a:p>
      </dgm:t>
    </dgm:pt>
    <dgm:pt modelId="{B17A1F49-293A-4A3B-AF49-99321991745D}" type="sibTrans" cxnId="{CB73A5CF-6D2A-4836-9442-F589E7816B18}">
      <dgm:prSet/>
      <dgm:spPr/>
      <dgm:t>
        <a:bodyPr/>
        <a:lstStyle/>
        <a:p>
          <a:endParaRPr lang="en-US"/>
        </a:p>
      </dgm:t>
    </dgm:pt>
    <dgm:pt modelId="{1B1A69F8-60E0-4755-9F17-0670D7D16FD0}">
      <dgm:prSet custT="1"/>
      <dgm:spPr>
        <a:solidFill>
          <a:srgbClr val="7030A0"/>
        </a:solidFill>
      </dgm:spPr>
      <dgm:t>
        <a:bodyPr/>
        <a:lstStyle/>
        <a:p>
          <a:r>
            <a:rPr lang="en-US" sz="1400" dirty="0">
              <a:latin typeface="Product Sans" panose="020B0403030502040203" pitchFamily="34" charset="0"/>
            </a:rPr>
            <a:t>Gampaha</a:t>
          </a:r>
        </a:p>
      </dgm:t>
    </dgm:pt>
    <dgm:pt modelId="{BC9FD3A6-DCE4-4545-90CF-F8800A340193}" type="parTrans" cxnId="{99FDE132-64FA-4A1C-A44D-FF652A657E1C}">
      <dgm:prSet/>
      <dgm:spPr/>
      <dgm:t>
        <a:bodyPr/>
        <a:lstStyle/>
        <a:p>
          <a:endParaRPr lang="en-US"/>
        </a:p>
      </dgm:t>
    </dgm:pt>
    <dgm:pt modelId="{506F3186-2561-4868-AB3A-CFBD83F5B735}" type="sibTrans" cxnId="{99FDE132-64FA-4A1C-A44D-FF652A657E1C}">
      <dgm:prSet/>
      <dgm:spPr/>
      <dgm:t>
        <a:bodyPr/>
        <a:lstStyle/>
        <a:p>
          <a:endParaRPr lang="en-US"/>
        </a:p>
      </dgm:t>
    </dgm:pt>
    <dgm:pt modelId="{12E68D0C-A8BF-4357-A84E-2C3DB7BF728F}">
      <dgm:prSet custT="1"/>
      <dgm:spPr/>
      <dgm:t>
        <a:bodyPr/>
        <a:lstStyle/>
        <a:p>
          <a:pPr>
            <a:buNone/>
          </a:pPr>
          <a:r>
            <a:rPr lang="en-US" sz="1800" b="0" i="0" u="none" dirty="0"/>
            <a:t>-13.15%</a:t>
          </a:r>
          <a:endParaRPr lang="en-US" sz="1800" dirty="0">
            <a:latin typeface="Product Sans" panose="020B0403030502040203" pitchFamily="34" charset="0"/>
          </a:endParaRPr>
        </a:p>
      </dgm:t>
    </dgm:pt>
    <dgm:pt modelId="{B15CA826-4C73-4A4A-8953-146B6821DB4B}" type="parTrans" cxnId="{87AEEA7A-BF56-461F-A0E7-724265667DBA}">
      <dgm:prSet/>
      <dgm:spPr/>
      <dgm:t>
        <a:bodyPr/>
        <a:lstStyle/>
        <a:p>
          <a:endParaRPr lang="en-US"/>
        </a:p>
      </dgm:t>
    </dgm:pt>
    <dgm:pt modelId="{7E2B2FF1-C6AD-4B7A-9C39-E1D8B48640B3}" type="sibTrans" cxnId="{87AEEA7A-BF56-461F-A0E7-724265667DBA}">
      <dgm:prSet/>
      <dgm:spPr/>
      <dgm:t>
        <a:bodyPr/>
        <a:lstStyle/>
        <a:p>
          <a:endParaRPr lang="en-US"/>
        </a:p>
      </dgm:t>
    </dgm:pt>
    <dgm:pt modelId="{CFE7DF3B-40BF-44D3-8242-9EE513E57C32}" type="pres">
      <dgm:prSet presAssocID="{3554D546-8850-412A-BEFE-6705CF3AC03B}" presName="Name0" presStyleCnt="0">
        <dgm:presLayoutVars>
          <dgm:dir/>
          <dgm:animLvl val="lvl"/>
          <dgm:resizeHandles val="exact"/>
        </dgm:presLayoutVars>
      </dgm:prSet>
      <dgm:spPr/>
    </dgm:pt>
    <dgm:pt modelId="{C37D12DC-631A-41D5-BDAC-AE13586C565E}" type="pres">
      <dgm:prSet presAssocID="{7005583D-FBD9-4810-8D9B-4A37F6A3B6F7}" presName="linNode" presStyleCnt="0"/>
      <dgm:spPr/>
    </dgm:pt>
    <dgm:pt modelId="{8D611ECF-C9B9-43EA-9746-42FE3DA943D3}" type="pres">
      <dgm:prSet presAssocID="{7005583D-FBD9-4810-8D9B-4A37F6A3B6F7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6C2C61D3-A7B5-49EF-B38E-CFFF17648732}" type="pres">
      <dgm:prSet presAssocID="{7005583D-FBD9-4810-8D9B-4A37F6A3B6F7}" presName="descendantText" presStyleLbl="alignAccFollowNode1" presStyleIdx="0" presStyleCnt="2">
        <dgm:presLayoutVars>
          <dgm:bulletEnabled val="1"/>
        </dgm:presLayoutVars>
      </dgm:prSet>
      <dgm:spPr/>
    </dgm:pt>
    <dgm:pt modelId="{064389F8-2E6E-4FFA-B0DC-15080AC7CA53}" type="pres">
      <dgm:prSet presAssocID="{AEADC1A5-A4FB-48DF-BC26-838A55C4A83A}" presName="sp" presStyleCnt="0"/>
      <dgm:spPr/>
    </dgm:pt>
    <dgm:pt modelId="{44D10B37-6EB8-4FCC-9066-A708B6787150}" type="pres">
      <dgm:prSet presAssocID="{1B1A69F8-60E0-4755-9F17-0670D7D16FD0}" presName="linNode" presStyleCnt="0"/>
      <dgm:spPr/>
    </dgm:pt>
    <dgm:pt modelId="{E6ECAFB5-A853-4ABA-8A9B-A1C1811F8939}" type="pres">
      <dgm:prSet presAssocID="{1B1A69F8-60E0-4755-9F17-0670D7D16FD0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CFBA1812-323B-4F36-A080-B55A10FA4A1C}" type="pres">
      <dgm:prSet presAssocID="{1B1A69F8-60E0-4755-9F17-0670D7D16FD0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ACBBBB16-1060-40FA-AC5E-FC7A0170B18C}" type="presOf" srcId="{12E68D0C-A8BF-4357-A84E-2C3DB7BF728F}" destId="{CFBA1812-323B-4F36-A080-B55A10FA4A1C}" srcOrd="0" destOrd="0" presId="urn:microsoft.com/office/officeart/2005/8/layout/vList5"/>
    <dgm:cxn modelId="{51EF411A-7FA0-48E4-B0F5-41CA96D22883}" type="presOf" srcId="{7005583D-FBD9-4810-8D9B-4A37F6A3B6F7}" destId="{8D611ECF-C9B9-43EA-9746-42FE3DA943D3}" srcOrd="0" destOrd="0" presId="urn:microsoft.com/office/officeart/2005/8/layout/vList5"/>
    <dgm:cxn modelId="{0ACC472D-C109-4B88-8FCF-8599F798934A}" srcId="{3554D546-8850-412A-BEFE-6705CF3AC03B}" destId="{7005583D-FBD9-4810-8D9B-4A37F6A3B6F7}" srcOrd="0" destOrd="0" parTransId="{82765ABD-BCA6-47C4-A85C-F2CC22BC17A2}" sibTransId="{AEADC1A5-A4FB-48DF-BC26-838A55C4A83A}"/>
    <dgm:cxn modelId="{99FDE132-64FA-4A1C-A44D-FF652A657E1C}" srcId="{3554D546-8850-412A-BEFE-6705CF3AC03B}" destId="{1B1A69F8-60E0-4755-9F17-0670D7D16FD0}" srcOrd="1" destOrd="0" parTransId="{BC9FD3A6-DCE4-4545-90CF-F8800A340193}" sibTransId="{506F3186-2561-4868-AB3A-CFBD83F5B735}"/>
    <dgm:cxn modelId="{0A6E3D37-7F55-465C-8A99-072A898207ED}" type="presOf" srcId="{3554D546-8850-412A-BEFE-6705CF3AC03B}" destId="{CFE7DF3B-40BF-44D3-8242-9EE513E57C32}" srcOrd="0" destOrd="0" presId="urn:microsoft.com/office/officeart/2005/8/layout/vList5"/>
    <dgm:cxn modelId="{C7AFFA4C-8BE4-45A7-886F-CEA6150660AF}" type="presOf" srcId="{9B61C293-5C0D-4FD7-8A71-1FC846AEFDC5}" destId="{6C2C61D3-A7B5-49EF-B38E-CFFF17648732}" srcOrd="0" destOrd="0" presId="urn:microsoft.com/office/officeart/2005/8/layout/vList5"/>
    <dgm:cxn modelId="{87AEEA7A-BF56-461F-A0E7-724265667DBA}" srcId="{1B1A69F8-60E0-4755-9F17-0670D7D16FD0}" destId="{12E68D0C-A8BF-4357-A84E-2C3DB7BF728F}" srcOrd="0" destOrd="0" parTransId="{B15CA826-4C73-4A4A-8953-146B6821DB4B}" sibTransId="{7E2B2FF1-C6AD-4B7A-9C39-E1D8B48640B3}"/>
    <dgm:cxn modelId="{CB73A5CF-6D2A-4836-9442-F589E7816B18}" srcId="{7005583D-FBD9-4810-8D9B-4A37F6A3B6F7}" destId="{9B61C293-5C0D-4FD7-8A71-1FC846AEFDC5}" srcOrd="0" destOrd="0" parTransId="{6053B01D-BF0C-420B-B66A-AF3F1386558C}" sibTransId="{B17A1F49-293A-4A3B-AF49-99321991745D}"/>
    <dgm:cxn modelId="{27DD54E7-808C-45A6-9524-FF4110FBA65B}" type="presOf" srcId="{1B1A69F8-60E0-4755-9F17-0670D7D16FD0}" destId="{E6ECAFB5-A853-4ABA-8A9B-A1C1811F8939}" srcOrd="0" destOrd="0" presId="urn:microsoft.com/office/officeart/2005/8/layout/vList5"/>
    <dgm:cxn modelId="{74D4AD29-2D06-4614-A1AE-F6185F6EA50B}" type="presParOf" srcId="{CFE7DF3B-40BF-44D3-8242-9EE513E57C32}" destId="{C37D12DC-631A-41D5-BDAC-AE13586C565E}" srcOrd="0" destOrd="0" presId="urn:microsoft.com/office/officeart/2005/8/layout/vList5"/>
    <dgm:cxn modelId="{757B9032-E74E-47F3-A6B5-074CAA980B6B}" type="presParOf" srcId="{C37D12DC-631A-41D5-BDAC-AE13586C565E}" destId="{8D611ECF-C9B9-43EA-9746-42FE3DA943D3}" srcOrd="0" destOrd="0" presId="urn:microsoft.com/office/officeart/2005/8/layout/vList5"/>
    <dgm:cxn modelId="{687FFD00-4A49-443A-BB38-2B27A8B21074}" type="presParOf" srcId="{C37D12DC-631A-41D5-BDAC-AE13586C565E}" destId="{6C2C61D3-A7B5-49EF-B38E-CFFF17648732}" srcOrd="1" destOrd="0" presId="urn:microsoft.com/office/officeart/2005/8/layout/vList5"/>
    <dgm:cxn modelId="{9BC18B1A-8BE8-4A58-B688-DF499E6D354F}" type="presParOf" srcId="{CFE7DF3B-40BF-44D3-8242-9EE513E57C32}" destId="{064389F8-2E6E-4FFA-B0DC-15080AC7CA53}" srcOrd="1" destOrd="0" presId="urn:microsoft.com/office/officeart/2005/8/layout/vList5"/>
    <dgm:cxn modelId="{211A414E-037B-4E2A-9CB6-C43D9BF6A497}" type="presParOf" srcId="{CFE7DF3B-40BF-44D3-8242-9EE513E57C32}" destId="{44D10B37-6EB8-4FCC-9066-A708B6787150}" srcOrd="2" destOrd="0" presId="urn:microsoft.com/office/officeart/2005/8/layout/vList5"/>
    <dgm:cxn modelId="{7D7408C9-E3EF-472E-8ED7-6C3D1CC69D93}" type="presParOf" srcId="{44D10B37-6EB8-4FCC-9066-A708B6787150}" destId="{E6ECAFB5-A853-4ABA-8A9B-A1C1811F8939}" srcOrd="0" destOrd="0" presId="urn:microsoft.com/office/officeart/2005/8/layout/vList5"/>
    <dgm:cxn modelId="{2237A6EB-68C3-44EF-825E-F47A8B3443D9}" type="presParOf" srcId="{44D10B37-6EB8-4FCC-9066-A708B6787150}" destId="{CFBA1812-323B-4F36-A080-B55A10FA4A1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554D546-8850-412A-BEFE-6705CF3AC03B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005583D-FBD9-4810-8D9B-4A37F6A3B6F7}">
      <dgm:prSet custT="1"/>
      <dgm:spPr>
        <a:solidFill>
          <a:srgbClr val="4472C4"/>
        </a:solidFill>
      </dgm:spPr>
      <dgm:t>
        <a:bodyPr/>
        <a:lstStyle/>
        <a:p>
          <a:r>
            <a:rPr lang="en-US" sz="1400" dirty="0">
              <a:latin typeface="Product Sans" panose="020B0403030502040203" pitchFamily="34" charset="0"/>
            </a:rPr>
            <a:t>Network</a:t>
          </a:r>
        </a:p>
      </dgm:t>
    </dgm:pt>
    <dgm:pt modelId="{82765ABD-BCA6-47C4-A85C-F2CC22BC17A2}" type="parTrans" cxnId="{0ACC472D-C109-4B88-8FCF-8599F798934A}">
      <dgm:prSet/>
      <dgm:spPr/>
      <dgm:t>
        <a:bodyPr/>
        <a:lstStyle/>
        <a:p>
          <a:endParaRPr lang="en-US"/>
        </a:p>
      </dgm:t>
    </dgm:pt>
    <dgm:pt modelId="{AEADC1A5-A4FB-48DF-BC26-838A55C4A83A}" type="sibTrans" cxnId="{0ACC472D-C109-4B88-8FCF-8599F798934A}">
      <dgm:prSet/>
      <dgm:spPr/>
      <dgm:t>
        <a:bodyPr/>
        <a:lstStyle/>
        <a:p>
          <a:endParaRPr lang="en-US"/>
        </a:p>
      </dgm:t>
    </dgm:pt>
    <dgm:pt modelId="{9B61C293-5C0D-4FD7-8A71-1FC846AEFDC5}">
      <dgm:prSet custT="1"/>
      <dgm:spPr/>
      <dgm:t>
        <a:bodyPr/>
        <a:lstStyle/>
        <a:p>
          <a:pPr>
            <a:buNone/>
          </a:pPr>
          <a:r>
            <a:rPr lang="en-US" sz="1800" b="0" i="0" u="none" dirty="0">
              <a:latin typeface="Product Sans" panose="020B0403030502040203" pitchFamily="34" charset="0"/>
            </a:rPr>
            <a:t>-42.57%</a:t>
          </a:r>
          <a:r>
            <a:rPr lang="en-US" sz="1800" dirty="0">
              <a:latin typeface="Product Sans" panose="020B0403030502040203" pitchFamily="34" charset="0"/>
            </a:rPr>
            <a:t> </a:t>
          </a:r>
        </a:p>
      </dgm:t>
    </dgm:pt>
    <dgm:pt modelId="{6053B01D-BF0C-420B-B66A-AF3F1386558C}" type="parTrans" cxnId="{CB73A5CF-6D2A-4836-9442-F589E7816B18}">
      <dgm:prSet/>
      <dgm:spPr/>
      <dgm:t>
        <a:bodyPr/>
        <a:lstStyle/>
        <a:p>
          <a:endParaRPr lang="en-US"/>
        </a:p>
      </dgm:t>
    </dgm:pt>
    <dgm:pt modelId="{B17A1F49-293A-4A3B-AF49-99321991745D}" type="sibTrans" cxnId="{CB73A5CF-6D2A-4836-9442-F589E7816B18}">
      <dgm:prSet/>
      <dgm:spPr/>
      <dgm:t>
        <a:bodyPr/>
        <a:lstStyle/>
        <a:p>
          <a:endParaRPr lang="en-US"/>
        </a:p>
      </dgm:t>
    </dgm:pt>
    <dgm:pt modelId="{1B1A69F8-60E0-4755-9F17-0670D7D16FD0}">
      <dgm:prSet custT="1"/>
      <dgm:spPr>
        <a:solidFill>
          <a:srgbClr val="7030A0"/>
        </a:solidFill>
      </dgm:spPr>
      <dgm:t>
        <a:bodyPr/>
        <a:lstStyle/>
        <a:p>
          <a:r>
            <a:rPr lang="en-US" sz="1400" dirty="0">
              <a:latin typeface="Product Sans" panose="020B0403030502040203" pitchFamily="34" charset="0"/>
            </a:rPr>
            <a:t>Gampaha</a:t>
          </a:r>
        </a:p>
      </dgm:t>
    </dgm:pt>
    <dgm:pt modelId="{BC9FD3A6-DCE4-4545-90CF-F8800A340193}" type="parTrans" cxnId="{99FDE132-64FA-4A1C-A44D-FF652A657E1C}">
      <dgm:prSet/>
      <dgm:spPr/>
      <dgm:t>
        <a:bodyPr/>
        <a:lstStyle/>
        <a:p>
          <a:endParaRPr lang="en-US"/>
        </a:p>
      </dgm:t>
    </dgm:pt>
    <dgm:pt modelId="{506F3186-2561-4868-AB3A-CFBD83F5B735}" type="sibTrans" cxnId="{99FDE132-64FA-4A1C-A44D-FF652A657E1C}">
      <dgm:prSet/>
      <dgm:spPr/>
      <dgm:t>
        <a:bodyPr/>
        <a:lstStyle/>
        <a:p>
          <a:endParaRPr lang="en-US"/>
        </a:p>
      </dgm:t>
    </dgm:pt>
    <dgm:pt modelId="{12E68D0C-A8BF-4357-A84E-2C3DB7BF728F}">
      <dgm:prSet custT="1"/>
      <dgm:spPr/>
      <dgm:t>
        <a:bodyPr/>
        <a:lstStyle/>
        <a:p>
          <a:pPr>
            <a:buNone/>
          </a:pPr>
          <a:r>
            <a:rPr lang="en-US" sz="1800" b="0" i="0" u="none" dirty="0">
              <a:latin typeface="Product Sans" panose="020B0403030502040203" pitchFamily="34" charset="0"/>
            </a:rPr>
            <a:t>-100%</a:t>
          </a:r>
          <a:r>
            <a:rPr lang="en-US" sz="1800" dirty="0">
              <a:latin typeface="Product Sans" panose="020B0403030502040203" pitchFamily="34" charset="0"/>
            </a:rPr>
            <a:t> </a:t>
          </a:r>
        </a:p>
      </dgm:t>
    </dgm:pt>
    <dgm:pt modelId="{B15CA826-4C73-4A4A-8953-146B6821DB4B}" type="parTrans" cxnId="{87AEEA7A-BF56-461F-A0E7-724265667DBA}">
      <dgm:prSet/>
      <dgm:spPr/>
      <dgm:t>
        <a:bodyPr/>
        <a:lstStyle/>
        <a:p>
          <a:endParaRPr lang="en-US"/>
        </a:p>
      </dgm:t>
    </dgm:pt>
    <dgm:pt modelId="{7E2B2FF1-C6AD-4B7A-9C39-E1D8B48640B3}" type="sibTrans" cxnId="{87AEEA7A-BF56-461F-A0E7-724265667DBA}">
      <dgm:prSet/>
      <dgm:spPr/>
      <dgm:t>
        <a:bodyPr/>
        <a:lstStyle/>
        <a:p>
          <a:endParaRPr lang="en-US"/>
        </a:p>
      </dgm:t>
    </dgm:pt>
    <dgm:pt modelId="{CFE7DF3B-40BF-44D3-8242-9EE513E57C32}" type="pres">
      <dgm:prSet presAssocID="{3554D546-8850-412A-BEFE-6705CF3AC03B}" presName="Name0" presStyleCnt="0">
        <dgm:presLayoutVars>
          <dgm:dir/>
          <dgm:animLvl val="lvl"/>
          <dgm:resizeHandles val="exact"/>
        </dgm:presLayoutVars>
      </dgm:prSet>
      <dgm:spPr/>
    </dgm:pt>
    <dgm:pt modelId="{C37D12DC-631A-41D5-BDAC-AE13586C565E}" type="pres">
      <dgm:prSet presAssocID="{7005583D-FBD9-4810-8D9B-4A37F6A3B6F7}" presName="linNode" presStyleCnt="0"/>
      <dgm:spPr/>
    </dgm:pt>
    <dgm:pt modelId="{8D611ECF-C9B9-43EA-9746-42FE3DA943D3}" type="pres">
      <dgm:prSet presAssocID="{7005583D-FBD9-4810-8D9B-4A37F6A3B6F7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6C2C61D3-A7B5-49EF-B38E-CFFF17648732}" type="pres">
      <dgm:prSet presAssocID="{7005583D-FBD9-4810-8D9B-4A37F6A3B6F7}" presName="descendantText" presStyleLbl="alignAccFollowNode1" presStyleIdx="0" presStyleCnt="2">
        <dgm:presLayoutVars>
          <dgm:bulletEnabled val="1"/>
        </dgm:presLayoutVars>
      </dgm:prSet>
      <dgm:spPr/>
    </dgm:pt>
    <dgm:pt modelId="{064389F8-2E6E-4FFA-B0DC-15080AC7CA53}" type="pres">
      <dgm:prSet presAssocID="{AEADC1A5-A4FB-48DF-BC26-838A55C4A83A}" presName="sp" presStyleCnt="0"/>
      <dgm:spPr/>
    </dgm:pt>
    <dgm:pt modelId="{44D10B37-6EB8-4FCC-9066-A708B6787150}" type="pres">
      <dgm:prSet presAssocID="{1B1A69F8-60E0-4755-9F17-0670D7D16FD0}" presName="linNode" presStyleCnt="0"/>
      <dgm:spPr/>
    </dgm:pt>
    <dgm:pt modelId="{E6ECAFB5-A853-4ABA-8A9B-A1C1811F8939}" type="pres">
      <dgm:prSet presAssocID="{1B1A69F8-60E0-4755-9F17-0670D7D16FD0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CFBA1812-323B-4F36-A080-B55A10FA4A1C}" type="pres">
      <dgm:prSet presAssocID="{1B1A69F8-60E0-4755-9F17-0670D7D16FD0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ACBBBB16-1060-40FA-AC5E-FC7A0170B18C}" type="presOf" srcId="{12E68D0C-A8BF-4357-A84E-2C3DB7BF728F}" destId="{CFBA1812-323B-4F36-A080-B55A10FA4A1C}" srcOrd="0" destOrd="0" presId="urn:microsoft.com/office/officeart/2005/8/layout/vList5"/>
    <dgm:cxn modelId="{51EF411A-7FA0-48E4-B0F5-41CA96D22883}" type="presOf" srcId="{7005583D-FBD9-4810-8D9B-4A37F6A3B6F7}" destId="{8D611ECF-C9B9-43EA-9746-42FE3DA943D3}" srcOrd="0" destOrd="0" presId="urn:microsoft.com/office/officeart/2005/8/layout/vList5"/>
    <dgm:cxn modelId="{0ACC472D-C109-4B88-8FCF-8599F798934A}" srcId="{3554D546-8850-412A-BEFE-6705CF3AC03B}" destId="{7005583D-FBD9-4810-8D9B-4A37F6A3B6F7}" srcOrd="0" destOrd="0" parTransId="{82765ABD-BCA6-47C4-A85C-F2CC22BC17A2}" sibTransId="{AEADC1A5-A4FB-48DF-BC26-838A55C4A83A}"/>
    <dgm:cxn modelId="{99FDE132-64FA-4A1C-A44D-FF652A657E1C}" srcId="{3554D546-8850-412A-BEFE-6705CF3AC03B}" destId="{1B1A69F8-60E0-4755-9F17-0670D7D16FD0}" srcOrd="1" destOrd="0" parTransId="{BC9FD3A6-DCE4-4545-90CF-F8800A340193}" sibTransId="{506F3186-2561-4868-AB3A-CFBD83F5B735}"/>
    <dgm:cxn modelId="{0A6E3D37-7F55-465C-8A99-072A898207ED}" type="presOf" srcId="{3554D546-8850-412A-BEFE-6705CF3AC03B}" destId="{CFE7DF3B-40BF-44D3-8242-9EE513E57C32}" srcOrd="0" destOrd="0" presId="urn:microsoft.com/office/officeart/2005/8/layout/vList5"/>
    <dgm:cxn modelId="{C7AFFA4C-8BE4-45A7-886F-CEA6150660AF}" type="presOf" srcId="{9B61C293-5C0D-4FD7-8A71-1FC846AEFDC5}" destId="{6C2C61D3-A7B5-49EF-B38E-CFFF17648732}" srcOrd="0" destOrd="0" presId="urn:microsoft.com/office/officeart/2005/8/layout/vList5"/>
    <dgm:cxn modelId="{87AEEA7A-BF56-461F-A0E7-724265667DBA}" srcId="{1B1A69F8-60E0-4755-9F17-0670D7D16FD0}" destId="{12E68D0C-A8BF-4357-A84E-2C3DB7BF728F}" srcOrd="0" destOrd="0" parTransId="{B15CA826-4C73-4A4A-8953-146B6821DB4B}" sibTransId="{7E2B2FF1-C6AD-4B7A-9C39-E1D8B48640B3}"/>
    <dgm:cxn modelId="{CB73A5CF-6D2A-4836-9442-F589E7816B18}" srcId="{7005583D-FBD9-4810-8D9B-4A37F6A3B6F7}" destId="{9B61C293-5C0D-4FD7-8A71-1FC846AEFDC5}" srcOrd="0" destOrd="0" parTransId="{6053B01D-BF0C-420B-B66A-AF3F1386558C}" sibTransId="{B17A1F49-293A-4A3B-AF49-99321991745D}"/>
    <dgm:cxn modelId="{27DD54E7-808C-45A6-9524-FF4110FBA65B}" type="presOf" srcId="{1B1A69F8-60E0-4755-9F17-0670D7D16FD0}" destId="{E6ECAFB5-A853-4ABA-8A9B-A1C1811F8939}" srcOrd="0" destOrd="0" presId="urn:microsoft.com/office/officeart/2005/8/layout/vList5"/>
    <dgm:cxn modelId="{74D4AD29-2D06-4614-A1AE-F6185F6EA50B}" type="presParOf" srcId="{CFE7DF3B-40BF-44D3-8242-9EE513E57C32}" destId="{C37D12DC-631A-41D5-BDAC-AE13586C565E}" srcOrd="0" destOrd="0" presId="urn:microsoft.com/office/officeart/2005/8/layout/vList5"/>
    <dgm:cxn modelId="{757B9032-E74E-47F3-A6B5-074CAA980B6B}" type="presParOf" srcId="{C37D12DC-631A-41D5-BDAC-AE13586C565E}" destId="{8D611ECF-C9B9-43EA-9746-42FE3DA943D3}" srcOrd="0" destOrd="0" presId="urn:microsoft.com/office/officeart/2005/8/layout/vList5"/>
    <dgm:cxn modelId="{687FFD00-4A49-443A-BB38-2B27A8B21074}" type="presParOf" srcId="{C37D12DC-631A-41D5-BDAC-AE13586C565E}" destId="{6C2C61D3-A7B5-49EF-B38E-CFFF17648732}" srcOrd="1" destOrd="0" presId="urn:microsoft.com/office/officeart/2005/8/layout/vList5"/>
    <dgm:cxn modelId="{9BC18B1A-8BE8-4A58-B688-DF499E6D354F}" type="presParOf" srcId="{CFE7DF3B-40BF-44D3-8242-9EE513E57C32}" destId="{064389F8-2E6E-4FFA-B0DC-15080AC7CA53}" srcOrd="1" destOrd="0" presId="urn:microsoft.com/office/officeart/2005/8/layout/vList5"/>
    <dgm:cxn modelId="{211A414E-037B-4E2A-9CB6-C43D9BF6A497}" type="presParOf" srcId="{CFE7DF3B-40BF-44D3-8242-9EE513E57C32}" destId="{44D10B37-6EB8-4FCC-9066-A708B6787150}" srcOrd="2" destOrd="0" presId="urn:microsoft.com/office/officeart/2005/8/layout/vList5"/>
    <dgm:cxn modelId="{7D7408C9-E3EF-472E-8ED7-6C3D1CC69D93}" type="presParOf" srcId="{44D10B37-6EB8-4FCC-9066-A708B6787150}" destId="{E6ECAFB5-A853-4ABA-8A9B-A1C1811F8939}" srcOrd="0" destOrd="0" presId="urn:microsoft.com/office/officeart/2005/8/layout/vList5"/>
    <dgm:cxn modelId="{2237A6EB-68C3-44EF-825E-F47A8B3443D9}" type="presParOf" srcId="{44D10B37-6EB8-4FCC-9066-A708B6787150}" destId="{CFBA1812-323B-4F36-A080-B55A10FA4A1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554D546-8850-412A-BEFE-6705CF3AC03B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005583D-FBD9-4810-8D9B-4A37F6A3B6F7}">
      <dgm:prSet custT="1"/>
      <dgm:spPr>
        <a:solidFill>
          <a:srgbClr val="4472C4"/>
        </a:solidFill>
      </dgm:spPr>
      <dgm:t>
        <a:bodyPr/>
        <a:lstStyle/>
        <a:p>
          <a:r>
            <a:rPr lang="en-US" sz="1400" dirty="0">
              <a:latin typeface="Product Sans" panose="020B0403030502040203" pitchFamily="34" charset="0"/>
            </a:rPr>
            <a:t>Network</a:t>
          </a:r>
        </a:p>
      </dgm:t>
    </dgm:pt>
    <dgm:pt modelId="{82765ABD-BCA6-47C4-A85C-F2CC22BC17A2}" type="parTrans" cxnId="{0ACC472D-C109-4B88-8FCF-8599F798934A}">
      <dgm:prSet/>
      <dgm:spPr/>
      <dgm:t>
        <a:bodyPr/>
        <a:lstStyle/>
        <a:p>
          <a:endParaRPr lang="en-US"/>
        </a:p>
      </dgm:t>
    </dgm:pt>
    <dgm:pt modelId="{AEADC1A5-A4FB-48DF-BC26-838A55C4A83A}" type="sibTrans" cxnId="{0ACC472D-C109-4B88-8FCF-8599F798934A}">
      <dgm:prSet/>
      <dgm:spPr/>
      <dgm:t>
        <a:bodyPr/>
        <a:lstStyle/>
        <a:p>
          <a:endParaRPr lang="en-US"/>
        </a:p>
      </dgm:t>
    </dgm:pt>
    <dgm:pt modelId="{9B61C293-5C0D-4FD7-8A71-1FC846AEFDC5}">
      <dgm:prSet custT="1"/>
      <dgm:spPr/>
      <dgm:t>
        <a:bodyPr/>
        <a:lstStyle/>
        <a:p>
          <a:pPr>
            <a:buNone/>
          </a:pPr>
          <a:r>
            <a:rPr lang="en-US" sz="1800" dirty="0">
              <a:latin typeface="Product Sans" panose="020B0403030502040203" pitchFamily="34" charset="0"/>
            </a:rPr>
            <a:t>25.47%</a:t>
          </a:r>
        </a:p>
      </dgm:t>
    </dgm:pt>
    <dgm:pt modelId="{6053B01D-BF0C-420B-B66A-AF3F1386558C}" type="parTrans" cxnId="{CB73A5CF-6D2A-4836-9442-F589E7816B18}">
      <dgm:prSet/>
      <dgm:spPr/>
      <dgm:t>
        <a:bodyPr/>
        <a:lstStyle/>
        <a:p>
          <a:endParaRPr lang="en-US"/>
        </a:p>
      </dgm:t>
    </dgm:pt>
    <dgm:pt modelId="{B17A1F49-293A-4A3B-AF49-99321991745D}" type="sibTrans" cxnId="{CB73A5CF-6D2A-4836-9442-F589E7816B18}">
      <dgm:prSet/>
      <dgm:spPr/>
      <dgm:t>
        <a:bodyPr/>
        <a:lstStyle/>
        <a:p>
          <a:endParaRPr lang="en-US"/>
        </a:p>
      </dgm:t>
    </dgm:pt>
    <dgm:pt modelId="{C6B384EB-FA62-4722-9E06-2D3C79E23A34}">
      <dgm:prSet custT="1"/>
      <dgm:spPr>
        <a:solidFill>
          <a:srgbClr val="FF0000"/>
        </a:solidFill>
      </dgm:spPr>
      <dgm:t>
        <a:bodyPr/>
        <a:lstStyle/>
        <a:p>
          <a:r>
            <a:rPr lang="en-US" sz="1400" dirty="0">
              <a:latin typeface="Product Sans" panose="020B0403030502040203" pitchFamily="34" charset="0"/>
            </a:rPr>
            <a:t>Kegalle</a:t>
          </a:r>
        </a:p>
      </dgm:t>
    </dgm:pt>
    <dgm:pt modelId="{AE830B1E-8391-47B8-A4BF-6E3000F988CB}" type="parTrans" cxnId="{4690A595-9830-4754-ABF8-122458025DFC}">
      <dgm:prSet/>
      <dgm:spPr/>
      <dgm:t>
        <a:bodyPr/>
        <a:lstStyle/>
        <a:p>
          <a:endParaRPr lang="en-US"/>
        </a:p>
      </dgm:t>
    </dgm:pt>
    <dgm:pt modelId="{3FBAC70E-66B0-4D03-8399-D0C995FBC8FC}" type="sibTrans" cxnId="{4690A595-9830-4754-ABF8-122458025DFC}">
      <dgm:prSet/>
      <dgm:spPr/>
      <dgm:t>
        <a:bodyPr/>
        <a:lstStyle/>
        <a:p>
          <a:endParaRPr lang="en-US"/>
        </a:p>
      </dgm:t>
    </dgm:pt>
    <dgm:pt modelId="{14F9EF1C-9E32-4134-97B8-251768B947C3}">
      <dgm:prSet custT="1"/>
      <dgm:spPr/>
      <dgm:t>
        <a:bodyPr/>
        <a:lstStyle/>
        <a:p>
          <a:pPr>
            <a:buNone/>
          </a:pPr>
          <a:r>
            <a:rPr lang="en-US" sz="1800" b="0" i="0" u="none" dirty="0">
              <a:latin typeface="Product Sans" panose="020B0403030502040203" pitchFamily="34" charset="0"/>
            </a:rPr>
            <a:t>27.88%</a:t>
          </a:r>
          <a:r>
            <a:rPr lang="en-US" sz="1800" dirty="0">
              <a:latin typeface="Product Sans" panose="020B0403030502040203" pitchFamily="34" charset="0"/>
            </a:rPr>
            <a:t>  </a:t>
          </a:r>
        </a:p>
      </dgm:t>
    </dgm:pt>
    <dgm:pt modelId="{D2FAE8CB-8C21-48DE-BEED-7409C3F8C1FE}" type="parTrans" cxnId="{D2CD3331-12A6-4095-97D5-A6759402B8AB}">
      <dgm:prSet/>
      <dgm:spPr/>
      <dgm:t>
        <a:bodyPr/>
        <a:lstStyle/>
        <a:p>
          <a:endParaRPr lang="en-US"/>
        </a:p>
      </dgm:t>
    </dgm:pt>
    <dgm:pt modelId="{92C1F704-8874-4C3E-A35F-382097BEE9BB}" type="sibTrans" cxnId="{D2CD3331-12A6-4095-97D5-A6759402B8AB}">
      <dgm:prSet/>
      <dgm:spPr/>
      <dgm:t>
        <a:bodyPr/>
        <a:lstStyle/>
        <a:p>
          <a:endParaRPr lang="en-US"/>
        </a:p>
      </dgm:t>
    </dgm:pt>
    <dgm:pt modelId="{F9B28533-A181-4EEB-9D5C-A8DD1E357163}">
      <dgm:prSet custT="1"/>
      <dgm:spPr>
        <a:solidFill>
          <a:srgbClr val="00B050"/>
        </a:solidFill>
      </dgm:spPr>
      <dgm:t>
        <a:bodyPr/>
        <a:lstStyle/>
        <a:p>
          <a:r>
            <a:rPr lang="en-US" sz="1400" dirty="0">
              <a:latin typeface="Product Sans" panose="020B0403030502040203" pitchFamily="34" charset="0"/>
            </a:rPr>
            <a:t>Puttalam</a:t>
          </a:r>
        </a:p>
      </dgm:t>
    </dgm:pt>
    <dgm:pt modelId="{78F4D6ED-D5B5-4F85-A04E-49F9F15CDA76}" type="parTrans" cxnId="{89831CE5-1301-4C42-A231-58664A78FCD8}">
      <dgm:prSet/>
      <dgm:spPr/>
      <dgm:t>
        <a:bodyPr/>
        <a:lstStyle/>
        <a:p>
          <a:endParaRPr lang="en-US"/>
        </a:p>
      </dgm:t>
    </dgm:pt>
    <dgm:pt modelId="{D8FBB64D-D455-4668-A983-248C0C9D9687}" type="sibTrans" cxnId="{89831CE5-1301-4C42-A231-58664A78FCD8}">
      <dgm:prSet/>
      <dgm:spPr/>
      <dgm:t>
        <a:bodyPr/>
        <a:lstStyle/>
        <a:p>
          <a:endParaRPr lang="en-US"/>
        </a:p>
      </dgm:t>
    </dgm:pt>
    <dgm:pt modelId="{3DCDB340-71E1-4C30-A496-AB43B84147D2}">
      <dgm:prSet custT="1"/>
      <dgm:spPr/>
      <dgm:t>
        <a:bodyPr/>
        <a:lstStyle/>
        <a:p>
          <a:pPr>
            <a:buNone/>
          </a:pPr>
          <a:r>
            <a:rPr lang="en-US" sz="1800" b="0" i="0" u="none" dirty="0">
              <a:latin typeface="Product Sans" panose="020B0403030502040203" pitchFamily="34" charset="0"/>
            </a:rPr>
            <a:t>26.74%</a:t>
          </a:r>
          <a:r>
            <a:rPr lang="en-US" sz="1800" dirty="0">
              <a:latin typeface="Product Sans" panose="020B0403030502040203" pitchFamily="34" charset="0"/>
            </a:rPr>
            <a:t> </a:t>
          </a:r>
        </a:p>
      </dgm:t>
    </dgm:pt>
    <dgm:pt modelId="{9AC9799C-EC43-482F-9DAA-A5B2E7FF8F66}" type="parTrans" cxnId="{FDC944FE-1105-4DF4-8275-207C88572BA6}">
      <dgm:prSet/>
      <dgm:spPr/>
      <dgm:t>
        <a:bodyPr/>
        <a:lstStyle/>
        <a:p>
          <a:endParaRPr lang="en-US"/>
        </a:p>
      </dgm:t>
    </dgm:pt>
    <dgm:pt modelId="{785CF00C-310D-4A10-9502-8FAE893DD623}" type="sibTrans" cxnId="{FDC944FE-1105-4DF4-8275-207C88572BA6}">
      <dgm:prSet/>
      <dgm:spPr/>
      <dgm:t>
        <a:bodyPr/>
        <a:lstStyle/>
        <a:p>
          <a:endParaRPr lang="en-US"/>
        </a:p>
      </dgm:t>
    </dgm:pt>
    <dgm:pt modelId="{CFE7DF3B-40BF-44D3-8242-9EE513E57C32}" type="pres">
      <dgm:prSet presAssocID="{3554D546-8850-412A-BEFE-6705CF3AC03B}" presName="Name0" presStyleCnt="0">
        <dgm:presLayoutVars>
          <dgm:dir/>
          <dgm:animLvl val="lvl"/>
          <dgm:resizeHandles val="exact"/>
        </dgm:presLayoutVars>
      </dgm:prSet>
      <dgm:spPr/>
    </dgm:pt>
    <dgm:pt modelId="{C37D12DC-631A-41D5-BDAC-AE13586C565E}" type="pres">
      <dgm:prSet presAssocID="{7005583D-FBD9-4810-8D9B-4A37F6A3B6F7}" presName="linNode" presStyleCnt="0"/>
      <dgm:spPr/>
    </dgm:pt>
    <dgm:pt modelId="{8D611ECF-C9B9-43EA-9746-42FE3DA943D3}" type="pres">
      <dgm:prSet presAssocID="{7005583D-FBD9-4810-8D9B-4A37F6A3B6F7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6C2C61D3-A7B5-49EF-B38E-CFFF17648732}" type="pres">
      <dgm:prSet presAssocID="{7005583D-FBD9-4810-8D9B-4A37F6A3B6F7}" presName="descendantText" presStyleLbl="alignAccFollowNode1" presStyleIdx="0" presStyleCnt="3">
        <dgm:presLayoutVars>
          <dgm:bulletEnabled val="1"/>
        </dgm:presLayoutVars>
      </dgm:prSet>
      <dgm:spPr/>
    </dgm:pt>
    <dgm:pt modelId="{064389F8-2E6E-4FFA-B0DC-15080AC7CA53}" type="pres">
      <dgm:prSet presAssocID="{AEADC1A5-A4FB-48DF-BC26-838A55C4A83A}" presName="sp" presStyleCnt="0"/>
      <dgm:spPr/>
    </dgm:pt>
    <dgm:pt modelId="{0F7AAB94-FC4E-4903-8601-4D715D14F2F8}" type="pres">
      <dgm:prSet presAssocID="{C6B384EB-FA62-4722-9E06-2D3C79E23A34}" presName="linNode" presStyleCnt="0"/>
      <dgm:spPr/>
    </dgm:pt>
    <dgm:pt modelId="{13E31701-3E39-450E-A601-03C75082C3AD}" type="pres">
      <dgm:prSet presAssocID="{C6B384EB-FA62-4722-9E06-2D3C79E23A34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2D54851F-E891-427F-A3AC-F615710926B6}" type="pres">
      <dgm:prSet presAssocID="{C6B384EB-FA62-4722-9E06-2D3C79E23A34}" presName="descendantText" presStyleLbl="alignAccFollowNode1" presStyleIdx="1" presStyleCnt="3">
        <dgm:presLayoutVars>
          <dgm:bulletEnabled val="1"/>
        </dgm:presLayoutVars>
      </dgm:prSet>
      <dgm:spPr/>
    </dgm:pt>
    <dgm:pt modelId="{7C046D10-683B-4420-B449-DED42729CA69}" type="pres">
      <dgm:prSet presAssocID="{3FBAC70E-66B0-4D03-8399-D0C995FBC8FC}" presName="sp" presStyleCnt="0"/>
      <dgm:spPr/>
    </dgm:pt>
    <dgm:pt modelId="{DBC0F468-22DD-457C-A00A-A62C11F0816B}" type="pres">
      <dgm:prSet presAssocID="{F9B28533-A181-4EEB-9D5C-A8DD1E357163}" presName="linNode" presStyleCnt="0"/>
      <dgm:spPr/>
    </dgm:pt>
    <dgm:pt modelId="{11D682BA-7FBE-4C81-98AF-94A393E19254}" type="pres">
      <dgm:prSet presAssocID="{F9B28533-A181-4EEB-9D5C-A8DD1E357163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DC16D3F8-3A64-489D-B7E4-10432B209CED}" type="pres">
      <dgm:prSet presAssocID="{F9B28533-A181-4EEB-9D5C-A8DD1E357163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E0094707-A591-4228-AA4D-9A3090C918CD}" type="presOf" srcId="{14F9EF1C-9E32-4134-97B8-251768B947C3}" destId="{2D54851F-E891-427F-A3AC-F615710926B6}" srcOrd="0" destOrd="0" presId="urn:microsoft.com/office/officeart/2005/8/layout/vList5"/>
    <dgm:cxn modelId="{51EF411A-7FA0-48E4-B0F5-41CA96D22883}" type="presOf" srcId="{7005583D-FBD9-4810-8D9B-4A37F6A3B6F7}" destId="{8D611ECF-C9B9-43EA-9746-42FE3DA943D3}" srcOrd="0" destOrd="0" presId="urn:microsoft.com/office/officeart/2005/8/layout/vList5"/>
    <dgm:cxn modelId="{0ACC472D-C109-4B88-8FCF-8599F798934A}" srcId="{3554D546-8850-412A-BEFE-6705CF3AC03B}" destId="{7005583D-FBD9-4810-8D9B-4A37F6A3B6F7}" srcOrd="0" destOrd="0" parTransId="{82765ABD-BCA6-47C4-A85C-F2CC22BC17A2}" sibTransId="{AEADC1A5-A4FB-48DF-BC26-838A55C4A83A}"/>
    <dgm:cxn modelId="{D2CD3331-12A6-4095-97D5-A6759402B8AB}" srcId="{C6B384EB-FA62-4722-9E06-2D3C79E23A34}" destId="{14F9EF1C-9E32-4134-97B8-251768B947C3}" srcOrd="0" destOrd="0" parTransId="{D2FAE8CB-8C21-48DE-BEED-7409C3F8C1FE}" sibTransId="{92C1F704-8874-4C3E-A35F-382097BEE9BB}"/>
    <dgm:cxn modelId="{0A6E3D37-7F55-465C-8A99-072A898207ED}" type="presOf" srcId="{3554D546-8850-412A-BEFE-6705CF3AC03B}" destId="{CFE7DF3B-40BF-44D3-8242-9EE513E57C32}" srcOrd="0" destOrd="0" presId="urn:microsoft.com/office/officeart/2005/8/layout/vList5"/>
    <dgm:cxn modelId="{713BC369-310E-46FF-A636-BDC31C0A5628}" type="presOf" srcId="{C6B384EB-FA62-4722-9E06-2D3C79E23A34}" destId="{13E31701-3E39-450E-A601-03C75082C3AD}" srcOrd="0" destOrd="0" presId="urn:microsoft.com/office/officeart/2005/8/layout/vList5"/>
    <dgm:cxn modelId="{C7AFFA4C-8BE4-45A7-886F-CEA6150660AF}" type="presOf" srcId="{9B61C293-5C0D-4FD7-8A71-1FC846AEFDC5}" destId="{6C2C61D3-A7B5-49EF-B38E-CFFF17648732}" srcOrd="0" destOrd="0" presId="urn:microsoft.com/office/officeart/2005/8/layout/vList5"/>
    <dgm:cxn modelId="{4690A595-9830-4754-ABF8-122458025DFC}" srcId="{3554D546-8850-412A-BEFE-6705CF3AC03B}" destId="{C6B384EB-FA62-4722-9E06-2D3C79E23A34}" srcOrd="1" destOrd="0" parTransId="{AE830B1E-8391-47B8-A4BF-6E3000F988CB}" sibTransId="{3FBAC70E-66B0-4D03-8399-D0C995FBC8FC}"/>
    <dgm:cxn modelId="{A9F7AFA2-D2FF-4D2B-B980-30A3B44894F1}" type="presOf" srcId="{F9B28533-A181-4EEB-9D5C-A8DD1E357163}" destId="{11D682BA-7FBE-4C81-98AF-94A393E19254}" srcOrd="0" destOrd="0" presId="urn:microsoft.com/office/officeart/2005/8/layout/vList5"/>
    <dgm:cxn modelId="{CB73A5CF-6D2A-4836-9442-F589E7816B18}" srcId="{7005583D-FBD9-4810-8D9B-4A37F6A3B6F7}" destId="{9B61C293-5C0D-4FD7-8A71-1FC846AEFDC5}" srcOrd="0" destOrd="0" parTransId="{6053B01D-BF0C-420B-B66A-AF3F1386558C}" sibTransId="{B17A1F49-293A-4A3B-AF49-99321991745D}"/>
    <dgm:cxn modelId="{3FFE16D1-B213-4552-A6FD-1778FA5211B7}" type="presOf" srcId="{3DCDB340-71E1-4C30-A496-AB43B84147D2}" destId="{DC16D3F8-3A64-489D-B7E4-10432B209CED}" srcOrd="0" destOrd="0" presId="urn:microsoft.com/office/officeart/2005/8/layout/vList5"/>
    <dgm:cxn modelId="{89831CE5-1301-4C42-A231-58664A78FCD8}" srcId="{3554D546-8850-412A-BEFE-6705CF3AC03B}" destId="{F9B28533-A181-4EEB-9D5C-A8DD1E357163}" srcOrd="2" destOrd="0" parTransId="{78F4D6ED-D5B5-4F85-A04E-49F9F15CDA76}" sibTransId="{D8FBB64D-D455-4668-A983-248C0C9D9687}"/>
    <dgm:cxn modelId="{FDC944FE-1105-4DF4-8275-207C88572BA6}" srcId="{F9B28533-A181-4EEB-9D5C-A8DD1E357163}" destId="{3DCDB340-71E1-4C30-A496-AB43B84147D2}" srcOrd="0" destOrd="0" parTransId="{9AC9799C-EC43-482F-9DAA-A5B2E7FF8F66}" sibTransId="{785CF00C-310D-4A10-9502-8FAE893DD623}"/>
    <dgm:cxn modelId="{74D4AD29-2D06-4614-A1AE-F6185F6EA50B}" type="presParOf" srcId="{CFE7DF3B-40BF-44D3-8242-9EE513E57C32}" destId="{C37D12DC-631A-41D5-BDAC-AE13586C565E}" srcOrd="0" destOrd="0" presId="urn:microsoft.com/office/officeart/2005/8/layout/vList5"/>
    <dgm:cxn modelId="{757B9032-E74E-47F3-A6B5-074CAA980B6B}" type="presParOf" srcId="{C37D12DC-631A-41D5-BDAC-AE13586C565E}" destId="{8D611ECF-C9B9-43EA-9746-42FE3DA943D3}" srcOrd="0" destOrd="0" presId="urn:microsoft.com/office/officeart/2005/8/layout/vList5"/>
    <dgm:cxn modelId="{687FFD00-4A49-443A-BB38-2B27A8B21074}" type="presParOf" srcId="{C37D12DC-631A-41D5-BDAC-AE13586C565E}" destId="{6C2C61D3-A7B5-49EF-B38E-CFFF17648732}" srcOrd="1" destOrd="0" presId="urn:microsoft.com/office/officeart/2005/8/layout/vList5"/>
    <dgm:cxn modelId="{9BC18B1A-8BE8-4A58-B688-DF499E6D354F}" type="presParOf" srcId="{CFE7DF3B-40BF-44D3-8242-9EE513E57C32}" destId="{064389F8-2E6E-4FFA-B0DC-15080AC7CA53}" srcOrd="1" destOrd="0" presId="urn:microsoft.com/office/officeart/2005/8/layout/vList5"/>
    <dgm:cxn modelId="{546E658D-8C12-4804-9153-7C331D4A8947}" type="presParOf" srcId="{CFE7DF3B-40BF-44D3-8242-9EE513E57C32}" destId="{0F7AAB94-FC4E-4903-8601-4D715D14F2F8}" srcOrd="2" destOrd="0" presId="urn:microsoft.com/office/officeart/2005/8/layout/vList5"/>
    <dgm:cxn modelId="{0A905A79-3148-41CE-99BB-86FE81DCB020}" type="presParOf" srcId="{0F7AAB94-FC4E-4903-8601-4D715D14F2F8}" destId="{13E31701-3E39-450E-A601-03C75082C3AD}" srcOrd="0" destOrd="0" presId="urn:microsoft.com/office/officeart/2005/8/layout/vList5"/>
    <dgm:cxn modelId="{AA6D7F56-B17A-4BEA-A730-7A522DECBB72}" type="presParOf" srcId="{0F7AAB94-FC4E-4903-8601-4D715D14F2F8}" destId="{2D54851F-E891-427F-A3AC-F615710926B6}" srcOrd="1" destOrd="0" presId="urn:microsoft.com/office/officeart/2005/8/layout/vList5"/>
    <dgm:cxn modelId="{8102E027-6473-48D6-A596-056DB652B2EA}" type="presParOf" srcId="{CFE7DF3B-40BF-44D3-8242-9EE513E57C32}" destId="{7C046D10-683B-4420-B449-DED42729CA69}" srcOrd="3" destOrd="0" presId="urn:microsoft.com/office/officeart/2005/8/layout/vList5"/>
    <dgm:cxn modelId="{2DA14A71-01AF-472F-8C42-9AA73C763619}" type="presParOf" srcId="{CFE7DF3B-40BF-44D3-8242-9EE513E57C32}" destId="{DBC0F468-22DD-457C-A00A-A62C11F0816B}" srcOrd="4" destOrd="0" presId="urn:microsoft.com/office/officeart/2005/8/layout/vList5"/>
    <dgm:cxn modelId="{CD88B7CF-94C2-4FF6-815A-0DD4B1AF6184}" type="presParOf" srcId="{DBC0F468-22DD-457C-A00A-A62C11F0816B}" destId="{11D682BA-7FBE-4C81-98AF-94A393E19254}" srcOrd="0" destOrd="0" presId="urn:microsoft.com/office/officeart/2005/8/layout/vList5"/>
    <dgm:cxn modelId="{A0B15FC5-103B-457F-BE26-8B2C81E8D2DA}" type="presParOf" srcId="{DBC0F468-22DD-457C-A00A-A62C11F0816B}" destId="{DC16D3F8-3A64-489D-B7E4-10432B209CED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554D546-8850-412A-BEFE-6705CF3AC03B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005583D-FBD9-4810-8D9B-4A37F6A3B6F7}">
      <dgm:prSet custT="1"/>
      <dgm:spPr>
        <a:solidFill>
          <a:srgbClr val="4472C4"/>
        </a:solidFill>
      </dgm:spPr>
      <dgm:t>
        <a:bodyPr/>
        <a:lstStyle/>
        <a:p>
          <a:r>
            <a:rPr lang="en-US" sz="1400" dirty="0">
              <a:latin typeface="Product Sans" panose="020B0403030502040203" pitchFamily="34" charset="0"/>
            </a:rPr>
            <a:t>Network</a:t>
          </a:r>
        </a:p>
      </dgm:t>
    </dgm:pt>
    <dgm:pt modelId="{82765ABD-BCA6-47C4-A85C-F2CC22BC17A2}" type="parTrans" cxnId="{0ACC472D-C109-4B88-8FCF-8599F798934A}">
      <dgm:prSet/>
      <dgm:spPr/>
      <dgm:t>
        <a:bodyPr/>
        <a:lstStyle/>
        <a:p>
          <a:endParaRPr lang="en-US"/>
        </a:p>
      </dgm:t>
    </dgm:pt>
    <dgm:pt modelId="{AEADC1A5-A4FB-48DF-BC26-838A55C4A83A}" type="sibTrans" cxnId="{0ACC472D-C109-4B88-8FCF-8599F798934A}">
      <dgm:prSet/>
      <dgm:spPr/>
      <dgm:t>
        <a:bodyPr/>
        <a:lstStyle/>
        <a:p>
          <a:endParaRPr lang="en-US"/>
        </a:p>
      </dgm:t>
    </dgm:pt>
    <dgm:pt modelId="{9B61C293-5C0D-4FD7-8A71-1FC846AEFDC5}">
      <dgm:prSet custT="1"/>
      <dgm:spPr/>
      <dgm:t>
        <a:bodyPr/>
        <a:lstStyle/>
        <a:p>
          <a:pPr>
            <a:buNone/>
          </a:pPr>
          <a:r>
            <a:rPr lang="en-US" sz="1800" b="0" i="0" u="none" dirty="0">
              <a:latin typeface="Product Sans" panose="020B0403030502040203" pitchFamily="34" charset="0"/>
            </a:rPr>
            <a:t>58.98%</a:t>
          </a:r>
          <a:r>
            <a:rPr lang="en-US" sz="1800" dirty="0">
              <a:latin typeface="Product Sans" panose="020B0403030502040203" pitchFamily="34" charset="0"/>
            </a:rPr>
            <a:t> </a:t>
          </a:r>
        </a:p>
      </dgm:t>
    </dgm:pt>
    <dgm:pt modelId="{6053B01D-BF0C-420B-B66A-AF3F1386558C}" type="parTrans" cxnId="{CB73A5CF-6D2A-4836-9442-F589E7816B18}">
      <dgm:prSet/>
      <dgm:spPr/>
      <dgm:t>
        <a:bodyPr/>
        <a:lstStyle/>
        <a:p>
          <a:endParaRPr lang="en-US"/>
        </a:p>
      </dgm:t>
    </dgm:pt>
    <dgm:pt modelId="{B17A1F49-293A-4A3B-AF49-99321991745D}" type="sibTrans" cxnId="{CB73A5CF-6D2A-4836-9442-F589E7816B18}">
      <dgm:prSet/>
      <dgm:spPr/>
      <dgm:t>
        <a:bodyPr/>
        <a:lstStyle/>
        <a:p>
          <a:endParaRPr lang="en-US"/>
        </a:p>
      </dgm:t>
    </dgm:pt>
    <dgm:pt modelId="{C6B384EB-FA62-4722-9E06-2D3C79E23A34}">
      <dgm:prSet custT="1"/>
      <dgm:spPr>
        <a:solidFill>
          <a:srgbClr val="FF0000"/>
        </a:solidFill>
      </dgm:spPr>
      <dgm:t>
        <a:bodyPr/>
        <a:lstStyle/>
        <a:p>
          <a:r>
            <a:rPr lang="en-US" sz="1400" dirty="0">
              <a:latin typeface="Product Sans" panose="020B0403030502040203" pitchFamily="34" charset="0"/>
            </a:rPr>
            <a:t>Kegalle</a:t>
          </a:r>
        </a:p>
      </dgm:t>
    </dgm:pt>
    <dgm:pt modelId="{AE830B1E-8391-47B8-A4BF-6E3000F988CB}" type="parTrans" cxnId="{4690A595-9830-4754-ABF8-122458025DFC}">
      <dgm:prSet/>
      <dgm:spPr/>
      <dgm:t>
        <a:bodyPr/>
        <a:lstStyle/>
        <a:p>
          <a:endParaRPr lang="en-US"/>
        </a:p>
      </dgm:t>
    </dgm:pt>
    <dgm:pt modelId="{3FBAC70E-66B0-4D03-8399-D0C995FBC8FC}" type="sibTrans" cxnId="{4690A595-9830-4754-ABF8-122458025DFC}">
      <dgm:prSet/>
      <dgm:spPr/>
      <dgm:t>
        <a:bodyPr/>
        <a:lstStyle/>
        <a:p>
          <a:endParaRPr lang="en-US"/>
        </a:p>
      </dgm:t>
    </dgm:pt>
    <dgm:pt modelId="{14F9EF1C-9E32-4134-97B8-251768B947C3}">
      <dgm:prSet custT="1"/>
      <dgm:spPr/>
      <dgm:t>
        <a:bodyPr/>
        <a:lstStyle/>
        <a:p>
          <a:pPr>
            <a:buNone/>
          </a:pPr>
          <a:r>
            <a:rPr lang="en-US" sz="1800" b="0" i="0" u="none" dirty="0">
              <a:latin typeface="Product Sans" panose="020B0403030502040203" pitchFamily="34" charset="0"/>
            </a:rPr>
            <a:t>61.31%</a:t>
          </a:r>
          <a:r>
            <a:rPr lang="en-US" sz="1800" dirty="0">
              <a:latin typeface="Product Sans" panose="020B0403030502040203" pitchFamily="34" charset="0"/>
            </a:rPr>
            <a:t> </a:t>
          </a:r>
        </a:p>
      </dgm:t>
    </dgm:pt>
    <dgm:pt modelId="{D2FAE8CB-8C21-48DE-BEED-7409C3F8C1FE}" type="parTrans" cxnId="{D2CD3331-12A6-4095-97D5-A6759402B8AB}">
      <dgm:prSet/>
      <dgm:spPr/>
      <dgm:t>
        <a:bodyPr/>
        <a:lstStyle/>
        <a:p>
          <a:endParaRPr lang="en-US"/>
        </a:p>
      </dgm:t>
    </dgm:pt>
    <dgm:pt modelId="{92C1F704-8874-4C3E-A35F-382097BEE9BB}" type="sibTrans" cxnId="{D2CD3331-12A6-4095-97D5-A6759402B8AB}">
      <dgm:prSet/>
      <dgm:spPr/>
      <dgm:t>
        <a:bodyPr/>
        <a:lstStyle/>
        <a:p>
          <a:endParaRPr lang="en-US"/>
        </a:p>
      </dgm:t>
    </dgm:pt>
    <dgm:pt modelId="{F9B28533-A181-4EEB-9D5C-A8DD1E357163}">
      <dgm:prSet custT="1"/>
      <dgm:spPr>
        <a:solidFill>
          <a:srgbClr val="00B050"/>
        </a:solidFill>
      </dgm:spPr>
      <dgm:t>
        <a:bodyPr/>
        <a:lstStyle/>
        <a:p>
          <a:r>
            <a:rPr lang="en-US" sz="1400" dirty="0">
              <a:latin typeface="Product Sans" panose="020B0403030502040203" pitchFamily="34" charset="0"/>
            </a:rPr>
            <a:t>Puttalam</a:t>
          </a:r>
        </a:p>
      </dgm:t>
    </dgm:pt>
    <dgm:pt modelId="{78F4D6ED-D5B5-4F85-A04E-49F9F15CDA76}" type="parTrans" cxnId="{89831CE5-1301-4C42-A231-58664A78FCD8}">
      <dgm:prSet/>
      <dgm:spPr/>
      <dgm:t>
        <a:bodyPr/>
        <a:lstStyle/>
        <a:p>
          <a:endParaRPr lang="en-US"/>
        </a:p>
      </dgm:t>
    </dgm:pt>
    <dgm:pt modelId="{D8FBB64D-D455-4668-A983-248C0C9D9687}" type="sibTrans" cxnId="{89831CE5-1301-4C42-A231-58664A78FCD8}">
      <dgm:prSet/>
      <dgm:spPr/>
      <dgm:t>
        <a:bodyPr/>
        <a:lstStyle/>
        <a:p>
          <a:endParaRPr lang="en-US"/>
        </a:p>
      </dgm:t>
    </dgm:pt>
    <dgm:pt modelId="{3DCDB340-71E1-4C30-A496-AB43B84147D2}">
      <dgm:prSet custT="1"/>
      <dgm:spPr/>
      <dgm:t>
        <a:bodyPr/>
        <a:lstStyle/>
        <a:p>
          <a:pPr>
            <a:buNone/>
          </a:pPr>
          <a:r>
            <a:rPr lang="en-US" sz="1800" dirty="0">
              <a:latin typeface="Product Sans" panose="020B0403030502040203" pitchFamily="34" charset="0"/>
            </a:rPr>
            <a:t>53.3%</a:t>
          </a:r>
        </a:p>
      </dgm:t>
    </dgm:pt>
    <dgm:pt modelId="{9AC9799C-EC43-482F-9DAA-A5B2E7FF8F66}" type="parTrans" cxnId="{FDC944FE-1105-4DF4-8275-207C88572BA6}">
      <dgm:prSet/>
      <dgm:spPr/>
      <dgm:t>
        <a:bodyPr/>
        <a:lstStyle/>
        <a:p>
          <a:endParaRPr lang="en-US"/>
        </a:p>
      </dgm:t>
    </dgm:pt>
    <dgm:pt modelId="{785CF00C-310D-4A10-9502-8FAE893DD623}" type="sibTrans" cxnId="{FDC944FE-1105-4DF4-8275-207C88572BA6}">
      <dgm:prSet/>
      <dgm:spPr/>
      <dgm:t>
        <a:bodyPr/>
        <a:lstStyle/>
        <a:p>
          <a:endParaRPr lang="en-US"/>
        </a:p>
      </dgm:t>
    </dgm:pt>
    <dgm:pt modelId="{CFE7DF3B-40BF-44D3-8242-9EE513E57C32}" type="pres">
      <dgm:prSet presAssocID="{3554D546-8850-412A-BEFE-6705CF3AC03B}" presName="Name0" presStyleCnt="0">
        <dgm:presLayoutVars>
          <dgm:dir/>
          <dgm:animLvl val="lvl"/>
          <dgm:resizeHandles val="exact"/>
        </dgm:presLayoutVars>
      </dgm:prSet>
      <dgm:spPr/>
    </dgm:pt>
    <dgm:pt modelId="{C37D12DC-631A-41D5-BDAC-AE13586C565E}" type="pres">
      <dgm:prSet presAssocID="{7005583D-FBD9-4810-8D9B-4A37F6A3B6F7}" presName="linNode" presStyleCnt="0"/>
      <dgm:spPr/>
    </dgm:pt>
    <dgm:pt modelId="{8D611ECF-C9B9-43EA-9746-42FE3DA943D3}" type="pres">
      <dgm:prSet presAssocID="{7005583D-FBD9-4810-8D9B-4A37F6A3B6F7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6C2C61D3-A7B5-49EF-B38E-CFFF17648732}" type="pres">
      <dgm:prSet presAssocID="{7005583D-FBD9-4810-8D9B-4A37F6A3B6F7}" presName="descendantText" presStyleLbl="alignAccFollowNode1" presStyleIdx="0" presStyleCnt="3">
        <dgm:presLayoutVars>
          <dgm:bulletEnabled val="1"/>
        </dgm:presLayoutVars>
      </dgm:prSet>
      <dgm:spPr/>
    </dgm:pt>
    <dgm:pt modelId="{064389F8-2E6E-4FFA-B0DC-15080AC7CA53}" type="pres">
      <dgm:prSet presAssocID="{AEADC1A5-A4FB-48DF-BC26-838A55C4A83A}" presName="sp" presStyleCnt="0"/>
      <dgm:spPr/>
    </dgm:pt>
    <dgm:pt modelId="{0F7AAB94-FC4E-4903-8601-4D715D14F2F8}" type="pres">
      <dgm:prSet presAssocID="{C6B384EB-FA62-4722-9E06-2D3C79E23A34}" presName="linNode" presStyleCnt="0"/>
      <dgm:spPr/>
    </dgm:pt>
    <dgm:pt modelId="{13E31701-3E39-450E-A601-03C75082C3AD}" type="pres">
      <dgm:prSet presAssocID="{C6B384EB-FA62-4722-9E06-2D3C79E23A34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2D54851F-E891-427F-A3AC-F615710926B6}" type="pres">
      <dgm:prSet presAssocID="{C6B384EB-FA62-4722-9E06-2D3C79E23A34}" presName="descendantText" presStyleLbl="alignAccFollowNode1" presStyleIdx="1" presStyleCnt="3">
        <dgm:presLayoutVars>
          <dgm:bulletEnabled val="1"/>
        </dgm:presLayoutVars>
      </dgm:prSet>
      <dgm:spPr/>
    </dgm:pt>
    <dgm:pt modelId="{7C046D10-683B-4420-B449-DED42729CA69}" type="pres">
      <dgm:prSet presAssocID="{3FBAC70E-66B0-4D03-8399-D0C995FBC8FC}" presName="sp" presStyleCnt="0"/>
      <dgm:spPr/>
    </dgm:pt>
    <dgm:pt modelId="{DBC0F468-22DD-457C-A00A-A62C11F0816B}" type="pres">
      <dgm:prSet presAssocID="{F9B28533-A181-4EEB-9D5C-A8DD1E357163}" presName="linNode" presStyleCnt="0"/>
      <dgm:spPr/>
    </dgm:pt>
    <dgm:pt modelId="{11D682BA-7FBE-4C81-98AF-94A393E19254}" type="pres">
      <dgm:prSet presAssocID="{F9B28533-A181-4EEB-9D5C-A8DD1E357163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DC16D3F8-3A64-489D-B7E4-10432B209CED}" type="pres">
      <dgm:prSet presAssocID="{F9B28533-A181-4EEB-9D5C-A8DD1E357163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E0094707-A591-4228-AA4D-9A3090C918CD}" type="presOf" srcId="{14F9EF1C-9E32-4134-97B8-251768B947C3}" destId="{2D54851F-E891-427F-A3AC-F615710926B6}" srcOrd="0" destOrd="0" presId="urn:microsoft.com/office/officeart/2005/8/layout/vList5"/>
    <dgm:cxn modelId="{51EF411A-7FA0-48E4-B0F5-41CA96D22883}" type="presOf" srcId="{7005583D-FBD9-4810-8D9B-4A37F6A3B6F7}" destId="{8D611ECF-C9B9-43EA-9746-42FE3DA943D3}" srcOrd="0" destOrd="0" presId="urn:microsoft.com/office/officeart/2005/8/layout/vList5"/>
    <dgm:cxn modelId="{0ACC472D-C109-4B88-8FCF-8599F798934A}" srcId="{3554D546-8850-412A-BEFE-6705CF3AC03B}" destId="{7005583D-FBD9-4810-8D9B-4A37F6A3B6F7}" srcOrd="0" destOrd="0" parTransId="{82765ABD-BCA6-47C4-A85C-F2CC22BC17A2}" sibTransId="{AEADC1A5-A4FB-48DF-BC26-838A55C4A83A}"/>
    <dgm:cxn modelId="{D2CD3331-12A6-4095-97D5-A6759402B8AB}" srcId="{C6B384EB-FA62-4722-9E06-2D3C79E23A34}" destId="{14F9EF1C-9E32-4134-97B8-251768B947C3}" srcOrd="0" destOrd="0" parTransId="{D2FAE8CB-8C21-48DE-BEED-7409C3F8C1FE}" sibTransId="{92C1F704-8874-4C3E-A35F-382097BEE9BB}"/>
    <dgm:cxn modelId="{0A6E3D37-7F55-465C-8A99-072A898207ED}" type="presOf" srcId="{3554D546-8850-412A-BEFE-6705CF3AC03B}" destId="{CFE7DF3B-40BF-44D3-8242-9EE513E57C32}" srcOrd="0" destOrd="0" presId="urn:microsoft.com/office/officeart/2005/8/layout/vList5"/>
    <dgm:cxn modelId="{713BC369-310E-46FF-A636-BDC31C0A5628}" type="presOf" srcId="{C6B384EB-FA62-4722-9E06-2D3C79E23A34}" destId="{13E31701-3E39-450E-A601-03C75082C3AD}" srcOrd="0" destOrd="0" presId="urn:microsoft.com/office/officeart/2005/8/layout/vList5"/>
    <dgm:cxn modelId="{C7AFFA4C-8BE4-45A7-886F-CEA6150660AF}" type="presOf" srcId="{9B61C293-5C0D-4FD7-8A71-1FC846AEFDC5}" destId="{6C2C61D3-A7B5-49EF-B38E-CFFF17648732}" srcOrd="0" destOrd="0" presId="urn:microsoft.com/office/officeart/2005/8/layout/vList5"/>
    <dgm:cxn modelId="{4690A595-9830-4754-ABF8-122458025DFC}" srcId="{3554D546-8850-412A-BEFE-6705CF3AC03B}" destId="{C6B384EB-FA62-4722-9E06-2D3C79E23A34}" srcOrd="1" destOrd="0" parTransId="{AE830B1E-8391-47B8-A4BF-6E3000F988CB}" sibTransId="{3FBAC70E-66B0-4D03-8399-D0C995FBC8FC}"/>
    <dgm:cxn modelId="{A9F7AFA2-D2FF-4D2B-B980-30A3B44894F1}" type="presOf" srcId="{F9B28533-A181-4EEB-9D5C-A8DD1E357163}" destId="{11D682BA-7FBE-4C81-98AF-94A393E19254}" srcOrd="0" destOrd="0" presId="urn:microsoft.com/office/officeart/2005/8/layout/vList5"/>
    <dgm:cxn modelId="{CB73A5CF-6D2A-4836-9442-F589E7816B18}" srcId="{7005583D-FBD9-4810-8D9B-4A37F6A3B6F7}" destId="{9B61C293-5C0D-4FD7-8A71-1FC846AEFDC5}" srcOrd="0" destOrd="0" parTransId="{6053B01D-BF0C-420B-B66A-AF3F1386558C}" sibTransId="{B17A1F49-293A-4A3B-AF49-99321991745D}"/>
    <dgm:cxn modelId="{3FFE16D1-B213-4552-A6FD-1778FA5211B7}" type="presOf" srcId="{3DCDB340-71E1-4C30-A496-AB43B84147D2}" destId="{DC16D3F8-3A64-489D-B7E4-10432B209CED}" srcOrd="0" destOrd="0" presId="urn:microsoft.com/office/officeart/2005/8/layout/vList5"/>
    <dgm:cxn modelId="{89831CE5-1301-4C42-A231-58664A78FCD8}" srcId="{3554D546-8850-412A-BEFE-6705CF3AC03B}" destId="{F9B28533-A181-4EEB-9D5C-A8DD1E357163}" srcOrd="2" destOrd="0" parTransId="{78F4D6ED-D5B5-4F85-A04E-49F9F15CDA76}" sibTransId="{D8FBB64D-D455-4668-A983-248C0C9D9687}"/>
    <dgm:cxn modelId="{FDC944FE-1105-4DF4-8275-207C88572BA6}" srcId="{F9B28533-A181-4EEB-9D5C-A8DD1E357163}" destId="{3DCDB340-71E1-4C30-A496-AB43B84147D2}" srcOrd="0" destOrd="0" parTransId="{9AC9799C-EC43-482F-9DAA-A5B2E7FF8F66}" sibTransId="{785CF00C-310D-4A10-9502-8FAE893DD623}"/>
    <dgm:cxn modelId="{74D4AD29-2D06-4614-A1AE-F6185F6EA50B}" type="presParOf" srcId="{CFE7DF3B-40BF-44D3-8242-9EE513E57C32}" destId="{C37D12DC-631A-41D5-BDAC-AE13586C565E}" srcOrd="0" destOrd="0" presId="urn:microsoft.com/office/officeart/2005/8/layout/vList5"/>
    <dgm:cxn modelId="{757B9032-E74E-47F3-A6B5-074CAA980B6B}" type="presParOf" srcId="{C37D12DC-631A-41D5-BDAC-AE13586C565E}" destId="{8D611ECF-C9B9-43EA-9746-42FE3DA943D3}" srcOrd="0" destOrd="0" presId="urn:microsoft.com/office/officeart/2005/8/layout/vList5"/>
    <dgm:cxn modelId="{687FFD00-4A49-443A-BB38-2B27A8B21074}" type="presParOf" srcId="{C37D12DC-631A-41D5-BDAC-AE13586C565E}" destId="{6C2C61D3-A7B5-49EF-B38E-CFFF17648732}" srcOrd="1" destOrd="0" presId="urn:microsoft.com/office/officeart/2005/8/layout/vList5"/>
    <dgm:cxn modelId="{9BC18B1A-8BE8-4A58-B688-DF499E6D354F}" type="presParOf" srcId="{CFE7DF3B-40BF-44D3-8242-9EE513E57C32}" destId="{064389F8-2E6E-4FFA-B0DC-15080AC7CA53}" srcOrd="1" destOrd="0" presId="urn:microsoft.com/office/officeart/2005/8/layout/vList5"/>
    <dgm:cxn modelId="{546E658D-8C12-4804-9153-7C331D4A8947}" type="presParOf" srcId="{CFE7DF3B-40BF-44D3-8242-9EE513E57C32}" destId="{0F7AAB94-FC4E-4903-8601-4D715D14F2F8}" srcOrd="2" destOrd="0" presId="urn:microsoft.com/office/officeart/2005/8/layout/vList5"/>
    <dgm:cxn modelId="{0A905A79-3148-41CE-99BB-86FE81DCB020}" type="presParOf" srcId="{0F7AAB94-FC4E-4903-8601-4D715D14F2F8}" destId="{13E31701-3E39-450E-A601-03C75082C3AD}" srcOrd="0" destOrd="0" presId="urn:microsoft.com/office/officeart/2005/8/layout/vList5"/>
    <dgm:cxn modelId="{AA6D7F56-B17A-4BEA-A730-7A522DECBB72}" type="presParOf" srcId="{0F7AAB94-FC4E-4903-8601-4D715D14F2F8}" destId="{2D54851F-E891-427F-A3AC-F615710926B6}" srcOrd="1" destOrd="0" presId="urn:microsoft.com/office/officeart/2005/8/layout/vList5"/>
    <dgm:cxn modelId="{8102E027-6473-48D6-A596-056DB652B2EA}" type="presParOf" srcId="{CFE7DF3B-40BF-44D3-8242-9EE513E57C32}" destId="{7C046D10-683B-4420-B449-DED42729CA69}" srcOrd="3" destOrd="0" presId="urn:microsoft.com/office/officeart/2005/8/layout/vList5"/>
    <dgm:cxn modelId="{2DA14A71-01AF-472F-8C42-9AA73C763619}" type="presParOf" srcId="{CFE7DF3B-40BF-44D3-8242-9EE513E57C32}" destId="{DBC0F468-22DD-457C-A00A-A62C11F0816B}" srcOrd="4" destOrd="0" presId="urn:microsoft.com/office/officeart/2005/8/layout/vList5"/>
    <dgm:cxn modelId="{CD88B7CF-94C2-4FF6-815A-0DD4B1AF6184}" type="presParOf" srcId="{DBC0F468-22DD-457C-A00A-A62C11F0816B}" destId="{11D682BA-7FBE-4C81-98AF-94A393E19254}" srcOrd="0" destOrd="0" presId="urn:microsoft.com/office/officeart/2005/8/layout/vList5"/>
    <dgm:cxn modelId="{A0B15FC5-103B-457F-BE26-8B2C81E8D2DA}" type="presParOf" srcId="{DBC0F468-22DD-457C-A00A-A62C11F0816B}" destId="{DC16D3F8-3A64-489D-B7E4-10432B209CED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554D546-8850-412A-BEFE-6705CF3AC03B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005583D-FBD9-4810-8D9B-4A37F6A3B6F7}">
      <dgm:prSet custT="1"/>
      <dgm:spPr>
        <a:solidFill>
          <a:srgbClr val="4472C4"/>
        </a:solidFill>
      </dgm:spPr>
      <dgm:t>
        <a:bodyPr/>
        <a:lstStyle/>
        <a:p>
          <a:r>
            <a:rPr lang="en-US" sz="1400" dirty="0">
              <a:latin typeface="Product Sans" panose="020B0403030502040203" pitchFamily="34" charset="0"/>
            </a:rPr>
            <a:t>Network</a:t>
          </a:r>
        </a:p>
      </dgm:t>
    </dgm:pt>
    <dgm:pt modelId="{82765ABD-BCA6-47C4-A85C-F2CC22BC17A2}" type="parTrans" cxnId="{0ACC472D-C109-4B88-8FCF-8599F798934A}">
      <dgm:prSet/>
      <dgm:spPr/>
      <dgm:t>
        <a:bodyPr/>
        <a:lstStyle/>
        <a:p>
          <a:endParaRPr lang="en-US"/>
        </a:p>
      </dgm:t>
    </dgm:pt>
    <dgm:pt modelId="{AEADC1A5-A4FB-48DF-BC26-838A55C4A83A}" type="sibTrans" cxnId="{0ACC472D-C109-4B88-8FCF-8599F798934A}">
      <dgm:prSet/>
      <dgm:spPr/>
      <dgm:t>
        <a:bodyPr/>
        <a:lstStyle/>
        <a:p>
          <a:endParaRPr lang="en-US"/>
        </a:p>
      </dgm:t>
    </dgm:pt>
    <dgm:pt modelId="{9B61C293-5C0D-4FD7-8A71-1FC846AEFDC5}">
      <dgm:prSet custT="1"/>
      <dgm:spPr/>
      <dgm:t>
        <a:bodyPr/>
        <a:lstStyle/>
        <a:p>
          <a:pPr>
            <a:buNone/>
          </a:pPr>
          <a:r>
            <a:rPr lang="en-US" sz="1800" b="0" i="0" u="none" dirty="0">
              <a:latin typeface="Product Sans" panose="020B0403030502040203" pitchFamily="34" charset="0"/>
            </a:rPr>
            <a:t>-8.31%</a:t>
          </a:r>
          <a:endParaRPr lang="en-US" sz="1800" dirty="0">
            <a:latin typeface="Product Sans" panose="020B0403030502040203" pitchFamily="34" charset="0"/>
          </a:endParaRPr>
        </a:p>
      </dgm:t>
    </dgm:pt>
    <dgm:pt modelId="{6053B01D-BF0C-420B-B66A-AF3F1386558C}" type="parTrans" cxnId="{CB73A5CF-6D2A-4836-9442-F589E7816B18}">
      <dgm:prSet/>
      <dgm:spPr/>
      <dgm:t>
        <a:bodyPr/>
        <a:lstStyle/>
        <a:p>
          <a:endParaRPr lang="en-US"/>
        </a:p>
      </dgm:t>
    </dgm:pt>
    <dgm:pt modelId="{B17A1F49-293A-4A3B-AF49-99321991745D}" type="sibTrans" cxnId="{CB73A5CF-6D2A-4836-9442-F589E7816B18}">
      <dgm:prSet/>
      <dgm:spPr/>
      <dgm:t>
        <a:bodyPr/>
        <a:lstStyle/>
        <a:p>
          <a:endParaRPr lang="en-US"/>
        </a:p>
      </dgm:t>
    </dgm:pt>
    <dgm:pt modelId="{C6B384EB-FA62-4722-9E06-2D3C79E23A34}">
      <dgm:prSet custT="1"/>
      <dgm:spPr>
        <a:solidFill>
          <a:srgbClr val="FF0000"/>
        </a:solidFill>
      </dgm:spPr>
      <dgm:t>
        <a:bodyPr/>
        <a:lstStyle/>
        <a:p>
          <a:r>
            <a:rPr lang="en-US" sz="1400" dirty="0">
              <a:latin typeface="Product Sans" panose="020B0403030502040203" pitchFamily="34" charset="0"/>
            </a:rPr>
            <a:t>Kegalle</a:t>
          </a:r>
        </a:p>
      </dgm:t>
    </dgm:pt>
    <dgm:pt modelId="{AE830B1E-8391-47B8-A4BF-6E3000F988CB}" type="parTrans" cxnId="{4690A595-9830-4754-ABF8-122458025DFC}">
      <dgm:prSet/>
      <dgm:spPr/>
      <dgm:t>
        <a:bodyPr/>
        <a:lstStyle/>
        <a:p>
          <a:endParaRPr lang="en-US"/>
        </a:p>
      </dgm:t>
    </dgm:pt>
    <dgm:pt modelId="{3FBAC70E-66B0-4D03-8399-D0C995FBC8FC}" type="sibTrans" cxnId="{4690A595-9830-4754-ABF8-122458025DFC}">
      <dgm:prSet/>
      <dgm:spPr/>
      <dgm:t>
        <a:bodyPr/>
        <a:lstStyle/>
        <a:p>
          <a:endParaRPr lang="en-US"/>
        </a:p>
      </dgm:t>
    </dgm:pt>
    <dgm:pt modelId="{14F9EF1C-9E32-4134-97B8-251768B947C3}">
      <dgm:prSet custT="1"/>
      <dgm:spPr/>
      <dgm:t>
        <a:bodyPr/>
        <a:lstStyle/>
        <a:p>
          <a:pPr>
            <a:buNone/>
          </a:pPr>
          <a:r>
            <a:rPr lang="en-US" sz="1800" b="0" i="0" u="none" dirty="0">
              <a:latin typeface="Product Sans" panose="020B0403030502040203" pitchFamily="34" charset="0"/>
            </a:rPr>
            <a:t>-6.99%</a:t>
          </a:r>
          <a:endParaRPr lang="en-US" sz="1800" dirty="0">
            <a:latin typeface="Product Sans" panose="020B0403030502040203" pitchFamily="34" charset="0"/>
          </a:endParaRPr>
        </a:p>
      </dgm:t>
    </dgm:pt>
    <dgm:pt modelId="{D2FAE8CB-8C21-48DE-BEED-7409C3F8C1FE}" type="parTrans" cxnId="{D2CD3331-12A6-4095-97D5-A6759402B8AB}">
      <dgm:prSet/>
      <dgm:spPr/>
      <dgm:t>
        <a:bodyPr/>
        <a:lstStyle/>
        <a:p>
          <a:endParaRPr lang="en-US"/>
        </a:p>
      </dgm:t>
    </dgm:pt>
    <dgm:pt modelId="{92C1F704-8874-4C3E-A35F-382097BEE9BB}" type="sibTrans" cxnId="{D2CD3331-12A6-4095-97D5-A6759402B8AB}">
      <dgm:prSet/>
      <dgm:spPr/>
      <dgm:t>
        <a:bodyPr/>
        <a:lstStyle/>
        <a:p>
          <a:endParaRPr lang="en-US"/>
        </a:p>
      </dgm:t>
    </dgm:pt>
    <dgm:pt modelId="{F9B28533-A181-4EEB-9D5C-A8DD1E357163}">
      <dgm:prSet custT="1"/>
      <dgm:spPr>
        <a:solidFill>
          <a:srgbClr val="00B050"/>
        </a:solidFill>
      </dgm:spPr>
      <dgm:t>
        <a:bodyPr/>
        <a:lstStyle/>
        <a:p>
          <a:r>
            <a:rPr lang="en-US" sz="1400" dirty="0">
              <a:latin typeface="Product Sans" panose="020B0403030502040203" pitchFamily="34" charset="0"/>
            </a:rPr>
            <a:t>Puttalam</a:t>
          </a:r>
        </a:p>
      </dgm:t>
    </dgm:pt>
    <dgm:pt modelId="{78F4D6ED-D5B5-4F85-A04E-49F9F15CDA76}" type="parTrans" cxnId="{89831CE5-1301-4C42-A231-58664A78FCD8}">
      <dgm:prSet/>
      <dgm:spPr/>
      <dgm:t>
        <a:bodyPr/>
        <a:lstStyle/>
        <a:p>
          <a:endParaRPr lang="en-US"/>
        </a:p>
      </dgm:t>
    </dgm:pt>
    <dgm:pt modelId="{D8FBB64D-D455-4668-A983-248C0C9D9687}" type="sibTrans" cxnId="{89831CE5-1301-4C42-A231-58664A78FCD8}">
      <dgm:prSet/>
      <dgm:spPr/>
      <dgm:t>
        <a:bodyPr/>
        <a:lstStyle/>
        <a:p>
          <a:endParaRPr lang="en-US"/>
        </a:p>
      </dgm:t>
    </dgm:pt>
    <dgm:pt modelId="{3DCDB340-71E1-4C30-A496-AB43B84147D2}">
      <dgm:prSet custT="1"/>
      <dgm:spPr/>
      <dgm:t>
        <a:bodyPr/>
        <a:lstStyle/>
        <a:p>
          <a:pPr>
            <a:buNone/>
          </a:pPr>
          <a:r>
            <a:rPr lang="en-US" sz="1800" b="0" i="0" u="none" dirty="0">
              <a:latin typeface="Product Sans" panose="020B0403030502040203" pitchFamily="34" charset="0"/>
            </a:rPr>
            <a:t>-1.43%</a:t>
          </a:r>
          <a:endParaRPr lang="en-US" sz="1800" dirty="0">
            <a:latin typeface="Product Sans" panose="020B0403030502040203" pitchFamily="34" charset="0"/>
          </a:endParaRPr>
        </a:p>
      </dgm:t>
    </dgm:pt>
    <dgm:pt modelId="{9AC9799C-EC43-482F-9DAA-A5B2E7FF8F66}" type="parTrans" cxnId="{FDC944FE-1105-4DF4-8275-207C88572BA6}">
      <dgm:prSet/>
      <dgm:spPr/>
      <dgm:t>
        <a:bodyPr/>
        <a:lstStyle/>
        <a:p>
          <a:endParaRPr lang="en-US"/>
        </a:p>
      </dgm:t>
    </dgm:pt>
    <dgm:pt modelId="{785CF00C-310D-4A10-9502-8FAE893DD623}" type="sibTrans" cxnId="{FDC944FE-1105-4DF4-8275-207C88572BA6}">
      <dgm:prSet/>
      <dgm:spPr/>
      <dgm:t>
        <a:bodyPr/>
        <a:lstStyle/>
        <a:p>
          <a:endParaRPr lang="en-US"/>
        </a:p>
      </dgm:t>
    </dgm:pt>
    <dgm:pt modelId="{CFE7DF3B-40BF-44D3-8242-9EE513E57C32}" type="pres">
      <dgm:prSet presAssocID="{3554D546-8850-412A-BEFE-6705CF3AC03B}" presName="Name0" presStyleCnt="0">
        <dgm:presLayoutVars>
          <dgm:dir/>
          <dgm:animLvl val="lvl"/>
          <dgm:resizeHandles val="exact"/>
        </dgm:presLayoutVars>
      </dgm:prSet>
      <dgm:spPr/>
    </dgm:pt>
    <dgm:pt modelId="{C37D12DC-631A-41D5-BDAC-AE13586C565E}" type="pres">
      <dgm:prSet presAssocID="{7005583D-FBD9-4810-8D9B-4A37F6A3B6F7}" presName="linNode" presStyleCnt="0"/>
      <dgm:spPr/>
    </dgm:pt>
    <dgm:pt modelId="{8D611ECF-C9B9-43EA-9746-42FE3DA943D3}" type="pres">
      <dgm:prSet presAssocID="{7005583D-FBD9-4810-8D9B-4A37F6A3B6F7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6C2C61D3-A7B5-49EF-B38E-CFFF17648732}" type="pres">
      <dgm:prSet presAssocID="{7005583D-FBD9-4810-8D9B-4A37F6A3B6F7}" presName="descendantText" presStyleLbl="alignAccFollowNode1" presStyleIdx="0" presStyleCnt="3">
        <dgm:presLayoutVars>
          <dgm:bulletEnabled val="1"/>
        </dgm:presLayoutVars>
      </dgm:prSet>
      <dgm:spPr/>
    </dgm:pt>
    <dgm:pt modelId="{064389F8-2E6E-4FFA-B0DC-15080AC7CA53}" type="pres">
      <dgm:prSet presAssocID="{AEADC1A5-A4FB-48DF-BC26-838A55C4A83A}" presName="sp" presStyleCnt="0"/>
      <dgm:spPr/>
    </dgm:pt>
    <dgm:pt modelId="{0F7AAB94-FC4E-4903-8601-4D715D14F2F8}" type="pres">
      <dgm:prSet presAssocID="{C6B384EB-FA62-4722-9E06-2D3C79E23A34}" presName="linNode" presStyleCnt="0"/>
      <dgm:spPr/>
    </dgm:pt>
    <dgm:pt modelId="{13E31701-3E39-450E-A601-03C75082C3AD}" type="pres">
      <dgm:prSet presAssocID="{C6B384EB-FA62-4722-9E06-2D3C79E23A34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2D54851F-E891-427F-A3AC-F615710926B6}" type="pres">
      <dgm:prSet presAssocID="{C6B384EB-FA62-4722-9E06-2D3C79E23A34}" presName="descendantText" presStyleLbl="alignAccFollowNode1" presStyleIdx="1" presStyleCnt="3">
        <dgm:presLayoutVars>
          <dgm:bulletEnabled val="1"/>
        </dgm:presLayoutVars>
      </dgm:prSet>
      <dgm:spPr/>
    </dgm:pt>
    <dgm:pt modelId="{7C046D10-683B-4420-B449-DED42729CA69}" type="pres">
      <dgm:prSet presAssocID="{3FBAC70E-66B0-4D03-8399-D0C995FBC8FC}" presName="sp" presStyleCnt="0"/>
      <dgm:spPr/>
    </dgm:pt>
    <dgm:pt modelId="{DBC0F468-22DD-457C-A00A-A62C11F0816B}" type="pres">
      <dgm:prSet presAssocID="{F9B28533-A181-4EEB-9D5C-A8DD1E357163}" presName="linNode" presStyleCnt="0"/>
      <dgm:spPr/>
    </dgm:pt>
    <dgm:pt modelId="{11D682BA-7FBE-4C81-98AF-94A393E19254}" type="pres">
      <dgm:prSet presAssocID="{F9B28533-A181-4EEB-9D5C-A8DD1E357163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DC16D3F8-3A64-489D-B7E4-10432B209CED}" type="pres">
      <dgm:prSet presAssocID="{F9B28533-A181-4EEB-9D5C-A8DD1E357163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E0094707-A591-4228-AA4D-9A3090C918CD}" type="presOf" srcId="{14F9EF1C-9E32-4134-97B8-251768B947C3}" destId="{2D54851F-E891-427F-A3AC-F615710926B6}" srcOrd="0" destOrd="0" presId="urn:microsoft.com/office/officeart/2005/8/layout/vList5"/>
    <dgm:cxn modelId="{51EF411A-7FA0-48E4-B0F5-41CA96D22883}" type="presOf" srcId="{7005583D-FBD9-4810-8D9B-4A37F6A3B6F7}" destId="{8D611ECF-C9B9-43EA-9746-42FE3DA943D3}" srcOrd="0" destOrd="0" presId="urn:microsoft.com/office/officeart/2005/8/layout/vList5"/>
    <dgm:cxn modelId="{0ACC472D-C109-4B88-8FCF-8599F798934A}" srcId="{3554D546-8850-412A-BEFE-6705CF3AC03B}" destId="{7005583D-FBD9-4810-8D9B-4A37F6A3B6F7}" srcOrd="0" destOrd="0" parTransId="{82765ABD-BCA6-47C4-A85C-F2CC22BC17A2}" sibTransId="{AEADC1A5-A4FB-48DF-BC26-838A55C4A83A}"/>
    <dgm:cxn modelId="{D2CD3331-12A6-4095-97D5-A6759402B8AB}" srcId="{C6B384EB-FA62-4722-9E06-2D3C79E23A34}" destId="{14F9EF1C-9E32-4134-97B8-251768B947C3}" srcOrd="0" destOrd="0" parTransId="{D2FAE8CB-8C21-48DE-BEED-7409C3F8C1FE}" sibTransId="{92C1F704-8874-4C3E-A35F-382097BEE9BB}"/>
    <dgm:cxn modelId="{0A6E3D37-7F55-465C-8A99-072A898207ED}" type="presOf" srcId="{3554D546-8850-412A-BEFE-6705CF3AC03B}" destId="{CFE7DF3B-40BF-44D3-8242-9EE513E57C32}" srcOrd="0" destOrd="0" presId="urn:microsoft.com/office/officeart/2005/8/layout/vList5"/>
    <dgm:cxn modelId="{713BC369-310E-46FF-A636-BDC31C0A5628}" type="presOf" srcId="{C6B384EB-FA62-4722-9E06-2D3C79E23A34}" destId="{13E31701-3E39-450E-A601-03C75082C3AD}" srcOrd="0" destOrd="0" presId="urn:microsoft.com/office/officeart/2005/8/layout/vList5"/>
    <dgm:cxn modelId="{C7AFFA4C-8BE4-45A7-886F-CEA6150660AF}" type="presOf" srcId="{9B61C293-5C0D-4FD7-8A71-1FC846AEFDC5}" destId="{6C2C61D3-A7B5-49EF-B38E-CFFF17648732}" srcOrd="0" destOrd="0" presId="urn:microsoft.com/office/officeart/2005/8/layout/vList5"/>
    <dgm:cxn modelId="{4690A595-9830-4754-ABF8-122458025DFC}" srcId="{3554D546-8850-412A-BEFE-6705CF3AC03B}" destId="{C6B384EB-FA62-4722-9E06-2D3C79E23A34}" srcOrd="1" destOrd="0" parTransId="{AE830B1E-8391-47B8-A4BF-6E3000F988CB}" sibTransId="{3FBAC70E-66B0-4D03-8399-D0C995FBC8FC}"/>
    <dgm:cxn modelId="{A9F7AFA2-D2FF-4D2B-B980-30A3B44894F1}" type="presOf" srcId="{F9B28533-A181-4EEB-9D5C-A8DD1E357163}" destId="{11D682BA-7FBE-4C81-98AF-94A393E19254}" srcOrd="0" destOrd="0" presId="urn:microsoft.com/office/officeart/2005/8/layout/vList5"/>
    <dgm:cxn modelId="{CB73A5CF-6D2A-4836-9442-F589E7816B18}" srcId="{7005583D-FBD9-4810-8D9B-4A37F6A3B6F7}" destId="{9B61C293-5C0D-4FD7-8A71-1FC846AEFDC5}" srcOrd="0" destOrd="0" parTransId="{6053B01D-BF0C-420B-B66A-AF3F1386558C}" sibTransId="{B17A1F49-293A-4A3B-AF49-99321991745D}"/>
    <dgm:cxn modelId="{3FFE16D1-B213-4552-A6FD-1778FA5211B7}" type="presOf" srcId="{3DCDB340-71E1-4C30-A496-AB43B84147D2}" destId="{DC16D3F8-3A64-489D-B7E4-10432B209CED}" srcOrd="0" destOrd="0" presId="urn:microsoft.com/office/officeart/2005/8/layout/vList5"/>
    <dgm:cxn modelId="{89831CE5-1301-4C42-A231-58664A78FCD8}" srcId="{3554D546-8850-412A-BEFE-6705CF3AC03B}" destId="{F9B28533-A181-4EEB-9D5C-A8DD1E357163}" srcOrd="2" destOrd="0" parTransId="{78F4D6ED-D5B5-4F85-A04E-49F9F15CDA76}" sibTransId="{D8FBB64D-D455-4668-A983-248C0C9D9687}"/>
    <dgm:cxn modelId="{FDC944FE-1105-4DF4-8275-207C88572BA6}" srcId="{F9B28533-A181-4EEB-9D5C-A8DD1E357163}" destId="{3DCDB340-71E1-4C30-A496-AB43B84147D2}" srcOrd="0" destOrd="0" parTransId="{9AC9799C-EC43-482F-9DAA-A5B2E7FF8F66}" sibTransId="{785CF00C-310D-4A10-9502-8FAE893DD623}"/>
    <dgm:cxn modelId="{74D4AD29-2D06-4614-A1AE-F6185F6EA50B}" type="presParOf" srcId="{CFE7DF3B-40BF-44D3-8242-9EE513E57C32}" destId="{C37D12DC-631A-41D5-BDAC-AE13586C565E}" srcOrd="0" destOrd="0" presId="urn:microsoft.com/office/officeart/2005/8/layout/vList5"/>
    <dgm:cxn modelId="{757B9032-E74E-47F3-A6B5-074CAA980B6B}" type="presParOf" srcId="{C37D12DC-631A-41D5-BDAC-AE13586C565E}" destId="{8D611ECF-C9B9-43EA-9746-42FE3DA943D3}" srcOrd="0" destOrd="0" presId="urn:microsoft.com/office/officeart/2005/8/layout/vList5"/>
    <dgm:cxn modelId="{687FFD00-4A49-443A-BB38-2B27A8B21074}" type="presParOf" srcId="{C37D12DC-631A-41D5-BDAC-AE13586C565E}" destId="{6C2C61D3-A7B5-49EF-B38E-CFFF17648732}" srcOrd="1" destOrd="0" presId="urn:microsoft.com/office/officeart/2005/8/layout/vList5"/>
    <dgm:cxn modelId="{9BC18B1A-8BE8-4A58-B688-DF499E6D354F}" type="presParOf" srcId="{CFE7DF3B-40BF-44D3-8242-9EE513E57C32}" destId="{064389F8-2E6E-4FFA-B0DC-15080AC7CA53}" srcOrd="1" destOrd="0" presId="urn:microsoft.com/office/officeart/2005/8/layout/vList5"/>
    <dgm:cxn modelId="{546E658D-8C12-4804-9153-7C331D4A8947}" type="presParOf" srcId="{CFE7DF3B-40BF-44D3-8242-9EE513E57C32}" destId="{0F7AAB94-FC4E-4903-8601-4D715D14F2F8}" srcOrd="2" destOrd="0" presId="urn:microsoft.com/office/officeart/2005/8/layout/vList5"/>
    <dgm:cxn modelId="{0A905A79-3148-41CE-99BB-86FE81DCB020}" type="presParOf" srcId="{0F7AAB94-FC4E-4903-8601-4D715D14F2F8}" destId="{13E31701-3E39-450E-A601-03C75082C3AD}" srcOrd="0" destOrd="0" presId="urn:microsoft.com/office/officeart/2005/8/layout/vList5"/>
    <dgm:cxn modelId="{AA6D7F56-B17A-4BEA-A730-7A522DECBB72}" type="presParOf" srcId="{0F7AAB94-FC4E-4903-8601-4D715D14F2F8}" destId="{2D54851F-E891-427F-A3AC-F615710926B6}" srcOrd="1" destOrd="0" presId="urn:microsoft.com/office/officeart/2005/8/layout/vList5"/>
    <dgm:cxn modelId="{8102E027-6473-48D6-A596-056DB652B2EA}" type="presParOf" srcId="{CFE7DF3B-40BF-44D3-8242-9EE513E57C32}" destId="{7C046D10-683B-4420-B449-DED42729CA69}" srcOrd="3" destOrd="0" presId="urn:microsoft.com/office/officeart/2005/8/layout/vList5"/>
    <dgm:cxn modelId="{2DA14A71-01AF-472F-8C42-9AA73C763619}" type="presParOf" srcId="{CFE7DF3B-40BF-44D3-8242-9EE513E57C32}" destId="{DBC0F468-22DD-457C-A00A-A62C11F0816B}" srcOrd="4" destOrd="0" presId="urn:microsoft.com/office/officeart/2005/8/layout/vList5"/>
    <dgm:cxn modelId="{CD88B7CF-94C2-4FF6-815A-0DD4B1AF6184}" type="presParOf" srcId="{DBC0F468-22DD-457C-A00A-A62C11F0816B}" destId="{11D682BA-7FBE-4C81-98AF-94A393E19254}" srcOrd="0" destOrd="0" presId="urn:microsoft.com/office/officeart/2005/8/layout/vList5"/>
    <dgm:cxn modelId="{A0B15FC5-103B-457F-BE26-8B2C81E8D2DA}" type="presParOf" srcId="{DBC0F468-22DD-457C-A00A-A62C11F0816B}" destId="{DC16D3F8-3A64-489D-B7E4-10432B209CED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554D546-8850-412A-BEFE-6705CF3AC03B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005583D-FBD9-4810-8D9B-4A37F6A3B6F7}">
      <dgm:prSet custT="1"/>
      <dgm:spPr>
        <a:solidFill>
          <a:srgbClr val="4472C4"/>
        </a:solidFill>
      </dgm:spPr>
      <dgm:t>
        <a:bodyPr/>
        <a:lstStyle/>
        <a:p>
          <a:r>
            <a:rPr lang="en-US" sz="1400" dirty="0">
              <a:latin typeface="Product Sans" panose="020B0403030502040203" pitchFamily="34" charset="0"/>
            </a:rPr>
            <a:t>Network</a:t>
          </a:r>
        </a:p>
      </dgm:t>
    </dgm:pt>
    <dgm:pt modelId="{82765ABD-BCA6-47C4-A85C-F2CC22BC17A2}" type="parTrans" cxnId="{0ACC472D-C109-4B88-8FCF-8599F798934A}">
      <dgm:prSet/>
      <dgm:spPr/>
      <dgm:t>
        <a:bodyPr/>
        <a:lstStyle/>
        <a:p>
          <a:endParaRPr lang="en-US"/>
        </a:p>
      </dgm:t>
    </dgm:pt>
    <dgm:pt modelId="{AEADC1A5-A4FB-48DF-BC26-838A55C4A83A}" type="sibTrans" cxnId="{0ACC472D-C109-4B88-8FCF-8599F798934A}">
      <dgm:prSet/>
      <dgm:spPr/>
      <dgm:t>
        <a:bodyPr/>
        <a:lstStyle/>
        <a:p>
          <a:endParaRPr lang="en-US"/>
        </a:p>
      </dgm:t>
    </dgm:pt>
    <dgm:pt modelId="{9B61C293-5C0D-4FD7-8A71-1FC846AEFDC5}">
      <dgm:prSet custT="1"/>
      <dgm:spPr/>
      <dgm:t>
        <a:bodyPr/>
        <a:lstStyle/>
        <a:p>
          <a:pPr>
            <a:buNone/>
          </a:pPr>
          <a:r>
            <a:rPr lang="en-US" sz="1800" b="0" i="0" u="none" dirty="0">
              <a:latin typeface="Product Sans" panose="020B0403030502040203" pitchFamily="34" charset="0"/>
            </a:rPr>
            <a:t>-42.57%</a:t>
          </a:r>
          <a:r>
            <a:rPr lang="en-US" sz="1800" dirty="0">
              <a:latin typeface="Product Sans" panose="020B0403030502040203" pitchFamily="34" charset="0"/>
            </a:rPr>
            <a:t> </a:t>
          </a:r>
        </a:p>
      </dgm:t>
    </dgm:pt>
    <dgm:pt modelId="{6053B01D-BF0C-420B-B66A-AF3F1386558C}" type="parTrans" cxnId="{CB73A5CF-6D2A-4836-9442-F589E7816B18}">
      <dgm:prSet/>
      <dgm:spPr/>
      <dgm:t>
        <a:bodyPr/>
        <a:lstStyle/>
        <a:p>
          <a:endParaRPr lang="en-US"/>
        </a:p>
      </dgm:t>
    </dgm:pt>
    <dgm:pt modelId="{B17A1F49-293A-4A3B-AF49-99321991745D}" type="sibTrans" cxnId="{CB73A5CF-6D2A-4836-9442-F589E7816B18}">
      <dgm:prSet/>
      <dgm:spPr/>
      <dgm:t>
        <a:bodyPr/>
        <a:lstStyle/>
        <a:p>
          <a:endParaRPr lang="en-US"/>
        </a:p>
      </dgm:t>
    </dgm:pt>
    <dgm:pt modelId="{C6B384EB-FA62-4722-9E06-2D3C79E23A34}">
      <dgm:prSet custT="1"/>
      <dgm:spPr>
        <a:solidFill>
          <a:srgbClr val="FF0000"/>
        </a:solidFill>
      </dgm:spPr>
      <dgm:t>
        <a:bodyPr/>
        <a:lstStyle/>
        <a:p>
          <a:r>
            <a:rPr lang="en-US" sz="1400" dirty="0">
              <a:latin typeface="Product Sans" panose="020B0403030502040203" pitchFamily="34" charset="0"/>
            </a:rPr>
            <a:t>Kegalle</a:t>
          </a:r>
        </a:p>
      </dgm:t>
    </dgm:pt>
    <dgm:pt modelId="{AE830B1E-8391-47B8-A4BF-6E3000F988CB}" type="parTrans" cxnId="{4690A595-9830-4754-ABF8-122458025DFC}">
      <dgm:prSet/>
      <dgm:spPr/>
      <dgm:t>
        <a:bodyPr/>
        <a:lstStyle/>
        <a:p>
          <a:endParaRPr lang="en-US"/>
        </a:p>
      </dgm:t>
    </dgm:pt>
    <dgm:pt modelId="{3FBAC70E-66B0-4D03-8399-D0C995FBC8FC}" type="sibTrans" cxnId="{4690A595-9830-4754-ABF8-122458025DFC}">
      <dgm:prSet/>
      <dgm:spPr/>
      <dgm:t>
        <a:bodyPr/>
        <a:lstStyle/>
        <a:p>
          <a:endParaRPr lang="en-US"/>
        </a:p>
      </dgm:t>
    </dgm:pt>
    <dgm:pt modelId="{14F9EF1C-9E32-4134-97B8-251768B947C3}">
      <dgm:prSet custT="1"/>
      <dgm:spPr/>
      <dgm:t>
        <a:bodyPr/>
        <a:lstStyle/>
        <a:p>
          <a:pPr>
            <a:buNone/>
          </a:pPr>
          <a:r>
            <a:rPr lang="en-US" sz="1800" b="0" i="0" u="none" dirty="0">
              <a:latin typeface="Product Sans" panose="020B0403030502040203" pitchFamily="34" charset="0"/>
            </a:rPr>
            <a:t>-8.92%</a:t>
          </a:r>
          <a:r>
            <a:rPr lang="en-US" sz="1800" dirty="0">
              <a:latin typeface="Product Sans" panose="020B0403030502040203" pitchFamily="34" charset="0"/>
            </a:rPr>
            <a:t> </a:t>
          </a:r>
        </a:p>
      </dgm:t>
    </dgm:pt>
    <dgm:pt modelId="{D2FAE8CB-8C21-48DE-BEED-7409C3F8C1FE}" type="parTrans" cxnId="{D2CD3331-12A6-4095-97D5-A6759402B8AB}">
      <dgm:prSet/>
      <dgm:spPr/>
      <dgm:t>
        <a:bodyPr/>
        <a:lstStyle/>
        <a:p>
          <a:endParaRPr lang="en-US"/>
        </a:p>
      </dgm:t>
    </dgm:pt>
    <dgm:pt modelId="{92C1F704-8874-4C3E-A35F-382097BEE9BB}" type="sibTrans" cxnId="{D2CD3331-12A6-4095-97D5-A6759402B8AB}">
      <dgm:prSet/>
      <dgm:spPr/>
      <dgm:t>
        <a:bodyPr/>
        <a:lstStyle/>
        <a:p>
          <a:endParaRPr lang="en-US"/>
        </a:p>
      </dgm:t>
    </dgm:pt>
    <dgm:pt modelId="{F9B28533-A181-4EEB-9D5C-A8DD1E357163}">
      <dgm:prSet custT="1"/>
      <dgm:spPr>
        <a:solidFill>
          <a:srgbClr val="616161"/>
        </a:solidFill>
      </dgm:spPr>
      <dgm:t>
        <a:bodyPr/>
        <a:lstStyle/>
        <a:p>
          <a:r>
            <a:rPr lang="en-US" sz="1400" dirty="0">
              <a:latin typeface="Product Sans" panose="020B0403030502040203" pitchFamily="34" charset="0"/>
            </a:rPr>
            <a:t>Puttalam</a:t>
          </a:r>
        </a:p>
      </dgm:t>
    </dgm:pt>
    <dgm:pt modelId="{78F4D6ED-D5B5-4F85-A04E-49F9F15CDA76}" type="parTrans" cxnId="{89831CE5-1301-4C42-A231-58664A78FCD8}">
      <dgm:prSet/>
      <dgm:spPr/>
      <dgm:t>
        <a:bodyPr/>
        <a:lstStyle/>
        <a:p>
          <a:endParaRPr lang="en-US"/>
        </a:p>
      </dgm:t>
    </dgm:pt>
    <dgm:pt modelId="{D8FBB64D-D455-4668-A983-248C0C9D9687}" type="sibTrans" cxnId="{89831CE5-1301-4C42-A231-58664A78FCD8}">
      <dgm:prSet/>
      <dgm:spPr/>
      <dgm:t>
        <a:bodyPr/>
        <a:lstStyle/>
        <a:p>
          <a:endParaRPr lang="en-US"/>
        </a:p>
      </dgm:t>
    </dgm:pt>
    <dgm:pt modelId="{3DCDB340-71E1-4C30-A496-AB43B84147D2}">
      <dgm:prSet custT="1"/>
      <dgm:spPr/>
      <dgm:t>
        <a:bodyPr/>
        <a:lstStyle/>
        <a:p>
          <a:pPr>
            <a:buNone/>
          </a:pPr>
          <a:r>
            <a:rPr lang="en-US" sz="1800" b="0" i="0" u="none" dirty="0">
              <a:latin typeface="Product Sans" panose="020B0403030502040203" pitchFamily="34" charset="0"/>
            </a:rPr>
            <a:t>-6.43%</a:t>
          </a:r>
          <a:r>
            <a:rPr lang="en-US" sz="1800" dirty="0">
              <a:latin typeface="Product Sans" panose="020B0403030502040203" pitchFamily="34" charset="0"/>
            </a:rPr>
            <a:t> </a:t>
          </a:r>
        </a:p>
      </dgm:t>
    </dgm:pt>
    <dgm:pt modelId="{9AC9799C-EC43-482F-9DAA-A5B2E7FF8F66}" type="parTrans" cxnId="{FDC944FE-1105-4DF4-8275-207C88572BA6}">
      <dgm:prSet/>
      <dgm:spPr/>
      <dgm:t>
        <a:bodyPr/>
        <a:lstStyle/>
        <a:p>
          <a:endParaRPr lang="en-US"/>
        </a:p>
      </dgm:t>
    </dgm:pt>
    <dgm:pt modelId="{785CF00C-310D-4A10-9502-8FAE893DD623}" type="sibTrans" cxnId="{FDC944FE-1105-4DF4-8275-207C88572BA6}">
      <dgm:prSet/>
      <dgm:spPr/>
      <dgm:t>
        <a:bodyPr/>
        <a:lstStyle/>
        <a:p>
          <a:endParaRPr lang="en-US"/>
        </a:p>
      </dgm:t>
    </dgm:pt>
    <dgm:pt modelId="{CFE7DF3B-40BF-44D3-8242-9EE513E57C32}" type="pres">
      <dgm:prSet presAssocID="{3554D546-8850-412A-BEFE-6705CF3AC03B}" presName="Name0" presStyleCnt="0">
        <dgm:presLayoutVars>
          <dgm:dir/>
          <dgm:animLvl val="lvl"/>
          <dgm:resizeHandles val="exact"/>
        </dgm:presLayoutVars>
      </dgm:prSet>
      <dgm:spPr/>
    </dgm:pt>
    <dgm:pt modelId="{C37D12DC-631A-41D5-BDAC-AE13586C565E}" type="pres">
      <dgm:prSet presAssocID="{7005583D-FBD9-4810-8D9B-4A37F6A3B6F7}" presName="linNode" presStyleCnt="0"/>
      <dgm:spPr/>
    </dgm:pt>
    <dgm:pt modelId="{8D611ECF-C9B9-43EA-9746-42FE3DA943D3}" type="pres">
      <dgm:prSet presAssocID="{7005583D-FBD9-4810-8D9B-4A37F6A3B6F7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6C2C61D3-A7B5-49EF-B38E-CFFF17648732}" type="pres">
      <dgm:prSet presAssocID="{7005583D-FBD9-4810-8D9B-4A37F6A3B6F7}" presName="descendantText" presStyleLbl="alignAccFollowNode1" presStyleIdx="0" presStyleCnt="3">
        <dgm:presLayoutVars>
          <dgm:bulletEnabled val="1"/>
        </dgm:presLayoutVars>
      </dgm:prSet>
      <dgm:spPr/>
    </dgm:pt>
    <dgm:pt modelId="{064389F8-2E6E-4FFA-B0DC-15080AC7CA53}" type="pres">
      <dgm:prSet presAssocID="{AEADC1A5-A4FB-48DF-BC26-838A55C4A83A}" presName="sp" presStyleCnt="0"/>
      <dgm:spPr/>
    </dgm:pt>
    <dgm:pt modelId="{0F7AAB94-FC4E-4903-8601-4D715D14F2F8}" type="pres">
      <dgm:prSet presAssocID="{C6B384EB-FA62-4722-9E06-2D3C79E23A34}" presName="linNode" presStyleCnt="0"/>
      <dgm:spPr/>
    </dgm:pt>
    <dgm:pt modelId="{13E31701-3E39-450E-A601-03C75082C3AD}" type="pres">
      <dgm:prSet presAssocID="{C6B384EB-FA62-4722-9E06-2D3C79E23A34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2D54851F-E891-427F-A3AC-F615710926B6}" type="pres">
      <dgm:prSet presAssocID="{C6B384EB-FA62-4722-9E06-2D3C79E23A34}" presName="descendantText" presStyleLbl="alignAccFollowNode1" presStyleIdx="1" presStyleCnt="3">
        <dgm:presLayoutVars>
          <dgm:bulletEnabled val="1"/>
        </dgm:presLayoutVars>
      </dgm:prSet>
      <dgm:spPr/>
    </dgm:pt>
    <dgm:pt modelId="{7C046D10-683B-4420-B449-DED42729CA69}" type="pres">
      <dgm:prSet presAssocID="{3FBAC70E-66B0-4D03-8399-D0C995FBC8FC}" presName="sp" presStyleCnt="0"/>
      <dgm:spPr/>
    </dgm:pt>
    <dgm:pt modelId="{DBC0F468-22DD-457C-A00A-A62C11F0816B}" type="pres">
      <dgm:prSet presAssocID="{F9B28533-A181-4EEB-9D5C-A8DD1E357163}" presName="linNode" presStyleCnt="0"/>
      <dgm:spPr/>
    </dgm:pt>
    <dgm:pt modelId="{11D682BA-7FBE-4C81-98AF-94A393E19254}" type="pres">
      <dgm:prSet presAssocID="{F9B28533-A181-4EEB-9D5C-A8DD1E357163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DC16D3F8-3A64-489D-B7E4-10432B209CED}" type="pres">
      <dgm:prSet presAssocID="{F9B28533-A181-4EEB-9D5C-A8DD1E357163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E0094707-A591-4228-AA4D-9A3090C918CD}" type="presOf" srcId="{14F9EF1C-9E32-4134-97B8-251768B947C3}" destId="{2D54851F-E891-427F-A3AC-F615710926B6}" srcOrd="0" destOrd="0" presId="urn:microsoft.com/office/officeart/2005/8/layout/vList5"/>
    <dgm:cxn modelId="{51EF411A-7FA0-48E4-B0F5-41CA96D22883}" type="presOf" srcId="{7005583D-FBD9-4810-8D9B-4A37F6A3B6F7}" destId="{8D611ECF-C9B9-43EA-9746-42FE3DA943D3}" srcOrd="0" destOrd="0" presId="urn:microsoft.com/office/officeart/2005/8/layout/vList5"/>
    <dgm:cxn modelId="{0ACC472D-C109-4B88-8FCF-8599F798934A}" srcId="{3554D546-8850-412A-BEFE-6705CF3AC03B}" destId="{7005583D-FBD9-4810-8D9B-4A37F6A3B6F7}" srcOrd="0" destOrd="0" parTransId="{82765ABD-BCA6-47C4-A85C-F2CC22BC17A2}" sibTransId="{AEADC1A5-A4FB-48DF-BC26-838A55C4A83A}"/>
    <dgm:cxn modelId="{D2CD3331-12A6-4095-97D5-A6759402B8AB}" srcId="{C6B384EB-FA62-4722-9E06-2D3C79E23A34}" destId="{14F9EF1C-9E32-4134-97B8-251768B947C3}" srcOrd="0" destOrd="0" parTransId="{D2FAE8CB-8C21-48DE-BEED-7409C3F8C1FE}" sibTransId="{92C1F704-8874-4C3E-A35F-382097BEE9BB}"/>
    <dgm:cxn modelId="{0A6E3D37-7F55-465C-8A99-072A898207ED}" type="presOf" srcId="{3554D546-8850-412A-BEFE-6705CF3AC03B}" destId="{CFE7DF3B-40BF-44D3-8242-9EE513E57C32}" srcOrd="0" destOrd="0" presId="urn:microsoft.com/office/officeart/2005/8/layout/vList5"/>
    <dgm:cxn modelId="{713BC369-310E-46FF-A636-BDC31C0A5628}" type="presOf" srcId="{C6B384EB-FA62-4722-9E06-2D3C79E23A34}" destId="{13E31701-3E39-450E-A601-03C75082C3AD}" srcOrd="0" destOrd="0" presId="urn:microsoft.com/office/officeart/2005/8/layout/vList5"/>
    <dgm:cxn modelId="{C7AFFA4C-8BE4-45A7-886F-CEA6150660AF}" type="presOf" srcId="{9B61C293-5C0D-4FD7-8A71-1FC846AEFDC5}" destId="{6C2C61D3-A7B5-49EF-B38E-CFFF17648732}" srcOrd="0" destOrd="0" presId="urn:microsoft.com/office/officeart/2005/8/layout/vList5"/>
    <dgm:cxn modelId="{4690A595-9830-4754-ABF8-122458025DFC}" srcId="{3554D546-8850-412A-BEFE-6705CF3AC03B}" destId="{C6B384EB-FA62-4722-9E06-2D3C79E23A34}" srcOrd="1" destOrd="0" parTransId="{AE830B1E-8391-47B8-A4BF-6E3000F988CB}" sibTransId="{3FBAC70E-66B0-4D03-8399-D0C995FBC8FC}"/>
    <dgm:cxn modelId="{A9F7AFA2-D2FF-4D2B-B980-30A3B44894F1}" type="presOf" srcId="{F9B28533-A181-4EEB-9D5C-A8DD1E357163}" destId="{11D682BA-7FBE-4C81-98AF-94A393E19254}" srcOrd="0" destOrd="0" presId="urn:microsoft.com/office/officeart/2005/8/layout/vList5"/>
    <dgm:cxn modelId="{CB73A5CF-6D2A-4836-9442-F589E7816B18}" srcId="{7005583D-FBD9-4810-8D9B-4A37F6A3B6F7}" destId="{9B61C293-5C0D-4FD7-8A71-1FC846AEFDC5}" srcOrd="0" destOrd="0" parTransId="{6053B01D-BF0C-420B-B66A-AF3F1386558C}" sibTransId="{B17A1F49-293A-4A3B-AF49-99321991745D}"/>
    <dgm:cxn modelId="{3FFE16D1-B213-4552-A6FD-1778FA5211B7}" type="presOf" srcId="{3DCDB340-71E1-4C30-A496-AB43B84147D2}" destId="{DC16D3F8-3A64-489D-B7E4-10432B209CED}" srcOrd="0" destOrd="0" presId="urn:microsoft.com/office/officeart/2005/8/layout/vList5"/>
    <dgm:cxn modelId="{89831CE5-1301-4C42-A231-58664A78FCD8}" srcId="{3554D546-8850-412A-BEFE-6705CF3AC03B}" destId="{F9B28533-A181-4EEB-9D5C-A8DD1E357163}" srcOrd="2" destOrd="0" parTransId="{78F4D6ED-D5B5-4F85-A04E-49F9F15CDA76}" sibTransId="{D8FBB64D-D455-4668-A983-248C0C9D9687}"/>
    <dgm:cxn modelId="{FDC944FE-1105-4DF4-8275-207C88572BA6}" srcId="{F9B28533-A181-4EEB-9D5C-A8DD1E357163}" destId="{3DCDB340-71E1-4C30-A496-AB43B84147D2}" srcOrd="0" destOrd="0" parTransId="{9AC9799C-EC43-482F-9DAA-A5B2E7FF8F66}" sibTransId="{785CF00C-310D-4A10-9502-8FAE893DD623}"/>
    <dgm:cxn modelId="{74D4AD29-2D06-4614-A1AE-F6185F6EA50B}" type="presParOf" srcId="{CFE7DF3B-40BF-44D3-8242-9EE513E57C32}" destId="{C37D12DC-631A-41D5-BDAC-AE13586C565E}" srcOrd="0" destOrd="0" presId="urn:microsoft.com/office/officeart/2005/8/layout/vList5"/>
    <dgm:cxn modelId="{757B9032-E74E-47F3-A6B5-074CAA980B6B}" type="presParOf" srcId="{C37D12DC-631A-41D5-BDAC-AE13586C565E}" destId="{8D611ECF-C9B9-43EA-9746-42FE3DA943D3}" srcOrd="0" destOrd="0" presId="urn:microsoft.com/office/officeart/2005/8/layout/vList5"/>
    <dgm:cxn modelId="{687FFD00-4A49-443A-BB38-2B27A8B21074}" type="presParOf" srcId="{C37D12DC-631A-41D5-BDAC-AE13586C565E}" destId="{6C2C61D3-A7B5-49EF-B38E-CFFF17648732}" srcOrd="1" destOrd="0" presId="urn:microsoft.com/office/officeart/2005/8/layout/vList5"/>
    <dgm:cxn modelId="{9BC18B1A-8BE8-4A58-B688-DF499E6D354F}" type="presParOf" srcId="{CFE7DF3B-40BF-44D3-8242-9EE513E57C32}" destId="{064389F8-2E6E-4FFA-B0DC-15080AC7CA53}" srcOrd="1" destOrd="0" presId="urn:microsoft.com/office/officeart/2005/8/layout/vList5"/>
    <dgm:cxn modelId="{546E658D-8C12-4804-9153-7C331D4A8947}" type="presParOf" srcId="{CFE7DF3B-40BF-44D3-8242-9EE513E57C32}" destId="{0F7AAB94-FC4E-4903-8601-4D715D14F2F8}" srcOrd="2" destOrd="0" presId="urn:microsoft.com/office/officeart/2005/8/layout/vList5"/>
    <dgm:cxn modelId="{0A905A79-3148-41CE-99BB-86FE81DCB020}" type="presParOf" srcId="{0F7AAB94-FC4E-4903-8601-4D715D14F2F8}" destId="{13E31701-3E39-450E-A601-03C75082C3AD}" srcOrd="0" destOrd="0" presId="urn:microsoft.com/office/officeart/2005/8/layout/vList5"/>
    <dgm:cxn modelId="{AA6D7F56-B17A-4BEA-A730-7A522DECBB72}" type="presParOf" srcId="{0F7AAB94-FC4E-4903-8601-4D715D14F2F8}" destId="{2D54851F-E891-427F-A3AC-F615710926B6}" srcOrd="1" destOrd="0" presId="urn:microsoft.com/office/officeart/2005/8/layout/vList5"/>
    <dgm:cxn modelId="{8102E027-6473-48D6-A596-056DB652B2EA}" type="presParOf" srcId="{CFE7DF3B-40BF-44D3-8242-9EE513E57C32}" destId="{7C046D10-683B-4420-B449-DED42729CA69}" srcOrd="3" destOrd="0" presId="urn:microsoft.com/office/officeart/2005/8/layout/vList5"/>
    <dgm:cxn modelId="{2DA14A71-01AF-472F-8C42-9AA73C763619}" type="presParOf" srcId="{CFE7DF3B-40BF-44D3-8242-9EE513E57C32}" destId="{DBC0F468-22DD-457C-A00A-A62C11F0816B}" srcOrd="4" destOrd="0" presId="urn:microsoft.com/office/officeart/2005/8/layout/vList5"/>
    <dgm:cxn modelId="{CD88B7CF-94C2-4FF6-815A-0DD4B1AF6184}" type="presParOf" srcId="{DBC0F468-22DD-457C-A00A-A62C11F0816B}" destId="{11D682BA-7FBE-4C81-98AF-94A393E19254}" srcOrd="0" destOrd="0" presId="urn:microsoft.com/office/officeart/2005/8/layout/vList5"/>
    <dgm:cxn modelId="{A0B15FC5-103B-457F-BE26-8B2C81E8D2DA}" type="presParOf" srcId="{DBC0F468-22DD-457C-A00A-A62C11F0816B}" destId="{DC16D3F8-3A64-489D-B7E4-10432B209CED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2C61D3-A7B5-49EF-B38E-CFFF17648732}">
      <dsp:nvSpPr>
        <dsp:cNvPr id="0" name=""/>
        <dsp:cNvSpPr/>
      </dsp:nvSpPr>
      <dsp:spPr>
        <a:xfrm rot="5400000">
          <a:off x="1152576" y="-22804"/>
          <a:ext cx="1333165" cy="171214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b="0" i="0" u="none" kern="1200" dirty="0">
              <a:latin typeface="Product Sans" panose="020B0403030502040203" pitchFamily="34" charset="0"/>
            </a:rPr>
            <a:t>30.639%</a:t>
          </a:r>
          <a:r>
            <a:rPr lang="en-US" sz="1800" kern="1200" dirty="0">
              <a:latin typeface="Product Sans" panose="020B0403030502040203" pitchFamily="34" charset="0"/>
            </a:rPr>
            <a:t> </a:t>
          </a:r>
        </a:p>
      </dsp:txBody>
      <dsp:txXfrm rot="-5400000">
        <a:off x="963084" y="231768"/>
        <a:ext cx="1647069" cy="1203005"/>
      </dsp:txXfrm>
    </dsp:sp>
    <dsp:sp modelId="{8D611ECF-C9B9-43EA-9746-42FE3DA943D3}">
      <dsp:nvSpPr>
        <dsp:cNvPr id="0" name=""/>
        <dsp:cNvSpPr/>
      </dsp:nvSpPr>
      <dsp:spPr>
        <a:xfrm>
          <a:off x="0" y="41"/>
          <a:ext cx="963084" cy="1666456"/>
        </a:xfrm>
        <a:prstGeom prst="roundRect">
          <a:avLst/>
        </a:prstGeom>
        <a:solidFill>
          <a:srgbClr val="4472C4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Product Sans" panose="020B0403030502040203" pitchFamily="34" charset="0"/>
            </a:rPr>
            <a:t>Network</a:t>
          </a:r>
        </a:p>
      </dsp:txBody>
      <dsp:txXfrm>
        <a:off x="47014" y="47055"/>
        <a:ext cx="869056" cy="1572428"/>
      </dsp:txXfrm>
    </dsp:sp>
    <dsp:sp modelId="{2D54851F-E891-427F-A3AC-F615710926B6}">
      <dsp:nvSpPr>
        <dsp:cNvPr id="0" name=""/>
        <dsp:cNvSpPr/>
      </dsp:nvSpPr>
      <dsp:spPr>
        <a:xfrm rot="5400000">
          <a:off x="1152576" y="1726974"/>
          <a:ext cx="1333165" cy="171214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kern="1200" dirty="0">
              <a:latin typeface="Product Sans" panose="020B0403030502040203" pitchFamily="34" charset="0"/>
            </a:rPr>
            <a:t>25.65%</a:t>
          </a:r>
        </a:p>
      </dsp:txBody>
      <dsp:txXfrm rot="-5400000">
        <a:off x="963084" y="1981546"/>
        <a:ext cx="1647069" cy="1203005"/>
      </dsp:txXfrm>
    </dsp:sp>
    <dsp:sp modelId="{13E31701-3E39-450E-A601-03C75082C3AD}">
      <dsp:nvSpPr>
        <dsp:cNvPr id="0" name=""/>
        <dsp:cNvSpPr/>
      </dsp:nvSpPr>
      <dsp:spPr>
        <a:xfrm>
          <a:off x="0" y="1749821"/>
          <a:ext cx="963084" cy="1666456"/>
        </a:xfrm>
        <a:prstGeom prst="roundRect">
          <a:avLst/>
        </a:prstGeom>
        <a:solidFill>
          <a:srgbClr val="FF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Product Sans" panose="020B0403030502040203" pitchFamily="34" charset="0"/>
            </a:rPr>
            <a:t>Gampaha</a:t>
          </a:r>
        </a:p>
      </dsp:txBody>
      <dsp:txXfrm>
        <a:off x="47014" y="1796835"/>
        <a:ext cx="869056" cy="157242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2C61D3-A7B5-49EF-B38E-CFFF17648732}">
      <dsp:nvSpPr>
        <dsp:cNvPr id="0" name=""/>
        <dsp:cNvSpPr/>
      </dsp:nvSpPr>
      <dsp:spPr>
        <a:xfrm rot="5400000">
          <a:off x="1152576" y="-22804"/>
          <a:ext cx="1333165" cy="171214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b="0" i="0" u="none" kern="1200" dirty="0">
              <a:latin typeface="Product Sans" panose="020B0403030502040203" pitchFamily="34" charset="0"/>
            </a:rPr>
            <a:t>58.98%</a:t>
          </a:r>
          <a:r>
            <a:rPr lang="en-US" sz="1800" kern="1200" dirty="0">
              <a:latin typeface="Product Sans" panose="020B0403030502040203" pitchFamily="34" charset="0"/>
            </a:rPr>
            <a:t> </a:t>
          </a:r>
        </a:p>
      </dsp:txBody>
      <dsp:txXfrm rot="-5400000">
        <a:off x="963084" y="231768"/>
        <a:ext cx="1647069" cy="1203005"/>
      </dsp:txXfrm>
    </dsp:sp>
    <dsp:sp modelId="{8D611ECF-C9B9-43EA-9746-42FE3DA943D3}">
      <dsp:nvSpPr>
        <dsp:cNvPr id="0" name=""/>
        <dsp:cNvSpPr/>
      </dsp:nvSpPr>
      <dsp:spPr>
        <a:xfrm>
          <a:off x="0" y="41"/>
          <a:ext cx="963084" cy="1666456"/>
        </a:xfrm>
        <a:prstGeom prst="roundRect">
          <a:avLst/>
        </a:prstGeom>
        <a:solidFill>
          <a:srgbClr val="4472C4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Product Sans" panose="020B0403030502040203" pitchFamily="34" charset="0"/>
            </a:rPr>
            <a:t>Network</a:t>
          </a:r>
        </a:p>
      </dsp:txBody>
      <dsp:txXfrm>
        <a:off x="47014" y="47055"/>
        <a:ext cx="869056" cy="1572428"/>
      </dsp:txXfrm>
    </dsp:sp>
    <dsp:sp modelId="{CFBA1812-323B-4F36-A080-B55A10FA4A1C}">
      <dsp:nvSpPr>
        <dsp:cNvPr id="0" name=""/>
        <dsp:cNvSpPr/>
      </dsp:nvSpPr>
      <dsp:spPr>
        <a:xfrm rot="5400000">
          <a:off x="1152576" y="1726974"/>
          <a:ext cx="1333165" cy="171214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b="0" i="0" u="none" kern="1200" dirty="0">
              <a:latin typeface="Product Sans" panose="020B0403030502040203" pitchFamily="34" charset="0"/>
            </a:rPr>
            <a:t>73.23%</a:t>
          </a:r>
          <a:r>
            <a:rPr lang="en-US" sz="1800" kern="1200" dirty="0">
              <a:latin typeface="Product Sans" panose="020B0403030502040203" pitchFamily="34" charset="0"/>
            </a:rPr>
            <a:t> </a:t>
          </a:r>
        </a:p>
      </dsp:txBody>
      <dsp:txXfrm rot="-5400000">
        <a:off x="963084" y="1981546"/>
        <a:ext cx="1647069" cy="1203005"/>
      </dsp:txXfrm>
    </dsp:sp>
    <dsp:sp modelId="{E6ECAFB5-A853-4ABA-8A9B-A1C1811F8939}">
      <dsp:nvSpPr>
        <dsp:cNvPr id="0" name=""/>
        <dsp:cNvSpPr/>
      </dsp:nvSpPr>
      <dsp:spPr>
        <a:xfrm>
          <a:off x="0" y="1749821"/>
          <a:ext cx="963084" cy="1666456"/>
        </a:xfrm>
        <a:prstGeom prst="roundRect">
          <a:avLst/>
        </a:prstGeom>
        <a:solidFill>
          <a:srgbClr val="7030A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Product Sans" panose="020B0403030502040203" pitchFamily="34" charset="0"/>
            </a:rPr>
            <a:t>Gampaha</a:t>
          </a:r>
        </a:p>
      </dsp:txBody>
      <dsp:txXfrm>
        <a:off x="47014" y="1796835"/>
        <a:ext cx="869056" cy="157242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2C61D3-A7B5-49EF-B38E-CFFF17648732}">
      <dsp:nvSpPr>
        <dsp:cNvPr id="0" name=""/>
        <dsp:cNvSpPr/>
      </dsp:nvSpPr>
      <dsp:spPr>
        <a:xfrm rot="5400000">
          <a:off x="1152576" y="-22804"/>
          <a:ext cx="1333165" cy="171214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b="0" i="0" u="none" kern="1200" dirty="0">
              <a:latin typeface="Product Sans" panose="020B0403030502040203" pitchFamily="34" charset="0"/>
            </a:rPr>
            <a:t>-8.31%</a:t>
          </a:r>
          <a:endParaRPr lang="en-US" sz="1800" kern="1200" dirty="0">
            <a:latin typeface="Product Sans" panose="020B0403030502040203" pitchFamily="34" charset="0"/>
          </a:endParaRPr>
        </a:p>
      </dsp:txBody>
      <dsp:txXfrm rot="-5400000">
        <a:off x="963084" y="231768"/>
        <a:ext cx="1647069" cy="1203005"/>
      </dsp:txXfrm>
    </dsp:sp>
    <dsp:sp modelId="{8D611ECF-C9B9-43EA-9746-42FE3DA943D3}">
      <dsp:nvSpPr>
        <dsp:cNvPr id="0" name=""/>
        <dsp:cNvSpPr/>
      </dsp:nvSpPr>
      <dsp:spPr>
        <a:xfrm>
          <a:off x="0" y="41"/>
          <a:ext cx="963084" cy="1666456"/>
        </a:xfrm>
        <a:prstGeom prst="roundRect">
          <a:avLst/>
        </a:prstGeom>
        <a:solidFill>
          <a:srgbClr val="4472C4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Product Sans" panose="020B0403030502040203" pitchFamily="34" charset="0"/>
            </a:rPr>
            <a:t>Network</a:t>
          </a:r>
        </a:p>
      </dsp:txBody>
      <dsp:txXfrm>
        <a:off x="47014" y="47055"/>
        <a:ext cx="869056" cy="1572428"/>
      </dsp:txXfrm>
    </dsp:sp>
    <dsp:sp modelId="{CFBA1812-323B-4F36-A080-B55A10FA4A1C}">
      <dsp:nvSpPr>
        <dsp:cNvPr id="0" name=""/>
        <dsp:cNvSpPr/>
      </dsp:nvSpPr>
      <dsp:spPr>
        <a:xfrm rot="5400000">
          <a:off x="1152576" y="1726974"/>
          <a:ext cx="1333165" cy="171214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b="0" i="0" u="none" kern="1200" dirty="0"/>
            <a:t>-13.15%</a:t>
          </a:r>
          <a:endParaRPr lang="en-US" sz="1800" kern="1200" dirty="0">
            <a:latin typeface="Product Sans" panose="020B0403030502040203" pitchFamily="34" charset="0"/>
          </a:endParaRPr>
        </a:p>
      </dsp:txBody>
      <dsp:txXfrm rot="-5400000">
        <a:off x="963084" y="1981546"/>
        <a:ext cx="1647069" cy="1203005"/>
      </dsp:txXfrm>
    </dsp:sp>
    <dsp:sp modelId="{E6ECAFB5-A853-4ABA-8A9B-A1C1811F8939}">
      <dsp:nvSpPr>
        <dsp:cNvPr id="0" name=""/>
        <dsp:cNvSpPr/>
      </dsp:nvSpPr>
      <dsp:spPr>
        <a:xfrm>
          <a:off x="0" y="1749821"/>
          <a:ext cx="963084" cy="1666456"/>
        </a:xfrm>
        <a:prstGeom prst="roundRect">
          <a:avLst/>
        </a:prstGeom>
        <a:solidFill>
          <a:srgbClr val="7030A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Product Sans" panose="020B0403030502040203" pitchFamily="34" charset="0"/>
            </a:rPr>
            <a:t>Gampaha</a:t>
          </a:r>
        </a:p>
      </dsp:txBody>
      <dsp:txXfrm>
        <a:off x="47014" y="1796835"/>
        <a:ext cx="869056" cy="157242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2C61D3-A7B5-49EF-B38E-CFFF17648732}">
      <dsp:nvSpPr>
        <dsp:cNvPr id="0" name=""/>
        <dsp:cNvSpPr/>
      </dsp:nvSpPr>
      <dsp:spPr>
        <a:xfrm rot="5400000">
          <a:off x="1152576" y="-22804"/>
          <a:ext cx="1333165" cy="171214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b="0" i="0" u="none" kern="1200" dirty="0">
              <a:latin typeface="Product Sans" panose="020B0403030502040203" pitchFamily="34" charset="0"/>
            </a:rPr>
            <a:t>-42.57%</a:t>
          </a:r>
          <a:r>
            <a:rPr lang="en-US" sz="1800" kern="1200" dirty="0">
              <a:latin typeface="Product Sans" panose="020B0403030502040203" pitchFamily="34" charset="0"/>
            </a:rPr>
            <a:t> </a:t>
          </a:r>
        </a:p>
      </dsp:txBody>
      <dsp:txXfrm rot="-5400000">
        <a:off x="963084" y="231768"/>
        <a:ext cx="1647069" cy="1203005"/>
      </dsp:txXfrm>
    </dsp:sp>
    <dsp:sp modelId="{8D611ECF-C9B9-43EA-9746-42FE3DA943D3}">
      <dsp:nvSpPr>
        <dsp:cNvPr id="0" name=""/>
        <dsp:cNvSpPr/>
      </dsp:nvSpPr>
      <dsp:spPr>
        <a:xfrm>
          <a:off x="0" y="41"/>
          <a:ext cx="963084" cy="1666456"/>
        </a:xfrm>
        <a:prstGeom prst="roundRect">
          <a:avLst/>
        </a:prstGeom>
        <a:solidFill>
          <a:srgbClr val="4472C4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Product Sans" panose="020B0403030502040203" pitchFamily="34" charset="0"/>
            </a:rPr>
            <a:t>Network</a:t>
          </a:r>
        </a:p>
      </dsp:txBody>
      <dsp:txXfrm>
        <a:off x="47014" y="47055"/>
        <a:ext cx="869056" cy="1572428"/>
      </dsp:txXfrm>
    </dsp:sp>
    <dsp:sp modelId="{CFBA1812-323B-4F36-A080-B55A10FA4A1C}">
      <dsp:nvSpPr>
        <dsp:cNvPr id="0" name=""/>
        <dsp:cNvSpPr/>
      </dsp:nvSpPr>
      <dsp:spPr>
        <a:xfrm rot="5400000">
          <a:off x="1152576" y="1726974"/>
          <a:ext cx="1333165" cy="171214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b="0" i="0" u="none" kern="1200" dirty="0">
              <a:latin typeface="Product Sans" panose="020B0403030502040203" pitchFamily="34" charset="0"/>
            </a:rPr>
            <a:t>-100%</a:t>
          </a:r>
          <a:r>
            <a:rPr lang="en-US" sz="1800" kern="1200" dirty="0">
              <a:latin typeface="Product Sans" panose="020B0403030502040203" pitchFamily="34" charset="0"/>
            </a:rPr>
            <a:t> </a:t>
          </a:r>
        </a:p>
      </dsp:txBody>
      <dsp:txXfrm rot="-5400000">
        <a:off x="963084" y="1981546"/>
        <a:ext cx="1647069" cy="1203005"/>
      </dsp:txXfrm>
    </dsp:sp>
    <dsp:sp modelId="{E6ECAFB5-A853-4ABA-8A9B-A1C1811F8939}">
      <dsp:nvSpPr>
        <dsp:cNvPr id="0" name=""/>
        <dsp:cNvSpPr/>
      </dsp:nvSpPr>
      <dsp:spPr>
        <a:xfrm>
          <a:off x="0" y="1749821"/>
          <a:ext cx="963084" cy="1666456"/>
        </a:xfrm>
        <a:prstGeom prst="roundRect">
          <a:avLst/>
        </a:prstGeom>
        <a:solidFill>
          <a:srgbClr val="7030A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Product Sans" panose="020B0403030502040203" pitchFamily="34" charset="0"/>
            </a:rPr>
            <a:t>Gampaha</a:t>
          </a:r>
        </a:p>
      </dsp:txBody>
      <dsp:txXfrm>
        <a:off x="47014" y="1796835"/>
        <a:ext cx="869056" cy="157242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2C61D3-A7B5-49EF-B38E-CFFF17648732}">
      <dsp:nvSpPr>
        <dsp:cNvPr id="0" name=""/>
        <dsp:cNvSpPr/>
      </dsp:nvSpPr>
      <dsp:spPr>
        <a:xfrm rot="5400000">
          <a:off x="1378774" y="-303925"/>
          <a:ext cx="880770" cy="171214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kern="1200" dirty="0">
              <a:latin typeface="Product Sans" panose="020B0403030502040203" pitchFamily="34" charset="0"/>
            </a:rPr>
            <a:t>25.47%</a:t>
          </a:r>
        </a:p>
      </dsp:txBody>
      <dsp:txXfrm rot="-5400000">
        <a:off x="963085" y="154760"/>
        <a:ext cx="1669153" cy="794778"/>
      </dsp:txXfrm>
    </dsp:sp>
    <dsp:sp modelId="{8D611ECF-C9B9-43EA-9746-42FE3DA943D3}">
      <dsp:nvSpPr>
        <dsp:cNvPr id="0" name=""/>
        <dsp:cNvSpPr/>
      </dsp:nvSpPr>
      <dsp:spPr>
        <a:xfrm>
          <a:off x="0" y="1668"/>
          <a:ext cx="963084" cy="1100962"/>
        </a:xfrm>
        <a:prstGeom prst="roundRect">
          <a:avLst/>
        </a:prstGeom>
        <a:solidFill>
          <a:srgbClr val="4472C4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Product Sans" panose="020B0403030502040203" pitchFamily="34" charset="0"/>
            </a:rPr>
            <a:t>Network</a:t>
          </a:r>
        </a:p>
      </dsp:txBody>
      <dsp:txXfrm>
        <a:off x="47014" y="48682"/>
        <a:ext cx="869056" cy="1006934"/>
      </dsp:txXfrm>
    </dsp:sp>
    <dsp:sp modelId="{2D54851F-E891-427F-A3AC-F615710926B6}">
      <dsp:nvSpPr>
        <dsp:cNvPr id="0" name=""/>
        <dsp:cNvSpPr/>
      </dsp:nvSpPr>
      <dsp:spPr>
        <a:xfrm rot="5400000">
          <a:off x="1378774" y="852085"/>
          <a:ext cx="880770" cy="171214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b="0" i="0" u="none" kern="1200" dirty="0">
              <a:latin typeface="Product Sans" panose="020B0403030502040203" pitchFamily="34" charset="0"/>
            </a:rPr>
            <a:t>27.88%</a:t>
          </a:r>
          <a:r>
            <a:rPr lang="en-US" sz="1800" kern="1200" dirty="0">
              <a:latin typeface="Product Sans" panose="020B0403030502040203" pitchFamily="34" charset="0"/>
            </a:rPr>
            <a:t>  </a:t>
          </a:r>
        </a:p>
      </dsp:txBody>
      <dsp:txXfrm rot="-5400000">
        <a:off x="963085" y="1310770"/>
        <a:ext cx="1669153" cy="794778"/>
      </dsp:txXfrm>
    </dsp:sp>
    <dsp:sp modelId="{13E31701-3E39-450E-A601-03C75082C3AD}">
      <dsp:nvSpPr>
        <dsp:cNvPr id="0" name=""/>
        <dsp:cNvSpPr/>
      </dsp:nvSpPr>
      <dsp:spPr>
        <a:xfrm>
          <a:off x="0" y="1157678"/>
          <a:ext cx="963084" cy="1100962"/>
        </a:xfrm>
        <a:prstGeom prst="roundRect">
          <a:avLst/>
        </a:prstGeom>
        <a:solidFill>
          <a:srgbClr val="FF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Product Sans" panose="020B0403030502040203" pitchFamily="34" charset="0"/>
            </a:rPr>
            <a:t>Kegalle</a:t>
          </a:r>
        </a:p>
      </dsp:txBody>
      <dsp:txXfrm>
        <a:off x="47014" y="1204692"/>
        <a:ext cx="869056" cy="1006934"/>
      </dsp:txXfrm>
    </dsp:sp>
    <dsp:sp modelId="{DC16D3F8-3A64-489D-B7E4-10432B209CED}">
      <dsp:nvSpPr>
        <dsp:cNvPr id="0" name=""/>
        <dsp:cNvSpPr/>
      </dsp:nvSpPr>
      <dsp:spPr>
        <a:xfrm rot="5400000">
          <a:off x="1378774" y="2008095"/>
          <a:ext cx="880770" cy="171214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b="0" i="0" u="none" kern="1200" dirty="0">
              <a:latin typeface="Product Sans" panose="020B0403030502040203" pitchFamily="34" charset="0"/>
            </a:rPr>
            <a:t>26.74%</a:t>
          </a:r>
          <a:r>
            <a:rPr lang="en-US" sz="1800" kern="1200" dirty="0">
              <a:latin typeface="Product Sans" panose="020B0403030502040203" pitchFamily="34" charset="0"/>
            </a:rPr>
            <a:t> </a:t>
          </a:r>
        </a:p>
      </dsp:txBody>
      <dsp:txXfrm rot="-5400000">
        <a:off x="963085" y="2466780"/>
        <a:ext cx="1669153" cy="794778"/>
      </dsp:txXfrm>
    </dsp:sp>
    <dsp:sp modelId="{11D682BA-7FBE-4C81-98AF-94A393E19254}">
      <dsp:nvSpPr>
        <dsp:cNvPr id="0" name=""/>
        <dsp:cNvSpPr/>
      </dsp:nvSpPr>
      <dsp:spPr>
        <a:xfrm>
          <a:off x="0" y="2313689"/>
          <a:ext cx="963084" cy="1100962"/>
        </a:xfrm>
        <a:prstGeom prst="roundRect">
          <a:avLst/>
        </a:prstGeom>
        <a:solidFill>
          <a:srgbClr val="00B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Product Sans" panose="020B0403030502040203" pitchFamily="34" charset="0"/>
            </a:rPr>
            <a:t>Puttalam</a:t>
          </a:r>
        </a:p>
      </dsp:txBody>
      <dsp:txXfrm>
        <a:off x="47014" y="2360703"/>
        <a:ext cx="869056" cy="100693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2C61D3-A7B5-49EF-B38E-CFFF17648732}">
      <dsp:nvSpPr>
        <dsp:cNvPr id="0" name=""/>
        <dsp:cNvSpPr/>
      </dsp:nvSpPr>
      <dsp:spPr>
        <a:xfrm rot="5400000">
          <a:off x="1378774" y="-303925"/>
          <a:ext cx="880770" cy="171214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b="0" i="0" u="none" kern="1200" dirty="0">
              <a:latin typeface="Product Sans" panose="020B0403030502040203" pitchFamily="34" charset="0"/>
            </a:rPr>
            <a:t>58.98%</a:t>
          </a:r>
          <a:r>
            <a:rPr lang="en-US" sz="1800" kern="1200" dirty="0">
              <a:latin typeface="Product Sans" panose="020B0403030502040203" pitchFamily="34" charset="0"/>
            </a:rPr>
            <a:t> </a:t>
          </a:r>
        </a:p>
      </dsp:txBody>
      <dsp:txXfrm rot="-5400000">
        <a:off x="963085" y="154760"/>
        <a:ext cx="1669153" cy="794778"/>
      </dsp:txXfrm>
    </dsp:sp>
    <dsp:sp modelId="{8D611ECF-C9B9-43EA-9746-42FE3DA943D3}">
      <dsp:nvSpPr>
        <dsp:cNvPr id="0" name=""/>
        <dsp:cNvSpPr/>
      </dsp:nvSpPr>
      <dsp:spPr>
        <a:xfrm>
          <a:off x="0" y="1668"/>
          <a:ext cx="963084" cy="1100962"/>
        </a:xfrm>
        <a:prstGeom prst="roundRect">
          <a:avLst/>
        </a:prstGeom>
        <a:solidFill>
          <a:srgbClr val="4472C4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Product Sans" panose="020B0403030502040203" pitchFamily="34" charset="0"/>
            </a:rPr>
            <a:t>Network</a:t>
          </a:r>
        </a:p>
      </dsp:txBody>
      <dsp:txXfrm>
        <a:off x="47014" y="48682"/>
        <a:ext cx="869056" cy="1006934"/>
      </dsp:txXfrm>
    </dsp:sp>
    <dsp:sp modelId="{2D54851F-E891-427F-A3AC-F615710926B6}">
      <dsp:nvSpPr>
        <dsp:cNvPr id="0" name=""/>
        <dsp:cNvSpPr/>
      </dsp:nvSpPr>
      <dsp:spPr>
        <a:xfrm rot="5400000">
          <a:off x="1378774" y="852085"/>
          <a:ext cx="880770" cy="171214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b="0" i="0" u="none" kern="1200" dirty="0">
              <a:latin typeface="Product Sans" panose="020B0403030502040203" pitchFamily="34" charset="0"/>
            </a:rPr>
            <a:t>61.31%</a:t>
          </a:r>
          <a:r>
            <a:rPr lang="en-US" sz="1800" kern="1200" dirty="0">
              <a:latin typeface="Product Sans" panose="020B0403030502040203" pitchFamily="34" charset="0"/>
            </a:rPr>
            <a:t> </a:t>
          </a:r>
        </a:p>
      </dsp:txBody>
      <dsp:txXfrm rot="-5400000">
        <a:off x="963085" y="1310770"/>
        <a:ext cx="1669153" cy="794778"/>
      </dsp:txXfrm>
    </dsp:sp>
    <dsp:sp modelId="{13E31701-3E39-450E-A601-03C75082C3AD}">
      <dsp:nvSpPr>
        <dsp:cNvPr id="0" name=""/>
        <dsp:cNvSpPr/>
      </dsp:nvSpPr>
      <dsp:spPr>
        <a:xfrm>
          <a:off x="0" y="1157678"/>
          <a:ext cx="963084" cy="1100962"/>
        </a:xfrm>
        <a:prstGeom prst="roundRect">
          <a:avLst/>
        </a:prstGeom>
        <a:solidFill>
          <a:srgbClr val="FF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Product Sans" panose="020B0403030502040203" pitchFamily="34" charset="0"/>
            </a:rPr>
            <a:t>Kegalle</a:t>
          </a:r>
        </a:p>
      </dsp:txBody>
      <dsp:txXfrm>
        <a:off x="47014" y="1204692"/>
        <a:ext cx="869056" cy="1006934"/>
      </dsp:txXfrm>
    </dsp:sp>
    <dsp:sp modelId="{DC16D3F8-3A64-489D-B7E4-10432B209CED}">
      <dsp:nvSpPr>
        <dsp:cNvPr id="0" name=""/>
        <dsp:cNvSpPr/>
      </dsp:nvSpPr>
      <dsp:spPr>
        <a:xfrm rot="5400000">
          <a:off x="1378774" y="2008095"/>
          <a:ext cx="880770" cy="171214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kern="1200" dirty="0">
              <a:latin typeface="Product Sans" panose="020B0403030502040203" pitchFamily="34" charset="0"/>
            </a:rPr>
            <a:t>53.3%</a:t>
          </a:r>
        </a:p>
      </dsp:txBody>
      <dsp:txXfrm rot="-5400000">
        <a:off x="963085" y="2466780"/>
        <a:ext cx="1669153" cy="794778"/>
      </dsp:txXfrm>
    </dsp:sp>
    <dsp:sp modelId="{11D682BA-7FBE-4C81-98AF-94A393E19254}">
      <dsp:nvSpPr>
        <dsp:cNvPr id="0" name=""/>
        <dsp:cNvSpPr/>
      </dsp:nvSpPr>
      <dsp:spPr>
        <a:xfrm>
          <a:off x="0" y="2313689"/>
          <a:ext cx="963084" cy="1100962"/>
        </a:xfrm>
        <a:prstGeom prst="roundRect">
          <a:avLst/>
        </a:prstGeom>
        <a:solidFill>
          <a:srgbClr val="00B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Product Sans" panose="020B0403030502040203" pitchFamily="34" charset="0"/>
            </a:rPr>
            <a:t>Puttalam</a:t>
          </a:r>
        </a:p>
      </dsp:txBody>
      <dsp:txXfrm>
        <a:off x="47014" y="2360703"/>
        <a:ext cx="869056" cy="100693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2C61D3-A7B5-49EF-B38E-CFFF17648732}">
      <dsp:nvSpPr>
        <dsp:cNvPr id="0" name=""/>
        <dsp:cNvSpPr/>
      </dsp:nvSpPr>
      <dsp:spPr>
        <a:xfrm rot="5400000">
          <a:off x="1378774" y="-303925"/>
          <a:ext cx="880770" cy="171214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b="0" i="0" u="none" kern="1200" dirty="0">
              <a:latin typeface="Product Sans" panose="020B0403030502040203" pitchFamily="34" charset="0"/>
            </a:rPr>
            <a:t>-8.31%</a:t>
          </a:r>
          <a:endParaRPr lang="en-US" sz="1800" kern="1200" dirty="0">
            <a:latin typeface="Product Sans" panose="020B0403030502040203" pitchFamily="34" charset="0"/>
          </a:endParaRPr>
        </a:p>
      </dsp:txBody>
      <dsp:txXfrm rot="-5400000">
        <a:off x="963085" y="154760"/>
        <a:ext cx="1669153" cy="794778"/>
      </dsp:txXfrm>
    </dsp:sp>
    <dsp:sp modelId="{8D611ECF-C9B9-43EA-9746-42FE3DA943D3}">
      <dsp:nvSpPr>
        <dsp:cNvPr id="0" name=""/>
        <dsp:cNvSpPr/>
      </dsp:nvSpPr>
      <dsp:spPr>
        <a:xfrm>
          <a:off x="0" y="1668"/>
          <a:ext cx="963084" cy="1100962"/>
        </a:xfrm>
        <a:prstGeom prst="roundRect">
          <a:avLst/>
        </a:prstGeom>
        <a:solidFill>
          <a:srgbClr val="4472C4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Product Sans" panose="020B0403030502040203" pitchFamily="34" charset="0"/>
            </a:rPr>
            <a:t>Network</a:t>
          </a:r>
        </a:p>
      </dsp:txBody>
      <dsp:txXfrm>
        <a:off x="47014" y="48682"/>
        <a:ext cx="869056" cy="1006934"/>
      </dsp:txXfrm>
    </dsp:sp>
    <dsp:sp modelId="{2D54851F-E891-427F-A3AC-F615710926B6}">
      <dsp:nvSpPr>
        <dsp:cNvPr id="0" name=""/>
        <dsp:cNvSpPr/>
      </dsp:nvSpPr>
      <dsp:spPr>
        <a:xfrm rot="5400000">
          <a:off x="1378774" y="852085"/>
          <a:ext cx="880770" cy="171214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b="0" i="0" u="none" kern="1200" dirty="0">
              <a:latin typeface="Product Sans" panose="020B0403030502040203" pitchFamily="34" charset="0"/>
            </a:rPr>
            <a:t>-6.99%</a:t>
          </a:r>
          <a:endParaRPr lang="en-US" sz="1800" kern="1200" dirty="0">
            <a:latin typeface="Product Sans" panose="020B0403030502040203" pitchFamily="34" charset="0"/>
          </a:endParaRPr>
        </a:p>
      </dsp:txBody>
      <dsp:txXfrm rot="-5400000">
        <a:off x="963085" y="1310770"/>
        <a:ext cx="1669153" cy="794778"/>
      </dsp:txXfrm>
    </dsp:sp>
    <dsp:sp modelId="{13E31701-3E39-450E-A601-03C75082C3AD}">
      <dsp:nvSpPr>
        <dsp:cNvPr id="0" name=""/>
        <dsp:cNvSpPr/>
      </dsp:nvSpPr>
      <dsp:spPr>
        <a:xfrm>
          <a:off x="0" y="1157678"/>
          <a:ext cx="963084" cy="1100962"/>
        </a:xfrm>
        <a:prstGeom prst="roundRect">
          <a:avLst/>
        </a:prstGeom>
        <a:solidFill>
          <a:srgbClr val="FF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Product Sans" panose="020B0403030502040203" pitchFamily="34" charset="0"/>
            </a:rPr>
            <a:t>Kegalle</a:t>
          </a:r>
        </a:p>
      </dsp:txBody>
      <dsp:txXfrm>
        <a:off x="47014" y="1204692"/>
        <a:ext cx="869056" cy="1006934"/>
      </dsp:txXfrm>
    </dsp:sp>
    <dsp:sp modelId="{DC16D3F8-3A64-489D-B7E4-10432B209CED}">
      <dsp:nvSpPr>
        <dsp:cNvPr id="0" name=""/>
        <dsp:cNvSpPr/>
      </dsp:nvSpPr>
      <dsp:spPr>
        <a:xfrm rot="5400000">
          <a:off x="1378774" y="2008095"/>
          <a:ext cx="880770" cy="171214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b="0" i="0" u="none" kern="1200" dirty="0">
              <a:latin typeface="Product Sans" panose="020B0403030502040203" pitchFamily="34" charset="0"/>
            </a:rPr>
            <a:t>-1.43%</a:t>
          </a:r>
          <a:endParaRPr lang="en-US" sz="1800" kern="1200" dirty="0">
            <a:latin typeface="Product Sans" panose="020B0403030502040203" pitchFamily="34" charset="0"/>
          </a:endParaRPr>
        </a:p>
      </dsp:txBody>
      <dsp:txXfrm rot="-5400000">
        <a:off x="963085" y="2466780"/>
        <a:ext cx="1669153" cy="794778"/>
      </dsp:txXfrm>
    </dsp:sp>
    <dsp:sp modelId="{11D682BA-7FBE-4C81-98AF-94A393E19254}">
      <dsp:nvSpPr>
        <dsp:cNvPr id="0" name=""/>
        <dsp:cNvSpPr/>
      </dsp:nvSpPr>
      <dsp:spPr>
        <a:xfrm>
          <a:off x="0" y="2313689"/>
          <a:ext cx="963084" cy="1100962"/>
        </a:xfrm>
        <a:prstGeom prst="roundRect">
          <a:avLst/>
        </a:prstGeom>
        <a:solidFill>
          <a:srgbClr val="00B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Product Sans" panose="020B0403030502040203" pitchFamily="34" charset="0"/>
            </a:rPr>
            <a:t>Puttalam</a:t>
          </a:r>
        </a:p>
      </dsp:txBody>
      <dsp:txXfrm>
        <a:off x="47014" y="2360703"/>
        <a:ext cx="869056" cy="100693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2C61D3-A7B5-49EF-B38E-CFFF17648732}">
      <dsp:nvSpPr>
        <dsp:cNvPr id="0" name=""/>
        <dsp:cNvSpPr/>
      </dsp:nvSpPr>
      <dsp:spPr>
        <a:xfrm rot="5400000">
          <a:off x="1378774" y="-303925"/>
          <a:ext cx="880770" cy="171214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b="0" i="0" u="none" kern="1200" dirty="0">
              <a:latin typeface="Product Sans" panose="020B0403030502040203" pitchFamily="34" charset="0"/>
            </a:rPr>
            <a:t>-42.57%</a:t>
          </a:r>
          <a:r>
            <a:rPr lang="en-US" sz="1800" kern="1200" dirty="0">
              <a:latin typeface="Product Sans" panose="020B0403030502040203" pitchFamily="34" charset="0"/>
            </a:rPr>
            <a:t> </a:t>
          </a:r>
        </a:p>
      </dsp:txBody>
      <dsp:txXfrm rot="-5400000">
        <a:off x="963085" y="154760"/>
        <a:ext cx="1669153" cy="794778"/>
      </dsp:txXfrm>
    </dsp:sp>
    <dsp:sp modelId="{8D611ECF-C9B9-43EA-9746-42FE3DA943D3}">
      <dsp:nvSpPr>
        <dsp:cNvPr id="0" name=""/>
        <dsp:cNvSpPr/>
      </dsp:nvSpPr>
      <dsp:spPr>
        <a:xfrm>
          <a:off x="0" y="1668"/>
          <a:ext cx="963084" cy="1100962"/>
        </a:xfrm>
        <a:prstGeom prst="roundRect">
          <a:avLst/>
        </a:prstGeom>
        <a:solidFill>
          <a:srgbClr val="4472C4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Product Sans" panose="020B0403030502040203" pitchFamily="34" charset="0"/>
            </a:rPr>
            <a:t>Network</a:t>
          </a:r>
        </a:p>
      </dsp:txBody>
      <dsp:txXfrm>
        <a:off x="47014" y="48682"/>
        <a:ext cx="869056" cy="1006934"/>
      </dsp:txXfrm>
    </dsp:sp>
    <dsp:sp modelId="{2D54851F-E891-427F-A3AC-F615710926B6}">
      <dsp:nvSpPr>
        <dsp:cNvPr id="0" name=""/>
        <dsp:cNvSpPr/>
      </dsp:nvSpPr>
      <dsp:spPr>
        <a:xfrm rot="5400000">
          <a:off x="1378774" y="852085"/>
          <a:ext cx="880770" cy="171214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b="0" i="0" u="none" kern="1200" dirty="0">
              <a:latin typeface="Product Sans" panose="020B0403030502040203" pitchFamily="34" charset="0"/>
            </a:rPr>
            <a:t>-8.92%</a:t>
          </a:r>
          <a:r>
            <a:rPr lang="en-US" sz="1800" kern="1200" dirty="0">
              <a:latin typeface="Product Sans" panose="020B0403030502040203" pitchFamily="34" charset="0"/>
            </a:rPr>
            <a:t> </a:t>
          </a:r>
        </a:p>
      </dsp:txBody>
      <dsp:txXfrm rot="-5400000">
        <a:off x="963085" y="1310770"/>
        <a:ext cx="1669153" cy="794778"/>
      </dsp:txXfrm>
    </dsp:sp>
    <dsp:sp modelId="{13E31701-3E39-450E-A601-03C75082C3AD}">
      <dsp:nvSpPr>
        <dsp:cNvPr id="0" name=""/>
        <dsp:cNvSpPr/>
      </dsp:nvSpPr>
      <dsp:spPr>
        <a:xfrm>
          <a:off x="0" y="1157678"/>
          <a:ext cx="963084" cy="1100962"/>
        </a:xfrm>
        <a:prstGeom prst="roundRect">
          <a:avLst/>
        </a:prstGeom>
        <a:solidFill>
          <a:srgbClr val="FF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Product Sans" panose="020B0403030502040203" pitchFamily="34" charset="0"/>
            </a:rPr>
            <a:t>Kegalle</a:t>
          </a:r>
        </a:p>
      </dsp:txBody>
      <dsp:txXfrm>
        <a:off x="47014" y="1204692"/>
        <a:ext cx="869056" cy="1006934"/>
      </dsp:txXfrm>
    </dsp:sp>
    <dsp:sp modelId="{DC16D3F8-3A64-489D-B7E4-10432B209CED}">
      <dsp:nvSpPr>
        <dsp:cNvPr id="0" name=""/>
        <dsp:cNvSpPr/>
      </dsp:nvSpPr>
      <dsp:spPr>
        <a:xfrm rot="5400000">
          <a:off x="1378774" y="2008095"/>
          <a:ext cx="880770" cy="171214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b="0" i="0" u="none" kern="1200" dirty="0">
              <a:latin typeface="Product Sans" panose="020B0403030502040203" pitchFamily="34" charset="0"/>
            </a:rPr>
            <a:t>-6.43%</a:t>
          </a:r>
          <a:r>
            <a:rPr lang="en-US" sz="1800" kern="1200" dirty="0">
              <a:latin typeface="Product Sans" panose="020B0403030502040203" pitchFamily="34" charset="0"/>
            </a:rPr>
            <a:t> </a:t>
          </a:r>
        </a:p>
      </dsp:txBody>
      <dsp:txXfrm rot="-5400000">
        <a:off x="963085" y="2466780"/>
        <a:ext cx="1669153" cy="794778"/>
      </dsp:txXfrm>
    </dsp:sp>
    <dsp:sp modelId="{11D682BA-7FBE-4C81-98AF-94A393E19254}">
      <dsp:nvSpPr>
        <dsp:cNvPr id="0" name=""/>
        <dsp:cNvSpPr/>
      </dsp:nvSpPr>
      <dsp:spPr>
        <a:xfrm>
          <a:off x="0" y="2313689"/>
          <a:ext cx="963084" cy="1100962"/>
        </a:xfrm>
        <a:prstGeom prst="roundRect">
          <a:avLst/>
        </a:prstGeom>
        <a:solidFill>
          <a:srgbClr val="61616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Product Sans" panose="020B0403030502040203" pitchFamily="34" charset="0"/>
            </a:rPr>
            <a:t>Puttalam</a:t>
          </a:r>
        </a:p>
      </dsp:txBody>
      <dsp:txXfrm>
        <a:off x="47014" y="2360703"/>
        <a:ext cx="869056" cy="10069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2C3C39-5856-4238-8D38-EDC65BA29ED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683D85-FA4A-4FDF-89DB-8785B0CB7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037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B7E10-0674-4D4A-2AD1-5CD05665C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264379-E2A6-ACF5-8B1C-73AA3D98B1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9DE59B-EE70-C561-2111-22ABCAE78B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D438A-4EE9-D036-6666-C6B390BACE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905766-15E9-4A78-B977-3354009D5FB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04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D04DE-1C7A-59ED-81AF-BD348003E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58BDF1-3962-5F0E-8A81-F984D85E85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BDA4E3-10D8-FC20-7F3E-361ACED043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A6BCD8-ED85-C0A8-1B42-875C4ECBDD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905766-15E9-4A78-B977-3354009D5FB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76186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19D2E-BC25-21B7-21C9-AF2B96070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5AD1E3-EF32-9BA7-A54D-F6CBDCE0FA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0A1EC7-D47D-BC53-C3EF-38D8B5A55C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A2D692-7B03-E83E-E1B0-CB4ED9303A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905766-15E9-4A78-B977-3354009D5FB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46546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C939D-E9DE-B851-AEEF-6EADAA684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4D7FEF-4475-81E2-A3E1-6B6BE23831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F3E563-CB51-AE06-E5C6-903D0609D8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942B6E-AB3C-4CC0-D558-9E8053B1B1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905766-15E9-4A78-B977-3354009D5FB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52593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DA643-AB69-7836-8CE4-109BA7E95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567D3E-9346-52CD-4943-16D4E1D2A0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749AE3-DB6F-A77A-88BA-8FB914153E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D0D4F2-0578-B0CB-7BA5-840400867A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905766-15E9-4A78-B977-3354009D5FB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74542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D16AF-13EB-C2F4-5C96-46A0B6151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31375D-F50D-4674-16F0-A2C5E7D456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CE1258-F12B-D068-EFFD-93ECA24C44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88DEF-E01F-34FB-6333-C01C1F6E72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905766-15E9-4A78-B977-3354009D5FB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95085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9BDBB-8B2E-031E-DD3D-5E6E85DDC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B81220-40E2-E06D-783F-FD1D2977B6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E4EC1E-50BC-6937-3A70-F284F0408C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6A2400-AAD6-A6D7-C85D-AAA75E86D5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905766-15E9-4A78-B977-3354009D5FB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73004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AC0C0-9023-2511-D5B0-D822EB1A7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02206E-7D79-B869-1338-93A74838AF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2909AE-CF64-B802-1001-FE24942CA2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C2FC43-3B75-7A0E-C7AE-401787801D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905766-15E9-4A78-B977-3354009D5FB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34785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0816C-6868-F4F6-A7F7-5C72906A8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8C55F4-6D8D-61E4-9ABB-3E5B798C8A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A5FF9C-5EFA-7920-736C-1275C4BCE9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36DBC0-2981-C242-BACA-D11200EB1C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905766-15E9-4A78-B977-3354009D5FB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2220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76498-BC07-C848-D499-1EEAA354E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4ACF6B-15F0-9A57-0A1A-3A3E7E14E3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0B1FAE-87EA-F8DE-6950-AE28125961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5C5340-7E25-5049-5297-D143DE150D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905766-15E9-4A78-B977-3354009D5FB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65965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E97AF-1F84-2DC4-196E-98E2FCD55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D02FD5-7C84-F5A5-A14D-8FB79E524F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E2F23D-C754-DF7B-B1AD-5120B9C603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8C49EC-6FA7-BBBA-FE79-907F9CAA49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905766-15E9-4A78-B977-3354009D5FB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6931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B7E10-0674-4D4A-2AD1-5CD05665C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264379-E2A6-ACF5-8B1C-73AA3D98B1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9DE59B-EE70-C561-2111-22ABCAE78B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D438A-4EE9-D036-6666-C6B390BACE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905766-15E9-4A78-B977-3354009D5FB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04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CE25B-EA0E-08B6-65E4-491570E437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738A22-6290-0195-2060-4D1B597579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CC2669-6729-3B89-B1A6-49560D444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5E8E7-5AD3-4048-80CB-D1C727265AF7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FBC7B-535E-AC83-02A4-95B9A0294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AD3538-050F-FA27-B2DC-C8A014DCD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EA04E-1087-485E-9207-9F37F74436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958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59A76-4E79-FBCF-2D12-EA6E60D9F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6B993-EDD6-94E7-000A-624FBA27E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E71BBD-6955-57A7-C5EC-66D1A5DAE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5E8E7-5AD3-4048-80CB-D1C727265AF7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E180C-4E54-AD85-2130-24ED06C55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6D8C8D-B8CF-6189-A1EA-82B181E94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EA04E-1087-485E-9207-9F37F74436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525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2C570-9356-17B7-5B7B-3E35AC19A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3E5973-308A-BED3-1B51-C0BC6F10A3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5D94A-76C7-99E6-F251-B4FB95986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5E8E7-5AD3-4048-80CB-D1C727265AF7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2F88C-BF64-7277-6EDE-668624425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A3FF8-9BCF-9C45-5B10-1E0330E29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EA04E-1087-485E-9207-9F37F74436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882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0CCF3-76B0-8E2D-3A68-879D65F27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BD7D1-2C76-D570-2C99-A7B89C5475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1648E5-EA6E-A8C1-BDA3-955B708A12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7630A1-D29E-787D-1F83-A0178F302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5E8E7-5AD3-4048-80CB-D1C727265AF7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571AAD-4150-07B9-2FCE-679A0CC0A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BDBC6B-58DE-D7BD-650A-63EC9F7CF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EA04E-1087-485E-9207-9F37F74436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519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9EAD4-6372-511C-2776-C2E204D5E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6AB059-253F-F1A3-8C49-F2B0FBCE74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FE899B-B325-E66D-9C05-A7474E7460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B65321-7646-42B1-DDCB-4807AEA893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CED199-B57D-DCC6-7C71-1B87FFE56A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B9CA12-8693-AFF9-5C9A-1C2DF1FFF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5E8E7-5AD3-4048-80CB-D1C727265AF7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D36ECB-BC03-DF8D-ED18-2EBF915E6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FCC75B-DEEA-0839-12E6-C90B7FEE7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EA04E-1087-485E-9207-9F37F74436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569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0B0A4-A6EB-9CD1-E6EC-780527AEA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1B78B4-1813-91B0-648D-C1B0B1239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5E8E7-5AD3-4048-80CB-D1C727265AF7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680CC4-DA2A-A4CE-2A40-9B863D25B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3C1514-5B28-98BB-C3E2-CC2CD86A1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EA04E-1087-485E-9207-9F37F74436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918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332732-6844-B159-1A1E-FE277C1CE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5E8E7-5AD3-4048-80CB-D1C727265AF7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77D908-80EA-6834-78AF-17D599C52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37568D-6288-2307-1B57-358FD615B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EA04E-1087-485E-9207-9F37F74436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958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22E72-A3D3-34C6-DF54-83C8F5409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930F6-74E9-B497-9E12-81066E72F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906293-73CD-7348-6419-8825D72A18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4C696C-AB4B-494D-610E-9006EA7D9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5E8E7-5AD3-4048-80CB-D1C727265AF7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39BA6C-DC72-84ED-7486-148A28E84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04CD59-7D96-C74F-8033-AA5020638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EA04E-1087-485E-9207-9F37F74436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68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13EB9-95E9-CD1E-3F26-BD0110980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16FD5F-08AE-404C-52D1-C93886A969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50BEEB-5A43-CAF9-7C5C-FCD11E1D56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21A7A7-6F40-721E-DAED-DB82D54A5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5E8E7-5AD3-4048-80CB-D1C727265AF7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553B59-33E1-5C68-D172-2E1E65173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CA05D5-3370-D155-AFE5-CF621E990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EA04E-1087-485E-9207-9F37F74436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85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E94AF-B0B7-A1A4-D058-659BCF25B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8C9CA5-0736-AB4A-BCFA-9218D89088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5FC0D-9317-359A-3396-14B6B4B0B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5E8E7-5AD3-4048-80CB-D1C727265AF7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6746E-EED0-BC11-0482-D27F8690D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6F3DB-BBD8-8929-F645-696182DE0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EA04E-1087-485E-9207-9F37F74436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82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456269-7D6F-8CE7-A2F5-4E13D06952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EB6415-CFAF-195D-1BD8-48A5C54E13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82AD0-AF0C-0861-309C-07D0B5A68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5E8E7-5AD3-4048-80CB-D1C727265AF7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58E73-0932-C209-11EF-FFE6830D1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057A6-49B0-4A78-3CB0-763EE7B6B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EA04E-1087-485E-9207-9F37F74436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3093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28231"/>
            <a:ext cx="10515600" cy="49075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 - Title Font = Arial, Font Size = 28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506200" y="6324919"/>
            <a:ext cx="533400" cy="365125"/>
          </a:xfrm>
          <a:prstGeom prst="rect">
            <a:avLst/>
          </a:prstGeom>
        </p:spPr>
        <p:txBody>
          <a:bodyPr/>
          <a:lstStyle/>
          <a:p>
            <a:fld id="{5629A84D-83B6-4E87-9839-7C59DBEAF3F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3790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23E79D-6B72-0B1E-B609-68F8F4269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181706-7590-A9FB-56DF-D0E88FC516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89C070-3F82-7090-2304-7B72AAA032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35E8E7-5AD3-4048-80CB-D1C727265AF7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4C3F0-D1E5-1C0F-D662-CF447C31FD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C6E9D-D1CA-3FD3-F924-D255382927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6EA04E-1087-485E-9207-9F37F74436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440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hart" Target="../charts/chart3.xml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hart" Target="../charts/chart4.xml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Relationship Id="rId9" Type="http://schemas.openxmlformats.org/officeDocument/2006/relationships/chart" Target="../charts/chart5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Relationship Id="rId9" Type="http://schemas.openxmlformats.org/officeDocument/2006/relationships/chart" Target="../charts/chart6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Relationship Id="rId9" Type="http://schemas.openxmlformats.org/officeDocument/2006/relationships/chart" Target="../charts/chart7.xml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8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diagramQuickStyle" Target="../diagrams/quickStyle8.xml"/><Relationship Id="rId5" Type="http://schemas.openxmlformats.org/officeDocument/2006/relationships/diagramLayout" Target="../diagrams/layout8.xml"/><Relationship Id="rId4" Type="http://schemas.openxmlformats.org/officeDocument/2006/relationships/diagramData" Target="../diagrams/data8.xml"/><Relationship Id="rId9" Type="http://schemas.openxmlformats.org/officeDocument/2006/relationships/chart" Target="../charts/char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microsoft.com/office/2018/10/relationships/comments" Target="../comments/modernComment_29A9_F7B7A4F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680AF-0AE3-6327-01BB-C7EB7C45F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E6B4EB8-AA9B-DADE-4AA7-7019083D7B11}"/>
              </a:ext>
            </a:extLst>
          </p:cNvPr>
          <p:cNvSpPr txBox="1">
            <a:spLocks/>
          </p:cNvSpPr>
          <p:nvPr/>
        </p:nvSpPr>
        <p:spPr>
          <a:xfrm>
            <a:off x="-1" y="1900825"/>
            <a:ext cx="12192001" cy="21446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defRPr/>
            </a:pPr>
            <a:r>
              <a:rPr lang="en-US" sz="5400" b="1" dirty="0">
                <a:solidFill>
                  <a:srgbClr val="ED7D31"/>
                </a:solidFill>
                <a:latin typeface="Product Sans" panose="020B0403030502040203" pitchFamily="34" charset="0"/>
                <a:cs typeface="Arial" panose="020B0604020202020204" pitchFamily="34" charset="0"/>
              </a:rPr>
              <a:t>Sales Meeting - GAM Region</a:t>
            </a:r>
          </a:p>
          <a:p>
            <a:pPr algn="ctr">
              <a:lnSpc>
                <a:spcPct val="100000"/>
              </a:lnSpc>
              <a:defRPr/>
            </a:pPr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Product Sans" panose="020B0403030502040203" pitchFamily="34" charset="0"/>
                <a:ea typeface="+mn-ea"/>
                <a:cs typeface="Arial" panose="020B0604020202020204" pitchFamily="34" charset="0"/>
              </a:rPr>
              <a:t>Puttalam | Kegalle | Gampaha</a:t>
            </a:r>
          </a:p>
        </p:txBody>
      </p:sp>
      <p:sp>
        <p:nvSpPr>
          <p:cNvPr id="5" name="等腰三角形 47">
            <a:extLst>
              <a:ext uri="{FF2B5EF4-FFF2-40B4-BE49-F238E27FC236}">
                <a16:creationId xmlns:a16="http://schemas.microsoft.com/office/drawing/2014/main" id="{24CDBCC5-BC11-2F14-EBC6-D36471B8531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97780" y="171712"/>
            <a:ext cx="1431485" cy="1235927"/>
          </a:xfrm>
          <a:prstGeom prst="triangle">
            <a:avLst>
              <a:gd name="adj" fmla="val 50000"/>
            </a:avLst>
          </a:prstGeom>
          <a:solidFill>
            <a:srgbClr val="E95815"/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pic>
        <p:nvPicPr>
          <p:cNvPr id="54" name="Picture 53" descr="A white text on an orange background&#10;&#10;Description automatically generated">
            <a:extLst>
              <a:ext uri="{FF2B5EF4-FFF2-40B4-BE49-F238E27FC236}">
                <a16:creationId xmlns:a16="http://schemas.microsoft.com/office/drawing/2014/main" id="{79DA6352-7A75-3C89-FD83-CC353D356F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77000"/>
            <a:ext cx="874125" cy="381000"/>
          </a:xfrm>
          <a:prstGeom prst="rect">
            <a:avLst/>
          </a:prstGeom>
        </p:spPr>
      </p:pic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29C142D3-FB8D-0AE5-39EC-519F16228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0948" y="6348692"/>
            <a:ext cx="503904" cy="356908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29A84D-83B6-4E87-9839-7C59DBEAF3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0E4303-CC35-92BD-B0CF-0527A0B59FB5}"/>
              </a:ext>
            </a:extLst>
          </p:cNvPr>
          <p:cNvSpPr txBox="1">
            <a:spLocks/>
          </p:cNvSpPr>
          <p:nvPr/>
        </p:nvSpPr>
        <p:spPr>
          <a:xfrm>
            <a:off x="5032977" y="4753478"/>
            <a:ext cx="2126043" cy="6233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dirty="0">
                <a:solidFill>
                  <a:srgbClr val="ED7D31"/>
                </a:solidFill>
                <a:latin typeface="Product Sans" panose="020B0403030502040203" pitchFamily="34" charset="0"/>
                <a:ea typeface="+mn-ea"/>
                <a:cs typeface="Arial" panose="020B0604020202020204" pitchFamily="34" charset="0"/>
              </a:rPr>
              <a:t>6-Jul-2026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588E69-6ECD-FB9E-794C-4615447D1FC9}"/>
              </a:ext>
            </a:extLst>
          </p:cNvPr>
          <p:cNvSpPr txBox="1">
            <a:spLocks/>
          </p:cNvSpPr>
          <p:nvPr/>
        </p:nvSpPr>
        <p:spPr>
          <a:xfrm>
            <a:off x="3851540" y="5821934"/>
            <a:ext cx="4497803" cy="7269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dirty="0">
                <a:solidFill>
                  <a:srgbClr val="ED7D31"/>
                </a:solidFill>
                <a:latin typeface="Product Sans" panose="020B0403030502040203" pitchFamily="34" charset="0"/>
                <a:ea typeface="+mn-ea"/>
                <a:cs typeface="Arial" panose="020B0604020202020204" pitchFamily="34" charset="0"/>
              </a:rPr>
              <a:t>Cluster Owner: </a:t>
            </a: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oduct Sans" panose="020B0403030502040203" pitchFamily="34" charset="0"/>
                <a:ea typeface="+mn-ea"/>
                <a:cs typeface="Arial" panose="020B0604020202020204" pitchFamily="34" charset="0"/>
              </a:rPr>
              <a:t>Damindu Dissanayake</a:t>
            </a:r>
          </a:p>
        </p:txBody>
      </p:sp>
      <p:sp>
        <p:nvSpPr>
          <p:cNvPr id="6" name="等腰三角形 47">
            <a:extLst>
              <a:ext uri="{FF2B5EF4-FFF2-40B4-BE49-F238E27FC236}">
                <a16:creationId xmlns:a16="http://schemas.microsoft.com/office/drawing/2014/main" id="{BB643095-3914-E3CF-9F2F-736BD566AF79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382510" y="1167040"/>
            <a:ext cx="470902" cy="406571"/>
          </a:xfrm>
          <a:prstGeom prst="triangle">
            <a:avLst>
              <a:gd name="adj" fmla="val 50000"/>
            </a:avLst>
          </a:prstGeom>
          <a:solidFill>
            <a:srgbClr val="616161"/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9" name="等腰三角形 47">
            <a:extLst>
              <a:ext uri="{FF2B5EF4-FFF2-40B4-BE49-F238E27FC236}">
                <a16:creationId xmlns:a16="http://schemas.microsoft.com/office/drawing/2014/main" id="{36CF8739-53E5-BC34-853C-47461E2D8656}"/>
              </a:ext>
            </a:extLst>
          </p:cNvPr>
          <p:cNvSpPr>
            <a:spLocks noChangeArrowheads="1"/>
          </p:cNvSpPr>
          <p:nvPr/>
        </p:nvSpPr>
        <p:spPr bwMode="auto">
          <a:xfrm rot="5400000" flipH="1" flipV="1">
            <a:off x="9967704" y="3885733"/>
            <a:ext cx="2360344" cy="2037893"/>
          </a:xfrm>
          <a:prstGeom prst="triangle">
            <a:avLst>
              <a:gd name="adj" fmla="val 50000"/>
            </a:avLst>
          </a:prstGeom>
          <a:solidFill>
            <a:srgbClr val="E95815"/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" name="等腰三角形 47">
            <a:extLst>
              <a:ext uri="{FF2B5EF4-FFF2-40B4-BE49-F238E27FC236}">
                <a16:creationId xmlns:a16="http://schemas.microsoft.com/office/drawing/2014/main" id="{7B1991EE-DABC-F73F-80FE-ED783F867F26}"/>
              </a:ext>
            </a:extLst>
          </p:cNvPr>
          <p:cNvSpPr>
            <a:spLocks noChangeArrowheads="1"/>
          </p:cNvSpPr>
          <p:nvPr/>
        </p:nvSpPr>
        <p:spPr bwMode="auto">
          <a:xfrm rot="16200000" flipV="1">
            <a:off x="10490568" y="5461788"/>
            <a:ext cx="776460" cy="670386"/>
          </a:xfrm>
          <a:prstGeom prst="triangle">
            <a:avLst>
              <a:gd name="adj" fmla="val 50000"/>
            </a:avLst>
          </a:prstGeom>
          <a:solidFill>
            <a:srgbClr val="E95815"/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1" name="等腰三角形 47">
            <a:extLst>
              <a:ext uri="{FF2B5EF4-FFF2-40B4-BE49-F238E27FC236}">
                <a16:creationId xmlns:a16="http://schemas.microsoft.com/office/drawing/2014/main" id="{5EAF4D6C-77AE-3F1B-CB16-32C5F8421F82}"/>
              </a:ext>
            </a:extLst>
          </p:cNvPr>
          <p:cNvSpPr>
            <a:spLocks noChangeArrowheads="1"/>
          </p:cNvSpPr>
          <p:nvPr/>
        </p:nvSpPr>
        <p:spPr bwMode="auto">
          <a:xfrm rot="16200000" flipV="1">
            <a:off x="11751448" y="3549874"/>
            <a:ext cx="314052" cy="271149"/>
          </a:xfrm>
          <a:prstGeom prst="triangle">
            <a:avLst>
              <a:gd name="adj" fmla="val 50000"/>
            </a:avLst>
          </a:prstGeom>
          <a:solidFill>
            <a:srgbClr val="616161"/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3727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C4AB7-1458-A2A8-0CF3-4EBF3C15D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D7C1BB3-04FE-725C-3EAF-0A61528BFBAB}"/>
              </a:ext>
            </a:extLst>
          </p:cNvPr>
          <p:cNvSpPr txBox="1">
            <a:spLocks/>
          </p:cNvSpPr>
          <p:nvPr/>
        </p:nvSpPr>
        <p:spPr>
          <a:xfrm>
            <a:off x="761754" y="286238"/>
            <a:ext cx="9517277" cy="8031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dirty="0">
                <a:solidFill>
                  <a:srgbClr val="ED7D31"/>
                </a:solidFill>
                <a:latin typeface="Product Sans" panose="020B0403030502040203" pitchFamily="34" charset="0"/>
                <a:ea typeface="+mn-ea"/>
                <a:cs typeface="Arial" panose="020B0604020202020204" pitchFamily="34" charset="0"/>
              </a:rPr>
              <a:t>Content</a:t>
            </a:r>
          </a:p>
        </p:txBody>
      </p:sp>
      <p:sp>
        <p:nvSpPr>
          <p:cNvPr id="5" name="等腰三角形 47">
            <a:extLst>
              <a:ext uri="{FF2B5EF4-FFF2-40B4-BE49-F238E27FC236}">
                <a16:creationId xmlns:a16="http://schemas.microsoft.com/office/drawing/2014/main" id="{956FBF09-FC45-0D43-F988-4FEE17E9406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28536" y="437005"/>
            <a:ext cx="581025" cy="501650"/>
          </a:xfrm>
          <a:prstGeom prst="triangle">
            <a:avLst>
              <a:gd name="adj" fmla="val 50000"/>
            </a:avLst>
          </a:prstGeom>
          <a:solidFill>
            <a:srgbClr val="E95815"/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duct Sans" panose="020B0403030502040203" pitchFamily="34" charset="0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54" name="Picture 53" descr="A white text on an orange background&#10;&#10;Description automatically generated">
            <a:extLst>
              <a:ext uri="{FF2B5EF4-FFF2-40B4-BE49-F238E27FC236}">
                <a16:creationId xmlns:a16="http://schemas.microsoft.com/office/drawing/2014/main" id="{8F7112FE-FA3F-02C9-B277-FBBAD89FA1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77000"/>
            <a:ext cx="874125" cy="38100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8ADDFC-670D-244E-E905-BE800EC34D4C}"/>
              </a:ext>
            </a:extLst>
          </p:cNvPr>
          <p:cNvCxnSpPr>
            <a:cxnSpLocks/>
          </p:cNvCxnSpPr>
          <p:nvPr/>
        </p:nvCxnSpPr>
        <p:spPr>
          <a:xfrm>
            <a:off x="8941414" y="3584179"/>
            <a:ext cx="267523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DF2C436D-5C44-ACFA-6C25-CEB6AF279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0948" y="6348692"/>
            <a:ext cx="503904" cy="356908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29A84D-83B6-4E87-9839-7C59DBEAF3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05E5F5-81B1-F016-C612-FC21E5B6AD0E}"/>
              </a:ext>
            </a:extLst>
          </p:cNvPr>
          <p:cNvSpPr txBox="1"/>
          <p:nvPr/>
        </p:nvSpPr>
        <p:spPr>
          <a:xfrm>
            <a:off x="761754" y="2018133"/>
            <a:ext cx="10189027" cy="21524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Product Sans" panose="020B0403030502040203" pitchFamily="34" charset="0"/>
              </a:rPr>
              <a:t>Objective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Product Sans" panose="020B0403030502040203" pitchFamily="34" charset="0"/>
              </a:rPr>
              <a:t>Data and Voice Traffic Behavior of Puttalam, Kegalle, and Gampaha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Product Sans" panose="020B0403030502040203" pitchFamily="34" charset="0"/>
              </a:rPr>
              <a:t>Puttalam,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oduct Sans" panose="020B0403030502040203" pitchFamily="34" charset="0"/>
              </a:rPr>
              <a:t>Chilaw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Product Sans" panose="020B0403030502040203" pitchFamily="34" charset="0"/>
              </a:rPr>
              <a:t>, Negombo, and  Gampaha Improvement plan based on sales visits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Product Sans" panose="020B0403030502040203" pitchFamily="34" charset="0"/>
              </a:rPr>
              <a:t>Complaints escalation summery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Product Sans" panose="020B0403030502040203" pitchFamily="34" charset="0"/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2704053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E2658-D048-8179-4E43-5FE0BE527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6FA1BF0-81BF-B1DC-CF68-B5FCFFB4CC64}"/>
              </a:ext>
            </a:extLst>
          </p:cNvPr>
          <p:cNvSpPr txBox="1">
            <a:spLocks/>
          </p:cNvSpPr>
          <p:nvPr/>
        </p:nvSpPr>
        <p:spPr>
          <a:xfrm>
            <a:off x="621393" y="445461"/>
            <a:ext cx="11646807" cy="10938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dirty="0">
                <a:solidFill>
                  <a:srgbClr val="ED7D31"/>
                </a:solidFill>
                <a:latin typeface="Product Sans" panose="020B0403030502040203" pitchFamily="34" charset="0"/>
                <a:ea typeface="+mn-ea"/>
                <a:cs typeface="Arial" panose="020B0604020202020204" pitchFamily="34" charset="0"/>
              </a:rPr>
              <a:t>Objective:  Regional Network and Sales Collaboration</a:t>
            </a:r>
          </a:p>
        </p:txBody>
      </p:sp>
      <p:pic>
        <p:nvPicPr>
          <p:cNvPr id="54" name="Picture 53" descr="A white text on an orange background&#10;&#10;Description automatically generated">
            <a:extLst>
              <a:ext uri="{FF2B5EF4-FFF2-40B4-BE49-F238E27FC236}">
                <a16:creationId xmlns:a16="http://schemas.microsoft.com/office/drawing/2014/main" id="{19D3D012-AEDC-E974-8B58-DCE129D7048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77000"/>
            <a:ext cx="874125" cy="38100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C83EA9D-59EE-F906-2530-40E3BDD68F86}"/>
              </a:ext>
            </a:extLst>
          </p:cNvPr>
          <p:cNvCxnSpPr>
            <a:cxnSpLocks/>
          </p:cNvCxnSpPr>
          <p:nvPr/>
        </p:nvCxnSpPr>
        <p:spPr>
          <a:xfrm>
            <a:off x="8941414" y="3584179"/>
            <a:ext cx="267523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357091FE-D37F-7662-5792-BFAB9CF42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0948" y="6348692"/>
            <a:ext cx="503904" cy="356908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29A84D-83B6-4E87-9839-7C59DBEAF3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EE9A9D-D2DE-98FD-0F85-0366D3B37CAD}"/>
              </a:ext>
            </a:extLst>
          </p:cNvPr>
          <p:cNvSpPr/>
          <p:nvPr/>
        </p:nvSpPr>
        <p:spPr>
          <a:xfrm>
            <a:off x="621393" y="1951259"/>
            <a:ext cx="10240854" cy="43974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Product Sans" panose="020B0403030502040203" pitchFamily="34" charset="0"/>
              </a:rPr>
              <a:t>Regional Issues speed escalation and rectification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Product Sans" panose="020B0403030502040203" pitchFamily="34" charset="0"/>
              </a:rPr>
              <a:t>Solve maximum issues at the regional level 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Product Sans" panose="020B0403030502040203" pitchFamily="34" charset="0"/>
              </a:rPr>
              <a:t>Improve communication on:</a:t>
            </a:r>
          </a:p>
          <a:p>
            <a:pPr marL="8001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Product Sans" panose="020B0403030502040203" pitchFamily="34" charset="0"/>
              </a:rPr>
              <a:t>	 Technical issues to Sales</a:t>
            </a:r>
          </a:p>
          <a:p>
            <a:pPr marL="8001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Product Sans" panose="020B0403030502040203" pitchFamily="34" charset="0"/>
              </a:rPr>
              <a:t>	 New improvements</a:t>
            </a:r>
          </a:p>
          <a:p>
            <a:pPr marL="8001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Product Sans" panose="020B0403030502040203" pitchFamily="34" charset="0"/>
              </a:rPr>
              <a:t>	 Issues and requirements from sale steam</a:t>
            </a:r>
          </a:p>
          <a:p>
            <a:pPr marL="8001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Product Sans" panose="020B0403030502040203" pitchFamily="34" charset="0"/>
              </a:rPr>
              <a:t>	 Improve customer experience as a one team</a:t>
            </a:r>
          </a:p>
          <a:p>
            <a:pPr marL="8001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Product Sans" panose="020B0403030502040203" pitchFamily="34" charset="0"/>
              </a:rPr>
              <a:t>	 Special sales requirement accommodation </a:t>
            </a:r>
          </a:p>
          <a:p>
            <a:pPr marL="8001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Product Sans" panose="020B0403030502040203" pitchFamily="34" charset="0"/>
            </a:endParaRPr>
          </a:p>
          <a:p>
            <a:pPr marL="685800" lvl="1" indent="-4572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i="1" dirty="0">
                <a:solidFill>
                  <a:srgbClr val="EF6627"/>
                </a:solidFill>
                <a:latin typeface="Product Sans" panose="020B0403030502040203" pitchFamily="34" charset="0"/>
              </a:rPr>
              <a:t>One team with one goal </a:t>
            </a:r>
            <a:endParaRPr lang="en-US" sz="2000" b="1" i="1" dirty="0">
              <a:solidFill>
                <a:srgbClr val="EF6627"/>
              </a:solidFill>
              <a:latin typeface="Product Sans" panose="020B0403030502040203" pitchFamily="34" charset="0"/>
            </a:endParaRPr>
          </a:p>
          <a:p>
            <a:pPr marL="685800" lvl="1" indent="-4572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i="1" dirty="0">
                <a:solidFill>
                  <a:srgbClr val="EF6627"/>
                </a:solidFill>
                <a:latin typeface="Product Sans" panose="020B0403030502040203" pitchFamily="34" charset="0"/>
              </a:rPr>
              <a:t>“Better Network with good customer experience.”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2BC3969-D947-85B4-A1A1-26806DC529FE}"/>
              </a:ext>
            </a:extLst>
          </p:cNvPr>
          <p:cNvGrpSpPr/>
          <p:nvPr/>
        </p:nvGrpSpPr>
        <p:grpSpPr>
          <a:xfrm>
            <a:off x="8227998" y="3167743"/>
            <a:ext cx="2636130" cy="2585510"/>
            <a:chOff x="1419419" y="2428874"/>
            <a:chExt cx="4104545" cy="4025728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43C373F-BABA-AC0C-1A4A-61F32A35162B}"/>
                </a:ext>
              </a:extLst>
            </p:cNvPr>
            <p:cNvGrpSpPr/>
            <p:nvPr/>
          </p:nvGrpSpPr>
          <p:grpSpPr>
            <a:xfrm>
              <a:off x="1419419" y="2428874"/>
              <a:ext cx="4104545" cy="4025728"/>
              <a:chOff x="239654" y="1271601"/>
              <a:chExt cx="5342241" cy="5239658"/>
            </a:xfrm>
          </p:grpSpPr>
          <p:sp>
            <p:nvSpPr>
              <p:cNvPr id="15" name="Freeform 53">
                <a:extLst>
                  <a:ext uri="{FF2B5EF4-FFF2-40B4-BE49-F238E27FC236}">
                    <a16:creationId xmlns:a16="http://schemas.microsoft.com/office/drawing/2014/main" id="{90CA5CC6-A261-CC7D-A712-A11CDCB3C904}"/>
                  </a:ext>
                </a:extLst>
              </p:cNvPr>
              <p:cNvSpPr/>
              <p:nvPr/>
            </p:nvSpPr>
            <p:spPr>
              <a:xfrm>
                <a:off x="725859" y="1623814"/>
                <a:ext cx="4551680" cy="4551680"/>
              </a:xfrm>
              <a:custGeom>
                <a:avLst/>
                <a:gdLst>
                  <a:gd name="connsiteX0" fmla="*/ 2275840 w 4551680"/>
                  <a:gd name="connsiteY0" fmla="*/ 0 h 4551680"/>
                  <a:gd name="connsiteX1" fmla="*/ 4246775 w 4551680"/>
                  <a:gd name="connsiteY1" fmla="*/ 1137920 h 4551680"/>
                  <a:gd name="connsiteX2" fmla="*/ 424677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2275840 w 4551680"/>
                  <a:gd name="connsiteY4" fmla="*/ 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2275840" y="0"/>
                    </a:moveTo>
                    <a:cubicBezTo>
                      <a:pt x="3088919" y="0"/>
                      <a:pt x="3840236" y="433773"/>
                      <a:pt x="4246775" y="1137920"/>
                    </a:cubicBezTo>
                    <a:cubicBezTo>
                      <a:pt x="4653315" y="1842067"/>
                      <a:pt x="4653315" y="2709613"/>
                      <a:pt x="4246775" y="3413760"/>
                    </a:cubicBezTo>
                    <a:lnTo>
                      <a:pt x="2275840" y="2275840"/>
                    </a:lnTo>
                    <a:lnTo>
                      <a:pt x="2275840" y="0"/>
                    </a:lnTo>
                    <a:close/>
                  </a:path>
                </a:pathLst>
              </a:custGeom>
              <a:solidFill>
                <a:srgbClr val="ED7D31">
                  <a:alpha val="90000"/>
                  <a:hueOff val="0"/>
                  <a:satOff val="0"/>
                  <a:lumOff val="0"/>
                  <a:alphaOff val="0"/>
                </a:srgbClr>
              </a:solidFill>
              <a:ln w="12700" cap="flat" cmpd="sng" algn="ctr">
                <a:solidFill>
                  <a:sysClr val="window" lastClr="FFFFFF">
                    <a:hueOff val="0"/>
                    <a:satOff val="0"/>
                    <a:lumOff val="0"/>
                    <a:alphaOff val="0"/>
                  </a:sysClr>
                </a:solidFill>
                <a:prstDash val="solid"/>
                <a:miter lim="800000"/>
              </a:ln>
              <a:effectLst/>
            </p:spPr>
            <p:txBody>
              <a:bodyPr spcFirstLastPara="0" vert="horz" wrap="square" lIns="2454724" tIns="1020403" rIns="583116" bIns="2288371" numCol="1" spcCol="1270" anchor="ctr" anchorCtr="0">
                <a:noAutofit/>
              </a:bodyPr>
              <a:lstStyle/>
              <a:p>
                <a:pPr marL="0" marR="0" lvl="0" indent="0" algn="ctr" defTabSz="19558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" name="Freeform 54">
                <a:extLst>
                  <a:ext uri="{FF2B5EF4-FFF2-40B4-BE49-F238E27FC236}">
                    <a16:creationId xmlns:a16="http://schemas.microsoft.com/office/drawing/2014/main" id="{99039B9C-C9EA-74AA-0024-0099102310A5}"/>
                  </a:ext>
                </a:extLst>
              </p:cNvPr>
              <p:cNvSpPr/>
              <p:nvPr/>
            </p:nvSpPr>
            <p:spPr>
              <a:xfrm>
                <a:off x="632116" y="1786374"/>
                <a:ext cx="4551680" cy="4551680"/>
              </a:xfrm>
              <a:custGeom>
                <a:avLst/>
                <a:gdLst>
                  <a:gd name="connsiteX0" fmla="*/ 4246775 w 4551680"/>
                  <a:gd name="connsiteY0" fmla="*/ 3413760 h 4551680"/>
                  <a:gd name="connsiteX1" fmla="*/ 2275840 w 4551680"/>
                  <a:gd name="connsiteY1" fmla="*/ 4551680 h 4551680"/>
                  <a:gd name="connsiteX2" fmla="*/ 30490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424677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4246775" y="3413760"/>
                    </a:moveTo>
                    <a:cubicBezTo>
                      <a:pt x="3840235" y="4117907"/>
                      <a:pt x="3088919" y="4551680"/>
                      <a:pt x="2275840" y="4551680"/>
                    </a:cubicBezTo>
                    <a:cubicBezTo>
                      <a:pt x="1462761" y="4551680"/>
                      <a:pt x="711444" y="4117907"/>
                      <a:pt x="304905" y="3413760"/>
                    </a:cubicBezTo>
                    <a:lnTo>
                      <a:pt x="2275840" y="2275840"/>
                    </a:lnTo>
                    <a:lnTo>
                      <a:pt x="4246775" y="3413760"/>
                    </a:lnTo>
                    <a:close/>
                  </a:path>
                </a:pathLst>
              </a:custGeom>
              <a:solidFill>
                <a:srgbClr val="FFC000">
                  <a:alpha val="70000"/>
                </a:srgbClr>
              </a:solidFill>
              <a:ln w="12700" cap="flat" cmpd="sng" algn="ctr">
                <a:solidFill>
                  <a:sysClr val="window" lastClr="FFFFFF">
                    <a:hueOff val="0"/>
                    <a:satOff val="0"/>
                    <a:lumOff val="0"/>
                    <a:alphaOff val="0"/>
                  </a:sysClr>
                </a:solidFill>
                <a:prstDash val="solid"/>
                <a:miter lim="800000"/>
              </a:ln>
              <a:effectLst/>
            </p:spPr>
            <p:txBody>
              <a:bodyPr spcFirstLastPara="0" vert="horz" wrap="square" lIns="1139614" tIns="3009053" rIns="1085426" bIns="462281" numCol="1" spcCol="1270" anchor="ctr" anchorCtr="0">
                <a:noAutofit/>
              </a:bodyPr>
              <a:lstStyle/>
              <a:p>
                <a:pPr marL="0" marR="0" lvl="0" indent="0" algn="ctr" defTabSz="19558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" name="Freeform 55">
                <a:extLst>
                  <a:ext uri="{FF2B5EF4-FFF2-40B4-BE49-F238E27FC236}">
                    <a16:creationId xmlns:a16="http://schemas.microsoft.com/office/drawing/2014/main" id="{FD500F9E-EA3A-DF96-3B4C-E62EB2864DFF}"/>
                  </a:ext>
                </a:extLst>
              </p:cNvPr>
              <p:cNvSpPr/>
              <p:nvPr/>
            </p:nvSpPr>
            <p:spPr>
              <a:xfrm>
                <a:off x="476237" y="1589462"/>
                <a:ext cx="4551680" cy="4551679"/>
              </a:xfrm>
              <a:custGeom>
                <a:avLst/>
                <a:gdLst>
                  <a:gd name="connsiteX0" fmla="*/ 304905 w 4551680"/>
                  <a:gd name="connsiteY0" fmla="*/ 3413760 h 4551680"/>
                  <a:gd name="connsiteX1" fmla="*/ 304905 w 4551680"/>
                  <a:gd name="connsiteY1" fmla="*/ 1137920 h 4551680"/>
                  <a:gd name="connsiteX2" fmla="*/ 2275840 w 4551680"/>
                  <a:gd name="connsiteY2" fmla="*/ 0 h 4551680"/>
                  <a:gd name="connsiteX3" fmla="*/ 2275840 w 4551680"/>
                  <a:gd name="connsiteY3" fmla="*/ 2275840 h 4551680"/>
                  <a:gd name="connsiteX4" fmla="*/ 30490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304905" y="3413760"/>
                    </a:moveTo>
                    <a:cubicBezTo>
                      <a:pt x="-101635" y="2709613"/>
                      <a:pt x="-101635" y="1842067"/>
                      <a:pt x="304905" y="1137920"/>
                    </a:cubicBezTo>
                    <a:cubicBezTo>
                      <a:pt x="711445" y="433773"/>
                      <a:pt x="1462761" y="0"/>
                      <a:pt x="2275840" y="0"/>
                    </a:cubicBezTo>
                    <a:lnTo>
                      <a:pt x="2275840" y="2275840"/>
                    </a:lnTo>
                    <a:lnTo>
                      <a:pt x="304905" y="3413760"/>
                    </a:lnTo>
                    <a:close/>
                  </a:path>
                </a:pathLst>
              </a:custGeom>
              <a:solidFill>
                <a:srgbClr val="A5A5A5">
                  <a:alpha val="50000"/>
                </a:srgbClr>
              </a:solidFill>
              <a:ln w="12700" cap="flat" cmpd="sng" algn="ctr">
                <a:solidFill>
                  <a:sysClr val="window" lastClr="FFFFFF">
                    <a:hueOff val="0"/>
                    <a:satOff val="0"/>
                    <a:lumOff val="0"/>
                    <a:alphaOff val="0"/>
                  </a:sysClr>
                </a:solidFill>
                <a:prstDash val="solid"/>
                <a:miter lim="800000"/>
              </a:ln>
              <a:effectLst/>
            </p:spPr>
            <p:txBody>
              <a:bodyPr spcFirstLastPara="0" vert="horz" wrap="square" lIns="583117" tIns="1020403" rIns="2454723" bIns="2288371" numCol="1" spcCol="1270" anchor="ctr" anchorCtr="0">
                <a:noAutofit/>
              </a:bodyPr>
              <a:lstStyle/>
              <a:p>
                <a:pPr marL="0" marR="0" lvl="0" indent="0" algn="ctr" defTabSz="19558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1C5DC376-F59F-4E6C-5F2A-017DF9EBE611}"/>
                  </a:ext>
                </a:extLst>
              </p:cNvPr>
              <p:cNvGrpSpPr/>
              <p:nvPr/>
            </p:nvGrpSpPr>
            <p:grpSpPr>
              <a:xfrm>
                <a:off x="393356" y="1271601"/>
                <a:ext cx="5029200" cy="5160394"/>
                <a:chOff x="393356" y="1253859"/>
                <a:chExt cx="5029200" cy="5160394"/>
              </a:xfrm>
              <a:solidFill>
                <a:srgbClr val="FE6601"/>
              </a:solidFill>
            </p:grpSpPr>
            <p:sp>
              <p:nvSpPr>
                <p:cNvPr id="27" name="Block Arc 26">
                  <a:extLst>
                    <a:ext uri="{FF2B5EF4-FFF2-40B4-BE49-F238E27FC236}">
                      <a16:creationId xmlns:a16="http://schemas.microsoft.com/office/drawing/2014/main" id="{3B6E9C39-50DF-40E9-5B27-7218B2EF3DE7}"/>
                    </a:ext>
                  </a:extLst>
                </p:cNvPr>
                <p:cNvSpPr/>
                <p:nvPr/>
              </p:nvSpPr>
              <p:spPr>
                <a:xfrm rot="1627308">
                  <a:off x="393356" y="1385053"/>
                  <a:ext cx="5029200" cy="5029200"/>
                </a:xfrm>
                <a:prstGeom prst="blockArc">
                  <a:avLst>
                    <a:gd name="adj1" fmla="val 14731286"/>
                    <a:gd name="adj2" fmla="val 21485331"/>
                    <a:gd name="adj3" fmla="val 5495"/>
                  </a:avLst>
                </a:prstGeom>
                <a:solidFill>
                  <a:srgbClr val="ED7D31">
                    <a:lumMod val="75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7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" name="Isosceles Triangle 27">
                  <a:extLst>
                    <a:ext uri="{FF2B5EF4-FFF2-40B4-BE49-F238E27FC236}">
                      <a16:creationId xmlns:a16="http://schemas.microsoft.com/office/drawing/2014/main" id="{70506DAA-29B9-42DE-D3BB-8B232D471CD7}"/>
                    </a:ext>
                  </a:extLst>
                </p:cNvPr>
                <p:cNvSpPr/>
                <p:nvPr/>
              </p:nvSpPr>
              <p:spPr>
                <a:xfrm rot="12758673">
                  <a:off x="4680681" y="4814053"/>
                  <a:ext cx="653143" cy="271131"/>
                </a:xfrm>
                <a:prstGeom prst="triangle">
                  <a:avLst/>
                </a:prstGeom>
                <a:solidFill>
                  <a:srgbClr val="ED7D31">
                    <a:lumMod val="75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7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" name="Isosceles Triangle 28">
                  <a:extLst>
                    <a:ext uri="{FF2B5EF4-FFF2-40B4-BE49-F238E27FC236}">
                      <a16:creationId xmlns:a16="http://schemas.microsoft.com/office/drawing/2014/main" id="{A3527BCE-A6DA-CA9A-8202-DDD6C2C5390D}"/>
                    </a:ext>
                  </a:extLst>
                </p:cNvPr>
                <p:cNvSpPr/>
                <p:nvPr/>
              </p:nvSpPr>
              <p:spPr>
                <a:xfrm rot="16200000">
                  <a:off x="2675127" y="1444865"/>
                  <a:ext cx="653143" cy="271131"/>
                </a:xfrm>
                <a:prstGeom prst="triangle">
                  <a:avLst/>
                </a:prstGeom>
                <a:solidFill>
                  <a:srgbClr val="ED7D31">
                    <a:lumMod val="75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7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5B437A21-B9EE-C5FA-5517-24EBE6C7BA71}"/>
                  </a:ext>
                </a:extLst>
              </p:cNvPr>
              <p:cNvGrpSpPr/>
              <p:nvPr/>
            </p:nvGrpSpPr>
            <p:grpSpPr>
              <a:xfrm rot="7249307">
                <a:off x="487098" y="1416462"/>
                <a:ext cx="5029200" cy="5160394"/>
                <a:chOff x="393356" y="1253859"/>
                <a:chExt cx="5029200" cy="5160394"/>
              </a:xfrm>
              <a:solidFill>
                <a:srgbClr val="FE6601"/>
              </a:solidFill>
            </p:grpSpPr>
            <p:sp>
              <p:nvSpPr>
                <p:cNvPr id="24" name="Block Arc 23">
                  <a:extLst>
                    <a:ext uri="{FF2B5EF4-FFF2-40B4-BE49-F238E27FC236}">
                      <a16:creationId xmlns:a16="http://schemas.microsoft.com/office/drawing/2014/main" id="{5EFDB530-2E3F-D503-D009-4E77D60F278C}"/>
                    </a:ext>
                  </a:extLst>
                </p:cNvPr>
                <p:cNvSpPr/>
                <p:nvPr/>
              </p:nvSpPr>
              <p:spPr>
                <a:xfrm rot="1627308">
                  <a:off x="393356" y="1385053"/>
                  <a:ext cx="5029200" cy="5029200"/>
                </a:xfrm>
                <a:prstGeom prst="blockArc">
                  <a:avLst>
                    <a:gd name="adj1" fmla="val 14731286"/>
                    <a:gd name="adj2" fmla="val 21485331"/>
                    <a:gd name="adj3" fmla="val 5495"/>
                  </a:avLst>
                </a:prstGeom>
                <a:solidFill>
                  <a:srgbClr val="FFC000">
                    <a:lumMod val="75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7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5" name="Isosceles Triangle 24">
                  <a:extLst>
                    <a:ext uri="{FF2B5EF4-FFF2-40B4-BE49-F238E27FC236}">
                      <a16:creationId xmlns:a16="http://schemas.microsoft.com/office/drawing/2014/main" id="{A39039ED-7F1E-8CC8-93B3-9FA81317D0E6}"/>
                    </a:ext>
                  </a:extLst>
                </p:cNvPr>
                <p:cNvSpPr/>
                <p:nvPr/>
              </p:nvSpPr>
              <p:spPr>
                <a:xfrm rot="12758673">
                  <a:off x="4680681" y="4814053"/>
                  <a:ext cx="653143" cy="271131"/>
                </a:xfrm>
                <a:prstGeom prst="triangle">
                  <a:avLst/>
                </a:prstGeom>
                <a:solidFill>
                  <a:srgbClr val="FFC000">
                    <a:lumMod val="75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7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" name="Isosceles Triangle 25">
                  <a:extLst>
                    <a:ext uri="{FF2B5EF4-FFF2-40B4-BE49-F238E27FC236}">
                      <a16:creationId xmlns:a16="http://schemas.microsoft.com/office/drawing/2014/main" id="{0AC2524A-FDDB-083B-C8B8-BD7ADEC84F65}"/>
                    </a:ext>
                  </a:extLst>
                </p:cNvPr>
                <p:cNvSpPr/>
                <p:nvPr/>
              </p:nvSpPr>
              <p:spPr>
                <a:xfrm rot="16200000">
                  <a:off x="2675127" y="1444865"/>
                  <a:ext cx="653143" cy="271131"/>
                </a:xfrm>
                <a:prstGeom prst="triangle">
                  <a:avLst/>
                </a:prstGeom>
                <a:solidFill>
                  <a:srgbClr val="FFC000">
                    <a:lumMod val="75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7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959E2FB5-89C8-6519-C51E-EA3F91A523F8}"/>
                  </a:ext>
                </a:extLst>
              </p:cNvPr>
              <p:cNvGrpSpPr/>
              <p:nvPr/>
            </p:nvGrpSpPr>
            <p:grpSpPr>
              <a:xfrm rot="14305361">
                <a:off x="305251" y="1319456"/>
                <a:ext cx="5029200" cy="5160394"/>
                <a:chOff x="393356" y="1253859"/>
                <a:chExt cx="5029200" cy="5160394"/>
              </a:xfrm>
              <a:solidFill>
                <a:srgbClr val="FE6601"/>
              </a:solidFill>
            </p:grpSpPr>
            <p:sp>
              <p:nvSpPr>
                <p:cNvPr id="21" name="Block Arc 20">
                  <a:extLst>
                    <a:ext uri="{FF2B5EF4-FFF2-40B4-BE49-F238E27FC236}">
                      <a16:creationId xmlns:a16="http://schemas.microsoft.com/office/drawing/2014/main" id="{FFB601D7-E42B-DF06-BDE3-D673618C0E85}"/>
                    </a:ext>
                  </a:extLst>
                </p:cNvPr>
                <p:cNvSpPr/>
                <p:nvPr/>
              </p:nvSpPr>
              <p:spPr>
                <a:xfrm rot="1627308">
                  <a:off x="393356" y="1385053"/>
                  <a:ext cx="5029200" cy="5029200"/>
                </a:xfrm>
                <a:prstGeom prst="blockArc">
                  <a:avLst>
                    <a:gd name="adj1" fmla="val 14731286"/>
                    <a:gd name="adj2" fmla="val 21485331"/>
                    <a:gd name="adj3" fmla="val 5495"/>
                  </a:avLst>
                </a:prstGeom>
                <a:solidFill>
                  <a:srgbClr val="A5A5A5">
                    <a:lumMod val="75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7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" name="Isosceles Triangle 21">
                  <a:extLst>
                    <a:ext uri="{FF2B5EF4-FFF2-40B4-BE49-F238E27FC236}">
                      <a16:creationId xmlns:a16="http://schemas.microsoft.com/office/drawing/2014/main" id="{4AFC9FEE-72E8-B40B-40AE-B5CD0B84BC8E}"/>
                    </a:ext>
                  </a:extLst>
                </p:cNvPr>
                <p:cNvSpPr/>
                <p:nvPr/>
              </p:nvSpPr>
              <p:spPr>
                <a:xfrm rot="12758673">
                  <a:off x="4680681" y="4814053"/>
                  <a:ext cx="653143" cy="271131"/>
                </a:xfrm>
                <a:prstGeom prst="triangle">
                  <a:avLst/>
                </a:prstGeom>
                <a:solidFill>
                  <a:srgbClr val="A5A5A5">
                    <a:lumMod val="75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7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" name="Isosceles Triangle 22">
                  <a:extLst>
                    <a:ext uri="{FF2B5EF4-FFF2-40B4-BE49-F238E27FC236}">
                      <a16:creationId xmlns:a16="http://schemas.microsoft.com/office/drawing/2014/main" id="{0E6F4613-5379-4D29-A224-96B714408EF3}"/>
                    </a:ext>
                  </a:extLst>
                </p:cNvPr>
                <p:cNvSpPr/>
                <p:nvPr/>
              </p:nvSpPr>
              <p:spPr>
                <a:xfrm rot="16200000">
                  <a:off x="2675127" y="1444865"/>
                  <a:ext cx="653143" cy="271131"/>
                </a:xfrm>
                <a:prstGeom prst="triangle">
                  <a:avLst/>
                </a:prstGeom>
                <a:solidFill>
                  <a:srgbClr val="A5A5A5">
                    <a:lumMod val="75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7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6C001D4-7406-5B94-8592-A6F2994A0DA0}"/>
                </a:ext>
              </a:extLst>
            </p:cNvPr>
            <p:cNvSpPr txBox="1"/>
            <p:nvPr/>
          </p:nvSpPr>
          <p:spPr>
            <a:xfrm>
              <a:off x="1804425" y="3609811"/>
              <a:ext cx="1451612" cy="8060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51712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n-US" sz="1536" kern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Product Sans" panose="020B0403030502040203" pitchFamily="34" charset="0"/>
                </a:rPr>
                <a:t>RF</a:t>
              </a:r>
              <a:br>
                <a:rPr lang="en-US" sz="1536" kern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Product Sans" panose="020B0403030502040203" pitchFamily="34" charset="0"/>
                </a:rPr>
              </a:br>
              <a:r>
                <a:rPr lang="en-US" sz="1536" kern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Product Sans" panose="020B0403030502040203" pitchFamily="34" charset="0"/>
                </a:rPr>
                <a:t>Team</a:t>
              </a:r>
              <a:endParaRPr kumimoji="0" lang="en-US" sz="240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uLnTx/>
                <a:uFillTx/>
                <a:latin typeface="Product Sans" panose="020B0403030502040203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401EA5A-FD11-337B-2B77-6E1AB874D16C}"/>
                </a:ext>
              </a:extLst>
            </p:cNvPr>
            <p:cNvSpPr/>
            <p:nvPr/>
          </p:nvSpPr>
          <p:spPr>
            <a:xfrm>
              <a:off x="3908376" y="3587427"/>
              <a:ext cx="923992" cy="8060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1251712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n-US" sz="1536" kern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Product Sans" panose="020B0403030502040203" pitchFamily="34" charset="0"/>
                </a:rPr>
                <a:t>Field</a:t>
              </a:r>
              <a:br>
                <a:rPr lang="en-US" sz="1536" kern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Product Sans" panose="020B0403030502040203" pitchFamily="34" charset="0"/>
                </a:rPr>
              </a:br>
              <a:r>
                <a:rPr lang="en-US" sz="1536" kern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Product Sans" panose="020B0403030502040203" pitchFamily="34" charset="0"/>
                </a:rPr>
                <a:t>NOP</a:t>
              </a:r>
              <a:endParaRPr kumimoji="0" lang="en-US" sz="240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uLnTx/>
                <a:uFillTx/>
                <a:latin typeface="Product Sans" panose="020B0403030502040203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A66AFE5-955A-7D8F-B24E-FD746133F708}"/>
                </a:ext>
              </a:extLst>
            </p:cNvPr>
            <p:cNvSpPr txBox="1"/>
            <p:nvPr/>
          </p:nvSpPr>
          <p:spPr>
            <a:xfrm>
              <a:off x="2743719" y="5073271"/>
              <a:ext cx="1556338" cy="8060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51712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n-US" sz="1536" kern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Product Sans" panose="020B0403030502040203" pitchFamily="34" charset="0"/>
                </a:rPr>
                <a:t>Sales</a:t>
              </a:r>
              <a:br>
                <a:rPr lang="en-US" sz="1536" kern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Product Sans" panose="020B0403030502040203" pitchFamily="34" charset="0"/>
                </a:rPr>
              </a:br>
              <a:r>
                <a:rPr lang="en-US" sz="1536" kern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Product Sans" panose="020B0403030502040203" pitchFamily="34" charset="0"/>
                </a:rPr>
                <a:t>Team</a:t>
              </a:r>
              <a:endParaRPr kumimoji="0" lang="en-US" sz="240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uLnTx/>
                <a:uFillTx/>
                <a:latin typeface="Product Sans" panose="020B0403030502040203" pitchFamily="34" charset="0"/>
              </a:endParaRPr>
            </a:p>
          </p:txBody>
        </p:sp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D25B86B8-C242-794C-AA0E-33289A94636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1902" y="1948357"/>
            <a:ext cx="3848322" cy="895197"/>
          </a:xfrm>
          <a:prstGeom prst="rect">
            <a:avLst/>
          </a:prstGeom>
        </p:spPr>
      </p:pic>
      <p:sp>
        <p:nvSpPr>
          <p:cNvPr id="2" name="等腰三角形 47">
            <a:extLst>
              <a:ext uri="{FF2B5EF4-FFF2-40B4-BE49-F238E27FC236}">
                <a16:creationId xmlns:a16="http://schemas.microsoft.com/office/drawing/2014/main" id="{64287E58-11FF-F546-2439-3E10139B0F4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28536" y="437005"/>
            <a:ext cx="581025" cy="501650"/>
          </a:xfrm>
          <a:prstGeom prst="triangle">
            <a:avLst>
              <a:gd name="adj" fmla="val 50000"/>
            </a:avLst>
          </a:prstGeom>
          <a:solidFill>
            <a:srgbClr val="E95815"/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duct Sans" panose="020B0403030502040203" pitchFamily="34" charset="0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88769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B3194-F792-8D92-F461-7161DF09B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等腰三角形 47">
            <a:extLst>
              <a:ext uri="{FF2B5EF4-FFF2-40B4-BE49-F238E27FC236}">
                <a16:creationId xmlns:a16="http://schemas.microsoft.com/office/drawing/2014/main" id="{F8E5B45C-E447-0E9B-190B-7B5374CC563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39688" y="113620"/>
            <a:ext cx="581025" cy="501650"/>
          </a:xfrm>
          <a:prstGeom prst="triangle">
            <a:avLst>
              <a:gd name="adj" fmla="val 50000"/>
            </a:avLst>
          </a:prstGeom>
          <a:solidFill>
            <a:srgbClr val="E95815"/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pic>
        <p:nvPicPr>
          <p:cNvPr id="54" name="Picture 53" descr="A white text on an orange background&#10;&#10;Description automatically generated">
            <a:extLst>
              <a:ext uri="{FF2B5EF4-FFF2-40B4-BE49-F238E27FC236}">
                <a16:creationId xmlns:a16="http://schemas.microsoft.com/office/drawing/2014/main" id="{112D1FBE-3922-08DD-F09D-ACA8408DEEA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77000"/>
            <a:ext cx="874125" cy="38100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04DA97A-2343-95A9-C37C-3B4DE6643AD3}"/>
              </a:ext>
            </a:extLst>
          </p:cNvPr>
          <p:cNvCxnSpPr>
            <a:cxnSpLocks/>
          </p:cNvCxnSpPr>
          <p:nvPr/>
        </p:nvCxnSpPr>
        <p:spPr>
          <a:xfrm>
            <a:off x="8941414" y="3584179"/>
            <a:ext cx="267523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67EBB636-087C-0B85-824C-9777B28E2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0948" y="6348692"/>
            <a:ext cx="503904" cy="356908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29A84D-83B6-4E87-9839-7C59DBEAF3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A7A1F8-7F30-CCCC-8AEC-F49EEA2D9F5C}"/>
              </a:ext>
            </a:extLst>
          </p:cNvPr>
          <p:cNvSpPr txBox="1"/>
          <p:nvPr/>
        </p:nvSpPr>
        <p:spPr>
          <a:xfrm>
            <a:off x="1338945" y="2046986"/>
            <a:ext cx="9514111" cy="2764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  <a:defRPr/>
            </a:pPr>
            <a:r>
              <a:rPr lang="en-US" sz="5400" b="1" dirty="0">
                <a:solidFill>
                  <a:srgbClr val="ED7D31"/>
                </a:solidFill>
                <a:latin typeface="Product Sans" panose="020B0403030502040203" pitchFamily="34" charset="0"/>
                <a:ea typeface="+mj-ea"/>
                <a:cs typeface="Arial" panose="020B0604020202020204" pitchFamily="34" charset="0"/>
              </a:rPr>
              <a:t>GAM Region Traffic Trends</a:t>
            </a:r>
          </a:p>
          <a:p>
            <a:pPr algn="ctr">
              <a:spcBef>
                <a:spcPct val="0"/>
              </a:spcBef>
              <a:spcAft>
                <a:spcPts val="600"/>
              </a:spcAft>
              <a:defRPr/>
            </a:pPr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Product Sans" panose="020B0403030502040203" pitchFamily="34" charset="0"/>
                <a:cs typeface="Arial" panose="020B0604020202020204" pitchFamily="34" charset="0"/>
              </a:rPr>
              <a:t>Puttalam | Kegalle | Gampaha</a:t>
            </a:r>
          </a:p>
        </p:txBody>
      </p:sp>
      <p:sp>
        <p:nvSpPr>
          <p:cNvPr id="3" name="等腰三角形 47">
            <a:extLst>
              <a:ext uri="{FF2B5EF4-FFF2-40B4-BE49-F238E27FC236}">
                <a16:creationId xmlns:a16="http://schemas.microsoft.com/office/drawing/2014/main" id="{04DACAB2-83F0-9DB7-D425-CDBCE55E5AF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97780" y="171712"/>
            <a:ext cx="1431485" cy="1235927"/>
          </a:xfrm>
          <a:prstGeom prst="triangle">
            <a:avLst>
              <a:gd name="adj" fmla="val 50000"/>
            </a:avLst>
          </a:prstGeom>
          <a:solidFill>
            <a:srgbClr val="E95815"/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4" name="等腰三角形 47">
            <a:extLst>
              <a:ext uri="{FF2B5EF4-FFF2-40B4-BE49-F238E27FC236}">
                <a16:creationId xmlns:a16="http://schemas.microsoft.com/office/drawing/2014/main" id="{744C830B-4694-2BA3-39E4-357F2C1B0972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382510" y="1167040"/>
            <a:ext cx="470902" cy="406571"/>
          </a:xfrm>
          <a:prstGeom prst="triangle">
            <a:avLst>
              <a:gd name="adj" fmla="val 50000"/>
            </a:avLst>
          </a:prstGeom>
          <a:solidFill>
            <a:srgbClr val="616161"/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5194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text on an orange background&#10;&#10;Description automatically generated">
            <a:extLst>
              <a:ext uri="{FF2B5EF4-FFF2-40B4-BE49-F238E27FC236}">
                <a16:creationId xmlns:a16="http://schemas.microsoft.com/office/drawing/2014/main" id="{6B22EFF0-4192-C9D0-3BBE-621B7464A6E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77000"/>
            <a:ext cx="874125" cy="38100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91238CD-8740-BDF1-C314-1E54BF842F3B}"/>
              </a:ext>
            </a:extLst>
          </p:cNvPr>
          <p:cNvCxnSpPr>
            <a:cxnSpLocks/>
          </p:cNvCxnSpPr>
          <p:nvPr/>
        </p:nvCxnSpPr>
        <p:spPr>
          <a:xfrm>
            <a:off x="8941414" y="3584179"/>
            <a:ext cx="267523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1B5AD11F-5820-B8CC-4177-40C55AC3DE6A}"/>
              </a:ext>
            </a:extLst>
          </p:cNvPr>
          <p:cNvSpPr txBox="1">
            <a:spLocks/>
          </p:cNvSpPr>
          <p:nvPr/>
        </p:nvSpPr>
        <p:spPr>
          <a:xfrm>
            <a:off x="634403" y="286238"/>
            <a:ext cx="11646807" cy="8031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US" sz="4000" b="1" dirty="0">
                <a:solidFill>
                  <a:srgbClr val="EF6627"/>
                </a:solidFill>
                <a:latin typeface="Gotham" panose="02000604040000020004" pitchFamily="2" charset="0"/>
              </a:rPr>
              <a:t>3G + 4G Data Traffic (GAM) (TB) - GAM</a:t>
            </a:r>
            <a:endParaRPr lang="en-US" sz="4000" b="1" dirty="0">
              <a:solidFill>
                <a:srgbClr val="EF6627"/>
              </a:solidFill>
              <a:latin typeface="Gotham" panose="02000604040000020004" pitchFamily="2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B87F2E-0B9A-4A9B-73CC-9936146EAB0F}"/>
              </a:ext>
            </a:extLst>
          </p:cNvPr>
          <p:cNvSpPr txBox="1"/>
          <p:nvPr/>
        </p:nvSpPr>
        <p:spPr>
          <a:xfrm>
            <a:off x="9225458" y="5373594"/>
            <a:ext cx="2419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616161"/>
                </a:solidFill>
                <a:latin typeface="Product Sans" panose="020B0403030502040203" pitchFamily="34" charset="0"/>
              </a:rPr>
              <a:t>Jun 2025 </a:t>
            </a:r>
            <a:r>
              <a:rPr lang="en-US" dirty="0">
                <a:solidFill>
                  <a:srgbClr val="616161"/>
                </a:solidFill>
                <a:latin typeface="Product Sans" panose="020B0403030502040203" pitchFamily="34" charset="0"/>
                <a:sym typeface="Wingdings" panose="05000000000000000000" pitchFamily="2" charset="2"/>
              </a:rPr>
              <a:t> Jun 2026</a:t>
            </a:r>
            <a:endParaRPr lang="en-US" dirty="0">
              <a:solidFill>
                <a:srgbClr val="616161"/>
              </a:solidFill>
              <a:latin typeface="Product Sans" panose="020B0403030502040203" pitchFamily="34" charset="0"/>
            </a:endParaRP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072B0FD2-F6F1-313C-060D-8E7FCBD5B6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7355089"/>
              </p:ext>
            </p:extLst>
          </p:nvPr>
        </p:nvGraphicFramePr>
        <p:xfrm>
          <a:off x="9097666" y="1720840"/>
          <a:ext cx="2675234" cy="3416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等腰三角形 47">
            <a:extLst>
              <a:ext uri="{FF2B5EF4-FFF2-40B4-BE49-F238E27FC236}">
                <a16:creationId xmlns:a16="http://schemas.microsoft.com/office/drawing/2014/main" id="{C26B2BEA-E037-C792-A595-86A600FC4D1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28536" y="437005"/>
            <a:ext cx="581025" cy="501650"/>
          </a:xfrm>
          <a:prstGeom prst="triangle">
            <a:avLst>
              <a:gd name="adj" fmla="val 50000"/>
            </a:avLst>
          </a:prstGeom>
          <a:solidFill>
            <a:srgbClr val="E95815"/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duct Sans" panose="020B0403030502040203" pitchFamily="34" charset="0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AF3BEAB3-73CF-C1A2-19A2-6203A726B7D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36960079"/>
              </p:ext>
            </p:extLst>
          </p:nvPr>
        </p:nvGraphicFramePr>
        <p:xfrm>
          <a:off x="419101" y="1363579"/>
          <a:ext cx="8366062" cy="41628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1746487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text on an orange background&#10;&#10;Description automatically generated">
            <a:extLst>
              <a:ext uri="{FF2B5EF4-FFF2-40B4-BE49-F238E27FC236}">
                <a16:creationId xmlns:a16="http://schemas.microsoft.com/office/drawing/2014/main" id="{6DC9DF9F-580F-872E-532F-793D4D8B0B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77000"/>
            <a:ext cx="874125" cy="381000"/>
          </a:xfrm>
          <a:prstGeom prst="rect">
            <a:avLst/>
          </a:prstGeom>
        </p:spPr>
      </p:pic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40323967-6AED-8AEE-554D-F2FCDAC4F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0948" y="6348692"/>
            <a:ext cx="503904" cy="356908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29A84D-83B6-4E87-9839-7C59DBEAF3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0B61E23-BC94-6BAB-E587-F91A12598738}"/>
              </a:ext>
            </a:extLst>
          </p:cNvPr>
          <p:cNvSpPr txBox="1">
            <a:spLocks/>
          </p:cNvSpPr>
          <p:nvPr/>
        </p:nvSpPr>
        <p:spPr>
          <a:xfrm>
            <a:off x="664246" y="282294"/>
            <a:ext cx="9517277" cy="8031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000" b="1" dirty="0">
                <a:solidFill>
                  <a:srgbClr val="EF6627"/>
                </a:solidFill>
                <a:latin typeface="Product Sans" panose="020B0403030502040203" pitchFamily="34" charset="0"/>
              </a:rPr>
              <a:t>VoLTE Traffic  (Erlang) - GAM</a:t>
            </a:r>
            <a:endParaRPr lang="en-US" sz="4000" b="1" dirty="0">
              <a:solidFill>
                <a:srgbClr val="ED7D31"/>
              </a:solidFill>
              <a:latin typeface="Product Sans" panose="020B040303050204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等腰三角形 47">
            <a:extLst>
              <a:ext uri="{FF2B5EF4-FFF2-40B4-BE49-F238E27FC236}">
                <a16:creationId xmlns:a16="http://schemas.microsoft.com/office/drawing/2014/main" id="{213F6FD8-7583-B400-63BF-16E021EF85C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28536" y="437005"/>
            <a:ext cx="581025" cy="501650"/>
          </a:xfrm>
          <a:prstGeom prst="triangle">
            <a:avLst>
              <a:gd name="adj" fmla="val 50000"/>
            </a:avLst>
          </a:prstGeom>
          <a:solidFill>
            <a:srgbClr val="E95815"/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duct Sans" panose="020B0403030502040203" pitchFamily="34" charset="0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DE503A-3F31-B7D7-9088-6C8F8750D03F}"/>
              </a:ext>
            </a:extLst>
          </p:cNvPr>
          <p:cNvSpPr txBox="1"/>
          <p:nvPr/>
        </p:nvSpPr>
        <p:spPr>
          <a:xfrm>
            <a:off x="9225458" y="5373594"/>
            <a:ext cx="2419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616161"/>
                </a:solidFill>
                <a:latin typeface="Product Sans" panose="020B0403030502040203" pitchFamily="34" charset="0"/>
              </a:rPr>
              <a:t>Jun 2025 </a:t>
            </a:r>
            <a:r>
              <a:rPr lang="en-US" dirty="0">
                <a:solidFill>
                  <a:srgbClr val="616161"/>
                </a:solidFill>
                <a:latin typeface="Product Sans" panose="020B0403030502040203" pitchFamily="34" charset="0"/>
                <a:sym typeface="Wingdings" panose="05000000000000000000" pitchFamily="2" charset="2"/>
              </a:rPr>
              <a:t> Jun 2026</a:t>
            </a:r>
            <a:endParaRPr lang="en-US" dirty="0">
              <a:solidFill>
                <a:srgbClr val="616161"/>
              </a:solidFill>
              <a:latin typeface="Product Sans" panose="020B0403030502040203" pitchFamily="34" charset="0"/>
            </a:endParaRP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1159D3FD-DA8F-3248-8F83-0C80184D62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99040845"/>
              </p:ext>
            </p:extLst>
          </p:nvPr>
        </p:nvGraphicFramePr>
        <p:xfrm>
          <a:off x="9097666" y="1720840"/>
          <a:ext cx="2675234" cy="3416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FDBB796A-472E-E4BD-8F7D-E939F88C7D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22954614"/>
              </p:ext>
            </p:extLst>
          </p:nvPr>
        </p:nvGraphicFramePr>
        <p:xfrm>
          <a:off x="419100" y="1226820"/>
          <a:ext cx="8554704" cy="43784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2687429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text on an orange background&#10;&#10;Description automatically generated">
            <a:extLst>
              <a:ext uri="{FF2B5EF4-FFF2-40B4-BE49-F238E27FC236}">
                <a16:creationId xmlns:a16="http://schemas.microsoft.com/office/drawing/2014/main" id="{DA226A57-33AC-A2F3-B966-4517CB8C7C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77000"/>
            <a:ext cx="874125" cy="38100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399D350-2D46-E1E6-0A31-D035B4D5B0A5}"/>
              </a:ext>
            </a:extLst>
          </p:cNvPr>
          <p:cNvCxnSpPr>
            <a:cxnSpLocks/>
          </p:cNvCxnSpPr>
          <p:nvPr/>
        </p:nvCxnSpPr>
        <p:spPr>
          <a:xfrm>
            <a:off x="8941414" y="3584179"/>
            <a:ext cx="267523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646EAEE3-364F-DD48-812F-7F861E5DA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0948" y="6348692"/>
            <a:ext cx="503904" cy="356908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29A84D-83B6-4E87-9839-7C59DBEAF3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8E06234-E29C-6B9A-50DD-7CFD39AB9C89}"/>
              </a:ext>
            </a:extLst>
          </p:cNvPr>
          <p:cNvSpPr txBox="1">
            <a:spLocks/>
          </p:cNvSpPr>
          <p:nvPr/>
        </p:nvSpPr>
        <p:spPr>
          <a:xfrm>
            <a:off x="634403" y="286238"/>
            <a:ext cx="11646807" cy="8031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US" sz="4000" b="1" dirty="0">
                <a:solidFill>
                  <a:srgbClr val="EF6627"/>
                </a:solidFill>
                <a:latin typeface="Product Sans" panose="020B0403030502040203" pitchFamily="34" charset="0"/>
              </a:rPr>
              <a:t>2G Voice Traffic  (Erlang) - GAM</a:t>
            </a:r>
            <a:endParaRPr lang="en-US" sz="4000" b="1" dirty="0">
              <a:solidFill>
                <a:srgbClr val="EF6627"/>
              </a:solidFill>
              <a:latin typeface="Product Sans" panose="020B040303050204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等腰三角形 47">
            <a:extLst>
              <a:ext uri="{FF2B5EF4-FFF2-40B4-BE49-F238E27FC236}">
                <a16:creationId xmlns:a16="http://schemas.microsoft.com/office/drawing/2014/main" id="{7F9191D1-6232-2B57-3BF6-85978139DA6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28536" y="437005"/>
            <a:ext cx="581025" cy="501650"/>
          </a:xfrm>
          <a:prstGeom prst="triangle">
            <a:avLst>
              <a:gd name="adj" fmla="val 50000"/>
            </a:avLst>
          </a:prstGeom>
          <a:solidFill>
            <a:srgbClr val="E95815"/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616161"/>
              </a:solidFill>
              <a:effectLst/>
              <a:uLnTx/>
              <a:uFillTx/>
              <a:latin typeface="Product Sans" panose="020B0403030502040203" pitchFamily="34" charset="0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36F77E8-8CF8-4364-6E3A-4F93AF99E6CD}"/>
              </a:ext>
            </a:extLst>
          </p:cNvPr>
          <p:cNvCxnSpPr>
            <a:cxnSpLocks/>
          </p:cNvCxnSpPr>
          <p:nvPr/>
        </p:nvCxnSpPr>
        <p:spPr>
          <a:xfrm>
            <a:off x="8941414" y="3584179"/>
            <a:ext cx="267523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9FB5D31-0982-71B3-09F4-27239B86EAFD}"/>
              </a:ext>
            </a:extLst>
          </p:cNvPr>
          <p:cNvSpPr txBox="1"/>
          <p:nvPr/>
        </p:nvSpPr>
        <p:spPr>
          <a:xfrm>
            <a:off x="9225458" y="5373594"/>
            <a:ext cx="2419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616161"/>
                </a:solidFill>
                <a:latin typeface="Product Sans" panose="020B0403030502040203" pitchFamily="34" charset="0"/>
              </a:rPr>
              <a:t>Jun 2025 </a:t>
            </a:r>
            <a:r>
              <a:rPr lang="en-US" dirty="0">
                <a:solidFill>
                  <a:srgbClr val="616161"/>
                </a:solidFill>
                <a:latin typeface="Product Sans" panose="020B0403030502040203" pitchFamily="34" charset="0"/>
                <a:sym typeface="Wingdings" panose="05000000000000000000" pitchFamily="2" charset="2"/>
              </a:rPr>
              <a:t> Jun 2026</a:t>
            </a:r>
            <a:endParaRPr lang="en-US" dirty="0">
              <a:solidFill>
                <a:srgbClr val="616161"/>
              </a:solidFill>
              <a:latin typeface="Product Sans" panose="020B0403030502040203" pitchFamily="34" charset="0"/>
            </a:endParaRP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497ED6B2-53C7-B826-C691-7EB25CED73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0636255"/>
              </p:ext>
            </p:extLst>
          </p:nvPr>
        </p:nvGraphicFramePr>
        <p:xfrm>
          <a:off x="9097666" y="1720840"/>
          <a:ext cx="2675234" cy="3416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68B46EAA-A40E-D062-9BC2-9CB3BA8E1C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21129075"/>
              </p:ext>
            </p:extLst>
          </p:nvPr>
        </p:nvGraphicFramePr>
        <p:xfrm>
          <a:off x="546892" y="1226245"/>
          <a:ext cx="8394522" cy="43554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2830554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text on an orange background&#10;&#10;Description automatically generated">
            <a:extLst>
              <a:ext uri="{FF2B5EF4-FFF2-40B4-BE49-F238E27FC236}">
                <a16:creationId xmlns:a16="http://schemas.microsoft.com/office/drawing/2014/main" id="{77E9B2EB-B5C7-2DF1-B391-D54D0BD548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77000"/>
            <a:ext cx="874125" cy="381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F5DCC68-FF45-7574-E8C4-CA61D3ACBCBD}"/>
              </a:ext>
            </a:extLst>
          </p:cNvPr>
          <p:cNvCxnSpPr>
            <a:cxnSpLocks/>
          </p:cNvCxnSpPr>
          <p:nvPr/>
        </p:nvCxnSpPr>
        <p:spPr>
          <a:xfrm>
            <a:off x="8941414" y="3584179"/>
            <a:ext cx="267523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A1128FF9-6915-ADB3-C7D9-060216F50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0948" y="6348692"/>
            <a:ext cx="503904" cy="356908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29A84D-83B6-4E87-9839-7C59DBEAF3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775F5B9-6B90-DD55-298D-A34DDEEF071B}"/>
              </a:ext>
            </a:extLst>
          </p:cNvPr>
          <p:cNvSpPr txBox="1">
            <a:spLocks/>
          </p:cNvSpPr>
          <p:nvPr/>
        </p:nvSpPr>
        <p:spPr>
          <a:xfrm>
            <a:off x="603145" y="286238"/>
            <a:ext cx="11646807" cy="8031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US" sz="4000" b="1" dirty="0">
                <a:solidFill>
                  <a:srgbClr val="EF6627"/>
                </a:solidFill>
                <a:latin typeface="Product Sans" panose="020B0403030502040203" pitchFamily="34" charset="0"/>
              </a:rPr>
              <a:t>3G Voice Traffic (Erlang) - GAM</a:t>
            </a:r>
          </a:p>
        </p:txBody>
      </p:sp>
      <p:sp>
        <p:nvSpPr>
          <p:cNvPr id="8" name="等腰三角形 47">
            <a:extLst>
              <a:ext uri="{FF2B5EF4-FFF2-40B4-BE49-F238E27FC236}">
                <a16:creationId xmlns:a16="http://schemas.microsoft.com/office/drawing/2014/main" id="{E3E7CFF8-F707-FE44-99E9-D8C085A2C56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28536" y="437005"/>
            <a:ext cx="581025" cy="501650"/>
          </a:xfrm>
          <a:prstGeom prst="triangle">
            <a:avLst>
              <a:gd name="adj" fmla="val 50000"/>
            </a:avLst>
          </a:prstGeom>
          <a:solidFill>
            <a:srgbClr val="E95815"/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duct Sans" panose="020B0403030502040203" pitchFamily="34" charset="0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AAA8735-031D-E5BF-9116-A144B941DE63}"/>
              </a:ext>
            </a:extLst>
          </p:cNvPr>
          <p:cNvCxnSpPr>
            <a:cxnSpLocks/>
          </p:cNvCxnSpPr>
          <p:nvPr/>
        </p:nvCxnSpPr>
        <p:spPr>
          <a:xfrm>
            <a:off x="8941414" y="3584179"/>
            <a:ext cx="267523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30B6318-41C4-3EC9-7165-FBD08EAB516C}"/>
              </a:ext>
            </a:extLst>
          </p:cNvPr>
          <p:cNvCxnSpPr>
            <a:cxnSpLocks/>
          </p:cNvCxnSpPr>
          <p:nvPr/>
        </p:nvCxnSpPr>
        <p:spPr>
          <a:xfrm>
            <a:off x="8941414" y="3584179"/>
            <a:ext cx="267523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D2B4345-AE97-24B0-3200-24CC9CE85E78}"/>
              </a:ext>
            </a:extLst>
          </p:cNvPr>
          <p:cNvSpPr txBox="1"/>
          <p:nvPr/>
        </p:nvSpPr>
        <p:spPr>
          <a:xfrm>
            <a:off x="9225458" y="5373594"/>
            <a:ext cx="2419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616161"/>
                </a:solidFill>
                <a:latin typeface="Product Sans" panose="020B0403030502040203" pitchFamily="34" charset="0"/>
              </a:rPr>
              <a:t>Jun 2025 </a:t>
            </a:r>
            <a:r>
              <a:rPr lang="en-US" dirty="0">
                <a:solidFill>
                  <a:srgbClr val="616161"/>
                </a:solidFill>
                <a:latin typeface="Product Sans" panose="020B0403030502040203" pitchFamily="34" charset="0"/>
                <a:sym typeface="Wingdings" panose="05000000000000000000" pitchFamily="2" charset="2"/>
              </a:rPr>
              <a:t> Jun 2026</a:t>
            </a:r>
            <a:endParaRPr lang="en-US" dirty="0">
              <a:solidFill>
                <a:srgbClr val="616161"/>
              </a:solidFill>
              <a:latin typeface="Product Sans" panose="020B0403030502040203" pitchFamily="34" charset="0"/>
            </a:endParaRPr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7C4A1D9E-BCDC-AF7A-73A0-AD6FB790D5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4800439"/>
              </p:ext>
            </p:extLst>
          </p:nvPr>
        </p:nvGraphicFramePr>
        <p:xfrm>
          <a:off x="9097666" y="1720840"/>
          <a:ext cx="2675234" cy="3416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78B69B8-8344-E50C-BE96-CCDE879D99D0}"/>
              </a:ext>
            </a:extLst>
          </p:cNvPr>
          <p:cNvSpPr txBox="1"/>
          <p:nvPr/>
        </p:nvSpPr>
        <p:spPr>
          <a:xfrm rot="16200000">
            <a:off x="8275637" y="2936154"/>
            <a:ext cx="1019050" cy="276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616161"/>
                </a:solidFill>
              </a:rPr>
              <a:t>Network</a:t>
            </a:r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B854F8E7-A87F-B2C8-E02A-7659286439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71275199"/>
              </p:ext>
            </p:extLst>
          </p:nvPr>
        </p:nvGraphicFramePr>
        <p:xfrm>
          <a:off x="419100" y="1214493"/>
          <a:ext cx="8522314" cy="44433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3064192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6C573-8DD1-3A13-AB2F-39F719D2A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3" descr="A white text on an orange background&#10;&#10;Description automatically generated">
            <a:extLst>
              <a:ext uri="{FF2B5EF4-FFF2-40B4-BE49-F238E27FC236}">
                <a16:creationId xmlns:a16="http://schemas.microsoft.com/office/drawing/2014/main" id="{382BB25B-6629-BE08-328A-58D3430B416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77000"/>
            <a:ext cx="874125" cy="38100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2671CF8-FAAC-27B2-DFB6-2331C2300B72}"/>
              </a:ext>
            </a:extLst>
          </p:cNvPr>
          <p:cNvCxnSpPr>
            <a:cxnSpLocks/>
          </p:cNvCxnSpPr>
          <p:nvPr/>
        </p:nvCxnSpPr>
        <p:spPr>
          <a:xfrm>
            <a:off x="8941414" y="3584179"/>
            <a:ext cx="267523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CC59835E-5917-90AC-99C1-4C9FB62C4ADC}"/>
              </a:ext>
            </a:extLst>
          </p:cNvPr>
          <p:cNvSpPr txBox="1">
            <a:spLocks/>
          </p:cNvSpPr>
          <p:nvPr/>
        </p:nvSpPr>
        <p:spPr>
          <a:xfrm>
            <a:off x="634403" y="286238"/>
            <a:ext cx="11646807" cy="8031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US" sz="4000" b="1" dirty="0">
                <a:solidFill>
                  <a:srgbClr val="EF6627"/>
                </a:solidFill>
                <a:latin typeface="Gotham" panose="02000604040000020004" pitchFamily="2" charset="0"/>
              </a:rPr>
              <a:t>3G + 4G Data Traffic (TB) – KEG/PUT</a:t>
            </a:r>
            <a:endParaRPr lang="en-US" sz="4000" b="1" dirty="0">
              <a:solidFill>
                <a:srgbClr val="EF6627"/>
              </a:solidFill>
              <a:latin typeface="Gotham" panose="02000604040000020004" pitchFamily="2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580E8D-4947-6945-02EB-F0473246C34C}"/>
              </a:ext>
            </a:extLst>
          </p:cNvPr>
          <p:cNvSpPr txBox="1"/>
          <p:nvPr/>
        </p:nvSpPr>
        <p:spPr>
          <a:xfrm>
            <a:off x="9225458" y="5373594"/>
            <a:ext cx="2419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616161"/>
                </a:solidFill>
                <a:latin typeface="Product Sans" panose="020B0403030502040203" pitchFamily="34" charset="0"/>
              </a:rPr>
              <a:t>Jun 2025 </a:t>
            </a:r>
            <a:r>
              <a:rPr lang="en-US" dirty="0">
                <a:solidFill>
                  <a:srgbClr val="616161"/>
                </a:solidFill>
                <a:latin typeface="Product Sans" panose="020B0403030502040203" pitchFamily="34" charset="0"/>
                <a:sym typeface="Wingdings" panose="05000000000000000000" pitchFamily="2" charset="2"/>
              </a:rPr>
              <a:t> Jun 2026</a:t>
            </a:r>
            <a:endParaRPr lang="en-US" dirty="0">
              <a:solidFill>
                <a:srgbClr val="616161"/>
              </a:solidFill>
              <a:latin typeface="Product Sans" panose="020B0403030502040203" pitchFamily="34" charset="0"/>
            </a:endParaRP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499AA8B2-5F4C-EE01-6D16-DBA7212972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174846"/>
              </p:ext>
            </p:extLst>
          </p:nvPr>
        </p:nvGraphicFramePr>
        <p:xfrm>
          <a:off x="9097666" y="1720840"/>
          <a:ext cx="2675234" cy="3416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2" name="等腰三角形 47">
            <a:extLst>
              <a:ext uri="{FF2B5EF4-FFF2-40B4-BE49-F238E27FC236}">
                <a16:creationId xmlns:a16="http://schemas.microsoft.com/office/drawing/2014/main" id="{24E78195-3980-7A8D-7B0A-712468E99EC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28536" y="437005"/>
            <a:ext cx="581025" cy="501650"/>
          </a:xfrm>
          <a:prstGeom prst="triangle">
            <a:avLst>
              <a:gd name="adj" fmla="val 50000"/>
            </a:avLst>
          </a:prstGeom>
          <a:solidFill>
            <a:srgbClr val="E95815"/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duct Sans" panose="020B0403030502040203" pitchFamily="34" charset="0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D857EBF5-9F90-8176-7177-35C2A2E1211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73657923"/>
              </p:ext>
            </p:extLst>
          </p:nvPr>
        </p:nvGraphicFramePr>
        <p:xfrm>
          <a:off x="419101" y="1353018"/>
          <a:ext cx="8366062" cy="43899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3554672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29435-5A6C-4BD6-3A80-7437C8B0D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3" descr="A white text on an orange background&#10;&#10;Description automatically generated">
            <a:extLst>
              <a:ext uri="{FF2B5EF4-FFF2-40B4-BE49-F238E27FC236}">
                <a16:creationId xmlns:a16="http://schemas.microsoft.com/office/drawing/2014/main" id="{ACDBDD8B-2F6F-76FB-F145-D1C3C8084DA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77000"/>
            <a:ext cx="874125" cy="381000"/>
          </a:xfrm>
          <a:prstGeom prst="rect">
            <a:avLst/>
          </a:prstGeom>
        </p:spPr>
      </p:pic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86B4962F-E696-7BA9-4068-5E7CD3893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0948" y="6348692"/>
            <a:ext cx="503904" cy="356908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29A84D-83B6-4E87-9839-7C59DBEAF3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248244-C08F-DDA0-45A1-F79887177BFF}"/>
              </a:ext>
            </a:extLst>
          </p:cNvPr>
          <p:cNvSpPr txBox="1">
            <a:spLocks/>
          </p:cNvSpPr>
          <p:nvPr/>
        </p:nvSpPr>
        <p:spPr>
          <a:xfrm>
            <a:off x="664246" y="282294"/>
            <a:ext cx="9517277" cy="8031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000" b="1" dirty="0">
                <a:solidFill>
                  <a:srgbClr val="EF6627"/>
                </a:solidFill>
                <a:latin typeface="Product Sans" panose="020B0403030502040203" pitchFamily="34" charset="0"/>
              </a:rPr>
              <a:t>VoLTE Traffic (Erlang) – KEG/PUT</a:t>
            </a:r>
            <a:endParaRPr lang="en-US" sz="4000" b="1" dirty="0">
              <a:solidFill>
                <a:srgbClr val="ED7D31"/>
              </a:solidFill>
              <a:latin typeface="Product Sans" panose="020B040303050204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等腰三角形 47">
            <a:extLst>
              <a:ext uri="{FF2B5EF4-FFF2-40B4-BE49-F238E27FC236}">
                <a16:creationId xmlns:a16="http://schemas.microsoft.com/office/drawing/2014/main" id="{D116A6D1-BD25-0175-019D-30F2249D301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28536" y="437005"/>
            <a:ext cx="581025" cy="501650"/>
          </a:xfrm>
          <a:prstGeom prst="triangle">
            <a:avLst>
              <a:gd name="adj" fmla="val 50000"/>
            </a:avLst>
          </a:prstGeom>
          <a:solidFill>
            <a:srgbClr val="E95815"/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duct Sans" panose="020B0403030502040203" pitchFamily="34" charset="0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BDB378-646F-B6D1-EE10-665AB9E1039D}"/>
              </a:ext>
            </a:extLst>
          </p:cNvPr>
          <p:cNvSpPr txBox="1"/>
          <p:nvPr/>
        </p:nvSpPr>
        <p:spPr>
          <a:xfrm>
            <a:off x="9225458" y="5373594"/>
            <a:ext cx="2419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616161"/>
                </a:solidFill>
                <a:latin typeface="Product Sans" panose="020B0403030502040203" pitchFamily="34" charset="0"/>
              </a:rPr>
              <a:t>Jun 2025 </a:t>
            </a:r>
            <a:r>
              <a:rPr lang="en-US" dirty="0">
                <a:solidFill>
                  <a:srgbClr val="616161"/>
                </a:solidFill>
                <a:latin typeface="Product Sans" panose="020B0403030502040203" pitchFamily="34" charset="0"/>
                <a:sym typeface="Wingdings" panose="05000000000000000000" pitchFamily="2" charset="2"/>
              </a:rPr>
              <a:t> Jun 2026</a:t>
            </a:r>
            <a:endParaRPr lang="en-US" dirty="0">
              <a:solidFill>
                <a:srgbClr val="616161"/>
              </a:solidFill>
              <a:latin typeface="Product Sans" panose="020B0403030502040203" pitchFamily="34" charset="0"/>
            </a:endParaRPr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5ABF0A26-06B8-9D42-F2EE-C8D0CEF3B0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1573912"/>
              </p:ext>
            </p:extLst>
          </p:nvPr>
        </p:nvGraphicFramePr>
        <p:xfrm>
          <a:off x="9097666" y="1720840"/>
          <a:ext cx="2675234" cy="3416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F6BA664B-96EE-BDA9-FF33-04D02EF9FE2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15135"/>
              </p:ext>
            </p:extLst>
          </p:nvPr>
        </p:nvGraphicFramePr>
        <p:xfrm>
          <a:off x="546892" y="1333499"/>
          <a:ext cx="8350712" cy="42812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2398300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3AB9C-A508-72A2-CE54-69E4587ED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3" descr="A white text on an orange background&#10;&#10;Description automatically generated">
            <a:extLst>
              <a:ext uri="{FF2B5EF4-FFF2-40B4-BE49-F238E27FC236}">
                <a16:creationId xmlns:a16="http://schemas.microsoft.com/office/drawing/2014/main" id="{C8A6BA09-F978-7217-31F6-50B985E858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77000"/>
            <a:ext cx="874125" cy="38100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7622FE3-1086-5E8B-B99C-FEBA054AD5A4}"/>
              </a:ext>
            </a:extLst>
          </p:cNvPr>
          <p:cNvCxnSpPr>
            <a:cxnSpLocks/>
          </p:cNvCxnSpPr>
          <p:nvPr/>
        </p:nvCxnSpPr>
        <p:spPr>
          <a:xfrm>
            <a:off x="8941414" y="3584179"/>
            <a:ext cx="267523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CC2DC2EA-DA33-3678-0FC0-CF3A9CB91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0948" y="6348692"/>
            <a:ext cx="503904" cy="356908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29A84D-83B6-4E87-9839-7C59DBEAF3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3202479-6D6B-3986-EF4F-2FF1661B7466}"/>
              </a:ext>
            </a:extLst>
          </p:cNvPr>
          <p:cNvSpPr txBox="1">
            <a:spLocks/>
          </p:cNvSpPr>
          <p:nvPr/>
        </p:nvSpPr>
        <p:spPr>
          <a:xfrm>
            <a:off x="634403" y="286238"/>
            <a:ext cx="11646807" cy="8031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US" sz="4000" b="1" dirty="0">
                <a:solidFill>
                  <a:srgbClr val="EF6627"/>
                </a:solidFill>
                <a:latin typeface="Product Sans" panose="020B0403030502040203" pitchFamily="34" charset="0"/>
              </a:rPr>
              <a:t>2G+3G Voice Traffic (Erlang) -  KEG/PUT</a:t>
            </a:r>
            <a:endParaRPr lang="en-US" sz="4000" b="1" dirty="0">
              <a:solidFill>
                <a:srgbClr val="EF6627"/>
              </a:solidFill>
              <a:latin typeface="Product Sans" panose="020B040303050204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等腰三角形 47">
            <a:extLst>
              <a:ext uri="{FF2B5EF4-FFF2-40B4-BE49-F238E27FC236}">
                <a16:creationId xmlns:a16="http://schemas.microsoft.com/office/drawing/2014/main" id="{8D89C9D9-6CBB-CE72-DC97-0A6D3894F31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28536" y="437005"/>
            <a:ext cx="581025" cy="501650"/>
          </a:xfrm>
          <a:prstGeom prst="triangle">
            <a:avLst>
              <a:gd name="adj" fmla="val 50000"/>
            </a:avLst>
          </a:prstGeom>
          <a:solidFill>
            <a:srgbClr val="E95815"/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616161"/>
              </a:solidFill>
              <a:effectLst/>
              <a:uLnTx/>
              <a:uFillTx/>
              <a:latin typeface="Product Sans" panose="020B0403030502040203" pitchFamily="34" charset="0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9C0AD89-9300-1BFA-3973-32818372CEEF}"/>
              </a:ext>
            </a:extLst>
          </p:cNvPr>
          <p:cNvCxnSpPr>
            <a:cxnSpLocks/>
          </p:cNvCxnSpPr>
          <p:nvPr/>
        </p:nvCxnSpPr>
        <p:spPr>
          <a:xfrm>
            <a:off x="8941414" y="3584179"/>
            <a:ext cx="267523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7A6E6D3-FA23-1ABC-D2F2-ABDD67773BC4}"/>
              </a:ext>
            </a:extLst>
          </p:cNvPr>
          <p:cNvSpPr txBox="1"/>
          <p:nvPr/>
        </p:nvSpPr>
        <p:spPr>
          <a:xfrm>
            <a:off x="9225458" y="5373594"/>
            <a:ext cx="2419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616161"/>
                </a:solidFill>
                <a:latin typeface="Product Sans" panose="020B0403030502040203" pitchFamily="34" charset="0"/>
              </a:rPr>
              <a:t>Jun 2025 </a:t>
            </a:r>
            <a:r>
              <a:rPr lang="en-US" dirty="0">
                <a:solidFill>
                  <a:srgbClr val="616161"/>
                </a:solidFill>
                <a:latin typeface="Product Sans" panose="020B0403030502040203" pitchFamily="34" charset="0"/>
                <a:sym typeface="Wingdings" panose="05000000000000000000" pitchFamily="2" charset="2"/>
              </a:rPr>
              <a:t> Jun 2026</a:t>
            </a:r>
            <a:endParaRPr lang="en-US" dirty="0">
              <a:solidFill>
                <a:srgbClr val="616161"/>
              </a:solidFill>
              <a:latin typeface="Product Sans" panose="020B0403030502040203" pitchFamily="34" charset="0"/>
            </a:endParaRPr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601EF6CB-793C-ED2A-403C-103561DFC8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949831"/>
              </p:ext>
            </p:extLst>
          </p:nvPr>
        </p:nvGraphicFramePr>
        <p:xfrm>
          <a:off x="9097666" y="1720840"/>
          <a:ext cx="2675234" cy="3416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600D694C-726B-471A-CA4D-5455D384EEB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28969305"/>
              </p:ext>
            </p:extLst>
          </p:nvPr>
        </p:nvGraphicFramePr>
        <p:xfrm>
          <a:off x="419100" y="1428595"/>
          <a:ext cx="8600440" cy="41766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3640154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C88F3-A24A-5B4F-3350-53BCF1E42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3" descr="A white text on an orange background&#10;&#10;Description automatically generated">
            <a:extLst>
              <a:ext uri="{FF2B5EF4-FFF2-40B4-BE49-F238E27FC236}">
                <a16:creationId xmlns:a16="http://schemas.microsoft.com/office/drawing/2014/main" id="{1AD214FF-0FDA-7C39-6989-0BFFFD035BA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77000"/>
            <a:ext cx="874125" cy="38100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FD73B2A-3723-42CD-F867-135BC02232BB}"/>
              </a:ext>
            </a:extLst>
          </p:cNvPr>
          <p:cNvCxnSpPr>
            <a:cxnSpLocks/>
          </p:cNvCxnSpPr>
          <p:nvPr/>
        </p:nvCxnSpPr>
        <p:spPr>
          <a:xfrm>
            <a:off x="8941414" y="3584179"/>
            <a:ext cx="267523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7B33DB5C-BC3A-3730-802C-44B8A74CF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0948" y="6348692"/>
            <a:ext cx="503904" cy="356908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29A84D-83B6-4E87-9839-7C59DBEAF3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D02FEF3-ABBC-1CF3-774F-0FC196A41603}"/>
              </a:ext>
            </a:extLst>
          </p:cNvPr>
          <p:cNvSpPr txBox="1">
            <a:spLocks/>
          </p:cNvSpPr>
          <p:nvPr/>
        </p:nvSpPr>
        <p:spPr>
          <a:xfrm>
            <a:off x="622195" y="286238"/>
            <a:ext cx="11646807" cy="8031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US" sz="4000" b="1" dirty="0">
                <a:solidFill>
                  <a:srgbClr val="EF6627"/>
                </a:solidFill>
                <a:latin typeface="Product Sans" panose="020B0403030502040203" pitchFamily="34" charset="0"/>
              </a:rPr>
              <a:t>3G Voice Traffic (Erlang) – KEG/PUT</a:t>
            </a:r>
          </a:p>
        </p:txBody>
      </p:sp>
      <p:sp>
        <p:nvSpPr>
          <p:cNvPr id="2" name="等腰三角形 47">
            <a:extLst>
              <a:ext uri="{FF2B5EF4-FFF2-40B4-BE49-F238E27FC236}">
                <a16:creationId xmlns:a16="http://schemas.microsoft.com/office/drawing/2014/main" id="{2D9BDCA2-4339-FA41-C8E8-2BE393CFB67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28536" y="437005"/>
            <a:ext cx="581025" cy="501650"/>
          </a:xfrm>
          <a:prstGeom prst="triangle">
            <a:avLst>
              <a:gd name="adj" fmla="val 50000"/>
            </a:avLst>
          </a:prstGeom>
          <a:solidFill>
            <a:srgbClr val="E95815"/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duct Sans" panose="020B0403030502040203" pitchFamily="34" charset="0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8365C9F-4CAE-EA01-D2A8-7F694444F0B0}"/>
              </a:ext>
            </a:extLst>
          </p:cNvPr>
          <p:cNvCxnSpPr>
            <a:cxnSpLocks/>
          </p:cNvCxnSpPr>
          <p:nvPr/>
        </p:nvCxnSpPr>
        <p:spPr>
          <a:xfrm>
            <a:off x="8941414" y="3584179"/>
            <a:ext cx="267523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D99E1A-6E35-EB7E-2FF2-DE21D2B1AF2A}"/>
              </a:ext>
            </a:extLst>
          </p:cNvPr>
          <p:cNvCxnSpPr>
            <a:cxnSpLocks/>
          </p:cNvCxnSpPr>
          <p:nvPr/>
        </p:nvCxnSpPr>
        <p:spPr>
          <a:xfrm>
            <a:off x="8941414" y="3584179"/>
            <a:ext cx="267523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23FF8C6-0ADF-B73B-86A5-1EB9F6AB4E1B}"/>
              </a:ext>
            </a:extLst>
          </p:cNvPr>
          <p:cNvSpPr txBox="1"/>
          <p:nvPr/>
        </p:nvSpPr>
        <p:spPr>
          <a:xfrm>
            <a:off x="9225458" y="5373594"/>
            <a:ext cx="2419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616161"/>
                </a:solidFill>
                <a:latin typeface="Product Sans" panose="020B0403030502040203" pitchFamily="34" charset="0"/>
              </a:rPr>
              <a:t>Jun 2025 </a:t>
            </a:r>
            <a:r>
              <a:rPr lang="en-US" dirty="0">
                <a:solidFill>
                  <a:srgbClr val="616161"/>
                </a:solidFill>
                <a:latin typeface="Product Sans" panose="020B0403030502040203" pitchFamily="34" charset="0"/>
                <a:sym typeface="Wingdings" panose="05000000000000000000" pitchFamily="2" charset="2"/>
              </a:rPr>
              <a:t> Jun 2026</a:t>
            </a:r>
            <a:endParaRPr lang="en-US" dirty="0">
              <a:solidFill>
                <a:srgbClr val="616161"/>
              </a:solidFill>
              <a:latin typeface="Product Sans" panose="020B0403030502040203" pitchFamily="34" charset="0"/>
            </a:endParaRP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162ECC02-9415-C1B6-945C-B8F2C09E5F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9405215"/>
              </p:ext>
            </p:extLst>
          </p:nvPr>
        </p:nvGraphicFramePr>
        <p:xfrm>
          <a:off x="9097666" y="1720840"/>
          <a:ext cx="2675234" cy="3416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64D28B84-3997-447E-DB7D-7E436E0403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88021758"/>
              </p:ext>
            </p:extLst>
          </p:nvPr>
        </p:nvGraphicFramePr>
        <p:xfrm>
          <a:off x="419100" y="1219200"/>
          <a:ext cx="8522314" cy="43624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3297656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34958-22B6-978A-62A3-E17EF3D27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等腰三角形 47">
            <a:extLst>
              <a:ext uri="{FF2B5EF4-FFF2-40B4-BE49-F238E27FC236}">
                <a16:creationId xmlns:a16="http://schemas.microsoft.com/office/drawing/2014/main" id="{B5874811-EE5C-19A2-EB8C-B6B3049B86F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39688" y="113620"/>
            <a:ext cx="581025" cy="501650"/>
          </a:xfrm>
          <a:prstGeom prst="triangle">
            <a:avLst>
              <a:gd name="adj" fmla="val 50000"/>
            </a:avLst>
          </a:prstGeom>
          <a:solidFill>
            <a:srgbClr val="E95815"/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pic>
        <p:nvPicPr>
          <p:cNvPr id="54" name="Picture 53" descr="A white text on an orange background&#10;&#10;Description automatically generated">
            <a:extLst>
              <a:ext uri="{FF2B5EF4-FFF2-40B4-BE49-F238E27FC236}">
                <a16:creationId xmlns:a16="http://schemas.microsoft.com/office/drawing/2014/main" id="{68D54A85-87CA-A1B6-CCFC-084AC7902A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77000"/>
            <a:ext cx="874125" cy="38100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5AA2A93-2A0D-BDCE-79D2-49733546E461}"/>
              </a:ext>
            </a:extLst>
          </p:cNvPr>
          <p:cNvCxnSpPr>
            <a:cxnSpLocks/>
          </p:cNvCxnSpPr>
          <p:nvPr/>
        </p:nvCxnSpPr>
        <p:spPr>
          <a:xfrm>
            <a:off x="8941414" y="3584179"/>
            <a:ext cx="267523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EF49B800-94AB-7A6A-F9F7-0D377D0F3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0948" y="6348692"/>
            <a:ext cx="503904" cy="356908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29A84D-83B6-4E87-9839-7C59DBEAF3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FECF48-7E8F-C273-0FE5-B24BB23AD0BC}"/>
              </a:ext>
            </a:extLst>
          </p:cNvPr>
          <p:cNvSpPr txBox="1"/>
          <p:nvPr/>
        </p:nvSpPr>
        <p:spPr>
          <a:xfrm>
            <a:off x="250824" y="73932"/>
            <a:ext cx="8371114" cy="7218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EF6627"/>
                </a:solidFill>
                <a:latin typeface="+mj-lt"/>
                <a:ea typeface="+mj-ea"/>
                <a:cs typeface="+mj-cs"/>
              </a:rPr>
              <a:t>Completed Upgrades (April-2025 to Jun-2026)</a:t>
            </a:r>
            <a:endParaRPr lang="en-US" sz="4000" b="1" kern="1200" dirty="0">
              <a:solidFill>
                <a:srgbClr val="EF6627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61C4891-0137-579A-F8D8-65FB7D92A9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3144902"/>
              </p:ext>
            </p:extLst>
          </p:nvPr>
        </p:nvGraphicFramePr>
        <p:xfrm>
          <a:off x="2231572" y="1093149"/>
          <a:ext cx="6800716" cy="3946360"/>
        </p:xfrm>
        <a:graphic>
          <a:graphicData uri="http://schemas.openxmlformats.org/drawingml/2006/table">
            <a:tbl>
              <a:tblPr/>
              <a:tblGrid>
                <a:gridCol w="4029463">
                  <a:extLst>
                    <a:ext uri="{9D8B030D-6E8A-4147-A177-3AD203B41FA5}">
                      <a16:colId xmlns:a16="http://schemas.microsoft.com/office/drawing/2014/main" val="4039962596"/>
                    </a:ext>
                  </a:extLst>
                </a:gridCol>
                <a:gridCol w="923751">
                  <a:extLst>
                    <a:ext uri="{9D8B030D-6E8A-4147-A177-3AD203B41FA5}">
                      <a16:colId xmlns:a16="http://schemas.microsoft.com/office/drawing/2014/main" val="2892212756"/>
                    </a:ext>
                  </a:extLst>
                </a:gridCol>
                <a:gridCol w="923751">
                  <a:extLst>
                    <a:ext uri="{9D8B030D-6E8A-4147-A177-3AD203B41FA5}">
                      <a16:colId xmlns:a16="http://schemas.microsoft.com/office/drawing/2014/main" val="3721987615"/>
                    </a:ext>
                  </a:extLst>
                </a:gridCol>
                <a:gridCol w="923751">
                  <a:extLst>
                    <a:ext uri="{9D8B030D-6E8A-4147-A177-3AD203B41FA5}">
                      <a16:colId xmlns:a16="http://schemas.microsoft.com/office/drawing/2014/main" val="367189809"/>
                    </a:ext>
                  </a:extLst>
                </a:gridCol>
              </a:tblGrid>
              <a:tr h="3452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Upgrade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GAM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KEG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PUT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4905916"/>
                  </a:ext>
                </a:extLst>
              </a:tr>
              <a:tr h="3452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2T2R UBR Addition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5688536"/>
                  </a:ext>
                </a:extLst>
              </a:tr>
              <a:tr h="3452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4T4R 1800 Addition(share between 2 sectors)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5544314"/>
                  </a:ext>
                </a:extLst>
              </a:tr>
              <a:tr h="3452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4T4R UBR Addition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839232"/>
                  </a:ext>
                </a:extLst>
              </a:tr>
              <a:tr h="3452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4T4R UBR Addition (share between 2 sectors)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4022738"/>
                  </a:ext>
                </a:extLst>
              </a:tr>
              <a:tr h="3452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L1800 Addition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599824"/>
                  </a:ext>
                </a:extLst>
              </a:tr>
              <a:tr h="3452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L2100 SISO Addition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1296665"/>
                  </a:ext>
                </a:extLst>
              </a:tr>
              <a:tr h="3452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ZTE to Huawei Swap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8241561"/>
                  </a:ext>
                </a:extLst>
              </a:tr>
              <a:tr h="3452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ZTE to ZTE Swap_4T4R UBR Addition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7967244"/>
                  </a:ext>
                </a:extLst>
              </a:tr>
              <a:tr h="3452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ZTE to ZTE Swap_4T4R UBR share between two sectors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8065959"/>
                  </a:ext>
                </a:extLst>
              </a:tr>
              <a:tr h="3452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Grand Total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62218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2113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572EA-1C56-B790-786A-942DBAFB3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等腰三角形 47">
            <a:extLst>
              <a:ext uri="{FF2B5EF4-FFF2-40B4-BE49-F238E27FC236}">
                <a16:creationId xmlns:a16="http://schemas.microsoft.com/office/drawing/2014/main" id="{4710CFE6-0084-7095-2AB1-B9DE47B6B1B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39688" y="113620"/>
            <a:ext cx="581025" cy="501650"/>
          </a:xfrm>
          <a:prstGeom prst="triangle">
            <a:avLst>
              <a:gd name="adj" fmla="val 50000"/>
            </a:avLst>
          </a:prstGeom>
          <a:solidFill>
            <a:srgbClr val="E95815"/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pic>
        <p:nvPicPr>
          <p:cNvPr id="54" name="Picture 53" descr="A white text on an orange background&#10;&#10;Description automatically generated">
            <a:extLst>
              <a:ext uri="{FF2B5EF4-FFF2-40B4-BE49-F238E27FC236}">
                <a16:creationId xmlns:a16="http://schemas.microsoft.com/office/drawing/2014/main" id="{D6CAC1C7-EA20-DF46-D05B-04128E7824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77000"/>
            <a:ext cx="874125" cy="38100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0CF766-B23C-FAF1-55F1-C9A0883D859D}"/>
              </a:ext>
            </a:extLst>
          </p:cNvPr>
          <p:cNvCxnSpPr>
            <a:cxnSpLocks/>
          </p:cNvCxnSpPr>
          <p:nvPr/>
        </p:nvCxnSpPr>
        <p:spPr>
          <a:xfrm>
            <a:off x="8941414" y="3584179"/>
            <a:ext cx="267523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78179625-754F-DC6A-AE7C-9EE82573E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0948" y="6348692"/>
            <a:ext cx="503904" cy="356908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29A84D-83B6-4E87-9839-7C59DBEAF3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D734AF-912A-CD62-14C6-A1209F352448}"/>
              </a:ext>
            </a:extLst>
          </p:cNvPr>
          <p:cNvSpPr txBox="1"/>
          <p:nvPr/>
        </p:nvSpPr>
        <p:spPr>
          <a:xfrm>
            <a:off x="250824" y="73932"/>
            <a:ext cx="8371114" cy="7218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EF6627"/>
                </a:solidFill>
              </a:rPr>
              <a:t>Upcoming</a:t>
            </a:r>
            <a:r>
              <a:rPr lang="en-US" sz="4000" b="1" dirty="0">
                <a:solidFill>
                  <a:srgbClr val="EF6627"/>
                </a:solidFill>
                <a:latin typeface="+mj-lt"/>
                <a:ea typeface="+mj-ea"/>
                <a:cs typeface="+mj-cs"/>
              </a:rPr>
              <a:t>  Upgrades (New August Batch 285)</a:t>
            </a:r>
            <a:endParaRPr lang="en-US" sz="4000" b="1" kern="1200" dirty="0">
              <a:solidFill>
                <a:srgbClr val="EF6627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C4F9214-EEA9-F259-25FC-C7DC0FA844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2574458"/>
              </p:ext>
            </p:extLst>
          </p:nvPr>
        </p:nvGraphicFramePr>
        <p:xfrm>
          <a:off x="1629680" y="1145607"/>
          <a:ext cx="8809719" cy="4689136"/>
        </p:xfrm>
        <a:graphic>
          <a:graphicData uri="http://schemas.openxmlformats.org/drawingml/2006/table">
            <a:tbl>
              <a:tblPr/>
              <a:tblGrid>
                <a:gridCol w="5685520">
                  <a:extLst>
                    <a:ext uri="{9D8B030D-6E8A-4147-A177-3AD203B41FA5}">
                      <a16:colId xmlns:a16="http://schemas.microsoft.com/office/drawing/2014/main" val="720086873"/>
                    </a:ext>
                  </a:extLst>
                </a:gridCol>
                <a:gridCol w="1071256">
                  <a:extLst>
                    <a:ext uri="{9D8B030D-6E8A-4147-A177-3AD203B41FA5}">
                      <a16:colId xmlns:a16="http://schemas.microsoft.com/office/drawing/2014/main" val="2501292575"/>
                    </a:ext>
                  </a:extLst>
                </a:gridCol>
                <a:gridCol w="458424">
                  <a:extLst>
                    <a:ext uri="{9D8B030D-6E8A-4147-A177-3AD203B41FA5}">
                      <a16:colId xmlns:a16="http://schemas.microsoft.com/office/drawing/2014/main" val="3146379471"/>
                    </a:ext>
                  </a:extLst>
                </a:gridCol>
                <a:gridCol w="458424">
                  <a:extLst>
                    <a:ext uri="{9D8B030D-6E8A-4147-A177-3AD203B41FA5}">
                      <a16:colId xmlns:a16="http://schemas.microsoft.com/office/drawing/2014/main" val="3931825415"/>
                    </a:ext>
                  </a:extLst>
                </a:gridCol>
                <a:gridCol w="1136095">
                  <a:extLst>
                    <a:ext uri="{9D8B030D-6E8A-4147-A177-3AD203B41FA5}">
                      <a16:colId xmlns:a16="http://schemas.microsoft.com/office/drawing/2014/main" val="3072674922"/>
                    </a:ext>
                  </a:extLst>
                </a:gridCol>
              </a:tblGrid>
              <a:tr h="2930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Upgrade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GAM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KEG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PUT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Grand Total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731392"/>
                  </a:ext>
                </a:extLst>
              </a:tr>
              <a:tr h="2930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2T2R UBR Addition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6159022"/>
                  </a:ext>
                </a:extLst>
              </a:tr>
              <a:tr h="2930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4T4R UBR Addition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5366814"/>
                  </a:ext>
                </a:extLst>
              </a:tr>
              <a:tr h="2930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4T4R UBR Addition and BBU Swap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6403707"/>
                  </a:ext>
                </a:extLst>
              </a:tr>
              <a:tr h="2930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L1800 Addition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196766"/>
                  </a:ext>
                </a:extLst>
              </a:tr>
              <a:tr h="2930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L900 4T4R share between 2 sectors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4336051"/>
                  </a:ext>
                </a:extLst>
              </a:tr>
              <a:tr h="2930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L900 4T4R share between 2 sectors and 2T2R UBR Addition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6983962"/>
                  </a:ext>
                </a:extLst>
              </a:tr>
              <a:tr h="2930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L900 4T4R share between 2 sectors and 4T4R UBR Addition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3264761"/>
                  </a:ext>
                </a:extLst>
              </a:tr>
              <a:tr h="2930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L900 4T4R share between 2 sectors and 4T4R UBR Addition lamp pole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2384653"/>
                  </a:ext>
                </a:extLst>
              </a:tr>
              <a:tr h="2930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L900 Addition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7952258"/>
                  </a:ext>
                </a:extLst>
              </a:tr>
              <a:tr h="2930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L900 Addition and 2T2R UBR Addition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6160529"/>
                  </a:ext>
                </a:extLst>
              </a:tr>
              <a:tr h="2930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L900 Addition and 4T4R UBR Addition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9735542"/>
                  </a:ext>
                </a:extLst>
              </a:tr>
              <a:tr h="2930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L900 Addition and 4T4R UBR Addition lamp pole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1185469"/>
                  </a:ext>
                </a:extLst>
              </a:tr>
              <a:tr h="2930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L900 SISO--&gt;MIMO and L1800 Addition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531473"/>
                  </a:ext>
                </a:extLst>
              </a:tr>
              <a:tr h="2930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Sector Addition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2662923"/>
                  </a:ext>
                </a:extLst>
              </a:tr>
              <a:tr h="2930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Grand Total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15126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49479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1BD90-DEE5-0646-EE86-511FD6540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等腰三角形 47">
            <a:extLst>
              <a:ext uri="{FF2B5EF4-FFF2-40B4-BE49-F238E27FC236}">
                <a16:creationId xmlns:a16="http://schemas.microsoft.com/office/drawing/2014/main" id="{678416AF-F1DF-244D-8EBC-A402FA66B4D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39688" y="113620"/>
            <a:ext cx="581025" cy="501650"/>
          </a:xfrm>
          <a:prstGeom prst="triangle">
            <a:avLst>
              <a:gd name="adj" fmla="val 50000"/>
            </a:avLst>
          </a:prstGeom>
          <a:solidFill>
            <a:srgbClr val="E95815"/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pic>
        <p:nvPicPr>
          <p:cNvPr id="54" name="Picture 53" descr="A white text on an orange background&#10;&#10;Description automatically generated">
            <a:extLst>
              <a:ext uri="{FF2B5EF4-FFF2-40B4-BE49-F238E27FC236}">
                <a16:creationId xmlns:a16="http://schemas.microsoft.com/office/drawing/2014/main" id="{A9411EA3-2C4E-28F8-AE85-93C55B7CEBF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77000"/>
            <a:ext cx="874125" cy="38100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B77FED-0EA0-B6D1-6018-773BD6DFB69F}"/>
              </a:ext>
            </a:extLst>
          </p:cNvPr>
          <p:cNvCxnSpPr>
            <a:cxnSpLocks/>
          </p:cNvCxnSpPr>
          <p:nvPr/>
        </p:nvCxnSpPr>
        <p:spPr>
          <a:xfrm>
            <a:off x="8941414" y="3584179"/>
            <a:ext cx="267523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0D670F62-1861-7F95-FCEC-C086E0434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0948" y="6348692"/>
            <a:ext cx="503904" cy="356908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29A84D-83B6-4E87-9839-7C59DBEAF3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9FFBE7-127C-B83C-D322-FCC2A3F37700}"/>
              </a:ext>
            </a:extLst>
          </p:cNvPr>
          <p:cNvSpPr txBox="1"/>
          <p:nvPr/>
        </p:nvSpPr>
        <p:spPr>
          <a:xfrm>
            <a:off x="-1131661" y="39007"/>
            <a:ext cx="8371114" cy="7218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EF6627"/>
                </a:solidFill>
                <a:latin typeface="+mj-lt"/>
                <a:ea typeface="+mj-ea"/>
                <a:cs typeface="+mj-cs"/>
              </a:rPr>
              <a:t>Sales complaint track</a:t>
            </a:r>
            <a:endParaRPr lang="en-US" sz="4000" b="1" kern="1200" dirty="0">
              <a:solidFill>
                <a:srgbClr val="EF6627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ED56E6F-361F-924A-43B3-91ADFA98EC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946210"/>
              </p:ext>
            </p:extLst>
          </p:nvPr>
        </p:nvGraphicFramePr>
        <p:xfrm>
          <a:off x="2122715" y="896837"/>
          <a:ext cx="8371114" cy="4937901"/>
        </p:xfrm>
        <a:graphic>
          <a:graphicData uri="http://schemas.openxmlformats.org/drawingml/2006/table">
            <a:tbl>
              <a:tblPr/>
              <a:tblGrid>
                <a:gridCol w="3389954">
                  <a:extLst>
                    <a:ext uri="{9D8B030D-6E8A-4147-A177-3AD203B41FA5}">
                      <a16:colId xmlns:a16="http://schemas.microsoft.com/office/drawing/2014/main" val="4231929727"/>
                    </a:ext>
                  </a:extLst>
                </a:gridCol>
                <a:gridCol w="1914057">
                  <a:extLst>
                    <a:ext uri="{9D8B030D-6E8A-4147-A177-3AD203B41FA5}">
                      <a16:colId xmlns:a16="http://schemas.microsoft.com/office/drawing/2014/main" val="1875349085"/>
                    </a:ext>
                  </a:extLst>
                </a:gridCol>
                <a:gridCol w="1729569">
                  <a:extLst>
                    <a:ext uri="{9D8B030D-6E8A-4147-A177-3AD203B41FA5}">
                      <a16:colId xmlns:a16="http://schemas.microsoft.com/office/drawing/2014/main" val="3826242629"/>
                    </a:ext>
                  </a:extLst>
                </a:gridCol>
                <a:gridCol w="1337534">
                  <a:extLst>
                    <a:ext uri="{9D8B030D-6E8A-4147-A177-3AD203B41FA5}">
                      <a16:colId xmlns:a16="http://schemas.microsoft.com/office/drawing/2014/main" val="1405374867"/>
                    </a:ext>
                  </a:extLst>
                </a:gridCol>
              </a:tblGrid>
              <a:tr h="3333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Row Labels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Gampaha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Kegalle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Puttalam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172065"/>
                  </a:ext>
                </a:extLst>
              </a:tr>
              <a:tr h="60413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Capacity addition completed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819890"/>
                  </a:ext>
                </a:extLst>
              </a:tr>
              <a:tr h="3333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Capacity Addition Pending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6A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6A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6A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6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2175"/>
                  </a:ext>
                </a:extLst>
              </a:tr>
              <a:tr h="3333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Duplicated Complain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700267"/>
                  </a:ext>
                </a:extLst>
              </a:tr>
              <a:tr h="3333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Insufficient Details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6A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6A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6A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6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405468"/>
                  </a:ext>
                </a:extLst>
              </a:tr>
              <a:tr h="3333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New Site Require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446637"/>
                  </a:ext>
                </a:extLst>
              </a:tr>
              <a:tr h="3333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Package Issues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6A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6A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6A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6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312920"/>
                  </a:ext>
                </a:extLst>
              </a:tr>
              <a:tr h="3333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Pending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7593572"/>
                  </a:ext>
                </a:extLst>
              </a:tr>
              <a:tr h="3333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Pending with Power Team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6A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6A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6A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6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5787720"/>
                  </a:ext>
                </a:extLst>
              </a:tr>
              <a:tr h="3333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Resolved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692576"/>
                  </a:ext>
                </a:extLst>
              </a:tr>
              <a:tr h="3333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Temporary Issue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6A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6A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6A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6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072914"/>
                  </a:ext>
                </a:extLst>
              </a:tr>
              <a:tr h="3333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Unable to resolve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4120741"/>
                  </a:ext>
                </a:extLst>
              </a:tr>
              <a:tr h="3333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Wrong Details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47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6A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47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6A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47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6A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47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6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3275531"/>
                  </a:ext>
                </a:extLst>
              </a:tr>
              <a:tr h="3333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Grand Total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47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47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47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47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47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47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47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47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408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25593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等腰三角形 47">
            <a:extLst>
              <a:ext uri="{FF2B5EF4-FFF2-40B4-BE49-F238E27FC236}">
                <a16:creationId xmlns:a16="http://schemas.microsoft.com/office/drawing/2014/main" id="{BEF13FDC-FC80-7FF6-E722-B483E0C173E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39688" y="113620"/>
            <a:ext cx="581025" cy="501650"/>
          </a:xfrm>
          <a:prstGeom prst="triangle">
            <a:avLst>
              <a:gd name="adj" fmla="val 50000"/>
            </a:avLst>
          </a:prstGeom>
          <a:solidFill>
            <a:srgbClr val="E95815"/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pic>
        <p:nvPicPr>
          <p:cNvPr id="4" name="Picture 3" descr="A white text on an orange background&#10;&#10;Description automatically generated">
            <a:extLst>
              <a:ext uri="{FF2B5EF4-FFF2-40B4-BE49-F238E27FC236}">
                <a16:creationId xmlns:a16="http://schemas.microsoft.com/office/drawing/2014/main" id="{36FB96A6-4E4E-C118-68E5-3DCC6F21F9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77000"/>
            <a:ext cx="874125" cy="381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C41DBC-5CF8-93F0-9AD9-8BE4D9963B47}"/>
              </a:ext>
            </a:extLst>
          </p:cNvPr>
          <p:cNvCxnSpPr>
            <a:cxnSpLocks/>
          </p:cNvCxnSpPr>
          <p:nvPr/>
        </p:nvCxnSpPr>
        <p:spPr>
          <a:xfrm>
            <a:off x="8941414" y="3584179"/>
            <a:ext cx="267523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F0D43C3D-3DDC-6F32-6DFC-381DE4B69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0948" y="6348692"/>
            <a:ext cx="503904" cy="356908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29A84D-83B6-4E87-9839-7C59DBEAF3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476ABE-74B5-5B93-0E88-8B4A013C08D1}"/>
              </a:ext>
            </a:extLst>
          </p:cNvPr>
          <p:cNvSpPr txBox="1"/>
          <p:nvPr/>
        </p:nvSpPr>
        <p:spPr>
          <a:xfrm>
            <a:off x="501650" y="73932"/>
            <a:ext cx="8371114" cy="7218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EF6627"/>
                </a:solidFill>
                <a:latin typeface="+mj-lt"/>
                <a:ea typeface="+mj-ea"/>
                <a:cs typeface="+mj-cs"/>
              </a:rPr>
              <a:t>Optimization-ongoing New site update  Jun-2026</a:t>
            </a:r>
            <a:endParaRPr lang="en-US" sz="4000" b="1" kern="1200" dirty="0">
              <a:solidFill>
                <a:srgbClr val="EF6627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3A61226-9E00-ADD1-46F8-964E156502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1068752"/>
              </p:ext>
            </p:extLst>
          </p:nvPr>
        </p:nvGraphicFramePr>
        <p:xfrm>
          <a:off x="1480517" y="1835095"/>
          <a:ext cx="8718862" cy="1749084"/>
        </p:xfrm>
        <a:graphic>
          <a:graphicData uri="http://schemas.openxmlformats.org/drawingml/2006/table">
            <a:tbl>
              <a:tblPr/>
              <a:tblGrid>
                <a:gridCol w="1746758">
                  <a:extLst>
                    <a:ext uri="{9D8B030D-6E8A-4147-A177-3AD203B41FA5}">
                      <a16:colId xmlns:a16="http://schemas.microsoft.com/office/drawing/2014/main" val="2297063973"/>
                    </a:ext>
                  </a:extLst>
                </a:gridCol>
                <a:gridCol w="582253">
                  <a:extLst>
                    <a:ext uri="{9D8B030D-6E8A-4147-A177-3AD203B41FA5}">
                      <a16:colId xmlns:a16="http://schemas.microsoft.com/office/drawing/2014/main" val="2626203082"/>
                    </a:ext>
                  </a:extLst>
                </a:gridCol>
                <a:gridCol w="716619">
                  <a:extLst>
                    <a:ext uri="{9D8B030D-6E8A-4147-A177-3AD203B41FA5}">
                      <a16:colId xmlns:a16="http://schemas.microsoft.com/office/drawing/2014/main" val="687456507"/>
                    </a:ext>
                  </a:extLst>
                </a:gridCol>
                <a:gridCol w="2164786">
                  <a:extLst>
                    <a:ext uri="{9D8B030D-6E8A-4147-A177-3AD203B41FA5}">
                      <a16:colId xmlns:a16="http://schemas.microsoft.com/office/drawing/2014/main" val="3969419187"/>
                    </a:ext>
                  </a:extLst>
                </a:gridCol>
                <a:gridCol w="836055">
                  <a:extLst>
                    <a:ext uri="{9D8B030D-6E8A-4147-A177-3AD203B41FA5}">
                      <a16:colId xmlns:a16="http://schemas.microsoft.com/office/drawing/2014/main" val="2517098316"/>
                    </a:ext>
                  </a:extLst>
                </a:gridCol>
                <a:gridCol w="1358590">
                  <a:extLst>
                    <a:ext uri="{9D8B030D-6E8A-4147-A177-3AD203B41FA5}">
                      <a16:colId xmlns:a16="http://schemas.microsoft.com/office/drawing/2014/main" val="3278967017"/>
                    </a:ext>
                  </a:extLst>
                </a:gridCol>
                <a:gridCol w="1313801">
                  <a:extLst>
                    <a:ext uri="{9D8B030D-6E8A-4147-A177-3AD203B41FA5}">
                      <a16:colId xmlns:a16="http://schemas.microsoft.com/office/drawing/2014/main" val="290656447"/>
                    </a:ext>
                  </a:extLst>
                </a:gridCol>
              </a:tblGrid>
              <a:tr h="5830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Site Name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Site ID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Project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Categorization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On Air Date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SSV Actual Date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June Revenue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4785455"/>
                  </a:ext>
                </a:extLst>
              </a:tr>
              <a:tr h="58302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Makola-2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GAM419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New Site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New site - Cluster Improvement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4/6/2026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6/17/2026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                       492,541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8408978"/>
                  </a:ext>
                </a:extLst>
              </a:tr>
              <a:tr h="58302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Mudalappali-1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PUT151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New Site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New site - Cluster Improvement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5/17/2026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Pending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                       412,018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7912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48385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等腰三角形 47">
            <a:extLst>
              <a:ext uri="{FF2B5EF4-FFF2-40B4-BE49-F238E27FC236}">
                <a16:creationId xmlns:a16="http://schemas.microsoft.com/office/drawing/2014/main" id="{8DA5BE03-E3C6-D5DB-42D7-5939DFA8A7B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39688" y="113620"/>
            <a:ext cx="581025" cy="501650"/>
          </a:xfrm>
          <a:prstGeom prst="triangle">
            <a:avLst>
              <a:gd name="adj" fmla="val 50000"/>
            </a:avLst>
          </a:prstGeom>
          <a:solidFill>
            <a:srgbClr val="E95815"/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pic>
        <p:nvPicPr>
          <p:cNvPr id="4" name="Picture 3" descr="A white text on an orange background&#10;&#10;Description automatically generated">
            <a:extLst>
              <a:ext uri="{FF2B5EF4-FFF2-40B4-BE49-F238E27FC236}">
                <a16:creationId xmlns:a16="http://schemas.microsoft.com/office/drawing/2014/main" id="{FD1DCBE1-32A1-311E-1C01-9EADF34AC3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77000"/>
            <a:ext cx="874125" cy="381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34D08AD-1100-EF04-C057-C25067181F9E}"/>
              </a:ext>
            </a:extLst>
          </p:cNvPr>
          <p:cNvCxnSpPr>
            <a:cxnSpLocks/>
          </p:cNvCxnSpPr>
          <p:nvPr/>
        </p:nvCxnSpPr>
        <p:spPr>
          <a:xfrm>
            <a:off x="8941414" y="3584179"/>
            <a:ext cx="267523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0E4B9220-7DB9-E1CA-8BBB-D6E83E63A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0948" y="6348692"/>
            <a:ext cx="503904" cy="356908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29A84D-83B6-4E87-9839-7C59DBEAF3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EC0247-F32B-DFED-56B7-8AC720011F8D}"/>
              </a:ext>
            </a:extLst>
          </p:cNvPr>
          <p:cNvSpPr txBox="1"/>
          <p:nvPr/>
        </p:nvSpPr>
        <p:spPr>
          <a:xfrm>
            <a:off x="-1018835" y="73932"/>
            <a:ext cx="5984616" cy="7218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EF6627"/>
                </a:solidFill>
              </a:rPr>
              <a:t>Makola-2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6DAB394-B6E2-C938-A8E7-456E844EE1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7268" y="820296"/>
            <a:ext cx="5789584" cy="4933420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C7FBABC-4E83-96B4-EA9B-129941E4ED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2727648"/>
              </p:ext>
            </p:extLst>
          </p:nvPr>
        </p:nvGraphicFramePr>
        <p:xfrm>
          <a:off x="1973473" y="5967063"/>
          <a:ext cx="7416800" cy="381000"/>
        </p:xfrm>
        <a:graphic>
          <a:graphicData uri="http://schemas.openxmlformats.org/drawingml/2006/table">
            <a:tbl>
              <a:tblPr/>
              <a:tblGrid>
                <a:gridCol w="1485900">
                  <a:extLst>
                    <a:ext uri="{9D8B030D-6E8A-4147-A177-3AD203B41FA5}">
                      <a16:colId xmlns:a16="http://schemas.microsoft.com/office/drawing/2014/main" val="1876984629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55375272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5822123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400406448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3495407752"/>
                    </a:ext>
                  </a:extLst>
                </a:gridCol>
                <a:gridCol w="1155700">
                  <a:extLst>
                    <a:ext uri="{9D8B030D-6E8A-4147-A177-3AD203B41FA5}">
                      <a16:colId xmlns:a16="http://schemas.microsoft.com/office/drawing/2014/main" val="3017081212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165221527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Site Name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Site ID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Project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Categorization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On Air Date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SSV Actual Date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June Revenue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07884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Makola-2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GAM419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New Site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New site - Cluster Improvement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4/6/2026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6/17/2026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                       492,541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20599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61975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等腰三角形 47">
            <a:extLst>
              <a:ext uri="{FF2B5EF4-FFF2-40B4-BE49-F238E27FC236}">
                <a16:creationId xmlns:a16="http://schemas.microsoft.com/office/drawing/2014/main" id="{19932E6E-E649-74F5-0050-B2C1E21D160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39688" y="113620"/>
            <a:ext cx="581025" cy="501650"/>
          </a:xfrm>
          <a:prstGeom prst="triangle">
            <a:avLst>
              <a:gd name="adj" fmla="val 50000"/>
            </a:avLst>
          </a:prstGeom>
          <a:solidFill>
            <a:srgbClr val="E95815"/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pic>
        <p:nvPicPr>
          <p:cNvPr id="4" name="Picture 3" descr="A white text on an orange background&#10;&#10;Description automatically generated">
            <a:extLst>
              <a:ext uri="{FF2B5EF4-FFF2-40B4-BE49-F238E27FC236}">
                <a16:creationId xmlns:a16="http://schemas.microsoft.com/office/drawing/2014/main" id="{1A6C4374-BCC5-38FE-3234-30EEB3E12AE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77000"/>
            <a:ext cx="874125" cy="381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0381B9C-7ABA-D161-9F5C-C3F8B45877E4}"/>
              </a:ext>
            </a:extLst>
          </p:cNvPr>
          <p:cNvCxnSpPr>
            <a:cxnSpLocks/>
          </p:cNvCxnSpPr>
          <p:nvPr/>
        </p:nvCxnSpPr>
        <p:spPr>
          <a:xfrm>
            <a:off x="8941414" y="3584179"/>
            <a:ext cx="267523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33E19D53-4729-E43A-FB1D-0D0E293F7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0948" y="6348692"/>
            <a:ext cx="503904" cy="356908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29A84D-83B6-4E87-9839-7C59DBEAF3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C7BAB9-77F9-790F-DA94-D85649A4BBBD}"/>
              </a:ext>
            </a:extLst>
          </p:cNvPr>
          <p:cNvSpPr txBox="1"/>
          <p:nvPr/>
        </p:nvSpPr>
        <p:spPr>
          <a:xfrm>
            <a:off x="-744515" y="3538"/>
            <a:ext cx="5984616" cy="7218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EF6627"/>
                </a:solidFill>
              </a:rPr>
              <a:t>Mudalappali-1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40FF657-41C5-CDEB-56B0-243B5F84FC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6037" y="725352"/>
            <a:ext cx="5847080" cy="4946032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31964E0-3423-A8D7-F44F-A55534D720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9281530"/>
              </p:ext>
            </p:extLst>
          </p:nvPr>
        </p:nvGraphicFramePr>
        <p:xfrm>
          <a:off x="1936750" y="5844004"/>
          <a:ext cx="7416800" cy="381000"/>
        </p:xfrm>
        <a:graphic>
          <a:graphicData uri="http://schemas.openxmlformats.org/drawingml/2006/table">
            <a:tbl>
              <a:tblPr/>
              <a:tblGrid>
                <a:gridCol w="1485900">
                  <a:extLst>
                    <a:ext uri="{9D8B030D-6E8A-4147-A177-3AD203B41FA5}">
                      <a16:colId xmlns:a16="http://schemas.microsoft.com/office/drawing/2014/main" val="2522421418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174872231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772961444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1684363363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1226595275"/>
                    </a:ext>
                  </a:extLst>
                </a:gridCol>
                <a:gridCol w="1155700">
                  <a:extLst>
                    <a:ext uri="{9D8B030D-6E8A-4147-A177-3AD203B41FA5}">
                      <a16:colId xmlns:a16="http://schemas.microsoft.com/office/drawing/2014/main" val="2458466770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3837506742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Site Name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Site ID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Project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Categorization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On Air Date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SSV Actual Date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June Revenue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5351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Mudalappali-1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PUT151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New Site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New site - Cluster Improvement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5/17/2026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Pending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                       412,018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7461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75928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680AF-0AE3-6327-01BB-C7EB7C45F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E6B4EB8-AA9B-DADE-4AA7-7019083D7B11}"/>
              </a:ext>
            </a:extLst>
          </p:cNvPr>
          <p:cNvSpPr txBox="1">
            <a:spLocks/>
          </p:cNvSpPr>
          <p:nvPr/>
        </p:nvSpPr>
        <p:spPr>
          <a:xfrm>
            <a:off x="109728" y="2470638"/>
            <a:ext cx="12338303" cy="8031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4000" b="1" dirty="0">
              <a:solidFill>
                <a:srgbClr val="ED7D3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等腰三角形 47">
            <a:extLst>
              <a:ext uri="{FF2B5EF4-FFF2-40B4-BE49-F238E27FC236}">
                <a16:creationId xmlns:a16="http://schemas.microsoft.com/office/drawing/2014/main" id="{24CDBCC5-BC11-2F14-EBC6-D36471B8531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39688" y="113620"/>
            <a:ext cx="581025" cy="501650"/>
          </a:xfrm>
          <a:prstGeom prst="triangle">
            <a:avLst>
              <a:gd name="adj" fmla="val 50000"/>
            </a:avLst>
          </a:prstGeom>
          <a:solidFill>
            <a:srgbClr val="E95815"/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pic>
        <p:nvPicPr>
          <p:cNvPr id="54" name="Picture 53" descr="A white text on an orange background&#10;&#10;Description automatically generated">
            <a:extLst>
              <a:ext uri="{FF2B5EF4-FFF2-40B4-BE49-F238E27FC236}">
                <a16:creationId xmlns:a16="http://schemas.microsoft.com/office/drawing/2014/main" id="{79DA6352-7A75-3C89-FD83-CC353D356F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77000"/>
            <a:ext cx="874125" cy="38100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CF653A2-52FB-5E16-7A22-A3CEF367B060}"/>
              </a:ext>
            </a:extLst>
          </p:cNvPr>
          <p:cNvCxnSpPr>
            <a:cxnSpLocks/>
          </p:cNvCxnSpPr>
          <p:nvPr/>
        </p:nvCxnSpPr>
        <p:spPr>
          <a:xfrm>
            <a:off x="8941414" y="3584179"/>
            <a:ext cx="267523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29C142D3-FB8D-0AE5-39EC-519F16228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0948" y="6348692"/>
            <a:ext cx="503904" cy="356908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29A84D-83B6-4E87-9839-7C59DBEAF3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020020-DAF7-A7A5-E9C1-5C9531A5E52A}"/>
              </a:ext>
            </a:extLst>
          </p:cNvPr>
          <p:cNvSpPr txBox="1">
            <a:spLocks/>
          </p:cNvSpPr>
          <p:nvPr/>
        </p:nvSpPr>
        <p:spPr>
          <a:xfrm>
            <a:off x="96012" y="2488926"/>
            <a:ext cx="11999975" cy="12601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dirty="0">
                <a:solidFill>
                  <a:srgbClr val="ED7D3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Low Revenue Sites In Kegalle District</a:t>
            </a:r>
          </a:p>
        </p:txBody>
      </p:sp>
    </p:spTree>
    <p:extLst>
      <p:ext uri="{BB962C8B-B14F-4D97-AF65-F5344CB8AC3E}">
        <p14:creationId xmlns:p14="http://schemas.microsoft.com/office/powerpoint/2010/main" val="18325230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47">
            <a:extLst>
              <a:ext uri="{FF2B5EF4-FFF2-40B4-BE49-F238E27FC236}">
                <a16:creationId xmlns:a16="http://schemas.microsoft.com/office/drawing/2014/main" id="{25CC0EFD-9C46-5265-2D76-205857FB0AA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39688" y="113620"/>
            <a:ext cx="581025" cy="501650"/>
          </a:xfrm>
          <a:prstGeom prst="triangle">
            <a:avLst>
              <a:gd name="adj" fmla="val 50000"/>
            </a:avLst>
          </a:prstGeom>
          <a:solidFill>
            <a:srgbClr val="E95815"/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pic>
        <p:nvPicPr>
          <p:cNvPr id="5" name="Picture 4" descr="A white text on an orange background&#10;&#10;Description automatically generated">
            <a:extLst>
              <a:ext uri="{FF2B5EF4-FFF2-40B4-BE49-F238E27FC236}">
                <a16:creationId xmlns:a16="http://schemas.microsoft.com/office/drawing/2014/main" id="{02D19138-79C1-C66A-B980-5AF33D16E3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77000"/>
            <a:ext cx="874125" cy="38100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3CC5951-918A-7AAA-87CD-141B646D2D68}"/>
              </a:ext>
            </a:extLst>
          </p:cNvPr>
          <p:cNvCxnSpPr>
            <a:cxnSpLocks/>
          </p:cNvCxnSpPr>
          <p:nvPr/>
        </p:nvCxnSpPr>
        <p:spPr>
          <a:xfrm>
            <a:off x="8941414" y="3584179"/>
            <a:ext cx="267523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237CEFD8-61E2-6091-4269-A3B415154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0948" y="6348692"/>
            <a:ext cx="503904" cy="356908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29A84D-83B6-4E87-9839-7C59DBEAF3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918B67-9121-0EB2-2CF5-2DE82671FEC0}"/>
              </a:ext>
            </a:extLst>
          </p:cNvPr>
          <p:cNvSpPr txBox="1"/>
          <p:nvPr/>
        </p:nvSpPr>
        <p:spPr>
          <a:xfrm>
            <a:off x="-882076" y="3538"/>
            <a:ext cx="5984616" cy="7218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EF6627"/>
                </a:solidFill>
                <a:latin typeface="+mj-lt"/>
                <a:ea typeface="+mj-ea"/>
                <a:cs typeface="+mj-cs"/>
              </a:rPr>
              <a:t>Polgaswatte-1</a:t>
            </a:r>
            <a:endParaRPr lang="en-US" sz="4000" b="1" kern="1200" dirty="0">
              <a:solidFill>
                <a:srgbClr val="EF6627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7A52926-9572-F6F4-D747-0FA1848EEE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352" y="886560"/>
            <a:ext cx="5907744" cy="5084880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6B9F166-136A-EFF6-76A2-FA741202BC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3805463"/>
              </p:ext>
            </p:extLst>
          </p:nvPr>
        </p:nvGraphicFramePr>
        <p:xfrm>
          <a:off x="7291848" y="3058160"/>
          <a:ext cx="4481052" cy="927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684">
                  <a:extLst>
                    <a:ext uri="{9D8B030D-6E8A-4147-A177-3AD203B41FA5}">
                      <a16:colId xmlns:a16="http://schemas.microsoft.com/office/drawing/2014/main" val="3423133428"/>
                    </a:ext>
                  </a:extLst>
                </a:gridCol>
                <a:gridCol w="1493684">
                  <a:extLst>
                    <a:ext uri="{9D8B030D-6E8A-4147-A177-3AD203B41FA5}">
                      <a16:colId xmlns:a16="http://schemas.microsoft.com/office/drawing/2014/main" val="2538230302"/>
                    </a:ext>
                  </a:extLst>
                </a:gridCol>
                <a:gridCol w="1493684">
                  <a:extLst>
                    <a:ext uri="{9D8B030D-6E8A-4147-A177-3AD203B41FA5}">
                      <a16:colId xmlns:a16="http://schemas.microsoft.com/office/drawing/2014/main" val="33875866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Pre Avg Daily</a:t>
                      </a:r>
                      <a:b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Traffic (14-15 Jun)</a:t>
                      </a:r>
                      <a:b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(GB/day)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Post Avg Daily</a:t>
                      </a:r>
                      <a:b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Traffic (17-18 Jun)</a:t>
                      </a:r>
                      <a:b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(GB/day)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Traffic Variation</a:t>
                      </a:r>
                      <a:b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(%)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61558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173.50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156.54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-9.78%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82409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600767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等腰三角形 47">
            <a:extLst>
              <a:ext uri="{FF2B5EF4-FFF2-40B4-BE49-F238E27FC236}">
                <a16:creationId xmlns:a16="http://schemas.microsoft.com/office/drawing/2014/main" id="{3BD02FA1-5695-7C40-46CA-423F065493A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39688" y="113620"/>
            <a:ext cx="581025" cy="501650"/>
          </a:xfrm>
          <a:prstGeom prst="triangle">
            <a:avLst>
              <a:gd name="adj" fmla="val 50000"/>
            </a:avLst>
          </a:prstGeom>
          <a:solidFill>
            <a:srgbClr val="E95815"/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pic>
        <p:nvPicPr>
          <p:cNvPr id="4" name="Picture 3" descr="A white text on an orange background&#10;&#10;Description automatically generated">
            <a:extLst>
              <a:ext uri="{FF2B5EF4-FFF2-40B4-BE49-F238E27FC236}">
                <a16:creationId xmlns:a16="http://schemas.microsoft.com/office/drawing/2014/main" id="{AF18EBAA-6FA6-A4FE-618D-3D70E0DEC3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77000"/>
            <a:ext cx="874125" cy="381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40AE16F-B695-FF22-71F7-3D2292A1CF71}"/>
              </a:ext>
            </a:extLst>
          </p:cNvPr>
          <p:cNvCxnSpPr>
            <a:cxnSpLocks/>
          </p:cNvCxnSpPr>
          <p:nvPr/>
        </p:nvCxnSpPr>
        <p:spPr>
          <a:xfrm>
            <a:off x="8941414" y="3584179"/>
            <a:ext cx="267523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E06F9C86-FF44-1D0D-E720-4AE800EAF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0948" y="6348692"/>
            <a:ext cx="503904" cy="356908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29A84D-83B6-4E87-9839-7C59DBEAF3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40BDAA-9B00-91F8-14F0-DF514C466994}"/>
              </a:ext>
            </a:extLst>
          </p:cNvPr>
          <p:cNvSpPr txBox="1"/>
          <p:nvPr/>
        </p:nvSpPr>
        <p:spPr>
          <a:xfrm>
            <a:off x="-671764" y="0"/>
            <a:ext cx="5984616" cy="7218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EF6627"/>
                </a:solidFill>
                <a:latin typeface="+mj-lt"/>
                <a:ea typeface="+mj-ea"/>
                <a:cs typeface="+mj-cs"/>
              </a:rPr>
              <a:t>Galapitamada-1</a:t>
            </a:r>
            <a:endParaRPr lang="en-US" sz="4000" b="1" kern="1200" dirty="0">
              <a:solidFill>
                <a:srgbClr val="EF6627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63B4E34-F154-87DB-FBBD-7B03F10A75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352" y="992397"/>
            <a:ext cx="5807160" cy="4873206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78452C8-1999-40F0-20D7-C988DB7707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1430426"/>
              </p:ext>
            </p:extLst>
          </p:nvPr>
        </p:nvGraphicFramePr>
        <p:xfrm>
          <a:off x="7291848" y="3058160"/>
          <a:ext cx="4481052" cy="927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684">
                  <a:extLst>
                    <a:ext uri="{9D8B030D-6E8A-4147-A177-3AD203B41FA5}">
                      <a16:colId xmlns:a16="http://schemas.microsoft.com/office/drawing/2014/main" val="3423133428"/>
                    </a:ext>
                  </a:extLst>
                </a:gridCol>
                <a:gridCol w="1493684">
                  <a:extLst>
                    <a:ext uri="{9D8B030D-6E8A-4147-A177-3AD203B41FA5}">
                      <a16:colId xmlns:a16="http://schemas.microsoft.com/office/drawing/2014/main" val="2538230302"/>
                    </a:ext>
                  </a:extLst>
                </a:gridCol>
                <a:gridCol w="1493684">
                  <a:extLst>
                    <a:ext uri="{9D8B030D-6E8A-4147-A177-3AD203B41FA5}">
                      <a16:colId xmlns:a16="http://schemas.microsoft.com/office/drawing/2014/main" val="33875866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Pre Avg Daily</a:t>
                      </a:r>
                      <a:b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Traffic (14-15 Jun)</a:t>
                      </a:r>
                      <a:b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(GB/day)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Post Avg Daily</a:t>
                      </a:r>
                      <a:b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Traffic (17-18 Jun)</a:t>
                      </a:r>
                      <a:b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(GB/day)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Traffic Variation</a:t>
                      </a:r>
                      <a:b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(%)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61558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195.79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189.77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-3.07%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82409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97340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等腰三角形 47">
            <a:extLst>
              <a:ext uri="{FF2B5EF4-FFF2-40B4-BE49-F238E27FC236}">
                <a16:creationId xmlns:a16="http://schemas.microsoft.com/office/drawing/2014/main" id="{803C615B-94C9-A6F4-1934-5B16E2C273E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39688" y="113620"/>
            <a:ext cx="581025" cy="501650"/>
          </a:xfrm>
          <a:prstGeom prst="triangle">
            <a:avLst>
              <a:gd name="adj" fmla="val 50000"/>
            </a:avLst>
          </a:prstGeom>
          <a:solidFill>
            <a:srgbClr val="E95815"/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pic>
        <p:nvPicPr>
          <p:cNvPr id="4" name="Picture 3" descr="A white text on an orange background&#10;&#10;Description automatically generated">
            <a:extLst>
              <a:ext uri="{FF2B5EF4-FFF2-40B4-BE49-F238E27FC236}">
                <a16:creationId xmlns:a16="http://schemas.microsoft.com/office/drawing/2014/main" id="{BFE12AA7-04ED-F49C-7E69-BA1341A43A6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77000"/>
            <a:ext cx="874125" cy="381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D7C1985-2B01-815C-D46B-641B561CAD8B}"/>
              </a:ext>
            </a:extLst>
          </p:cNvPr>
          <p:cNvCxnSpPr>
            <a:cxnSpLocks/>
          </p:cNvCxnSpPr>
          <p:nvPr/>
        </p:nvCxnSpPr>
        <p:spPr>
          <a:xfrm>
            <a:off x="8941414" y="3584179"/>
            <a:ext cx="267523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6BD702C1-B488-D286-77C5-96BFF4435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0948" y="6348692"/>
            <a:ext cx="503904" cy="356908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29A84D-83B6-4E87-9839-7C59DBEAF3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60FFAC-EA92-18B3-04DA-234E7F73CBD9}"/>
              </a:ext>
            </a:extLst>
          </p:cNvPr>
          <p:cNvSpPr txBox="1"/>
          <p:nvPr/>
        </p:nvSpPr>
        <p:spPr>
          <a:xfrm>
            <a:off x="-1019236" y="0"/>
            <a:ext cx="5984616" cy="7218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EF6627"/>
                </a:solidFill>
                <a:latin typeface="+mj-lt"/>
                <a:ea typeface="+mj-ea"/>
                <a:cs typeface="+mj-cs"/>
              </a:rPr>
              <a:t>Dunumala-1</a:t>
            </a:r>
            <a:endParaRPr lang="en-US" sz="4000" b="1" kern="1200" dirty="0">
              <a:solidFill>
                <a:srgbClr val="EF6627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64F6BE1-6DD3-8DE5-B688-2ECEA42FE5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352" y="1029457"/>
            <a:ext cx="5450544" cy="4799086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4E07D6F-9C60-0B9E-6CA9-E86BA525FC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012313"/>
              </p:ext>
            </p:extLst>
          </p:nvPr>
        </p:nvGraphicFramePr>
        <p:xfrm>
          <a:off x="7291848" y="3058160"/>
          <a:ext cx="4481052" cy="927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684">
                  <a:extLst>
                    <a:ext uri="{9D8B030D-6E8A-4147-A177-3AD203B41FA5}">
                      <a16:colId xmlns:a16="http://schemas.microsoft.com/office/drawing/2014/main" val="3423133428"/>
                    </a:ext>
                  </a:extLst>
                </a:gridCol>
                <a:gridCol w="1493684">
                  <a:extLst>
                    <a:ext uri="{9D8B030D-6E8A-4147-A177-3AD203B41FA5}">
                      <a16:colId xmlns:a16="http://schemas.microsoft.com/office/drawing/2014/main" val="2538230302"/>
                    </a:ext>
                  </a:extLst>
                </a:gridCol>
                <a:gridCol w="1493684">
                  <a:extLst>
                    <a:ext uri="{9D8B030D-6E8A-4147-A177-3AD203B41FA5}">
                      <a16:colId xmlns:a16="http://schemas.microsoft.com/office/drawing/2014/main" val="33875866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Pre Avg Daily</a:t>
                      </a:r>
                      <a:b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Traffic (14-15 Jun)</a:t>
                      </a:r>
                      <a:b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(GB/day)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Post Avg Daily</a:t>
                      </a:r>
                      <a:b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Traffic (17-18 Jun)</a:t>
                      </a:r>
                      <a:b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(GB/day)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Traffic Variation</a:t>
                      </a:r>
                      <a:b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(%)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61558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347.41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267.94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-22.87%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82409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05314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等腰三角形 47">
            <a:extLst>
              <a:ext uri="{FF2B5EF4-FFF2-40B4-BE49-F238E27FC236}">
                <a16:creationId xmlns:a16="http://schemas.microsoft.com/office/drawing/2014/main" id="{C0FB97E8-9C02-0D2E-7CB3-7BDA7074B85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39688" y="113620"/>
            <a:ext cx="581025" cy="501650"/>
          </a:xfrm>
          <a:prstGeom prst="triangle">
            <a:avLst>
              <a:gd name="adj" fmla="val 50000"/>
            </a:avLst>
          </a:prstGeom>
          <a:solidFill>
            <a:srgbClr val="E95815"/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pic>
        <p:nvPicPr>
          <p:cNvPr id="4" name="Picture 3" descr="A white text on an orange background&#10;&#10;Description automatically generated">
            <a:extLst>
              <a:ext uri="{FF2B5EF4-FFF2-40B4-BE49-F238E27FC236}">
                <a16:creationId xmlns:a16="http://schemas.microsoft.com/office/drawing/2014/main" id="{914F1604-7E6D-829F-C125-9F59A5E54D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77000"/>
            <a:ext cx="874125" cy="381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6B87ABF-5BB8-2BC4-F856-0A0DAE4A8BC8}"/>
              </a:ext>
            </a:extLst>
          </p:cNvPr>
          <p:cNvCxnSpPr>
            <a:cxnSpLocks/>
          </p:cNvCxnSpPr>
          <p:nvPr/>
        </p:nvCxnSpPr>
        <p:spPr>
          <a:xfrm>
            <a:off x="8941414" y="3584179"/>
            <a:ext cx="267523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8A7BC29D-FDD3-9C06-24B4-E50A71A6C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0948" y="6348692"/>
            <a:ext cx="503904" cy="356908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29A84D-83B6-4E87-9839-7C59DBEAF3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B741A5-BB1D-4EBC-ABC7-5963191FE1BC}"/>
              </a:ext>
            </a:extLst>
          </p:cNvPr>
          <p:cNvSpPr txBox="1"/>
          <p:nvPr/>
        </p:nvSpPr>
        <p:spPr>
          <a:xfrm>
            <a:off x="-799780" y="3538"/>
            <a:ext cx="5984616" cy="7218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EF6627"/>
                </a:solidFill>
                <a:latin typeface="+mj-lt"/>
                <a:ea typeface="+mj-ea"/>
                <a:cs typeface="+mj-cs"/>
              </a:rPr>
              <a:t>Thihaliyadda-1</a:t>
            </a:r>
            <a:endParaRPr lang="en-US" sz="4000" b="1" kern="1200" dirty="0">
              <a:solidFill>
                <a:srgbClr val="EF6627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17C8C8-AEC0-140B-768D-1B643037C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352" y="1029457"/>
            <a:ext cx="5450544" cy="4799086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EE05882-F7C4-581C-0AC6-A0E9A5B733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2462512"/>
              </p:ext>
            </p:extLst>
          </p:nvPr>
        </p:nvGraphicFramePr>
        <p:xfrm>
          <a:off x="7291848" y="3058160"/>
          <a:ext cx="4481052" cy="927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684">
                  <a:extLst>
                    <a:ext uri="{9D8B030D-6E8A-4147-A177-3AD203B41FA5}">
                      <a16:colId xmlns:a16="http://schemas.microsoft.com/office/drawing/2014/main" val="3423133428"/>
                    </a:ext>
                  </a:extLst>
                </a:gridCol>
                <a:gridCol w="1493684">
                  <a:extLst>
                    <a:ext uri="{9D8B030D-6E8A-4147-A177-3AD203B41FA5}">
                      <a16:colId xmlns:a16="http://schemas.microsoft.com/office/drawing/2014/main" val="2538230302"/>
                    </a:ext>
                  </a:extLst>
                </a:gridCol>
                <a:gridCol w="1493684">
                  <a:extLst>
                    <a:ext uri="{9D8B030D-6E8A-4147-A177-3AD203B41FA5}">
                      <a16:colId xmlns:a16="http://schemas.microsoft.com/office/drawing/2014/main" val="33875866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Pre Avg Daily</a:t>
                      </a:r>
                      <a:b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Traffic (14-15 Jun)</a:t>
                      </a:r>
                      <a:b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(GB/day)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Post Avg Daily</a:t>
                      </a:r>
                      <a:b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Traffic (17-18 Jun)</a:t>
                      </a:r>
                      <a:b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(GB/day)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Traffic Variation</a:t>
                      </a:r>
                      <a:b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(%)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61558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179.05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166.84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-6.82%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82409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79947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等腰三角形 47">
            <a:extLst>
              <a:ext uri="{FF2B5EF4-FFF2-40B4-BE49-F238E27FC236}">
                <a16:creationId xmlns:a16="http://schemas.microsoft.com/office/drawing/2014/main" id="{A20797ED-F5FF-62FA-0694-2589805F648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39688" y="113620"/>
            <a:ext cx="581025" cy="501650"/>
          </a:xfrm>
          <a:prstGeom prst="triangle">
            <a:avLst>
              <a:gd name="adj" fmla="val 50000"/>
            </a:avLst>
          </a:prstGeom>
          <a:solidFill>
            <a:srgbClr val="E95815"/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pic>
        <p:nvPicPr>
          <p:cNvPr id="4" name="Picture 3" descr="A white text on an orange background&#10;&#10;Description automatically generated">
            <a:extLst>
              <a:ext uri="{FF2B5EF4-FFF2-40B4-BE49-F238E27FC236}">
                <a16:creationId xmlns:a16="http://schemas.microsoft.com/office/drawing/2014/main" id="{FA6EAB70-55D0-911A-B31D-6FC832B39E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77000"/>
            <a:ext cx="874125" cy="381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987D668-77F2-1A70-BD40-0D19A7BBFF46}"/>
              </a:ext>
            </a:extLst>
          </p:cNvPr>
          <p:cNvCxnSpPr>
            <a:cxnSpLocks/>
          </p:cNvCxnSpPr>
          <p:nvPr/>
        </p:nvCxnSpPr>
        <p:spPr>
          <a:xfrm>
            <a:off x="8941414" y="3584179"/>
            <a:ext cx="267523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9C77A054-53E6-C483-6AF2-AF180E226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0948" y="6348692"/>
            <a:ext cx="503904" cy="356908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29A84D-83B6-4E87-9839-7C59DBEAF3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1F830B-F59B-C5C2-2286-BC680506ED8E}"/>
              </a:ext>
            </a:extLst>
          </p:cNvPr>
          <p:cNvSpPr txBox="1"/>
          <p:nvPr/>
        </p:nvSpPr>
        <p:spPr>
          <a:xfrm>
            <a:off x="-799780" y="3538"/>
            <a:ext cx="5984616" cy="7218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EF6627"/>
                </a:solidFill>
                <a:latin typeface="+mj-lt"/>
                <a:ea typeface="+mj-ea"/>
                <a:cs typeface="+mj-cs"/>
              </a:rPr>
              <a:t>Niyadurupola-1</a:t>
            </a:r>
            <a:endParaRPr lang="en-US" sz="4000" b="1" kern="1200" dirty="0">
              <a:solidFill>
                <a:srgbClr val="EF6627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46190BC-5A1D-4A2C-A604-A62E9182E8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5845842"/>
              </p:ext>
            </p:extLst>
          </p:nvPr>
        </p:nvGraphicFramePr>
        <p:xfrm>
          <a:off x="7291848" y="3058160"/>
          <a:ext cx="4481052" cy="927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684">
                  <a:extLst>
                    <a:ext uri="{9D8B030D-6E8A-4147-A177-3AD203B41FA5}">
                      <a16:colId xmlns:a16="http://schemas.microsoft.com/office/drawing/2014/main" val="3423133428"/>
                    </a:ext>
                  </a:extLst>
                </a:gridCol>
                <a:gridCol w="1493684">
                  <a:extLst>
                    <a:ext uri="{9D8B030D-6E8A-4147-A177-3AD203B41FA5}">
                      <a16:colId xmlns:a16="http://schemas.microsoft.com/office/drawing/2014/main" val="2538230302"/>
                    </a:ext>
                  </a:extLst>
                </a:gridCol>
                <a:gridCol w="1493684">
                  <a:extLst>
                    <a:ext uri="{9D8B030D-6E8A-4147-A177-3AD203B41FA5}">
                      <a16:colId xmlns:a16="http://schemas.microsoft.com/office/drawing/2014/main" val="33875866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Pre Avg Daily</a:t>
                      </a:r>
                      <a:b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Traffic (14-15 Jun)</a:t>
                      </a:r>
                      <a:b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(GB/day)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Post Avg Daily</a:t>
                      </a:r>
                      <a:b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Traffic (17-18 Jun)</a:t>
                      </a:r>
                      <a:b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(GB/day)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Traffic Variation</a:t>
                      </a:r>
                      <a:b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(%)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61558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140.09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147.64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5.39%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82409597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A7CD9EFF-7807-7784-517C-BDBD09991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352" y="1000481"/>
            <a:ext cx="5780278" cy="4857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6599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A1EF110-C332-9F4C-C1BF-74EC1EAFE0FB}"/>
              </a:ext>
            </a:extLst>
          </p:cNvPr>
          <p:cNvSpPr txBox="1">
            <a:spLocks/>
          </p:cNvSpPr>
          <p:nvPr/>
        </p:nvSpPr>
        <p:spPr>
          <a:xfrm>
            <a:off x="109728" y="2470638"/>
            <a:ext cx="12338303" cy="8031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4000" b="1" dirty="0">
              <a:solidFill>
                <a:srgbClr val="ED7D3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等腰三角形 47">
            <a:extLst>
              <a:ext uri="{FF2B5EF4-FFF2-40B4-BE49-F238E27FC236}">
                <a16:creationId xmlns:a16="http://schemas.microsoft.com/office/drawing/2014/main" id="{8C8ACF8C-D45D-D0A8-8D52-190C9518E3D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39688" y="113620"/>
            <a:ext cx="581025" cy="501650"/>
          </a:xfrm>
          <a:prstGeom prst="triangle">
            <a:avLst>
              <a:gd name="adj" fmla="val 50000"/>
            </a:avLst>
          </a:prstGeom>
          <a:solidFill>
            <a:srgbClr val="E95815"/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pic>
        <p:nvPicPr>
          <p:cNvPr id="5" name="Picture 4" descr="A white text on an orange background&#10;&#10;Description automatically generated">
            <a:extLst>
              <a:ext uri="{FF2B5EF4-FFF2-40B4-BE49-F238E27FC236}">
                <a16:creationId xmlns:a16="http://schemas.microsoft.com/office/drawing/2014/main" id="{69EB8F18-95AA-BB99-4377-8CF2390FAD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77000"/>
            <a:ext cx="874125" cy="38100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5FF56D1-4110-0DD1-5C27-3ECD344C9080}"/>
              </a:ext>
            </a:extLst>
          </p:cNvPr>
          <p:cNvCxnSpPr>
            <a:cxnSpLocks/>
          </p:cNvCxnSpPr>
          <p:nvPr/>
        </p:nvCxnSpPr>
        <p:spPr>
          <a:xfrm>
            <a:off x="8941414" y="3584179"/>
            <a:ext cx="267523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4ADE9878-4FF5-B536-1B23-44C3C436B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0948" y="6348692"/>
            <a:ext cx="503904" cy="356908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29A84D-83B6-4E87-9839-7C59DBEAF3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3809F48-B3FD-C0D4-E30B-225C4556B0AF}"/>
              </a:ext>
            </a:extLst>
          </p:cNvPr>
          <p:cNvSpPr txBox="1">
            <a:spLocks/>
          </p:cNvSpPr>
          <p:nvPr/>
        </p:nvSpPr>
        <p:spPr>
          <a:xfrm>
            <a:off x="96012" y="2488926"/>
            <a:ext cx="11999975" cy="12601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dirty="0">
                <a:solidFill>
                  <a:srgbClr val="ED7D3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Low Revenue Sites In Puttalam District</a:t>
            </a:r>
          </a:p>
        </p:txBody>
      </p:sp>
    </p:spTree>
    <p:extLst>
      <p:ext uri="{BB962C8B-B14F-4D97-AF65-F5344CB8AC3E}">
        <p14:creationId xmlns:p14="http://schemas.microsoft.com/office/powerpoint/2010/main" val="12982898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等腰三角形 47">
            <a:extLst>
              <a:ext uri="{FF2B5EF4-FFF2-40B4-BE49-F238E27FC236}">
                <a16:creationId xmlns:a16="http://schemas.microsoft.com/office/drawing/2014/main" id="{82B45078-D068-2D58-9531-6E3B1D01D04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39688" y="113620"/>
            <a:ext cx="581025" cy="501650"/>
          </a:xfrm>
          <a:prstGeom prst="triangle">
            <a:avLst>
              <a:gd name="adj" fmla="val 50000"/>
            </a:avLst>
          </a:prstGeom>
          <a:solidFill>
            <a:srgbClr val="E95815"/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pic>
        <p:nvPicPr>
          <p:cNvPr id="4" name="Picture 3" descr="A white text on an orange background&#10;&#10;Description automatically generated">
            <a:extLst>
              <a:ext uri="{FF2B5EF4-FFF2-40B4-BE49-F238E27FC236}">
                <a16:creationId xmlns:a16="http://schemas.microsoft.com/office/drawing/2014/main" id="{D24AC3BC-3665-AC85-FA8E-B0E4AA8EB3B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77000"/>
            <a:ext cx="874125" cy="381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8A72F98-35A3-A0EC-2234-39F5461BD0EA}"/>
              </a:ext>
            </a:extLst>
          </p:cNvPr>
          <p:cNvCxnSpPr>
            <a:cxnSpLocks/>
          </p:cNvCxnSpPr>
          <p:nvPr/>
        </p:nvCxnSpPr>
        <p:spPr>
          <a:xfrm>
            <a:off x="8941414" y="3584179"/>
            <a:ext cx="267523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15B774D4-FAF7-F2C1-0260-C877D44FC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0948" y="6348692"/>
            <a:ext cx="503904" cy="356908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29A84D-83B6-4E87-9839-7C59DBEAF3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62F9C3-0BE7-DE04-3D09-BF59C24691B3}"/>
              </a:ext>
            </a:extLst>
          </p:cNvPr>
          <p:cNvSpPr txBox="1"/>
          <p:nvPr/>
        </p:nvSpPr>
        <p:spPr>
          <a:xfrm>
            <a:off x="-602142" y="-2688"/>
            <a:ext cx="5984616" cy="7218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EF6627"/>
                </a:solidFill>
                <a:latin typeface="+mj-lt"/>
                <a:ea typeface="+mj-ea"/>
                <a:cs typeface="+mj-cs"/>
              </a:rPr>
              <a:t>Thambarawila-1</a:t>
            </a:r>
            <a:endParaRPr lang="en-US" sz="4000" b="1" kern="1200" dirty="0">
              <a:solidFill>
                <a:srgbClr val="EF6627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E46129C-9018-F7D4-08EF-A959081241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902" y="880771"/>
            <a:ext cx="6112091" cy="5096458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D248380-B484-0084-9619-457162BF4A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652426"/>
              </p:ext>
            </p:extLst>
          </p:nvPr>
        </p:nvGraphicFramePr>
        <p:xfrm>
          <a:off x="7291848" y="3058160"/>
          <a:ext cx="4481052" cy="927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684">
                  <a:extLst>
                    <a:ext uri="{9D8B030D-6E8A-4147-A177-3AD203B41FA5}">
                      <a16:colId xmlns:a16="http://schemas.microsoft.com/office/drawing/2014/main" val="3423133428"/>
                    </a:ext>
                  </a:extLst>
                </a:gridCol>
                <a:gridCol w="1493684">
                  <a:extLst>
                    <a:ext uri="{9D8B030D-6E8A-4147-A177-3AD203B41FA5}">
                      <a16:colId xmlns:a16="http://schemas.microsoft.com/office/drawing/2014/main" val="2538230302"/>
                    </a:ext>
                  </a:extLst>
                </a:gridCol>
                <a:gridCol w="1493684">
                  <a:extLst>
                    <a:ext uri="{9D8B030D-6E8A-4147-A177-3AD203B41FA5}">
                      <a16:colId xmlns:a16="http://schemas.microsoft.com/office/drawing/2014/main" val="33875866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Pre Avg Daily</a:t>
                      </a:r>
                      <a:b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Traffic (14-15 Jun)</a:t>
                      </a:r>
                      <a:b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(GB/day)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Post Avg Daily</a:t>
                      </a:r>
                      <a:b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Traffic (17-18 Jun)</a:t>
                      </a:r>
                      <a:b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(GB/day)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Traffic Variation</a:t>
                      </a:r>
                      <a:b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(%)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61558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123.53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113.50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-8.12%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8240959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DD2AA30-8835-983E-F50E-24C1E4391D2E}"/>
              </a:ext>
            </a:extLst>
          </p:cNvPr>
          <p:cNvSpPr txBox="1"/>
          <p:nvPr/>
        </p:nvSpPr>
        <p:spPr>
          <a:xfrm>
            <a:off x="7389819" y="4326613"/>
            <a:ext cx="3712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Urban population</a:t>
            </a:r>
          </a:p>
        </p:txBody>
      </p:sp>
    </p:spTree>
    <p:extLst>
      <p:ext uri="{BB962C8B-B14F-4D97-AF65-F5344CB8AC3E}">
        <p14:creationId xmlns:p14="http://schemas.microsoft.com/office/powerpoint/2010/main" val="21365272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等腰三角形 47">
            <a:extLst>
              <a:ext uri="{FF2B5EF4-FFF2-40B4-BE49-F238E27FC236}">
                <a16:creationId xmlns:a16="http://schemas.microsoft.com/office/drawing/2014/main" id="{7408DD4F-28D5-6EE9-E665-2A26B69537D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39688" y="113620"/>
            <a:ext cx="581025" cy="501650"/>
          </a:xfrm>
          <a:prstGeom prst="triangle">
            <a:avLst>
              <a:gd name="adj" fmla="val 50000"/>
            </a:avLst>
          </a:prstGeom>
          <a:solidFill>
            <a:srgbClr val="E95815"/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pic>
        <p:nvPicPr>
          <p:cNvPr id="4" name="Picture 3" descr="A white text on an orange background&#10;&#10;Description automatically generated">
            <a:extLst>
              <a:ext uri="{FF2B5EF4-FFF2-40B4-BE49-F238E27FC236}">
                <a16:creationId xmlns:a16="http://schemas.microsoft.com/office/drawing/2014/main" id="{5387223E-3AC1-4732-8531-BB72C178243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77000"/>
            <a:ext cx="874125" cy="381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77FF3DC-677C-4B13-C72D-F5523C6FA846}"/>
              </a:ext>
            </a:extLst>
          </p:cNvPr>
          <p:cNvCxnSpPr>
            <a:cxnSpLocks/>
          </p:cNvCxnSpPr>
          <p:nvPr/>
        </p:nvCxnSpPr>
        <p:spPr>
          <a:xfrm>
            <a:off x="8941414" y="3584179"/>
            <a:ext cx="267523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0D589FB4-433E-C7B0-B559-AD35866FB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0948" y="6348692"/>
            <a:ext cx="503904" cy="356908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29A84D-83B6-4E87-9839-7C59DBEAF3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36093A-C01F-2120-0A75-5B64E05E3B01}"/>
              </a:ext>
            </a:extLst>
          </p:cNvPr>
          <p:cNvSpPr txBox="1"/>
          <p:nvPr/>
        </p:nvSpPr>
        <p:spPr>
          <a:xfrm>
            <a:off x="-1131532" y="3538"/>
            <a:ext cx="5984616" cy="7218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EF6627"/>
                </a:solidFill>
                <a:latin typeface="+mj-lt"/>
                <a:ea typeface="+mj-ea"/>
                <a:cs typeface="+mj-cs"/>
              </a:rPr>
              <a:t>Gonawila-1</a:t>
            </a:r>
            <a:endParaRPr lang="en-US" sz="4000" b="1" kern="1200" dirty="0">
              <a:solidFill>
                <a:srgbClr val="EF6627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2B33FBE-329E-65D8-E1D6-0F3825789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352" y="1100132"/>
            <a:ext cx="6221464" cy="4657735"/>
          </a:xfrm>
          <a:prstGeom prst="rect">
            <a:avLst/>
          </a:prstGeom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1750AAE-C5A0-F2F3-BD49-06F13E1F12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5063522"/>
              </p:ext>
            </p:extLst>
          </p:nvPr>
        </p:nvGraphicFramePr>
        <p:xfrm>
          <a:off x="7291848" y="3058160"/>
          <a:ext cx="4481052" cy="927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684">
                  <a:extLst>
                    <a:ext uri="{9D8B030D-6E8A-4147-A177-3AD203B41FA5}">
                      <a16:colId xmlns:a16="http://schemas.microsoft.com/office/drawing/2014/main" val="3423133428"/>
                    </a:ext>
                  </a:extLst>
                </a:gridCol>
                <a:gridCol w="1493684">
                  <a:extLst>
                    <a:ext uri="{9D8B030D-6E8A-4147-A177-3AD203B41FA5}">
                      <a16:colId xmlns:a16="http://schemas.microsoft.com/office/drawing/2014/main" val="2538230302"/>
                    </a:ext>
                  </a:extLst>
                </a:gridCol>
                <a:gridCol w="1493684">
                  <a:extLst>
                    <a:ext uri="{9D8B030D-6E8A-4147-A177-3AD203B41FA5}">
                      <a16:colId xmlns:a16="http://schemas.microsoft.com/office/drawing/2014/main" val="33875866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Pre Avg Daily</a:t>
                      </a:r>
                      <a:b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Traffic (14-15 Jun)</a:t>
                      </a:r>
                      <a:b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(GB/day)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Post Avg Daily</a:t>
                      </a:r>
                      <a:b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Traffic (17-18 Jun)</a:t>
                      </a:r>
                      <a:b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(GB/day)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Traffic Variation</a:t>
                      </a:r>
                      <a:b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(%)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61558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146.85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140.37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-4.41%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8240959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F526D14-C6D6-2ADB-F361-AB56471C4EB0}"/>
              </a:ext>
            </a:extLst>
          </p:cNvPr>
          <p:cNvSpPr txBox="1"/>
          <p:nvPr/>
        </p:nvSpPr>
        <p:spPr>
          <a:xfrm>
            <a:off x="7291848" y="4141947"/>
            <a:ext cx="3712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sub Urban population</a:t>
            </a:r>
          </a:p>
        </p:txBody>
      </p:sp>
    </p:spTree>
    <p:extLst>
      <p:ext uri="{BB962C8B-B14F-4D97-AF65-F5344CB8AC3E}">
        <p14:creationId xmlns:p14="http://schemas.microsoft.com/office/powerpoint/2010/main" val="33953879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等腰三角形 47">
            <a:extLst>
              <a:ext uri="{FF2B5EF4-FFF2-40B4-BE49-F238E27FC236}">
                <a16:creationId xmlns:a16="http://schemas.microsoft.com/office/drawing/2014/main" id="{AFAF4FE3-D8BA-68CA-DDDF-4AD35C39067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39688" y="113620"/>
            <a:ext cx="581025" cy="501650"/>
          </a:xfrm>
          <a:prstGeom prst="triangle">
            <a:avLst>
              <a:gd name="adj" fmla="val 50000"/>
            </a:avLst>
          </a:prstGeom>
          <a:solidFill>
            <a:srgbClr val="E95815"/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pic>
        <p:nvPicPr>
          <p:cNvPr id="4" name="Picture 3" descr="A white text on an orange background&#10;&#10;Description automatically generated">
            <a:extLst>
              <a:ext uri="{FF2B5EF4-FFF2-40B4-BE49-F238E27FC236}">
                <a16:creationId xmlns:a16="http://schemas.microsoft.com/office/drawing/2014/main" id="{657487BB-CC9C-47AC-0EE3-ABDD7BEDD34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77000"/>
            <a:ext cx="874125" cy="381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D38C6C2-E50C-B672-385D-D91BC51CEAD0}"/>
              </a:ext>
            </a:extLst>
          </p:cNvPr>
          <p:cNvCxnSpPr>
            <a:cxnSpLocks/>
          </p:cNvCxnSpPr>
          <p:nvPr/>
        </p:nvCxnSpPr>
        <p:spPr>
          <a:xfrm>
            <a:off x="8941414" y="3584179"/>
            <a:ext cx="267523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08A210E8-A8FC-CAB2-149E-263D93E36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0948" y="6348692"/>
            <a:ext cx="503904" cy="356908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29A84D-83B6-4E87-9839-7C59DBEAF3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D92466-C43B-0852-CAF2-FF2ABA6634CD}"/>
              </a:ext>
            </a:extLst>
          </p:cNvPr>
          <p:cNvSpPr txBox="1"/>
          <p:nvPr/>
        </p:nvSpPr>
        <p:spPr>
          <a:xfrm>
            <a:off x="-169006" y="-2688"/>
            <a:ext cx="5984616" cy="7218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EF6627"/>
                </a:solidFill>
                <a:latin typeface="+mj-lt"/>
                <a:ea typeface="+mj-ea"/>
                <a:cs typeface="+mj-cs"/>
              </a:rPr>
              <a:t>Wennappuwaeast-1</a:t>
            </a:r>
            <a:endParaRPr lang="en-US" sz="4000" b="1" kern="1200" dirty="0">
              <a:solidFill>
                <a:srgbClr val="EF6627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3C3F45F-FB6B-5DF2-FE08-A806844385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800" y="1154330"/>
            <a:ext cx="5752296" cy="4859698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E7E0E02-BF8D-9A73-578B-0483A6AD8A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8889635"/>
              </p:ext>
            </p:extLst>
          </p:nvPr>
        </p:nvGraphicFramePr>
        <p:xfrm>
          <a:off x="7291848" y="3058160"/>
          <a:ext cx="4481052" cy="927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684">
                  <a:extLst>
                    <a:ext uri="{9D8B030D-6E8A-4147-A177-3AD203B41FA5}">
                      <a16:colId xmlns:a16="http://schemas.microsoft.com/office/drawing/2014/main" val="3423133428"/>
                    </a:ext>
                  </a:extLst>
                </a:gridCol>
                <a:gridCol w="1493684">
                  <a:extLst>
                    <a:ext uri="{9D8B030D-6E8A-4147-A177-3AD203B41FA5}">
                      <a16:colId xmlns:a16="http://schemas.microsoft.com/office/drawing/2014/main" val="2538230302"/>
                    </a:ext>
                  </a:extLst>
                </a:gridCol>
                <a:gridCol w="1493684">
                  <a:extLst>
                    <a:ext uri="{9D8B030D-6E8A-4147-A177-3AD203B41FA5}">
                      <a16:colId xmlns:a16="http://schemas.microsoft.com/office/drawing/2014/main" val="33875866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Pre Avg Daily</a:t>
                      </a:r>
                      <a:b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Traffic (14-15 Jun)</a:t>
                      </a:r>
                      <a:b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(GB/day)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Post Avg Daily</a:t>
                      </a:r>
                      <a:b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Traffic (17-18 Jun)</a:t>
                      </a:r>
                      <a:b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(GB/day)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Traffic Variation</a:t>
                      </a:r>
                      <a:b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(%)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61558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175.27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178.08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1.60%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8240959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82B12E1-AE63-6249-B258-4D3ED8F549A5}"/>
              </a:ext>
            </a:extLst>
          </p:cNvPr>
          <p:cNvSpPr txBox="1"/>
          <p:nvPr/>
        </p:nvSpPr>
        <p:spPr>
          <a:xfrm>
            <a:off x="7389819" y="4326613"/>
            <a:ext cx="3712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Urban population </a:t>
            </a:r>
          </a:p>
        </p:txBody>
      </p:sp>
    </p:spTree>
    <p:extLst>
      <p:ext uri="{BB962C8B-B14F-4D97-AF65-F5344CB8AC3E}">
        <p14:creationId xmlns:p14="http://schemas.microsoft.com/office/powerpoint/2010/main" val="39944304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等腰三角形 47">
            <a:extLst>
              <a:ext uri="{FF2B5EF4-FFF2-40B4-BE49-F238E27FC236}">
                <a16:creationId xmlns:a16="http://schemas.microsoft.com/office/drawing/2014/main" id="{EFD2562B-3B2F-835C-186D-90E7F80BBBD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39688" y="113620"/>
            <a:ext cx="581025" cy="501650"/>
          </a:xfrm>
          <a:prstGeom prst="triangle">
            <a:avLst>
              <a:gd name="adj" fmla="val 50000"/>
            </a:avLst>
          </a:prstGeom>
          <a:solidFill>
            <a:srgbClr val="E95815"/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pic>
        <p:nvPicPr>
          <p:cNvPr id="4" name="Picture 3" descr="A white text on an orange background&#10;&#10;Description automatically generated">
            <a:extLst>
              <a:ext uri="{FF2B5EF4-FFF2-40B4-BE49-F238E27FC236}">
                <a16:creationId xmlns:a16="http://schemas.microsoft.com/office/drawing/2014/main" id="{1B9B1538-C612-81EC-2F3B-0A0F289731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77000"/>
            <a:ext cx="874125" cy="381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92821B4-FDC0-E50C-160F-A8DD5F12CE99}"/>
              </a:ext>
            </a:extLst>
          </p:cNvPr>
          <p:cNvCxnSpPr>
            <a:cxnSpLocks/>
          </p:cNvCxnSpPr>
          <p:nvPr/>
        </p:nvCxnSpPr>
        <p:spPr>
          <a:xfrm>
            <a:off x="8941414" y="3584179"/>
            <a:ext cx="267523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505F84E0-E232-52D9-F689-F67E93A1D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0948" y="6348692"/>
            <a:ext cx="503904" cy="356908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29A84D-83B6-4E87-9839-7C59DBEAF3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15DC69-9325-43CC-8FA0-C95EF47A8D62}"/>
              </a:ext>
            </a:extLst>
          </p:cNvPr>
          <p:cNvSpPr txBox="1"/>
          <p:nvPr/>
        </p:nvSpPr>
        <p:spPr>
          <a:xfrm>
            <a:off x="-1218902" y="20093"/>
            <a:ext cx="5984616" cy="7218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EF6627"/>
                </a:solidFill>
                <a:latin typeface="+mj-lt"/>
                <a:ea typeface="+mj-ea"/>
                <a:cs typeface="+mj-cs"/>
              </a:rPr>
              <a:t>Pambala-1</a:t>
            </a:r>
            <a:endParaRPr lang="en-US" sz="4000" b="1" kern="1200" dirty="0">
              <a:solidFill>
                <a:srgbClr val="EF6627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94D8B0F-8BB0-F6A6-8B4F-879278A1E7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25" y="894996"/>
            <a:ext cx="5830114" cy="5068007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EDDC82F-DF24-0037-A349-EBE93481DE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5164198"/>
              </p:ext>
            </p:extLst>
          </p:nvPr>
        </p:nvGraphicFramePr>
        <p:xfrm>
          <a:off x="7291848" y="3058160"/>
          <a:ext cx="4481052" cy="927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684">
                  <a:extLst>
                    <a:ext uri="{9D8B030D-6E8A-4147-A177-3AD203B41FA5}">
                      <a16:colId xmlns:a16="http://schemas.microsoft.com/office/drawing/2014/main" val="3423133428"/>
                    </a:ext>
                  </a:extLst>
                </a:gridCol>
                <a:gridCol w="1493684">
                  <a:extLst>
                    <a:ext uri="{9D8B030D-6E8A-4147-A177-3AD203B41FA5}">
                      <a16:colId xmlns:a16="http://schemas.microsoft.com/office/drawing/2014/main" val="2538230302"/>
                    </a:ext>
                  </a:extLst>
                </a:gridCol>
                <a:gridCol w="1493684">
                  <a:extLst>
                    <a:ext uri="{9D8B030D-6E8A-4147-A177-3AD203B41FA5}">
                      <a16:colId xmlns:a16="http://schemas.microsoft.com/office/drawing/2014/main" val="33875866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Pre Avg Daily</a:t>
                      </a:r>
                      <a:b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Traffic (14-15 Jun)</a:t>
                      </a:r>
                      <a:b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(GB/day)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Post Avg Daily</a:t>
                      </a:r>
                      <a:b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Traffic (17-18 Jun)</a:t>
                      </a:r>
                      <a:b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(GB/day)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Traffic Variation</a:t>
                      </a:r>
                      <a:b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(%)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61558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123.18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149.22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21.14%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8240959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A6EFC6D-6891-5A6D-FEDA-B0BC0E103370}"/>
              </a:ext>
            </a:extLst>
          </p:cNvPr>
          <p:cNvSpPr txBox="1"/>
          <p:nvPr/>
        </p:nvSpPr>
        <p:spPr>
          <a:xfrm>
            <a:off x="7389819" y="4326613"/>
            <a:ext cx="3712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Urban population</a:t>
            </a:r>
          </a:p>
        </p:txBody>
      </p:sp>
    </p:spTree>
    <p:extLst>
      <p:ext uri="{BB962C8B-B14F-4D97-AF65-F5344CB8AC3E}">
        <p14:creationId xmlns:p14="http://schemas.microsoft.com/office/powerpoint/2010/main" val="19252257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等腰三角形 47">
            <a:extLst>
              <a:ext uri="{FF2B5EF4-FFF2-40B4-BE49-F238E27FC236}">
                <a16:creationId xmlns:a16="http://schemas.microsoft.com/office/drawing/2014/main" id="{7E158F17-D460-1F49-9AC3-DA967D19DE2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39688" y="113620"/>
            <a:ext cx="581025" cy="501650"/>
          </a:xfrm>
          <a:prstGeom prst="triangle">
            <a:avLst>
              <a:gd name="adj" fmla="val 50000"/>
            </a:avLst>
          </a:prstGeom>
          <a:solidFill>
            <a:srgbClr val="E95815"/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pic>
        <p:nvPicPr>
          <p:cNvPr id="4" name="Picture 3" descr="A white text on an orange background&#10;&#10;Description automatically generated">
            <a:extLst>
              <a:ext uri="{FF2B5EF4-FFF2-40B4-BE49-F238E27FC236}">
                <a16:creationId xmlns:a16="http://schemas.microsoft.com/office/drawing/2014/main" id="{678F7AF0-8563-6443-A893-6BB8234EE7D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77000"/>
            <a:ext cx="874125" cy="381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78B5EDB-134C-1935-557C-234E7492405A}"/>
              </a:ext>
            </a:extLst>
          </p:cNvPr>
          <p:cNvCxnSpPr>
            <a:cxnSpLocks/>
          </p:cNvCxnSpPr>
          <p:nvPr/>
        </p:nvCxnSpPr>
        <p:spPr>
          <a:xfrm>
            <a:off x="8941414" y="3584179"/>
            <a:ext cx="267523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D7C5ABD6-3E4F-7E11-45E1-73F86C838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0948" y="6348692"/>
            <a:ext cx="503904" cy="356908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29A84D-83B6-4E87-9839-7C59DBEAF3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104F9F-4F19-84C6-FB59-FE99B861DB02}"/>
              </a:ext>
            </a:extLst>
          </p:cNvPr>
          <p:cNvSpPr txBox="1"/>
          <p:nvPr/>
        </p:nvSpPr>
        <p:spPr>
          <a:xfrm>
            <a:off x="-999446" y="3538"/>
            <a:ext cx="5984616" cy="7218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EF6627"/>
                </a:solidFill>
                <a:latin typeface="+mj-lt"/>
                <a:ea typeface="+mj-ea"/>
                <a:cs typeface="+mj-cs"/>
              </a:rPr>
              <a:t>Halpanwila-1</a:t>
            </a:r>
            <a:endParaRPr lang="en-US" sz="4000" b="1" kern="1200" dirty="0">
              <a:solidFill>
                <a:srgbClr val="EF6627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8E6BD7B-3000-CCC3-1F51-85D91B0069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2757221"/>
              </p:ext>
            </p:extLst>
          </p:nvPr>
        </p:nvGraphicFramePr>
        <p:xfrm>
          <a:off x="7291848" y="3058160"/>
          <a:ext cx="4481052" cy="927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684">
                  <a:extLst>
                    <a:ext uri="{9D8B030D-6E8A-4147-A177-3AD203B41FA5}">
                      <a16:colId xmlns:a16="http://schemas.microsoft.com/office/drawing/2014/main" val="3423133428"/>
                    </a:ext>
                  </a:extLst>
                </a:gridCol>
                <a:gridCol w="1493684">
                  <a:extLst>
                    <a:ext uri="{9D8B030D-6E8A-4147-A177-3AD203B41FA5}">
                      <a16:colId xmlns:a16="http://schemas.microsoft.com/office/drawing/2014/main" val="2538230302"/>
                    </a:ext>
                  </a:extLst>
                </a:gridCol>
                <a:gridCol w="1493684">
                  <a:extLst>
                    <a:ext uri="{9D8B030D-6E8A-4147-A177-3AD203B41FA5}">
                      <a16:colId xmlns:a16="http://schemas.microsoft.com/office/drawing/2014/main" val="33875866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Pre Avg Daily</a:t>
                      </a:r>
                      <a:b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Traffic (14-15 Jun)</a:t>
                      </a:r>
                      <a:b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(GB/day)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Post Avg Daily</a:t>
                      </a:r>
                      <a:b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Traffic (17-18 Jun)</a:t>
                      </a:r>
                      <a:b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(GB/day)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Traffic Variation</a:t>
                      </a:r>
                      <a:b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(%)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61558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188.79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157.57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-16.54%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82409597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3084C191-D38A-B927-2E8B-E77F7B7510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677" y="1180786"/>
            <a:ext cx="6258798" cy="44964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C91BE53-C87B-26E8-E60F-E7418D24613D}"/>
              </a:ext>
            </a:extLst>
          </p:cNvPr>
          <p:cNvSpPr txBox="1"/>
          <p:nvPr/>
        </p:nvSpPr>
        <p:spPr>
          <a:xfrm>
            <a:off x="7389819" y="4326613"/>
            <a:ext cx="3712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sub Urban population </a:t>
            </a:r>
          </a:p>
        </p:txBody>
      </p:sp>
    </p:spTree>
    <p:extLst>
      <p:ext uri="{BB962C8B-B14F-4D97-AF65-F5344CB8AC3E}">
        <p14:creationId xmlns:p14="http://schemas.microsoft.com/office/powerpoint/2010/main" val="13662552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B2C9D-FFB4-6E2F-E841-966B93A11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等腰三角形 47">
            <a:extLst>
              <a:ext uri="{FF2B5EF4-FFF2-40B4-BE49-F238E27FC236}">
                <a16:creationId xmlns:a16="http://schemas.microsoft.com/office/drawing/2014/main" id="{170669B0-DE83-9BA0-BCC4-186697A54A9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39688" y="113620"/>
            <a:ext cx="581025" cy="501650"/>
          </a:xfrm>
          <a:prstGeom prst="triangle">
            <a:avLst>
              <a:gd name="adj" fmla="val 50000"/>
            </a:avLst>
          </a:prstGeom>
          <a:solidFill>
            <a:srgbClr val="E95815"/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pic>
        <p:nvPicPr>
          <p:cNvPr id="4" name="Picture 3" descr="A white text on an orange background&#10;&#10;Description automatically generated">
            <a:extLst>
              <a:ext uri="{FF2B5EF4-FFF2-40B4-BE49-F238E27FC236}">
                <a16:creationId xmlns:a16="http://schemas.microsoft.com/office/drawing/2014/main" id="{AFD649F2-EA50-D3EA-FBE3-5C63374BF08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77000"/>
            <a:ext cx="874125" cy="381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7D2F23A-07FE-A50B-A045-5209CB5A055F}"/>
              </a:ext>
            </a:extLst>
          </p:cNvPr>
          <p:cNvCxnSpPr>
            <a:cxnSpLocks/>
          </p:cNvCxnSpPr>
          <p:nvPr/>
        </p:nvCxnSpPr>
        <p:spPr>
          <a:xfrm>
            <a:off x="8941414" y="3584179"/>
            <a:ext cx="267523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7AC6BF60-6C7B-7242-015C-84A6B15B7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0948" y="6348692"/>
            <a:ext cx="503904" cy="356908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29A84D-83B6-4E87-9839-7C59DBEAF3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852E95-6DA9-A455-CFF4-26D41DAA8126}"/>
              </a:ext>
            </a:extLst>
          </p:cNvPr>
          <p:cNvSpPr txBox="1"/>
          <p:nvPr/>
        </p:nvSpPr>
        <p:spPr>
          <a:xfrm>
            <a:off x="-825710" y="3538"/>
            <a:ext cx="5984616" cy="7218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EF6627"/>
                </a:solidFill>
                <a:latin typeface="+mj-lt"/>
                <a:ea typeface="+mj-ea"/>
                <a:cs typeface="+mj-cs"/>
              </a:rPr>
              <a:t>Kirimetiyana-2</a:t>
            </a:r>
            <a:endParaRPr lang="en-US" sz="4000" b="1" kern="1200" dirty="0">
              <a:solidFill>
                <a:srgbClr val="EF6627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FF39182-01C8-42CE-BB2F-0A1634C98A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8828829"/>
              </p:ext>
            </p:extLst>
          </p:nvPr>
        </p:nvGraphicFramePr>
        <p:xfrm>
          <a:off x="7291848" y="3058160"/>
          <a:ext cx="4481052" cy="927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684">
                  <a:extLst>
                    <a:ext uri="{9D8B030D-6E8A-4147-A177-3AD203B41FA5}">
                      <a16:colId xmlns:a16="http://schemas.microsoft.com/office/drawing/2014/main" val="3423133428"/>
                    </a:ext>
                  </a:extLst>
                </a:gridCol>
                <a:gridCol w="1493684">
                  <a:extLst>
                    <a:ext uri="{9D8B030D-6E8A-4147-A177-3AD203B41FA5}">
                      <a16:colId xmlns:a16="http://schemas.microsoft.com/office/drawing/2014/main" val="2538230302"/>
                    </a:ext>
                  </a:extLst>
                </a:gridCol>
                <a:gridCol w="1493684">
                  <a:extLst>
                    <a:ext uri="{9D8B030D-6E8A-4147-A177-3AD203B41FA5}">
                      <a16:colId xmlns:a16="http://schemas.microsoft.com/office/drawing/2014/main" val="33875866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Pre Avg Daily</a:t>
                      </a:r>
                      <a:b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Traffic (14-15 Jun)</a:t>
                      </a:r>
                      <a:b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(GB/day)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Post Avg Daily</a:t>
                      </a:r>
                      <a:b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Traffic (17-18 Jun)</a:t>
                      </a:r>
                      <a:b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(GB/day)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Traffic Variation</a:t>
                      </a:r>
                      <a:b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(%)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61558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179.21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163.19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-8.94%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82409597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B1AD7CBA-711A-36DB-4D73-CA661AB08E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352" y="928837"/>
            <a:ext cx="5724864" cy="500032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F6FA423-32F0-40DC-8503-59C1465A5CE1}"/>
              </a:ext>
            </a:extLst>
          </p:cNvPr>
          <p:cNvSpPr txBox="1"/>
          <p:nvPr/>
        </p:nvSpPr>
        <p:spPr>
          <a:xfrm>
            <a:off x="7389819" y="4326613"/>
            <a:ext cx="3712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Urban population </a:t>
            </a:r>
          </a:p>
        </p:txBody>
      </p:sp>
    </p:spTree>
    <p:extLst>
      <p:ext uri="{BB962C8B-B14F-4D97-AF65-F5344CB8AC3E}">
        <p14:creationId xmlns:p14="http://schemas.microsoft.com/office/powerpoint/2010/main" val="10035593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等腰三角形 47">
            <a:extLst>
              <a:ext uri="{FF2B5EF4-FFF2-40B4-BE49-F238E27FC236}">
                <a16:creationId xmlns:a16="http://schemas.microsoft.com/office/drawing/2014/main" id="{190326EB-D7FB-EA43-9E1E-D4615E3F921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39688" y="113620"/>
            <a:ext cx="581025" cy="501650"/>
          </a:xfrm>
          <a:prstGeom prst="triangle">
            <a:avLst>
              <a:gd name="adj" fmla="val 50000"/>
            </a:avLst>
          </a:prstGeom>
          <a:solidFill>
            <a:srgbClr val="E95815"/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pic>
        <p:nvPicPr>
          <p:cNvPr id="4" name="Picture 3" descr="A white text on an orange background&#10;&#10;Description automatically generated">
            <a:extLst>
              <a:ext uri="{FF2B5EF4-FFF2-40B4-BE49-F238E27FC236}">
                <a16:creationId xmlns:a16="http://schemas.microsoft.com/office/drawing/2014/main" id="{42FACB4B-163D-4EE6-EB86-01EF1D8E89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77000"/>
            <a:ext cx="874125" cy="381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F648DD4-65D0-607E-776A-5D6E555FF559}"/>
              </a:ext>
            </a:extLst>
          </p:cNvPr>
          <p:cNvCxnSpPr>
            <a:cxnSpLocks/>
          </p:cNvCxnSpPr>
          <p:nvPr/>
        </p:nvCxnSpPr>
        <p:spPr>
          <a:xfrm>
            <a:off x="8941414" y="3584179"/>
            <a:ext cx="267523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C4FA43EA-C428-31A7-F724-A9BBB6372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0948" y="6348692"/>
            <a:ext cx="503904" cy="356908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29A84D-83B6-4E87-9839-7C59DBEAF3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E27C92-CD37-B601-3B14-AFB626055DDC}"/>
              </a:ext>
            </a:extLst>
          </p:cNvPr>
          <p:cNvSpPr txBox="1"/>
          <p:nvPr/>
        </p:nvSpPr>
        <p:spPr>
          <a:xfrm>
            <a:off x="-1045166" y="3538"/>
            <a:ext cx="5984616" cy="7218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EF6627"/>
                </a:solidFill>
                <a:latin typeface="+mj-lt"/>
                <a:ea typeface="+mj-ea"/>
                <a:cs typeface="+mj-cs"/>
              </a:rPr>
              <a:t>Koswadiya-1</a:t>
            </a:r>
            <a:endParaRPr lang="en-US" sz="4000" b="1" kern="1200" dirty="0">
              <a:solidFill>
                <a:srgbClr val="EF6627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0A973D-5201-CD1A-43B1-DED087D1C7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352" y="1066645"/>
            <a:ext cx="5804061" cy="47247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13CAAD1-7582-509E-FF13-E370EB63ED84}"/>
              </a:ext>
            </a:extLst>
          </p:cNvPr>
          <p:cNvSpPr txBox="1"/>
          <p:nvPr/>
        </p:nvSpPr>
        <p:spPr>
          <a:xfrm>
            <a:off x="7008819" y="1626955"/>
            <a:ext cx="3712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sub Urban population </a:t>
            </a:r>
          </a:p>
        </p:txBody>
      </p:sp>
    </p:spTree>
    <p:extLst>
      <p:ext uri="{BB962C8B-B14F-4D97-AF65-F5344CB8AC3E}">
        <p14:creationId xmlns:p14="http://schemas.microsoft.com/office/powerpoint/2010/main" val="15654922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等腰三角形 47">
            <a:extLst>
              <a:ext uri="{FF2B5EF4-FFF2-40B4-BE49-F238E27FC236}">
                <a16:creationId xmlns:a16="http://schemas.microsoft.com/office/drawing/2014/main" id="{604F0BE5-33C5-A94A-C68D-1CD0045B2A3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39688" y="113620"/>
            <a:ext cx="581025" cy="501650"/>
          </a:xfrm>
          <a:prstGeom prst="triangle">
            <a:avLst>
              <a:gd name="adj" fmla="val 50000"/>
            </a:avLst>
          </a:prstGeom>
          <a:solidFill>
            <a:srgbClr val="E95815"/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pic>
        <p:nvPicPr>
          <p:cNvPr id="4" name="Picture 3" descr="A white text on an orange background&#10;&#10;Description automatically generated">
            <a:extLst>
              <a:ext uri="{FF2B5EF4-FFF2-40B4-BE49-F238E27FC236}">
                <a16:creationId xmlns:a16="http://schemas.microsoft.com/office/drawing/2014/main" id="{367E1DFA-5006-76A6-E929-B15593BA0B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77000"/>
            <a:ext cx="874125" cy="381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9EB417A-0C86-BD84-FCA4-CB1AC935608C}"/>
              </a:ext>
            </a:extLst>
          </p:cNvPr>
          <p:cNvCxnSpPr>
            <a:cxnSpLocks/>
          </p:cNvCxnSpPr>
          <p:nvPr/>
        </p:nvCxnSpPr>
        <p:spPr>
          <a:xfrm>
            <a:off x="8941414" y="3584179"/>
            <a:ext cx="267523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16169C91-FAA2-2C13-01DE-EE6EDDE61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0948" y="6348692"/>
            <a:ext cx="503904" cy="356908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29A84D-83B6-4E87-9839-7C59DBEAF3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C4ADB-5544-48D4-2611-AEEA62FEA2E7}"/>
              </a:ext>
            </a:extLst>
          </p:cNvPr>
          <p:cNvSpPr txBox="1"/>
          <p:nvPr/>
        </p:nvSpPr>
        <p:spPr>
          <a:xfrm>
            <a:off x="-496526" y="3538"/>
            <a:ext cx="5984616" cy="7218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EF6627"/>
                </a:solidFill>
                <a:latin typeface="+mj-lt"/>
                <a:ea typeface="+mj-ea"/>
                <a:cs typeface="+mj-cs"/>
              </a:rPr>
              <a:t>Kudamuduwella-1</a:t>
            </a:r>
            <a:endParaRPr lang="en-US" sz="4000" b="1" kern="1200" dirty="0">
              <a:solidFill>
                <a:srgbClr val="EF6627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D875C1A-31DB-A0D9-2C46-D0C69B14AA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3078147"/>
              </p:ext>
            </p:extLst>
          </p:nvPr>
        </p:nvGraphicFramePr>
        <p:xfrm>
          <a:off x="7291848" y="3058160"/>
          <a:ext cx="4481052" cy="927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684">
                  <a:extLst>
                    <a:ext uri="{9D8B030D-6E8A-4147-A177-3AD203B41FA5}">
                      <a16:colId xmlns:a16="http://schemas.microsoft.com/office/drawing/2014/main" val="3423133428"/>
                    </a:ext>
                  </a:extLst>
                </a:gridCol>
                <a:gridCol w="1493684">
                  <a:extLst>
                    <a:ext uri="{9D8B030D-6E8A-4147-A177-3AD203B41FA5}">
                      <a16:colId xmlns:a16="http://schemas.microsoft.com/office/drawing/2014/main" val="2538230302"/>
                    </a:ext>
                  </a:extLst>
                </a:gridCol>
                <a:gridCol w="1493684">
                  <a:extLst>
                    <a:ext uri="{9D8B030D-6E8A-4147-A177-3AD203B41FA5}">
                      <a16:colId xmlns:a16="http://schemas.microsoft.com/office/drawing/2014/main" val="33875866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Pre Avg Daily</a:t>
                      </a:r>
                      <a:b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Traffic (14-15 Jun)</a:t>
                      </a:r>
                      <a:b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(GB/day)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Post Avg Daily</a:t>
                      </a:r>
                      <a:b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Traffic (17-18 Jun)</a:t>
                      </a:r>
                      <a:b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(GB/day)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Traffic Variation</a:t>
                      </a:r>
                      <a:b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(%)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61558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198.01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168.69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-14.81%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82409597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1F2262C4-C597-A516-958C-7F311C3AE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407" y="811572"/>
            <a:ext cx="5345593" cy="52348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AAD8DED-291B-ED1B-BBC5-E943264BCF15}"/>
              </a:ext>
            </a:extLst>
          </p:cNvPr>
          <p:cNvSpPr txBox="1"/>
          <p:nvPr/>
        </p:nvSpPr>
        <p:spPr>
          <a:xfrm>
            <a:off x="7389819" y="4326613"/>
            <a:ext cx="3712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Urban population</a:t>
            </a:r>
          </a:p>
        </p:txBody>
      </p:sp>
    </p:spTree>
    <p:extLst>
      <p:ext uri="{BB962C8B-B14F-4D97-AF65-F5344CB8AC3E}">
        <p14:creationId xmlns:p14="http://schemas.microsoft.com/office/powerpoint/2010/main" val="8704528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等腰三角形 47">
            <a:extLst>
              <a:ext uri="{FF2B5EF4-FFF2-40B4-BE49-F238E27FC236}">
                <a16:creationId xmlns:a16="http://schemas.microsoft.com/office/drawing/2014/main" id="{53FA8091-32AE-35FC-878E-2D9D72AF2EA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39688" y="113620"/>
            <a:ext cx="581025" cy="501650"/>
          </a:xfrm>
          <a:prstGeom prst="triangle">
            <a:avLst>
              <a:gd name="adj" fmla="val 50000"/>
            </a:avLst>
          </a:prstGeom>
          <a:solidFill>
            <a:srgbClr val="E95815"/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pic>
        <p:nvPicPr>
          <p:cNvPr id="4" name="Picture 3" descr="A white text on an orange background&#10;&#10;Description automatically generated">
            <a:extLst>
              <a:ext uri="{FF2B5EF4-FFF2-40B4-BE49-F238E27FC236}">
                <a16:creationId xmlns:a16="http://schemas.microsoft.com/office/drawing/2014/main" id="{15A6EAE5-EF2F-43BD-1267-2BCC3C20FBF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77000"/>
            <a:ext cx="874125" cy="381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88A414-C52E-E3D8-F955-2B5F74270BAA}"/>
              </a:ext>
            </a:extLst>
          </p:cNvPr>
          <p:cNvCxnSpPr>
            <a:cxnSpLocks/>
          </p:cNvCxnSpPr>
          <p:nvPr/>
        </p:nvCxnSpPr>
        <p:spPr>
          <a:xfrm>
            <a:off x="8941414" y="3584179"/>
            <a:ext cx="267523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67F954A3-29C9-BB27-0491-8522B3973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0948" y="6348692"/>
            <a:ext cx="503904" cy="356908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29A84D-83B6-4E87-9839-7C59DBEAF3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D67F54-2702-FED8-92D9-41B96ADD22DB}"/>
              </a:ext>
            </a:extLst>
          </p:cNvPr>
          <p:cNvSpPr txBox="1"/>
          <p:nvPr/>
        </p:nvSpPr>
        <p:spPr>
          <a:xfrm>
            <a:off x="-770846" y="0"/>
            <a:ext cx="5984616" cy="7218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EF6627"/>
                </a:solidFill>
                <a:latin typeface="+mj-lt"/>
                <a:ea typeface="+mj-ea"/>
                <a:cs typeface="+mj-cs"/>
              </a:rPr>
              <a:t>Dematapitiya-1</a:t>
            </a:r>
            <a:endParaRPr lang="en-US" sz="4000" b="1" kern="1200" dirty="0">
              <a:solidFill>
                <a:srgbClr val="EF6627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DE19294-A3FA-5F21-8C02-1EC76BC8A7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9989101"/>
              </p:ext>
            </p:extLst>
          </p:nvPr>
        </p:nvGraphicFramePr>
        <p:xfrm>
          <a:off x="7291848" y="3058160"/>
          <a:ext cx="4481052" cy="927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684">
                  <a:extLst>
                    <a:ext uri="{9D8B030D-6E8A-4147-A177-3AD203B41FA5}">
                      <a16:colId xmlns:a16="http://schemas.microsoft.com/office/drawing/2014/main" val="3423133428"/>
                    </a:ext>
                  </a:extLst>
                </a:gridCol>
                <a:gridCol w="1493684">
                  <a:extLst>
                    <a:ext uri="{9D8B030D-6E8A-4147-A177-3AD203B41FA5}">
                      <a16:colId xmlns:a16="http://schemas.microsoft.com/office/drawing/2014/main" val="2538230302"/>
                    </a:ext>
                  </a:extLst>
                </a:gridCol>
                <a:gridCol w="1493684">
                  <a:extLst>
                    <a:ext uri="{9D8B030D-6E8A-4147-A177-3AD203B41FA5}">
                      <a16:colId xmlns:a16="http://schemas.microsoft.com/office/drawing/2014/main" val="33875866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Pre Avg Daily</a:t>
                      </a:r>
                      <a:b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Traffic (14-15 Jun)</a:t>
                      </a:r>
                      <a:b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(GB/day)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Post Avg Daily</a:t>
                      </a:r>
                      <a:b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Traffic (17-18 Jun)</a:t>
                      </a:r>
                      <a:b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(GB/day)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Traffic Variation</a:t>
                      </a:r>
                      <a:b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(%)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61558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235.68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200.26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-15.03%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82409597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36DE8593-3568-5BCB-7E24-91C48753B1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25" y="880707"/>
            <a:ext cx="5534797" cy="50965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9E9B3A3-E668-1FB4-1C61-34F4843516D2}"/>
              </a:ext>
            </a:extLst>
          </p:cNvPr>
          <p:cNvSpPr txBox="1"/>
          <p:nvPr/>
        </p:nvSpPr>
        <p:spPr>
          <a:xfrm>
            <a:off x="7389819" y="4326613"/>
            <a:ext cx="3712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Urban population </a:t>
            </a:r>
          </a:p>
        </p:txBody>
      </p:sp>
    </p:spTree>
    <p:extLst>
      <p:ext uri="{BB962C8B-B14F-4D97-AF65-F5344CB8AC3E}">
        <p14:creationId xmlns:p14="http://schemas.microsoft.com/office/powerpoint/2010/main" val="15846838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等腰三角形 47">
            <a:extLst>
              <a:ext uri="{FF2B5EF4-FFF2-40B4-BE49-F238E27FC236}">
                <a16:creationId xmlns:a16="http://schemas.microsoft.com/office/drawing/2014/main" id="{9AC7935B-FF30-3B73-58FA-F4EA680C8C4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39688" y="113620"/>
            <a:ext cx="581025" cy="501650"/>
          </a:xfrm>
          <a:prstGeom prst="triangle">
            <a:avLst>
              <a:gd name="adj" fmla="val 50000"/>
            </a:avLst>
          </a:prstGeom>
          <a:solidFill>
            <a:srgbClr val="E95815"/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pic>
        <p:nvPicPr>
          <p:cNvPr id="4" name="Picture 3" descr="A white text on an orange background&#10;&#10;Description automatically generated">
            <a:extLst>
              <a:ext uri="{FF2B5EF4-FFF2-40B4-BE49-F238E27FC236}">
                <a16:creationId xmlns:a16="http://schemas.microsoft.com/office/drawing/2014/main" id="{0F70ACDB-ED44-A0A2-7743-5044191AF72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77000"/>
            <a:ext cx="874125" cy="381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7D060A6-C4DB-EEE1-610E-35007FFC19B5}"/>
              </a:ext>
            </a:extLst>
          </p:cNvPr>
          <p:cNvCxnSpPr>
            <a:cxnSpLocks/>
          </p:cNvCxnSpPr>
          <p:nvPr/>
        </p:nvCxnSpPr>
        <p:spPr>
          <a:xfrm>
            <a:off x="8941414" y="3584179"/>
            <a:ext cx="267523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F3CA199F-3085-4842-A497-E5C80BAC7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0948" y="6348692"/>
            <a:ext cx="503904" cy="356908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29A84D-83B6-4E87-9839-7C59DBEAF3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790E19-FFE7-BDFB-52AD-AA562FB2DAFB}"/>
              </a:ext>
            </a:extLst>
          </p:cNvPr>
          <p:cNvSpPr txBox="1"/>
          <p:nvPr/>
        </p:nvSpPr>
        <p:spPr>
          <a:xfrm>
            <a:off x="-770846" y="0"/>
            <a:ext cx="5984616" cy="7218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EF6627"/>
                </a:solidFill>
                <a:latin typeface="+mj-lt"/>
                <a:ea typeface="+mj-ea"/>
                <a:cs typeface="+mj-cs"/>
              </a:rPr>
              <a:t>Kottaramulla-2</a:t>
            </a:r>
            <a:endParaRPr lang="en-US" sz="4000" b="1" kern="1200" dirty="0">
              <a:solidFill>
                <a:srgbClr val="EF6627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8B59382-6542-0548-EDE0-F081B5306D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874023"/>
              </p:ext>
            </p:extLst>
          </p:nvPr>
        </p:nvGraphicFramePr>
        <p:xfrm>
          <a:off x="7291848" y="3058160"/>
          <a:ext cx="4481052" cy="927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684">
                  <a:extLst>
                    <a:ext uri="{9D8B030D-6E8A-4147-A177-3AD203B41FA5}">
                      <a16:colId xmlns:a16="http://schemas.microsoft.com/office/drawing/2014/main" val="3423133428"/>
                    </a:ext>
                  </a:extLst>
                </a:gridCol>
                <a:gridCol w="1493684">
                  <a:extLst>
                    <a:ext uri="{9D8B030D-6E8A-4147-A177-3AD203B41FA5}">
                      <a16:colId xmlns:a16="http://schemas.microsoft.com/office/drawing/2014/main" val="2538230302"/>
                    </a:ext>
                  </a:extLst>
                </a:gridCol>
                <a:gridCol w="1493684">
                  <a:extLst>
                    <a:ext uri="{9D8B030D-6E8A-4147-A177-3AD203B41FA5}">
                      <a16:colId xmlns:a16="http://schemas.microsoft.com/office/drawing/2014/main" val="33875866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Pre Avg Daily</a:t>
                      </a:r>
                      <a:b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Traffic (14-15 Jun)</a:t>
                      </a:r>
                      <a:b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(GB/day)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Post Avg Daily</a:t>
                      </a:r>
                      <a:b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Traffic (17-18 Jun)</a:t>
                      </a:r>
                      <a:b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(GB/day)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Traffic Variation</a:t>
                      </a:r>
                      <a:b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(%)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61558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229.28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211.45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-7.78%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82409597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197BFD0C-D479-5527-5A27-B8F72AB46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982" y="733049"/>
            <a:ext cx="5591955" cy="53919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971ADEA-BE82-E11B-E118-AE0F4F1CB86D}"/>
              </a:ext>
            </a:extLst>
          </p:cNvPr>
          <p:cNvSpPr txBox="1"/>
          <p:nvPr/>
        </p:nvSpPr>
        <p:spPr>
          <a:xfrm>
            <a:off x="7389819" y="4326613"/>
            <a:ext cx="3712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9A52FE-1C79-81ED-06DC-F5567A6AD071}"/>
              </a:ext>
            </a:extLst>
          </p:cNvPr>
          <p:cNvSpPr txBox="1"/>
          <p:nvPr/>
        </p:nvSpPr>
        <p:spPr>
          <a:xfrm>
            <a:off x="7291848" y="4511279"/>
            <a:ext cx="3712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Sector addition ongoing</a:t>
            </a:r>
          </a:p>
        </p:txBody>
      </p:sp>
    </p:spTree>
    <p:extLst>
      <p:ext uri="{BB962C8B-B14F-4D97-AF65-F5344CB8AC3E}">
        <p14:creationId xmlns:p14="http://schemas.microsoft.com/office/powerpoint/2010/main" val="3130192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等腰三角形 47">
            <a:extLst>
              <a:ext uri="{FF2B5EF4-FFF2-40B4-BE49-F238E27FC236}">
                <a16:creationId xmlns:a16="http://schemas.microsoft.com/office/drawing/2014/main" id="{2558B3D4-66AC-2445-DE57-489FC962B3E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39688" y="113620"/>
            <a:ext cx="581025" cy="501650"/>
          </a:xfrm>
          <a:prstGeom prst="triangle">
            <a:avLst>
              <a:gd name="adj" fmla="val 50000"/>
            </a:avLst>
          </a:prstGeom>
          <a:solidFill>
            <a:srgbClr val="E95815"/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pic>
        <p:nvPicPr>
          <p:cNvPr id="4" name="Picture 3" descr="A white text on an orange background&#10;&#10;Description automatically generated">
            <a:extLst>
              <a:ext uri="{FF2B5EF4-FFF2-40B4-BE49-F238E27FC236}">
                <a16:creationId xmlns:a16="http://schemas.microsoft.com/office/drawing/2014/main" id="{AC8E7295-7D8D-BE89-63DA-B879D7927A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77000"/>
            <a:ext cx="874125" cy="381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5F5BC99-191C-ED5F-1DCD-70DB6B5633C1}"/>
              </a:ext>
            </a:extLst>
          </p:cNvPr>
          <p:cNvCxnSpPr>
            <a:cxnSpLocks/>
          </p:cNvCxnSpPr>
          <p:nvPr/>
        </p:nvCxnSpPr>
        <p:spPr>
          <a:xfrm>
            <a:off x="8941414" y="3584179"/>
            <a:ext cx="267523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AA58D527-6B59-F517-AB58-19C418F2C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0948" y="6348692"/>
            <a:ext cx="503904" cy="356908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29A84D-83B6-4E87-9839-7C59DBEAF3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551BFE-0E76-C92A-FD7D-FC673B667A38}"/>
              </a:ext>
            </a:extLst>
          </p:cNvPr>
          <p:cNvSpPr txBox="1"/>
          <p:nvPr/>
        </p:nvSpPr>
        <p:spPr>
          <a:xfrm>
            <a:off x="-770846" y="0"/>
            <a:ext cx="5984616" cy="7218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EF6627"/>
                </a:solidFill>
                <a:latin typeface="+mj-lt"/>
                <a:ea typeface="+mj-ea"/>
                <a:cs typeface="+mj-cs"/>
              </a:rPr>
              <a:t>Thoduwawa-1</a:t>
            </a:r>
            <a:endParaRPr lang="en-US" sz="4000" b="1" kern="1200" dirty="0">
              <a:solidFill>
                <a:srgbClr val="EF6627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9F79044-6E8B-FD1D-546C-2105A90D64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1944497"/>
              </p:ext>
            </p:extLst>
          </p:nvPr>
        </p:nvGraphicFramePr>
        <p:xfrm>
          <a:off x="7291848" y="3058160"/>
          <a:ext cx="4481052" cy="927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684">
                  <a:extLst>
                    <a:ext uri="{9D8B030D-6E8A-4147-A177-3AD203B41FA5}">
                      <a16:colId xmlns:a16="http://schemas.microsoft.com/office/drawing/2014/main" val="3423133428"/>
                    </a:ext>
                  </a:extLst>
                </a:gridCol>
                <a:gridCol w="1493684">
                  <a:extLst>
                    <a:ext uri="{9D8B030D-6E8A-4147-A177-3AD203B41FA5}">
                      <a16:colId xmlns:a16="http://schemas.microsoft.com/office/drawing/2014/main" val="2538230302"/>
                    </a:ext>
                  </a:extLst>
                </a:gridCol>
                <a:gridCol w="1493684">
                  <a:extLst>
                    <a:ext uri="{9D8B030D-6E8A-4147-A177-3AD203B41FA5}">
                      <a16:colId xmlns:a16="http://schemas.microsoft.com/office/drawing/2014/main" val="33875866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Pre Avg Daily</a:t>
                      </a:r>
                      <a:b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Traffic (14-15 Jun)</a:t>
                      </a:r>
                      <a:b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(GB/day)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Post Avg Daily</a:t>
                      </a:r>
                      <a:b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Traffic (17-18 Jun)</a:t>
                      </a:r>
                      <a:b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(GB/day)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Traffic Variation</a:t>
                      </a:r>
                      <a:b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(%)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61558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185.2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207.4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10.70%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82409597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088FE4D2-0B8E-0170-2C4D-72A80AA4F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14" y="845385"/>
            <a:ext cx="5880507" cy="53526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131E55C-CA29-2881-6199-C095B8820485}"/>
              </a:ext>
            </a:extLst>
          </p:cNvPr>
          <p:cNvSpPr txBox="1"/>
          <p:nvPr/>
        </p:nvSpPr>
        <p:spPr>
          <a:xfrm>
            <a:off x="7389819" y="4326613"/>
            <a:ext cx="3712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Urban population </a:t>
            </a:r>
          </a:p>
        </p:txBody>
      </p:sp>
    </p:spTree>
    <p:extLst>
      <p:ext uri="{BB962C8B-B14F-4D97-AF65-F5344CB8AC3E}">
        <p14:creationId xmlns:p14="http://schemas.microsoft.com/office/powerpoint/2010/main" val="7474377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等腰三角形 47">
            <a:extLst>
              <a:ext uri="{FF2B5EF4-FFF2-40B4-BE49-F238E27FC236}">
                <a16:creationId xmlns:a16="http://schemas.microsoft.com/office/drawing/2014/main" id="{1EED82C2-E589-76A7-6089-9EB41F7481C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39688" y="113620"/>
            <a:ext cx="581025" cy="501650"/>
          </a:xfrm>
          <a:prstGeom prst="triangle">
            <a:avLst>
              <a:gd name="adj" fmla="val 50000"/>
            </a:avLst>
          </a:prstGeom>
          <a:solidFill>
            <a:srgbClr val="E95815"/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pic>
        <p:nvPicPr>
          <p:cNvPr id="4" name="Picture 3" descr="A white text on an orange background&#10;&#10;Description automatically generated">
            <a:extLst>
              <a:ext uri="{FF2B5EF4-FFF2-40B4-BE49-F238E27FC236}">
                <a16:creationId xmlns:a16="http://schemas.microsoft.com/office/drawing/2014/main" id="{F6F585E3-1BB8-D6A9-36B4-4FF6015D36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77000"/>
            <a:ext cx="874125" cy="381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BDFDF19-5BFF-7C10-E385-5C6D49C098AD}"/>
              </a:ext>
            </a:extLst>
          </p:cNvPr>
          <p:cNvCxnSpPr>
            <a:cxnSpLocks/>
          </p:cNvCxnSpPr>
          <p:nvPr/>
        </p:nvCxnSpPr>
        <p:spPr>
          <a:xfrm>
            <a:off x="8941414" y="3584179"/>
            <a:ext cx="267523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2B242567-1F40-2E3A-C2D1-1579FA58B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0948" y="6348692"/>
            <a:ext cx="503904" cy="356908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29A84D-83B6-4E87-9839-7C59DBEAF3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3BB28C-3800-1B11-5179-00347D69D97E}"/>
              </a:ext>
            </a:extLst>
          </p:cNvPr>
          <p:cNvSpPr txBox="1"/>
          <p:nvPr/>
        </p:nvSpPr>
        <p:spPr>
          <a:xfrm>
            <a:off x="-359366" y="3538"/>
            <a:ext cx="5984616" cy="7218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EF6627"/>
                </a:solidFill>
                <a:latin typeface="+mj-lt"/>
                <a:ea typeface="+mj-ea"/>
                <a:cs typeface="+mj-cs"/>
              </a:rPr>
              <a:t>Wathugahamulla-1</a:t>
            </a:r>
            <a:endParaRPr lang="en-US" sz="4000" b="1" kern="1200" dirty="0">
              <a:solidFill>
                <a:srgbClr val="EF6627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BA0014D-8A5F-A93F-C852-F118E9051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90178"/>
              </p:ext>
            </p:extLst>
          </p:nvPr>
        </p:nvGraphicFramePr>
        <p:xfrm>
          <a:off x="7291848" y="3058160"/>
          <a:ext cx="4481052" cy="927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684">
                  <a:extLst>
                    <a:ext uri="{9D8B030D-6E8A-4147-A177-3AD203B41FA5}">
                      <a16:colId xmlns:a16="http://schemas.microsoft.com/office/drawing/2014/main" val="3423133428"/>
                    </a:ext>
                  </a:extLst>
                </a:gridCol>
                <a:gridCol w="1493684">
                  <a:extLst>
                    <a:ext uri="{9D8B030D-6E8A-4147-A177-3AD203B41FA5}">
                      <a16:colId xmlns:a16="http://schemas.microsoft.com/office/drawing/2014/main" val="2538230302"/>
                    </a:ext>
                  </a:extLst>
                </a:gridCol>
                <a:gridCol w="1493684">
                  <a:extLst>
                    <a:ext uri="{9D8B030D-6E8A-4147-A177-3AD203B41FA5}">
                      <a16:colId xmlns:a16="http://schemas.microsoft.com/office/drawing/2014/main" val="33875866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Pre Avg Daily</a:t>
                      </a:r>
                      <a:b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Traffic (14-15 Jun)</a:t>
                      </a:r>
                      <a:b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(GB/day)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Post Avg Daily</a:t>
                      </a:r>
                      <a:b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Traffic (17-18 Jun)</a:t>
                      </a:r>
                      <a:b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(GB/day)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Traffic Variation</a:t>
                      </a:r>
                      <a:b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(%)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61558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184.26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186.17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1.04%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82409597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213B69DB-8057-EF87-A8C5-F2FE2A995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352" y="1016285"/>
            <a:ext cx="5915851" cy="501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8080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等腰三角形 47">
            <a:extLst>
              <a:ext uri="{FF2B5EF4-FFF2-40B4-BE49-F238E27FC236}">
                <a16:creationId xmlns:a16="http://schemas.microsoft.com/office/drawing/2014/main" id="{D4B3BA1C-2389-42AD-2C6C-187D5D57C97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39688" y="113620"/>
            <a:ext cx="581025" cy="501650"/>
          </a:xfrm>
          <a:prstGeom prst="triangle">
            <a:avLst>
              <a:gd name="adj" fmla="val 50000"/>
            </a:avLst>
          </a:prstGeom>
          <a:solidFill>
            <a:srgbClr val="E95815"/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pic>
        <p:nvPicPr>
          <p:cNvPr id="4" name="Picture 3" descr="A white text on an orange background&#10;&#10;Description automatically generated">
            <a:extLst>
              <a:ext uri="{FF2B5EF4-FFF2-40B4-BE49-F238E27FC236}">
                <a16:creationId xmlns:a16="http://schemas.microsoft.com/office/drawing/2014/main" id="{E27C03AB-FA14-87A4-E409-FFD7CC0C7D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77000"/>
            <a:ext cx="874125" cy="381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B30CE98-9261-B9A5-0DE8-CCE08B3A16DA}"/>
              </a:ext>
            </a:extLst>
          </p:cNvPr>
          <p:cNvCxnSpPr>
            <a:cxnSpLocks/>
          </p:cNvCxnSpPr>
          <p:nvPr/>
        </p:nvCxnSpPr>
        <p:spPr>
          <a:xfrm>
            <a:off x="8941414" y="3584179"/>
            <a:ext cx="267523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C9A746A4-09A6-D717-2461-B61F907AF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0948" y="6348692"/>
            <a:ext cx="503904" cy="356908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29A84D-83B6-4E87-9839-7C59DBEAF3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CC32EB-8071-A6D7-E281-B52E890E323B}"/>
              </a:ext>
            </a:extLst>
          </p:cNvPr>
          <p:cNvSpPr txBox="1"/>
          <p:nvPr/>
        </p:nvSpPr>
        <p:spPr>
          <a:xfrm>
            <a:off x="-1045166" y="3538"/>
            <a:ext cx="5984616" cy="7218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EF6627"/>
                </a:solidFill>
                <a:latin typeface="+mj-lt"/>
                <a:ea typeface="+mj-ea"/>
                <a:cs typeface="+mj-cs"/>
              </a:rPr>
              <a:t>Katuneriya-1</a:t>
            </a:r>
            <a:endParaRPr lang="en-US" sz="4000" b="1" kern="1200" dirty="0">
              <a:solidFill>
                <a:srgbClr val="EF6627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CAF409F-86A2-6D59-9DE4-8F221F93D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352" y="1198294"/>
            <a:ext cx="5707676" cy="44614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929528E-8B9D-9286-54CB-9DE0D66A54AC}"/>
              </a:ext>
            </a:extLst>
          </p:cNvPr>
          <p:cNvSpPr txBox="1"/>
          <p:nvPr/>
        </p:nvSpPr>
        <p:spPr>
          <a:xfrm>
            <a:off x="6516817" y="1343926"/>
            <a:ext cx="3712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Urban population </a:t>
            </a:r>
          </a:p>
        </p:txBody>
      </p:sp>
    </p:spTree>
    <p:extLst>
      <p:ext uri="{BB962C8B-B14F-4D97-AF65-F5344CB8AC3E}">
        <p14:creationId xmlns:p14="http://schemas.microsoft.com/office/powerpoint/2010/main" val="14700715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等腰三角形 47">
            <a:extLst>
              <a:ext uri="{FF2B5EF4-FFF2-40B4-BE49-F238E27FC236}">
                <a16:creationId xmlns:a16="http://schemas.microsoft.com/office/drawing/2014/main" id="{37C2C7A0-67CE-4E63-FECC-7F80E66DF66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39688" y="113620"/>
            <a:ext cx="581025" cy="501650"/>
          </a:xfrm>
          <a:prstGeom prst="triangle">
            <a:avLst>
              <a:gd name="adj" fmla="val 50000"/>
            </a:avLst>
          </a:prstGeom>
          <a:solidFill>
            <a:srgbClr val="E95815"/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pic>
        <p:nvPicPr>
          <p:cNvPr id="4" name="Picture 3" descr="A white text on an orange background&#10;&#10;Description automatically generated">
            <a:extLst>
              <a:ext uri="{FF2B5EF4-FFF2-40B4-BE49-F238E27FC236}">
                <a16:creationId xmlns:a16="http://schemas.microsoft.com/office/drawing/2014/main" id="{105BA7F5-C6B1-0BAB-5BCA-F0BA243223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77000"/>
            <a:ext cx="874125" cy="381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EA301B8-6550-A330-CC62-4D76EA4E94AD}"/>
              </a:ext>
            </a:extLst>
          </p:cNvPr>
          <p:cNvCxnSpPr>
            <a:cxnSpLocks/>
          </p:cNvCxnSpPr>
          <p:nvPr/>
        </p:nvCxnSpPr>
        <p:spPr>
          <a:xfrm>
            <a:off x="8941414" y="3584179"/>
            <a:ext cx="267523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D45D18A8-589F-CD18-3BB1-22369D28C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0948" y="6348692"/>
            <a:ext cx="503904" cy="356908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29A84D-83B6-4E87-9839-7C59DBEAF3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B2A781-FDF2-C63C-958F-AAC3C600DF7E}"/>
              </a:ext>
            </a:extLst>
          </p:cNvPr>
          <p:cNvSpPr txBox="1"/>
          <p:nvPr/>
        </p:nvSpPr>
        <p:spPr>
          <a:xfrm>
            <a:off x="-459950" y="0"/>
            <a:ext cx="5984616" cy="7218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EF6627"/>
                </a:solidFill>
                <a:latin typeface="+mj-lt"/>
                <a:ea typeface="+mj-ea"/>
                <a:cs typeface="+mj-cs"/>
              </a:rPr>
              <a:t>Nattandiyatown-1</a:t>
            </a:r>
            <a:endParaRPr lang="en-US" sz="4000" b="1" kern="1200" dirty="0">
              <a:solidFill>
                <a:srgbClr val="EF6627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92867C7-5091-3636-F438-0942A450E3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3776561"/>
              </p:ext>
            </p:extLst>
          </p:nvPr>
        </p:nvGraphicFramePr>
        <p:xfrm>
          <a:off x="7291848" y="3058160"/>
          <a:ext cx="4481052" cy="927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684">
                  <a:extLst>
                    <a:ext uri="{9D8B030D-6E8A-4147-A177-3AD203B41FA5}">
                      <a16:colId xmlns:a16="http://schemas.microsoft.com/office/drawing/2014/main" val="3423133428"/>
                    </a:ext>
                  </a:extLst>
                </a:gridCol>
                <a:gridCol w="1493684">
                  <a:extLst>
                    <a:ext uri="{9D8B030D-6E8A-4147-A177-3AD203B41FA5}">
                      <a16:colId xmlns:a16="http://schemas.microsoft.com/office/drawing/2014/main" val="2538230302"/>
                    </a:ext>
                  </a:extLst>
                </a:gridCol>
                <a:gridCol w="1493684">
                  <a:extLst>
                    <a:ext uri="{9D8B030D-6E8A-4147-A177-3AD203B41FA5}">
                      <a16:colId xmlns:a16="http://schemas.microsoft.com/office/drawing/2014/main" val="33875866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Pre Avg Daily</a:t>
                      </a:r>
                      <a:b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Traffic (14-15 Jun)</a:t>
                      </a:r>
                      <a:b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(GB/day)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Post Avg Daily</a:t>
                      </a:r>
                      <a:b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Traffic (17-18 Jun)</a:t>
                      </a:r>
                      <a:b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(GB/day)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Traffic Variation</a:t>
                      </a:r>
                      <a:b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(%)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61558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213.26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216.32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1.43%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82409597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431363E3-6AD0-6096-4E8E-357425BBA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352" y="966444"/>
            <a:ext cx="5334744" cy="49251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3AFDD8D-FE25-56A3-6578-CE37A7652AB6}"/>
              </a:ext>
            </a:extLst>
          </p:cNvPr>
          <p:cNvSpPr txBox="1"/>
          <p:nvPr/>
        </p:nvSpPr>
        <p:spPr>
          <a:xfrm>
            <a:off x="7291848" y="4141947"/>
            <a:ext cx="3712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Urban population </a:t>
            </a:r>
          </a:p>
        </p:txBody>
      </p:sp>
    </p:spTree>
    <p:extLst>
      <p:ext uri="{BB962C8B-B14F-4D97-AF65-F5344CB8AC3E}">
        <p14:creationId xmlns:p14="http://schemas.microsoft.com/office/powerpoint/2010/main" val="581370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等腰三角形 47">
            <a:extLst>
              <a:ext uri="{FF2B5EF4-FFF2-40B4-BE49-F238E27FC236}">
                <a16:creationId xmlns:a16="http://schemas.microsoft.com/office/drawing/2014/main" id="{FE65DB92-2A8F-10C2-ECFB-8E2850DB857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39688" y="113620"/>
            <a:ext cx="581025" cy="501650"/>
          </a:xfrm>
          <a:prstGeom prst="triangle">
            <a:avLst>
              <a:gd name="adj" fmla="val 50000"/>
            </a:avLst>
          </a:prstGeom>
          <a:solidFill>
            <a:srgbClr val="E95815"/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pic>
        <p:nvPicPr>
          <p:cNvPr id="4" name="Picture 3" descr="A white text on an orange background&#10;&#10;Description automatically generated">
            <a:extLst>
              <a:ext uri="{FF2B5EF4-FFF2-40B4-BE49-F238E27FC236}">
                <a16:creationId xmlns:a16="http://schemas.microsoft.com/office/drawing/2014/main" id="{7152D2D7-A295-B8B8-EA9C-83B52AF2B68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77000"/>
            <a:ext cx="874125" cy="381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C66BA6-C9FB-3670-6C3D-927EEF545731}"/>
              </a:ext>
            </a:extLst>
          </p:cNvPr>
          <p:cNvCxnSpPr>
            <a:cxnSpLocks/>
          </p:cNvCxnSpPr>
          <p:nvPr/>
        </p:nvCxnSpPr>
        <p:spPr>
          <a:xfrm>
            <a:off x="8941414" y="3584179"/>
            <a:ext cx="267523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DC3B5C28-0367-499F-2C8F-5A387DDA1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0948" y="6348692"/>
            <a:ext cx="503904" cy="356908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29A84D-83B6-4E87-9839-7C59DBEAF3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1215D9-50D7-804F-B5B1-251E21FE164B}"/>
              </a:ext>
            </a:extLst>
          </p:cNvPr>
          <p:cNvSpPr txBox="1"/>
          <p:nvPr/>
        </p:nvSpPr>
        <p:spPr>
          <a:xfrm>
            <a:off x="-825710" y="3538"/>
            <a:ext cx="5984616" cy="7218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EF6627"/>
                </a:solidFill>
                <a:latin typeface="+mj-lt"/>
                <a:ea typeface="+mj-ea"/>
                <a:cs typeface="+mj-cs"/>
              </a:rPr>
              <a:t>Kakkapalliya-1</a:t>
            </a:r>
            <a:endParaRPr lang="en-US" sz="4000" b="1" kern="1200" dirty="0">
              <a:solidFill>
                <a:srgbClr val="EF6627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614C153-A34D-40ED-6963-0BAA4DA669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4267905"/>
              </p:ext>
            </p:extLst>
          </p:nvPr>
        </p:nvGraphicFramePr>
        <p:xfrm>
          <a:off x="7291848" y="3058160"/>
          <a:ext cx="4481052" cy="927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684">
                  <a:extLst>
                    <a:ext uri="{9D8B030D-6E8A-4147-A177-3AD203B41FA5}">
                      <a16:colId xmlns:a16="http://schemas.microsoft.com/office/drawing/2014/main" val="3423133428"/>
                    </a:ext>
                  </a:extLst>
                </a:gridCol>
                <a:gridCol w="1493684">
                  <a:extLst>
                    <a:ext uri="{9D8B030D-6E8A-4147-A177-3AD203B41FA5}">
                      <a16:colId xmlns:a16="http://schemas.microsoft.com/office/drawing/2014/main" val="2538230302"/>
                    </a:ext>
                  </a:extLst>
                </a:gridCol>
                <a:gridCol w="1493684">
                  <a:extLst>
                    <a:ext uri="{9D8B030D-6E8A-4147-A177-3AD203B41FA5}">
                      <a16:colId xmlns:a16="http://schemas.microsoft.com/office/drawing/2014/main" val="33875866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Pre Avg Daily</a:t>
                      </a:r>
                      <a:b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Traffic (14-15 Jun)</a:t>
                      </a:r>
                      <a:b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(GB/day)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Post Avg Daily</a:t>
                      </a:r>
                      <a:b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Traffic (17-18 Jun)</a:t>
                      </a:r>
                      <a:b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(GB/day)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Traffic Variation</a:t>
                      </a:r>
                      <a:b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(%)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61558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127.2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132.4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3.93%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82409597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FF8876DE-828C-2C47-91A1-3CFA5BA5F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650" y="893260"/>
            <a:ext cx="6083952" cy="50714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B0F9F84-20CC-48AE-8A09-7F40ABFFDFAA}"/>
              </a:ext>
            </a:extLst>
          </p:cNvPr>
          <p:cNvSpPr txBox="1"/>
          <p:nvPr/>
        </p:nvSpPr>
        <p:spPr>
          <a:xfrm>
            <a:off x="7291848" y="4326613"/>
            <a:ext cx="432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Sub urban population </a:t>
            </a:r>
          </a:p>
        </p:txBody>
      </p:sp>
    </p:spTree>
    <p:extLst>
      <p:ext uri="{BB962C8B-B14F-4D97-AF65-F5344CB8AC3E}">
        <p14:creationId xmlns:p14="http://schemas.microsoft.com/office/powerpoint/2010/main" val="42530290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等腰三角形 47">
            <a:extLst>
              <a:ext uri="{FF2B5EF4-FFF2-40B4-BE49-F238E27FC236}">
                <a16:creationId xmlns:a16="http://schemas.microsoft.com/office/drawing/2014/main" id="{A5B72197-30C5-0EA3-DEF1-E145AF1F600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39688" y="113620"/>
            <a:ext cx="581025" cy="501650"/>
          </a:xfrm>
          <a:prstGeom prst="triangle">
            <a:avLst>
              <a:gd name="adj" fmla="val 50000"/>
            </a:avLst>
          </a:prstGeom>
          <a:solidFill>
            <a:srgbClr val="E95815"/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pic>
        <p:nvPicPr>
          <p:cNvPr id="4" name="Picture 3" descr="A white text on an orange background&#10;&#10;Description automatically generated">
            <a:extLst>
              <a:ext uri="{FF2B5EF4-FFF2-40B4-BE49-F238E27FC236}">
                <a16:creationId xmlns:a16="http://schemas.microsoft.com/office/drawing/2014/main" id="{E90E9F75-F7C5-0EA8-57BE-F78883649B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77000"/>
            <a:ext cx="874125" cy="381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61D755E-1C54-F8B7-6881-B674466DE266}"/>
              </a:ext>
            </a:extLst>
          </p:cNvPr>
          <p:cNvCxnSpPr>
            <a:cxnSpLocks/>
          </p:cNvCxnSpPr>
          <p:nvPr/>
        </p:nvCxnSpPr>
        <p:spPr>
          <a:xfrm>
            <a:off x="8941414" y="3584179"/>
            <a:ext cx="267523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483F7B66-D62C-1817-3D05-A08432C50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0948" y="6348692"/>
            <a:ext cx="503904" cy="356908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29A84D-83B6-4E87-9839-7C59DBEAF3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F174D4-FD06-D19D-8211-7B94FC2507F0}"/>
              </a:ext>
            </a:extLst>
          </p:cNvPr>
          <p:cNvSpPr txBox="1"/>
          <p:nvPr/>
        </p:nvSpPr>
        <p:spPr>
          <a:xfrm>
            <a:off x="-825710" y="3538"/>
            <a:ext cx="5984616" cy="7218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EF6627"/>
                </a:solidFill>
                <a:latin typeface="+mj-lt"/>
                <a:ea typeface="+mj-ea"/>
                <a:cs typeface="+mj-cs"/>
              </a:rPr>
              <a:t>Kudirippuwa-1</a:t>
            </a:r>
            <a:endParaRPr lang="en-US" sz="4000" b="1" kern="1200" dirty="0">
              <a:solidFill>
                <a:srgbClr val="EF6627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369DCC0-47FE-2439-6E95-5104CF2950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3386779"/>
              </p:ext>
            </p:extLst>
          </p:nvPr>
        </p:nvGraphicFramePr>
        <p:xfrm>
          <a:off x="7291848" y="3058160"/>
          <a:ext cx="4481052" cy="927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684">
                  <a:extLst>
                    <a:ext uri="{9D8B030D-6E8A-4147-A177-3AD203B41FA5}">
                      <a16:colId xmlns:a16="http://schemas.microsoft.com/office/drawing/2014/main" val="3423133428"/>
                    </a:ext>
                  </a:extLst>
                </a:gridCol>
                <a:gridCol w="1493684">
                  <a:extLst>
                    <a:ext uri="{9D8B030D-6E8A-4147-A177-3AD203B41FA5}">
                      <a16:colId xmlns:a16="http://schemas.microsoft.com/office/drawing/2014/main" val="2538230302"/>
                    </a:ext>
                  </a:extLst>
                </a:gridCol>
                <a:gridCol w="1493684">
                  <a:extLst>
                    <a:ext uri="{9D8B030D-6E8A-4147-A177-3AD203B41FA5}">
                      <a16:colId xmlns:a16="http://schemas.microsoft.com/office/drawing/2014/main" val="33875866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Pre Avg Daily</a:t>
                      </a:r>
                      <a:b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Traffic (14-15 Jun)</a:t>
                      </a:r>
                      <a:b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(GB/day)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Post Avg Daily</a:t>
                      </a:r>
                      <a:b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Traffic (17-18 Jun)</a:t>
                      </a:r>
                      <a:b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(GB/day)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Traffic Variation</a:t>
                      </a:r>
                      <a:b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(%)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61558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219.00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200.37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-8.51%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82409597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CA495256-F285-89C7-E65A-8DDC17E5C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1024664"/>
            <a:ext cx="6470016" cy="48086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3CBC92A-197B-067E-B072-AD273B715F34}"/>
              </a:ext>
            </a:extLst>
          </p:cNvPr>
          <p:cNvSpPr txBox="1"/>
          <p:nvPr/>
        </p:nvSpPr>
        <p:spPr>
          <a:xfrm>
            <a:off x="7291848" y="4326613"/>
            <a:ext cx="432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Sub urban population </a:t>
            </a:r>
          </a:p>
        </p:txBody>
      </p:sp>
    </p:spTree>
    <p:extLst>
      <p:ext uri="{BB962C8B-B14F-4D97-AF65-F5344CB8AC3E}">
        <p14:creationId xmlns:p14="http://schemas.microsoft.com/office/powerpoint/2010/main" val="3267956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等腰三角形 47">
            <a:extLst>
              <a:ext uri="{FF2B5EF4-FFF2-40B4-BE49-F238E27FC236}">
                <a16:creationId xmlns:a16="http://schemas.microsoft.com/office/drawing/2014/main" id="{107C6756-67EC-1298-6828-D980940488E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39688" y="113620"/>
            <a:ext cx="581025" cy="501650"/>
          </a:xfrm>
          <a:prstGeom prst="triangle">
            <a:avLst>
              <a:gd name="adj" fmla="val 50000"/>
            </a:avLst>
          </a:prstGeom>
          <a:solidFill>
            <a:srgbClr val="E95815"/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pic>
        <p:nvPicPr>
          <p:cNvPr id="4" name="Picture 3" descr="A white text on an orange background&#10;&#10;Description automatically generated">
            <a:extLst>
              <a:ext uri="{FF2B5EF4-FFF2-40B4-BE49-F238E27FC236}">
                <a16:creationId xmlns:a16="http://schemas.microsoft.com/office/drawing/2014/main" id="{71FB6593-08FD-424A-4C60-782AE7277F0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77000"/>
            <a:ext cx="874125" cy="381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57E6060-2EFF-F4A9-0164-925E2D896063}"/>
              </a:ext>
            </a:extLst>
          </p:cNvPr>
          <p:cNvCxnSpPr>
            <a:cxnSpLocks/>
          </p:cNvCxnSpPr>
          <p:nvPr/>
        </p:nvCxnSpPr>
        <p:spPr>
          <a:xfrm>
            <a:off x="8941414" y="3584179"/>
            <a:ext cx="267523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F4F15314-C612-EF5D-974B-2A1E4A507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0948" y="6348692"/>
            <a:ext cx="503904" cy="356908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29A84D-83B6-4E87-9839-7C59DBEAF3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3E01A5-A701-70E7-F6A6-C7FD8BDDD903}"/>
              </a:ext>
            </a:extLst>
          </p:cNvPr>
          <p:cNvSpPr txBox="1"/>
          <p:nvPr/>
        </p:nvSpPr>
        <p:spPr>
          <a:xfrm>
            <a:off x="-560534" y="20092"/>
            <a:ext cx="5984616" cy="7218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EF6627"/>
                </a:solidFill>
                <a:latin typeface="+mj-lt"/>
                <a:ea typeface="+mj-ea"/>
                <a:cs typeface="+mj-cs"/>
              </a:rPr>
              <a:t>Harendragama-1</a:t>
            </a:r>
            <a:endParaRPr lang="en-US" sz="4000" b="1" kern="1200" dirty="0">
              <a:solidFill>
                <a:srgbClr val="EF6627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FC443B5-6F5F-C916-F129-A7AFB157A2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6353145"/>
              </p:ext>
            </p:extLst>
          </p:nvPr>
        </p:nvGraphicFramePr>
        <p:xfrm>
          <a:off x="7291848" y="3058160"/>
          <a:ext cx="4481052" cy="927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684">
                  <a:extLst>
                    <a:ext uri="{9D8B030D-6E8A-4147-A177-3AD203B41FA5}">
                      <a16:colId xmlns:a16="http://schemas.microsoft.com/office/drawing/2014/main" val="3423133428"/>
                    </a:ext>
                  </a:extLst>
                </a:gridCol>
                <a:gridCol w="1493684">
                  <a:extLst>
                    <a:ext uri="{9D8B030D-6E8A-4147-A177-3AD203B41FA5}">
                      <a16:colId xmlns:a16="http://schemas.microsoft.com/office/drawing/2014/main" val="2538230302"/>
                    </a:ext>
                  </a:extLst>
                </a:gridCol>
                <a:gridCol w="1493684">
                  <a:extLst>
                    <a:ext uri="{9D8B030D-6E8A-4147-A177-3AD203B41FA5}">
                      <a16:colId xmlns:a16="http://schemas.microsoft.com/office/drawing/2014/main" val="33875866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Pre Avg Daily</a:t>
                      </a:r>
                      <a:b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Traffic (14-15 Jun)</a:t>
                      </a:r>
                      <a:b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(GB/day)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Post Avg Daily</a:t>
                      </a:r>
                      <a:b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Traffic (17-18 Jun)</a:t>
                      </a:r>
                      <a:b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(GB/day)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Traffic Variation</a:t>
                      </a:r>
                      <a:b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(%)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61558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254.69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247.20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-2.94%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82409597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38E28DE7-C62A-FEB6-765A-932E49A6D1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352" y="875943"/>
            <a:ext cx="5706271" cy="510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7786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97762" y="640080"/>
            <a:ext cx="6251110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dirty="0">
                <a:latin typeface="+mj-lt"/>
                <a:cs typeface="+mj-cs"/>
              </a:rPr>
              <a:t>Q &amp; A</a:t>
            </a:r>
          </a:p>
        </p:txBody>
      </p:sp>
      <p:pic>
        <p:nvPicPr>
          <p:cNvPr id="15" name="Picture 5" descr="Question mark against red wall">
            <a:extLst>
              <a:ext uri="{FF2B5EF4-FFF2-40B4-BE49-F238E27FC236}">
                <a16:creationId xmlns:a16="http://schemas.microsoft.com/office/drawing/2014/main" id="{FB7D95EA-A64D-8370-CF7E-7C3E008125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7809" r="1105" b="1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1038A3AC-E332-4944-9F22-8ED6617DC568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cs typeface="+mn-cs"/>
              </a:rPr>
              <a:pPr>
                <a:spcAft>
                  <a:spcPts val="600"/>
                </a:spcAft>
                <a:defRPr/>
              </a:pPr>
              <a:t>43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  <a:cs typeface="+mn-cs"/>
            </a:endParaRPr>
          </a:p>
        </p:txBody>
      </p:sp>
      <p:pic>
        <p:nvPicPr>
          <p:cNvPr id="3" name="Picture 2" descr="A white text on an orange background&#10;&#10;Description automatically generated">
            <a:extLst>
              <a:ext uri="{FF2B5EF4-FFF2-40B4-BE49-F238E27FC236}">
                <a16:creationId xmlns:a16="http://schemas.microsoft.com/office/drawing/2014/main" id="{A5DD4EDE-B7D1-FEF2-AA56-342987836F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77000"/>
            <a:ext cx="874125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0496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6100" y="2183415"/>
            <a:ext cx="6019800" cy="2491169"/>
          </a:xfrm>
        </p:spPr>
        <p:txBody>
          <a:bodyPr>
            <a:normAutofit/>
          </a:bodyPr>
          <a:lstStyle/>
          <a:p>
            <a:pPr algn="ctr"/>
            <a:r>
              <a:rPr lang="en-US" sz="6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Thank You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8A3AC-E332-4944-9F22-8ED6617DC568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44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pic>
        <p:nvPicPr>
          <p:cNvPr id="3" name="Picture 2" descr="A white text on an orange background&#10;&#10;Description automatically generated">
            <a:extLst>
              <a:ext uri="{FF2B5EF4-FFF2-40B4-BE49-F238E27FC236}">
                <a16:creationId xmlns:a16="http://schemas.microsoft.com/office/drawing/2014/main" id="{F2ACFD96-8143-1ADF-9A4B-03F5D99347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77000"/>
            <a:ext cx="874125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537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6814094-7fc6-4254-96a5-684dee2e93e2}" enabled="0" method="" siteId="{06814094-7fc6-4254-96a5-684dee2e93e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4621</TotalTime>
  <Words>1716</Words>
  <Application>Microsoft Office PowerPoint</Application>
  <PresentationFormat>Widescreen</PresentationFormat>
  <Paragraphs>525</Paragraphs>
  <Slides>44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4" baseType="lpstr">
      <vt:lpstr>微软雅黑</vt:lpstr>
      <vt:lpstr>Aptos</vt:lpstr>
      <vt:lpstr>Aptos Display</vt:lpstr>
      <vt:lpstr>Aptos Narrow</vt:lpstr>
      <vt:lpstr>Arial</vt:lpstr>
      <vt:lpstr>Calibri</vt:lpstr>
      <vt:lpstr>Gotham</vt:lpstr>
      <vt:lpstr>Product Sans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 &amp; A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Damindu Dissanayake</dc:creator>
  <cp:lastModifiedBy>Damindu Dissanayake</cp:lastModifiedBy>
  <cp:revision>39</cp:revision>
  <dcterms:created xsi:type="dcterms:W3CDTF">2026-03-27T05:51:07Z</dcterms:created>
  <dcterms:modified xsi:type="dcterms:W3CDTF">2026-07-06T09:25:48Z</dcterms:modified>
</cp:coreProperties>
</file>