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5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7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  <p:sldMasterId id="2147483795" r:id="rId2"/>
  </p:sldMasterIdLst>
  <p:notesMasterIdLst>
    <p:notesMasterId r:id="rId24"/>
  </p:notesMasterIdLst>
  <p:handoutMasterIdLst>
    <p:handoutMasterId r:id="rId25"/>
  </p:handoutMasterIdLst>
  <p:sldIdLst>
    <p:sldId id="2001" r:id="rId3"/>
    <p:sldId id="1953" r:id="rId4"/>
    <p:sldId id="2024" r:id="rId5"/>
    <p:sldId id="1955" r:id="rId6"/>
    <p:sldId id="1961" r:id="rId7"/>
    <p:sldId id="2022" r:id="rId8"/>
    <p:sldId id="1963" r:id="rId9"/>
    <p:sldId id="1962" r:id="rId10"/>
    <p:sldId id="2021" r:id="rId11"/>
    <p:sldId id="2025" r:id="rId12"/>
    <p:sldId id="2013" r:id="rId13"/>
    <p:sldId id="2032" r:id="rId14"/>
    <p:sldId id="2019" r:id="rId15"/>
    <p:sldId id="2033" r:id="rId16"/>
    <p:sldId id="2011" r:id="rId17"/>
    <p:sldId id="2027" r:id="rId18"/>
    <p:sldId id="2031" r:id="rId19"/>
    <p:sldId id="2034" r:id="rId20"/>
    <p:sldId id="2035" r:id="rId21"/>
    <p:sldId id="1979" r:id="rId22"/>
    <p:sldId id="1985" r:id="rId23"/>
  </p:sldIdLst>
  <p:sldSz cx="12192000" cy="6858000"/>
  <p:notesSz cx="6669088" cy="9926638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roy Thomas" initials="MT" lastIdx="1" clrIdx="0"/>
  <p:cmAuthor id="2" name="Mohamed Hamdhy Hassen" initials="MHH" lastIdx="1" clrIdx="1">
    <p:extLst>
      <p:ext uri="{19B8F6BF-5375-455C-9EA6-DF929625EA0E}">
        <p15:presenceInfo xmlns:p15="http://schemas.microsoft.com/office/powerpoint/2012/main" userId="S-1-5-21-440782762-2236782948-1155048517-24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AFCFA0"/>
    <a:srgbClr val="FFD589"/>
    <a:srgbClr val="E15859"/>
    <a:srgbClr val="F1D889"/>
    <a:srgbClr val="FFE8CB"/>
    <a:srgbClr val="F4B183"/>
    <a:srgbClr val="7F7F7F"/>
    <a:srgbClr val="D9D9D9"/>
    <a:srgbClr val="E8E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255904-35EA-4584-A334-A9BAED7BB6C0}" v="156" dt="2026-07-06T06:09:01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2917" autoAdjust="0"/>
  </p:normalViewPr>
  <p:slideViewPr>
    <p:cSldViewPr>
      <p:cViewPr varScale="1">
        <p:scale>
          <a:sx n="92" d="100"/>
          <a:sy n="92" d="100"/>
        </p:scale>
        <p:origin x="1314" y="78"/>
      </p:cViewPr>
      <p:guideLst>
        <p:guide orient="horz" pos="2160"/>
        <p:guide pos="3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38"/>
    </p:cViewPr>
  </p:sorterViewPr>
  <p:notesViewPr>
    <p:cSldViewPr>
      <p:cViewPr varScale="1">
        <p:scale>
          <a:sx n="48" d="100"/>
          <a:sy n="48" d="100"/>
        </p:scale>
        <p:origin x="304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il Dissanayake" userId="4b0cfc9a-dcb3-4984-abd8-661587220413" providerId="ADAL" clId="{F18F9E4F-1D0E-4AF4-B3E3-B82336B5498C}"/>
    <pc:docChg chg="undo redo custSel addSld delSld modSld sldOrd">
      <pc:chgData name="Sethil Dissanayake" userId="4b0cfc9a-dcb3-4984-abd8-661587220413" providerId="ADAL" clId="{F18F9E4F-1D0E-4AF4-B3E3-B82336B5498C}" dt="2026-07-06T06:09:03.528" v="914" actId="478"/>
      <pc:docMkLst>
        <pc:docMk/>
      </pc:docMkLst>
      <pc:sldChg chg="modSp mod">
        <pc:chgData name="Sethil Dissanayake" userId="4b0cfc9a-dcb3-4984-abd8-661587220413" providerId="ADAL" clId="{F18F9E4F-1D0E-4AF4-B3E3-B82336B5498C}" dt="2026-07-03T04:55:39.051" v="145" actId="20577"/>
        <pc:sldMkLst>
          <pc:docMk/>
          <pc:sldMk cId="3462778901" sldId="1953"/>
        </pc:sldMkLst>
        <pc:spChg chg="mod">
          <ac:chgData name="Sethil Dissanayake" userId="4b0cfc9a-dcb3-4984-abd8-661587220413" providerId="ADAL" clId="{F18F9E4F-1D0E-4AF4-B3E3-B82336B5498C}" dt="2026-07-03T04:55:39.051" v="145" actId="20577"/>
          <ac:spMkLst>
            <pc:docMk/>
            <pc:sldMk cId="3462778901" sldId="1953"/>
            <ac:spMk id="68" creationId="{438E11FF-1DB9-8AB4-24C1-19891EE42BE3}"/>
          </ac:spMkLst>
        </pc:spChg>
      </pc:sldChg>
      <pc:sldChg chg="ord">
        <pc:chgData name="Sethil Dissanayake" userId="4b0cfc9a-dcb3-4984-abd8-661587220413" providerId="ADAL" clId="{F18F9E4F-1D0E-4AF4-B3E3-B82336B5498C}" dt="2026-07-01T11:37:22.110" v="117"/>
        <pc:sldMkLst>
          <pc:docMk/>
          <pc:sldMk cId="3211480799" sldId="1963"/>
        </pc:sldMkLst>
      </pc:sldChg>
      <pc:sldChg chg="addSp delSp modSp mod">
        <pc:chgData name="Sethil Dissanayake" userId="4b0cfc9a-dcb3-4984-abd8-661587220413" providerId="ADAL" clId="{F18F9E4F-1D0E-4AF4-B3E3-B82336B5498C}" dt="2026-07-05T16:59:42.290" v="437" actId="1076"/>
        <pc:sldMkLst>
          <pc:docMk/>
          <pc:sldMk cId="696996112" sldId="2011"/>
        </pc:sldMkLst>
        <pc:spChg chg="add mod">
          <ac:chgData name="Sethil Dissanayake" userId="4b0cfc9a-dcb3-4984-abd8-661587220413" providerId="ADAL" clId="{F18F9E4F-1D0E-4AF4-B3E3-B82336B5498C}" dt="2026-07-05T16:58:50.952" v="433" actId="1076"/>
          <ac:spMkLst>
            <pc:docMk/>
            <pc:sldMk cId="696996112" sldId="2011"/>
            <ac:spMk id="2" creationId="{060EDCA3-7ADB-8751-62EE-CAAE6F57C5F4}"/>
          </ac:spMkLst>
        </pc:spChg>
        <pc:spChg chg="add del">
          <ac:chgData name="Sethil Dissanayake" userId="4b0cfc9a-dcb3-4984-abd8-661587220413" providerId="ADAL" clId="{F18F9E4F-1D0E-4AF4-B3E3-B82336B5498C}" dt="2026-07-05T16:58:44.402" v="432" actId="11529"/>
          <ac:spMkLst>
            <pc:docMk/>
            <pc:sldMk cId="696996112" sldId="2011"/>
            <ac:spMk id="3" creationId="{73E6858B-D1CC-A6E1-4D4B-F8C185E689FD}"/>
          </ac:spMkLst>
        </pc:spChg>
        <pc:spChg chg="add del mod">
          <ac:chgData name="Sethil Dissanayake" userId="4b0cfc9a-dcb3-4984-abd8-661587220413" providerId="ADAL" clId="{F18F9E4F-1D0E-4AF4-B3E3-B82336B5498C}" dt="2026-07-05T16:59:42.290" v="437" actId="1076"/>
          <ac:spMkLst>
            <pc:docMk/>
            <pc:sldMk cId="696996112" sldId="2011"/>
            <ac:spMk id="7" creationId="{B90C5952-8715-66D1-CE4A-2B7CA8285341}"/>
          </ac:spMkLst>
        </pc:spChg>
        <pc:spChg chg="add mod">
          <ac:chgData name="Sethil Dissanayake" userId="4b0cfc9a-dcb3-4984-abd8-661587220413" providerId="ADAL" clId="{F18F9E4F-1D0E-4AF4-B3E3-B82336B5498C}" dt="2026-07-05T16:59:15.570" v="436" actId="688"/>
          <ac:spMkLst>
            <pc:docMk/>
            <pc:sldMk cId="696996112" sldId="2011"/>
            <ac:spMk id="8" creationId="{6AF8A205-C650-AB38-1B3B-FDC84A1232B9}"/>
          </ac:spMkLst>
        </pc:spChg>
        <pc:picChg chg="mod modCrop">
          <ac:chgData name="Sethil Dissanayake" userId="4b0cfc9a-dcb3-4984-abd8-661587220413" providerId="ADAL" clId="{F18F9E4F-1D0E-4AF4-B3E3-B82336B5498C}" dt="2026-07-03T09:10:38.906" v="237" actId="732"/>
          <ac:picMkLst>
            <pc:docMk/>
            <pc:sldMk cId="696996112" sldId="2011"/>
            <ac:picMk id="6" creationId="{666914BF-6F18-52F1-F719-48C1A7258140}"/>
          </ac:picMkLst>
        </pc:picChg>
        <pc:picChg chg="mod">
          <ac:chgData name="Sethil Dissanayake" userId="4b0cfc9a-dcb3-4984-abd8-661587220413" providerId="ADAL" clId="{F18F9E4F-1D0E-4AF4-B3E3-B82336B5498C}" dt="2026-07-03T09:12:30.307" v="238" actId="14826"/>
          <ac:picMkLst>
            <pc:docMk/>
            <pc:sldMk cId="696996112" sldId="2011"/>
            <ac:picMk id="13" creationId="{9AD787C8-A1CD-FE4D-E0E4-46D36BDC10F8}"/>
          </ac:picMkLst>
        </pc:picChg>
      </pc:sldChg>
      <pc:sldChg chg="addSp delSp modSp mod">
        <pc:chgData name="Sethil Dissanayake" userId="4b0cfc9a-dcb3-4984-abd8-661587220413" providerId="ADAL" clId="{F18F9E4F-1D0E-4AF4-B3E3-B82336B5498C}" dt="2026-07-06T06:09:03.528" v="914" actId="478"/>
        <pc:sldMkLst>
          <pc:docMk/>
          <pc:sldMk cId="3642874555" sldId="2019"/>
        </pc:sldMkLst>
        <pc:graphicFrameChg chg="add mod modGraphic">
          <ac:chgData name="Sethil Dissanayake" userId="4b0cfc9a-dcb3-4984-abd8-661587220413" providerId="ADAL" clId="{F18F9E4F-1D0E-4AF4-B3E3-B82336B5498C}" dt="2026-07-06T06:09:01.932" v="913"/>
          <ac:graphicFrameMkLst>
            <pc:docMk/>
            <pc:sldMk cId="3642874555" sldId="2019"/>
            <ac:graphicFrameMk id="2" creationId="{D1AE9564-BED1-90D4-D79B-68C78A95C798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06T06:08:44.182" v="908"/>
          <ac:graphicFrameMkLst>
            <pc:docMk/>
            <pc:sldMk cId="3642874555" sldId="2019"/>
            <ac:graphicFrameMk id="3" creationId="{7CAB2167-8F4F-9AC9-D0B8-B719F0166D77}"/>
          </ac:graphicFrameMkLst>
        </pc:graphicFrameChg>
        <pc:graphicFrameChg chg="add del mod">
          <ac:chgData name="Sethil Dissanayake" userId="4b0cfc9a-dcb3-4984-abd8-661587220413" providerId="ADAL" clId="{F18F9E4F-1D0E-4AF4-B3E3-B82336B5498C}" dt="2026-07-06T06:09:03.528" v="914" actId="478"/>
          <ac:graphicFrameMkLst>
            <pc:docMk/>
            <pc:sldMk cId="3642874555" sldId="2019"/>
            <ac:graphicFrameMk id="5" creationId="{BBD8F77B-5BB5-C222-022E-C8EA18637C20}"/>
          </ac:graphicFrameMkLst>
        </pc:graphicFrameChg>
        <pc:picChg chg="add mod">
          <ac:chgData name="Sethil Dissanayake" userId="4b0cfc9a-dcb3-4984-abd8-661587220413" providerId="ADAL" clId="{F18F9E4F-1D0E-4AF4-B3E3-B82336B5498C}" dt="2026-07-03T06:06:47.384" v="200" actId="1076"/>
          <ac:picMkLst>
            <pc:docMk/>
            <pc:sldMk cId="3642874555" sldId="2019"/>
            <ac:picMk id="10" creationId="{B9ECFB92-CF37-6090-3ED9-FF924585C45B}"/>
          </ac:picMkLst>
        </pc:picChg>
        <pc:picChg chg="add mod">
          <ac:chgData name="Sethil Dissanayake" userId="4b0cfc9a-dcb3-4984-abd8-661587220413" providerId="ADAL" clId="{F18F9E4F-1D0E-4AF4-B3E3-B82336B5498C}" dt="2026-07-03T06:07:08.912" v="209" actId="1076"/>
          <ac:picMkLst>
            <pc:docMk/>
            <pc:sldMk cId="3642874555" sldId="2019"/>
            <ac:picMk id="16" creationId="{3513BB91-5220-2AFB-8322-E626C322D57A}"/>
          </ac:picMkLst>
        </pc:picChg>
      </pc:sldChg>
      <pc:sldChg chg="addSp delSp modSp mod">
        <pc:chgData name="Sethil Dissanayake" userId="4b0cfc9a-dcb3-4984-abd8-661587220413" providerId="ADAL" clId="{F18F9E4F-1D0E-4AF4-B3E3-B82336B5498C}" dt="2026-07-06T05:00:41.641" v="731" actId="478"/>
        <pc:sldMkLst>
          <pc:docMk/>
          <pc:sldMk cId="3775325743" sldId="2024"/>
        </pc:sldMkLst>
        <pc:graphicFrameChg chg="mod modGraphic">
          <ac:chgData name="Sethil Dissanayake" userId="4b0cfc9a-dcb3-4984-abd8-661587220413" providerId="ADAL" clId="{F18F9E4F-1D0E-4AF4-B3E3-B82336B5498C}" dt="2026-07-06T05:00:06.195" v="730"/>
          <ac:graphicFrameMkLst>
            <pc:docMk/>
            <pc:sldMk cId="3775325743" sldId="2024"/>
            <ac:graphicFrameMk id="2" creationId="{53E4A794-874C-2DA8-FCF7-2A30E6FA08CC}"/>
          </ac:graphicFrameMkLst>
        </pc:graphicFrameChg>
        <pc:graphicFrameChg chg="add del mod modGraphic">
          <ac:chgData name="Sethil Dissanayake" userId="4b0cfc9a-dcb3-4984-abd8-661587220413" providerId="ADAL" clId="{F18F9E4F-1D0E-4AF4-B3E3-B82336B5498C}" dt="2026-07-06T05:00:41.641" v="731" actId="478"/>
          <ac:graphicFrameMkLst>
            <pc:docMk/>
            <pc:sldMk cId="3775325743" sldId="2024"/>
            <ac:graphicFrameMk id="5" creationId="{8AD3580C-95C2-4F8F-D934-8FA0FA17A56E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01T11:27:04.029" v="98" actId="1076"/>
          <ac:graphicFrameMkLst>
            <pc:docMk/>
            <pc:sldMk cId="3775325743" sldId="2024"/>
            <ac:graphicFrameMk id="7" creationId="{4FF5D081-E1B8-42A7-46BF-35E6A8EC9C62}"/>
          </ac:graphicFrameMkLst>
        </pc:graphicFrameChg>
        <pc:picChg chg="mod">
          <ac:chgData name="Sethil Dissanayake" userId="4b0cfc9a-dcb3-4984-abd8-661587220413" providerId="ADAL" clId="{F18F9E4F-1D0E-4AF4-B3E3-B82336B5498C}" dt="2026-07-01T11:27:10.629" v="100" actId="1076"/>
          <ac:picMkLst>
            <pc:docMk/>
            <pc:sldMk cId="3775325743" sldId="2024"/>
            <ac:picMk id="8" creationId="{55F08760-E531-7096-8DB4-67A649A0DB2E}"/>
          </ac:picMkLst>
        </pc:picChg>
      </pc:sldChg>
      <pc:sldChg chg="delSp modSp mod">
        <pc:chgData name="Sethil Dissanayake" userId="4b0cfc9a-dcb3-4984-abd8-661587220413" providerId="ADAL" clId="{F18F9E4F-1D0E-4AF4-B3E3-B82336B5498C}" dt="2026-07-03T09:08:14.237" v="235" actId="14100"/>
        <pc:sldMkLst>
          <pc:docMk/>
          <pc:sldMk cId="2608263543" sldId="2027"/>
        </pc:sldMkLst>
        <pc:spChg chg="mod">
          <ac:chgData name="Sethil Dissanayake" userId="4b0cfc9a-dcb3-4984-abd8-661587220413" providerId="ADAL" clId="{F18F9E4F-1D0E-4AF4-B3E3-B82336B5498C}" dt="2026-07-03T09:07:24.857" v="232" actId="20577"/>
          <ac:spMkLst>
            <pc:docMk/>
            <pc:sldMk cId="2608263543" sldId="2027"/>
            <ac:spMk id="10" creationId="{A7CB29B8-BEB6-F159-B080-F81316F62C32}"/>
          </ac:spMkLst>
        </pc:spChg>
        <pc:picChg chg="mod">
          <ac:chgData name="Sethil Dissanayake" userId="4b0cfc9a-dcb3-4984-abd8-661587220413" providerId="ADAL" clId="{F18F9E4F-1D0E-4AF4-B3E3-B82336B5498C}" dt="2026-07-03T09:08:14.237" v="235" actId="14100"/>
          <ac:picMkLst>
            <pc:docMk/>
            <pc:sldMk cId="2608263543" sldId="2027"/>
            <ac:picMk id="6" creationId="{9F54A258-92DC-6902-509A-5CF77DA237F5}"/>
          </ac:picMkLst>
        </pc:picChg>
      </pc:sldChg>
      <pc:sldChg chg="addSp modSp mod">
        <pc:chgData name="Sethil Dissanayake" userId="4b0cfc9a-dcb3-4984-abd8-661587220413" providerId="ADAL" clId="{F18F9E4F-1D0E-4AF4-B3E3-B82336B5498C}" dt="2026-07-05T17:06:54.980" v="512" actId="20577"/>
        <pc:sldMkLst>
          <pc:docMk/>
          <pc:sldMk cId="2785436848" sldId="2031"/>
        </pc:sldMkLst>
        <pc:spChg chg="mod">
          <ac:chgData name="Sethil Dissanayake" userId="4b0cfc9a-dcb3-4984-abd8-661587220413" providerId="ADAL" clId="{F18F9E4F-1D0E-4AF4-B3E3-B82336B5498C}" dt="2026-07-05T17:06:54.980" v="512" actId="20577"/>
          <ac:spMkLst>
            <pc:docMk/>
            <pc:sldMk cId="2785436848" sldId="2031"/>
            <ac:spMk id="2" creationId="{50496E24-65AE-845F-0EDB-88867C306A30}"/>
          </ac:spMkLst>
        </pc:spChg>
        <pc:spChg chg="add mod">
          <ac:chgData name="Sethil Dissanayake" userId="4b0cfc9a-dcb3-4984-abd8-661587220413" providerId="ADAL" clId="{F18F9E4F-1D0E-4AF4-B3E3-B82336B5498C}" dt="2026-07-05T17:05:48.204" v="484" actId="1076"/>
          <ac:spMkLst>
            <pc:docMk/>
            <pc:sldMk cId="2785436848" sldId="2031"/>
            <ac:spMk id="6" creationId="{A272CBB6-1D4E-F3A1-070B-2188A158423E}"/>
          </ac:spMkLst>
        </pc:spChg>
        <pc:spChg chg="add mod">
          <ac:chgData name="Sethil Dissanayake" userId="4b0cfc9a-dcb3-4984-abd8-661587220413" providerId="ADAL" clId="{F18F9E4F-1D0E-4AF4-B3E3-B82336B5498C}" dt="2026-07-05T17:06:20.809" v="488"/>
          <ac:spMkLst>
            <pc:docMk/>
            <pc:sldMk cId="2785436848" sldId="2031"/>
            <ac:spMk id="10" creationId="{43AE33AD-F9B1-FA10-A080-C59A032828EC}"/>
          </ac:spMkLst>
        </pc:spChg>
        <pc:spChg chg="mod">
          <ac:chgData name="Sethil Dissanayake" userId="4b0cfc9a-dcb3-4984-abd8-661587220413" providerId="ADAL" clId="{F18F9E4F-1D0E-4AF4-B3E3-B82336B5498C}" dt="2026-07-05T17:03:35.730" v="458" actId="1076"/>
          <ac:spMkLst>
            <pc:docMk/>
            <pc:sldMk cId="2785436848" sldId="2031"/>
            <ac:spMk id="12" creationId="{227E7454-9DD1-5C23-B6C2-5743CCFA6C83}"/>
          </ac:spMkLst>
        </pc:spChg>
        <pc:spChg chg="mod">
          <ac:chgData name="Sethil Dissanayake" userId="4b0cfc9a-dcb3-4984-abd8-661587220413" providerId="ADAL" clId="{F18F9E4F-1D0E-4AF4-B3E3-B82336B5498C}" dt="2026-07-05T17:04:07.784" v="463" actId="20577"/>
          <ac:spMkLst>
            <pc:docMk/>
            <pc:sldMk cId="2785436848" sldId="2031"/>
            <ac:spMk id="13" creationId="{5075DCFF-FDC1-78BA-E3F7-43AAC8F241B0}"/>
          </ac:spMkLst>
        </pc:spChg>
        <pc:picChg chg="add mod">
          <ac:chgData name="Sethil Dissanayake" userId="4b0cfc9a-dcb3-4984-abd8-661587220413" providerId="ADAL" clId="{F18F9E4F-1D0E-4AF4-B3E3-B82336B5498C}" dt="2026-07-05T17:06:28.352" v="489" actId="14100"/>
          <ac:picMkLst>
            <pc:docMk/>
            <pc:sldMk cId="2785436848" sldId="2031"/>
            <ac:picMk id="4" creationId="{C71531AF-3D74-7897-C099-2AB386FA82B8}"/>
          </ac:picMkLst>
        </pc:picChg>
        <pc:picChg chg="mod">
          <ac:chgData name="Sethil Dissanayake" userId="4b0cfc9a-dcb3-4984-abd8-661587220413" providerId="ADAL" clId="{F18F9E4F-1D0E-4AF4-B3E3-B82336B5498C}" dt="2026-07-05T17:03:35.730" v="458" actId="1076"/>
          <ac:picMkLst>
            <pc:docMk/>
            <pc:sldMk cId="2785436848" sldId="2031"/>
            <ac:picMk id="7" creationId="{24C0BECD-5093-6CA4-E4BF-F8F41DD34B08}"/>
          </ac:picMkLst>
        </pc:picChg>
        <pc:picChg chg="add mod">
          <ac:chgData name="Sethil Dissanayake" userId="4b0cfc9a-dcb3-4984-abd8-661587220413" providerId="ADAL" clId="{F18F9E4F-1D0E-4AF4-B3E3-B82336B5498C}" dt="2026-07-05T17:06:31.752" v="490" actId="14100"/>
          <ac:picMkLst>
            <pc:docMk/>
            <pc:sldMk cId="2785436848" sldId="2031"/>
            <ac:picMk id="9" creationId="{C5620F3D-5EB7-D087-D263-B7D9B2D66010}"/>
          </ac:picMkLst>
        </pc:picChg>
        <pc:picChg chg="mod">
          <ac:chgData name="Sethil Dissanayake" userId="4b0cfc9a-dcb3-4984-abd8-661587220413" providerId="ADAL" clId="{F18F9E4F-1D0E-4AF4-B3E3-B82336B5498C}" dt="2026-07-05T17:03:46.742" v="459" actId="1076"/>
          <ac:picMkLst>
            <pc:docMk/>
            <pc:sldMk cId="2785436848" sldId="2031"/>
            <ac:picMk id="19" creationId="{4EC01248-5356-2598-A78B-74064D7549E5}"/>
          </ac:picMkLst>
        </pc:picChg>
      </pc:sldChg>
      <pc:sldChg chg="delSp modSp add mod setBg delDesignElem">
        <pc:chgData name="Sethil Dissanayake" userId="4b0cfc9a-dcb3-4984-abd8-661587220413" providerId="ADAL" clId="{F18F9E4F-1D0E-4AF4-B3E3-B82336B5498C}" dt="2026-07-06T06:06:32.337" v="900" actId="14826"/>
        <pc:sldMkLst>
          <pc:docMk/>
          <pc:sldMk cId="2833842516" sldId="2032"/>
        </pc:sldMkLst>
        <pc:spChg chg="mod">
          <ac:chgData name="Sethil Dissanayake" userId="4b0cfc9a-dcb3-4984-abd8-661587220413" providerId="ADAL" clId="{F18F9E4F-1D0E-4AF4-B3E3-B82336B5498C}" dt="2026-07-05T15:36:21.452" v="362" actId="20577"/>
          <ac:spMkLst>
            <pc:docMk/>
            <pc:sldMk cId="2833842516" sldId="2032"/>
            <ac:spMk id="10" creationId="{4054522C-AF82-9DB6-96E5-A6F1E381CEB6}"/>
          </ac:spMkLst>
        </pc:spChg>
        <pc:picChg chg="mod">
          <ac:chgData name="Sethil Dissanayake" userId="4b0cfc9a-dcb3-4984-abd8-661587220413" providerId="ADAL" clId="{F18F9E4F-1D0E-4AF4-B3E3-B82336B5498C}" dt="2026-07-06T06:06:06.480" v="898" actId="14826"/>
          <ac:picMkLst>
            <pc:docMk/>
            <pc:sldMk cId="2833842516" sldId="2032"/>
            <ac:picMk id="5" creationId="{08DA235E-2CCF-409E-8968-6D25175DDBA3}"/>
          </ac:picMkLst>
        </pc:picChg>
        <pc:picChg chg="mod">
          <ac:chgData name="Sethil Dissanayake" userId="4b0cfc9a-dcb3-4984-abd8-661587220413" providerId="ADAL" clId="{F18F9E4F-1D0E-4AF4-B3E3-B82336B5498C}" dt="2026-07-06T06:06:23.812" v="899" actId="14826"/>
          <ac:picMkLst>
            <pc:docMk/>
            <pc:sldMk cId="2833842516" sldId="2032"/>
            <ac:picMk id="11" creationId="{91421BFD-4DD3-5D74-239C-0180175E44D8}"/>
          </ac:picMkLst>
        </pc:picChg>
        <pc:picChg chg="mod">
          <ac:chgData name="Sethil Dissanayake" userId="4b0cfc9a-dcb3-4984-abd8-661587220413" providerId="ADAL" clId="{F18F9E4F-1D0E-4AF4-B3E3-B82336B5498C}" dt="2026-07-06T06:06:32.337" v="900" actId="14826"/>
          <ac:picMkLst>
            <pc:docMk/>
            <pc:sldMk cId="2833842516" sldId="2032"/>
            <ac:picMk id="14" creationId="{D67F3A48-DF70-0B6F-2406-0EEA8134E4E7}"/>
          </ac:picMkLst>
        </pc:picChg>
      </pc:sldChg>
      <pc:sldChg chg="addSp delSp modSp add mod ord">
        <pc:chgData name="Sethil Dissanayake" userId="4b0cfc9a-dcb3-4984-abd8-661587220413" providerId="ADAL" clId="{F18F9E4F-1D0E-4AF4-B3E3-B82336B5498C}" dt="2026-07-06T05:16:27.857" v="756"/>
        <pc:sldMkLst>
          <pc:docMk/>
          <pc:sldMk cId="4188390271" sldId="2033"/>
        </pc:sldMkLst>
        <pc:spChg chg="mod">
          <ac:chgData name="Sethil Dissanayake" userId="4b0cfc9a-dcb3-4984-abd8-661587220413" providerId="ADAL" clId="{F18F9E4F-1D0E-4AF4-B3E3-B82336B5498C}" dt="2026-07-03T10:45:44.939" v="291" actId="26606"/>
          <ac:spMkLst>
            <pc:docMk/>
            <pc:sldMk cId="4188390271" sldId="2033"/>
            <ac:spMk id="2" creationId="{916720AE-262D-D596-C94B-563F1482CA67}"/>
          </ac:spMkLst>
        </pc:spChg>
        <pc:spChg chg="add mod">
          <ac:chgData name="Sethil Dissanayake" userId="4b0cfc9a-dcb3-4984-abd8-661587220413" providerId="ADAL" clId="{F18F9E4F-1D0E-4AF4-B3E3-B82336B5498C}" dt="2026-07-05T15:49:18.677" v="396" actId="20577"/>
          <ac:spMkLst>
            <pc:docMk/>
            <pc:sldMk cId="4188390271" sldId="2033"/>
            <ac:spMk id="4" creationId="{3C530815-F838-2245-7BB9-CFC86106E355}"/>
          </ac:spMkLst>
        </pc:spChg>
        <pc:spChg chg="mod ord">
          <ac:chgData name="Sethil Dissanayake" userId="4b0cfc9a-dcb3-4984-abd8-661587220413" providerId="ADAL" clId="{F18F9E4F-1D0E-4AF4-B3E3-B82336B5498C}" dt="2026-07-03T10:45:44.939" v="291" actId="26606"/>
          <ac:spMkLst>
            <pc:docMk/>
            <pc:sldMk cId="4188390271" sldId="2033"/>
            <ac:spMk id="5" creationId="{FB039305-FE82-E9D9-D264-F1AF3C716FC2}"/>
          </ac:spMkLst>
        </pc:spChg>
        <pc:spChg chg="add mod">
          <ac:chgData name="Sethil Dissanayake" userId="4b0cfc9a-dcb3-4984-abd8-661587220413" providerId="ADAL" clId="{F18F9E4F-1D0E-4AF4-B3E3-B82336B5498C}" dt="2026-07-06T05:16:05.995" v="752" actId="1076"/>
          <ac:spMkLst>
            <pc:docMk/>
            <pc:sldMk cId="4188390271" sldId="2033"/>
            <ac:spMk id="9" creationId="{DDA98F98-7D8B-5EAA-4C32-3FF17F4F45CC}"/>
          </ac:spMkLst>
        </pc:spChg>
        <pc:graphicFrameChg chg="add mod">
          <ac:chgData name="Sethil Dissanayake" userId="4b0cfc9a-dcb3-4984-abd8-661587220413" providerId="ADAL" clId="{F18F9E4F-1D0E-4AF4-B3E3-B82336B5498C}" dt="2026-07-06T05:16:17.192" v="754"/>
          <ac:graphicFrameMkLst>
            <pc:docMk/>
            <pc:sldMk cId="4188390271" sldId="2033"/>
            <ac:graphicFrameMk id="16" creationId="{713807E8-3B62-DD71-6A7E-ACC19BE11B71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06T05:16:27.857" v="756"/>
          <ac:graphicFrameMkLst>
            <pc:docMk/>
            <pc:sldMk cId="4188390271" sldId="2033"/>
            <ac:graphicFrameMk id="20" creationId="{CDF5D23D-B24D-0DB4-FE08-4710ECA4C9F1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03T11:16:14.428" v="357"/>
          <ac:graphicFrameMkLst>
            <pc:docMk/>
            <pc:sldMk cId="4188390271" sldId="2033"/>
            <ac:graphicFrameMk id="23" creationId="{70C1069C-FAEF-24B3-C9BC-1FDEB4B71E05}"/>
          </ac:graphicFrameMkLst>
        </pc:graphicFrameChg>
        <pc:picChg chg="add mod">
          <ac:chgData name="Sethil Dissanayake" userId="4b0cfc9a-dcb3-4984-abd8-661587220413" providerId="ADAL" clId="{F18F9E4F-1D0E-4AF4-B3E3-B82336B5498C}" dt="2026-07-05T16:55:58.423" v="402" actId="1076"/>
          <ac:picMkLst>
            <pc:docMk/>
            <pc:sldMk cId="4188390271" sldId="2033"/>
            <ac:picMk id="7" creationId="{63F38C19-A8D5-D8A7-272C-91FEB93EA75D}"/>
          </ac:picMkLst>
        </pc:picChg>
        <pc:picChg chg="add mod">
          <ac:chgData name="Sethil Dissanayake" userId="4b0cfc9a-dcb3-4984-abd8-661587220413" providerId="ADAL" clId="{F18F9E4F-1D0E-4AF4-B3E3-B82336B5498C}" dt="2026-07-03T11:05:02.840" v="331" actId="1076"/>
          <ac:picMkLst>
            <pc:docMk/>
            <pc:sldMk cId="4188390271" sldId="2033"/>
            <ac:picMk id="18" creationId="{5B543A8F-361A-B730-575D-110FC71C6FCB}"/>
          </ac:picMkLst>
        </pc:picChg>
      </pc:sldChg>
      <pc:sldChg chg="addSp delSp modSp add mod">
        <pc:chgData name="Sethil Dissanayake" userId="4b0cfc9a-dcb3-4984-abd8-661587220413" providerId="ADAL" clId="{F18F9E4F-1D0E-4AF4-B3E3-B82336B5498C}" dt="2026-07-06T05:45:40.008" v="827" actId="1076"/>
        <pc:sldMkLst>
          <pc:docMk/>
          <pc:sldMk cId="2393791529" sldId="2034"/>
        </pc:sldMkLst>
        <pc:spChg chg="mod">
          <ac:chgData name="Sethil Dissanayake" userId="4b0cfc9a-dcb3-4984-abd8-661587220413" providerId="ADAL" clId="{F18F9E4F-1D0E-4AF4-B3E3-B82336B5498C}" dt="2026-07-05T17:25:42.791" v="711" actId="20577"/>
          <ac:spMkLst>
            <pc:docMk/>
            <pc:sldMk cId="2393791529" sldId="2034"/>
            <ac:spMk id="2" creationId="{338ECB1C-90A9-13B4-3FA1-DB6FB8A77E0F}"/>
          </ac:spMkLst>
        </pc:spChg>
        <pc:spChg chg="del mod">
          <ac:chgData name="Sethil Dissanayake" userId="4b0cfc9a-dcb3-4984-abd8-661587220413" providerId="ADAL" clId="{F18F9E4F-1D0E-4AF4-B3E3-B82336B5498C}" dt="2026-07-05T17:19:02.353" v="521" actId="478"/>
          <ac:spMkLst>
            <pc:docMk/>
            <pc:sldMk cId="2393791529" sldId="2034"/>
            <ac:spMk id="6" creationId="{C026CB30-CC50-0EF2-D3EB-7E1A14FBE821}"/>
          </ac:spMkLst>
        </pc:spChg>
        <pc:spChg chg="del">
          <ac:chgData name="Sethil Dissanayake" userId="4b0cfc9a-dcb3-4984-abd8-661587220413" providerId="ADAL" clId="{F18F9E4F-1D0E-4AF4-B3E3-B82336B5498C}" dt="2026-07-05T17:18:57.382" v="519" actId="478"/>
          <ac:spMkLst>
            <pc:docMk/>
            <pc:sldMk cId="2393791529" sldId="2034"/>
            <ac:spMk id="10" creationId="{487E8D29-9716-9553-2E73-712B7A124A16}"/>
          </ac:spMkLst>
        </pc:spChg>
        <pc:spChg chg="del">
          <ac:chgData name="Sethil Dissanayake" userId="4b0cfc9a-dcb3-4984-abd8-661587220413" providerId="ADAL" clId="{F18F9E4F-1D0E-4AF4-B3E3-B82336B5498C}" dt="2026-07-05T17:19:06.159" v="522" actId="478"/>
          <ac:spMkLst>
            <pc:docMk/>
            <pc:sldMk cId="2393791529" sldId="2034"/>
            <ac:spMk id="12" creationId="{DF774060-DDBA-E004-9BF9-4D69E9F7B8CF}"/>
          </ac:spMkLst>
        </pc:spChg>
        <pc:spChg chg="del">
          <ac:chgData name="Sethil Dissanayake" userId="4b0cfc9a-dcb3-4984-abd8-661587220413" providerId="ADAL" clId="{F18F9E4F-1D0E-4AF4-B3E3-B82336B5498C}" dt="2026-07-05T17:18:55.325" v="518" actId="478"/>
          <ac:spMkLst>
            <pc:docMk/>
            <pc:sldMk cId="2393791529" sldId="2034"/>
            <ac:spMk id="13" creationId="{6D422BE1-3838-F728-F9CD-14F81F27DA09}"/>
          </ac:spMkLst>
        </pc:spChg>
        <pc:graphicFrameChg chg="add del mod modGraphic">
          <ac:chgData name="Sethil Dissanayake" userId="4b0cfc9a-dcb3-4984-abd8-661587220413" providerId="ADAL" clId="{F18F9E4F-1D0E-4AF4-B3E3-B82336B5498C}" dt="2026-07-05T17:25:28.931" v="709" actId="478"/>
          <ac:graphicFrameMkLst>
            <pc:docMk/>
            <pc:sldMk cId="2393791529" sldId="2034"/>
            <ac:graphicFrameMk id="3" creationId="{CE74C522-7342-C135-7475-4087D7F54EF2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06T05:45:40.008" v="827" actId="1076"/>
          <ac:graphicFrameMkLst>
            <pc:docMk/>
            <pc:sldMk cId="2393791529" sldId="2034"/>
            <ac:graphicFrameMk id="3" creationId="{D091F264-15E5-B5E9-131B-85078D1C8635}"/>
          </ac:graphicFrameMkLst>
        </pc:graphicFrameChg>
        <pc:graphicFrameChg chg="add mod modGraphic">
          <ac:chgData name="Sethil Dissanayake" userId="4b0cfc9a-dcb3-4984-abd8-661587220413" providerId="ADAL" clId="{F18F9E4F-1D0E-4AF4-B3E3-B82336B5498C}" dt="2026-07-06T05:45:33.372" v="826"/>
          <ac:graphicFrameMkLst>
            <pc:docMk/>
            <pc:sldMk cId="2393791529" sldId="2034"/>
            <ac:graphicFrameMk id="8" creationId="{E22381F6-7FFA-4E5F-AFF6-296CD6DE35B2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05T17:33:23.845" v="712"/>
          <ac:graphicFrameMkLst>
            <pc:docMk/>
            <pc:sldMk cId="2393791529" sldId="2034"/>
            <ac:graphicFrameMk id="11" creationId="{1AB97400-4575-E8B5-21DB-179C17CE8493}"/>
          </ac:graphicFrameMkLst>
        </pc:graphicFrameChg>
        <pc:graphicFrameChg chg="add del mod">
          <ac:chgData name="Sethil Dissanayake" userId="4b0cfc9a-dcb3-4984-abd8-661587220413" providerId="ADAL" clId="{F18F9E4F-1D0E-4AF4-B3E3-B82336B5498C}" dt="2026-07-06T05:28:49.712" v="813" actId="21"/>
          <ac:graphicFrameMkLst>
            <pc:docMk/>
            <pc:sldMk cId="2393791529" sldId="2034"/>
            <ac:graphicFrameMk id="14" creationId="{65140C7F-7456-73B5-29DA-C37E8C5A1152}"/>
          </ac:graphicFrameMkLst>
        </pc:graphicFrameChg>
        <pc:picChg chg="del">
          <ac:chgData name="Sethil Dissanayake" userId="4b0cfc9a-dcb3-4984-abd8-661587220413" providerId="ADAL" clId="{F18F9E4F-1D0E-4AF4-B3E3-B82336B5498C}" dt="2026-07-05T17:18:51.057" v="516" actId="478"/>
          <ac:picMkLst>
            <pc:docMk/>
            <pc:sldMk cId="2393791529" sldId="2034"/>
            <ac:picMk id="4" creationId="{EE998DAF-4FB4-D9B3-3F52-3FD708D962C4}"/>
          </ac:picMkLst>
        </pc:picChg>
        <pc:picChg chg="del">
          <ac:chgData name="Sethil Dissanayake" userId="4b0cfc9a-dcb3-4984-abd8-661587220413" providerId="ADAL" clId="{F18F9E4F-1D0E-4AF4-B3E3-B82336B5498C}" dt="2026-07-05T17:18:46.100" v="514" actId="478"/>
          <ac:picMkLst>
            <pc:docMk/>
            <pc:sldMk cId="2393791529" sldId="2034"/>
            <ac:picMk id="7" creationId="{21A78924-7438-F376-9E96-94061647B7E7}"/>
          </ac:picMkLst>
        </pc:picChg>
        <pc:picChg chg="del">
          <ac:chgData name="Sethil Dissanayake" userId="4b0cfc9a-dcb3-4984-abd8-661587220413" providerId="ADAL" clId="{F18F9E4F-1D0E-4AF4-B3E3-B82336B5498C}" dt="2026-07-05T17:18:52.920" v="517" actId="478"/>
          <ac:picMkLst>
            <pc:docMk/>
            <pc:sldMk cId="2393791529" sldId="2034"/>
            <ac:picMk id="9" creationId="{1D1E8EC3-29F2-E61D-03CC-1FBB042A9070}"/>
          </ac:picMkLst>
        </pc:picChg>
        <pc:picChg chg="del">
          <ac:chgData name="Sethil Dissanayake" userId="4b0cfc9a-dcb3-4984-abd8-661587220413" providerId="ADAL" clId="{F18F9E4F-1D0E-4AF4-B3E3-B82336B5498C}" dt="2026-07-05T17:18:48.177" v="515" actId="478"/>
          <ac:picMkLst>
            <pc:docMk/>
            <pc:sldMk cId="2393791529" sldId="2034"/>
            <ac:picMk id="19" creationId="{57AF67EB-CB04-0FD1-8097-477EEE5D4204}"/>
          </ac:picMkLst>
        </pc:picChg>
      </pc:sldChg>
      <pc:sldChg chg="addSp delSp modSp add mod">
        <pc:chgData name="Sethil Dissanayake" userId="4b0cfc9a-dcb3-4984-abd8-661587220413" providerId="ADAL" clId="{F18F9E4F-1D0E-4AF4-B3E3-B82336B5498C}" dt="2026-07-06T06:05:13.382" v="897" actId="14100"/>
        <pc:sldMkLst>
          <pc:docMk/>
          <pc:sldMk cId="3306034977" sldId="2035"/>
        </pc:sldMkLst>
        <pc:graphicFrameChg chg="add mod modGraphic">
          <ac:chgData name="Sethil Dissanayake" userId="4b0cfc9a-dcb3-4984-abd8-661587220413" providerId="ADAL" clId="{F18F9E4F-1D0E-4AF4-B3E3-B82336B5498C}" dt="2026-07-06T05:30:06.470" v="819" actId="207"/>
          <ac:graphicFrameMkLst>
            <pc:docMk/>
            <pc:sldMk cId="3306034977" sldId="2035"/>
            <ac:graphicFrameMk id="3" creationId="{61E4F6F7-9876-35BD-7DE7-F1543E1D3335}"/>
          </ac:graphicFrameMkLst>
        </pc:graphicFrameChg>
        <pc:graphicFrameChg chg="add del mod">
          <ac:chgData name="Sethil Dissanayake" userId="4b0cfc9a-dcb3-4984-abd8-661587220413" providerId="ADAL" clId="{F18F9E4F-1D0E-4AF4-B3E3-B82336B5498C}" dt="2026-07-06T06:05:05.021" v="895" actId="478"/>
          <ac:graphicFrameMkLst>
            <pc:docMk/>
            <pc:sldMk cId="3306034977" sldId="2035"/>
            <ac:graphicFrameMk id="4" creationId="{65140C7F-7456-73B5-29DA-C37E8C5A1152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06T06:04:59.889" v="893"/>
          <ac:graphicFrameMkLst>
            <pc:docMk/>
            <pc:sldMk cId="3306034977" sldId="2035"/>
            <ac:graphicFrameMk id="6" creationId="{3497D75D-7E31-32C7-9B1C-60C0723879A2}"/>
          </ac:graphicFrameMkLst>
        </pc:graphicFrameChg>
        <pc:graphicFrameChg chg="add mod">
          <ac:chgData name="Sethil Dissanayake" userId="4b0cfc9a-dcb3-4984-abd8-661587220413" providerId="ADAL" clId="{F18F9E4F-1D0E-4AF4-B3E3-B82336B5498C}" dt="2026-07-06T06:05:13.382" v="897" actId="14100"/>
          <ac:graphicFrameMkLst>
            <pc:docMk/>
            <pc:sldMk cId="3306034977" sldId="2035"/>
            <ac:graphicFrameMk id="7" creationId="{6E31CF69-4C53-1A8F-7AEE-993E94BA83CE}"/>
          </ac:graphicFrameMkLst>
        </pc:graphicFrameChg>
        <pc:graphicFrameChg chg="del">
          <ac:chgData name="Sethil Dissanayake" userId="4b0cfc9a-dcb3-4984-abd8-661587220413" providerId="ADAL" clId="{F18F9E4F-1D0E-4AF4-B3E3-B82336B5498C}" dt="2026-07-06T05:22:53.219" v="758" actId="478"/>
          <ac:graphicFrameMkLst>
            <pc:docMk/>
            <pc:sldMk cId="3306034977" sldId="2035"/>
            <ac:graphicFrameMk id="8" creationId="{26570B05-59BF-AD5A-B26B-0E9EE5263434}"/>
          </ac:graphicFrameMkLst>
        </pc:graphicFrameChg>
        <pc:graphicFrameChg chg="del">
          <ac:chgData name="Sethil Dissanayake" userId="4b0cfc9a-dcb3-4984-abd8-661587220413" providerId="ADAL" clId="{F18F9E4F-1D0E-4AF4-B3E3-B82336B5498C}" dt="2026-07-06T05:22:54.370" v="759" actId="478"/>
          <ac:graphicFrameMkLst>
            <pc:docMk/>
            <pc:sldMk cId="3306034977" sldId="2035"/>
            <ac:graphicFrameMk id="14" creationId="{18BBD362-55BD-9B9B-61EF-32804F18945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ethild\AppData\Local\Microsoft\Windows\INetCache\Content.Outlook\GJQXFKUB\Site%20Data%20Export_pavanip@hutchison.lk_2026062211373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athi\Downloads\Hutch\Sales%20Reports\South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Total</a:t>
            </a:r>
          </a:p>
        </c:rich>
      </c:tx>
      <c:layout>
        <c:manualLayout>
          <c:xMode val="edge"/>
          <c:yMode val="edge"/>
          <c:x val="0.4695693350831146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 of Sites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GAL</c:v>
                </c:pt>
                <c:pt idx="2">
                  <c:v>HAM</c:v>
                </c:pt>
                <c:pt idx="3">
                  <c:v>MAT</c:v>
                </c:pt>
                <c:pt idx="4">
                  <c:v>RAT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118</c:v>
                </c:pt>
                <c:pt idx="2">
                  <c:v>86</c:v>
                </c:pt>
                <c:pt idx="3">
                  <c:v>108</c:v>
                </c:pt>
                <c:pt idx="4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BB-4DAD-A181-7F01FB739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4915855"/>
        <c:axId val="817544368"/>
      </c:barChart>
      <c:catAx>
        <c:axId val="9149158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District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7544368"/>
        <c:crosses val="autoZero"/>
        <c:auto val="1"/>
        <c:lblAlgn val="ctr"/>
        <c:lblOffset val="100"/>
        <c:noMultiLvlLbl val="0"/>
      </c:catAx>
      <c:valAx>
        <c:axId val="81754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 of Sites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49158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2G Voice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'2G Voice'!$B$1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Voice'!$B$2:$B$366</c:f>
              <c:numCache>
                <c:formatCode>General</c:formatCode>
                <c:ptCount val="365"/>
                <c:pt idx="0">
                  <c:v>15057.4692</c:v>
                </c:pt>
                <c:pt idx="1">
                  <c:v>14842.7515</c:v>
                </c:pt>
                <c:pt idx="2">
                  <c:v>15681.4668</c:v>
                </c:pt>
                <c:pt idx="3">
                  <c:v>15758.5604</c:v>
                </c:pt>
                <c:pt idx="4">
                  <c:v>15698.932699999999</c:v>
                </c:pt>
                <c:pt idx="5">
                  <c:v>15840.7253</c:v>
                </c:pt>
                <c:pt idx="6">
                  <c:v>15624.546700000001</c:v>
                </c:pt>
                <c:pt idx="7">
                  <c:v>14838.6019</c:v>
                </c:pt>
                <c:pt idx="8">
                  <c:v>14269.488099999999</c:v>
                </c:pt>
                <c:pt idx="9">
                  <c:v>15497.835800000001</c:v>
                </c:pt>
                <c:pt idx="10">
                  <c:v>15321.8503</c:v>
                </c:pt>
                <c:pt idx="11">
                  <c:v>15051.6965</c:v>
                </c:pt>
                <c:pt idx="12">
                  <c:v>15106.456900000001</c:v>
                </c:pt>
                <c:pt idx="13">
                  <c:v>15101.2853</c:v>
                </c:pt>
                <c:pt idx="14">
                  <c:v>14693.283800000001</c:v>
                </c:pt>
                <c:pt idx="15">
                  <c:v>14801.0726</c:v>
                </c:pt>
                <c:pt idx="16">
                  <c:v>15673.424800000001</c:v>
                </c:pt>
                <c:pt idx="17">
                  <c:v>15354.001900000001</c:v>
                </c:pt>
                <c:pt idx="18">
                  <c:v>15616.779700000001</c:v>
                </c:pt>
                <c:pt idx="19">
                  <c:v>13329.674599999998</c:v>
                </c:pt>
                <c:pt idx="20">
                  <c:v>16794.9519</c:v>
                </c:pt>
                <c:pt idx="21">
                  <c:v>15095.0993</c:v>
                </c:pt>
                <c:pt idx="22">
                  <c:v>14589.052</c:v>
                </c:pt>
                <c:pt idx="23">
                  <c:v>15575.5437</c:v>
                </c:pt>
                <c:pt idx="24">
                  <c:v>15768.7065</c:v>
                </c:pt>
                <c:pt idx="25">
                  <c:v>15605.6684</c:v>
                </c:pt>
                <c:pt idx="26">
                  <c:v>15711.367700000001</c:v>
                </c:pt>
                <c:pt idx="27">
                  <c:v>15380.813400000001</c:v>
                </c:pt>
                <c:pt idx="28">
                  <c:v>14767.262499999999</c:v>
                </c:pt>
                <c:pt idx="29">
                  <c:v>14427.386699999999</c:v>
                </c:pt>
                <c:pt idx="30">
                  <c:v>15391.0828</c:v>
                </c:pt>
                <c:pt idx="31">
                  <c:v>15212.923200000001</c:v>
                </c:pt>
                <c:pt idx="32">
                  <c:v>15264.964899999999</c:v>
                </c:pt>
                <c:pt idx="33">
                  <c:v>15444.464599999999</c:v>
                </c:pt>
                <c:pt idx="34">
                  <c:v>15361.8411</c:v>
                </c:pt>
                <c:pt idx="35">
                  <c:v>14322.3627</c:v>
                </c:pt>
                <c:pt idx="36">
                  <c:v>13909.0893</c:v>
                </c:pt>
                <c:pt idx="37">
                  <c:v>15025.3117</c:v>
                </c:pt>
                <c:pt idx="38">
                  <c:v>14907.353799999999</c:v>
                </c:pt>
                <c:pt idx="39">
                  <c:v>15013.283799999999</c:v>
                </c:pt>
                <c:pt idx="40">
                  <c:v>15217.0031</c:v>
                </c:pt>
                <c:pt idx="41">
                  <c:v>14938.4213</c:v>
                </c:pt>
                <c:pt idx="42">
                  <c:v>14022.006100000001</c:v>
                </c:pt>
                <c:pt idx="43">
                  <c:v>13929.7032</c:v>
                </c:pt>
                <c:pt idx="44">
                  <c:v>14746.2868</c:v>
                </c:pt>
                <c:pt idx="45">
                  <c:v>15133.865099999999</c:v>
                </c:pt>
                <c:pt idx="46">
                  <c:v>14807.520399999999</c:v>
                </c:pt>
                <c:pt idx="47">
                  <c:v>14778.324900000001</c:v>
                </c:pt>
                <c:pt idx="48">
                  <c:v>12717.5874</c:v>
                </c:pt>
                <c:pt idx="49">
                  <c:v>14202.242899999999</c:v>
                </c:pt>
                <c:pt idx="50">
                  <c:v>14205.570599999999</c:v>
                </c:pt>
                <c:pt idx="51">
                  <c:v>14985.5672</c:v>
                </c:pt>
                <c:pt idx="52">
                  <c:v>15160.340899999999</c:v>
                </c:pt>
                <c:pt idx="53">
                  <c:v>14888.822700000001</c:v>
                </c:pt>
                <c:pt idx="54">
                  <c:v>14992.481599999999</c:v>
                </c:pt>
                <c:pt idx="55">
                  <c:v>14910.074199999999</c:v>
                </c:pt>
                <c:pt idx="56">
                  <c:v>14341.112500000001</c:v>
                </c:pt>
                <c:pt idx="57">
                  <c:v>14287.218000000001</c:v>
                </c:pt>
                <c:pt idx="58">
                  <c:v>15048.469800000001</c:v>
                </c:pt>
                <c:pt idx="59">
                  <c:v>14831.487999999999</c:v>
                </c:pt>
                <c:pt idx="60">
                  <c:v>14924.333200000001</c:v>
                </c:pt>
                <c:pt idx="61">
                  <c:v>14880.8843</c:v>
                </c:pt>
                <c:pt idx="62">
                  <c:v>14772.825299999999</c:v>
                </c:pt>
                <c:pt idx="63">
                  <c:v>14180.111699999999</c:v>
                </c:pt>
                <c:pt idx="64">
                  <c:v>13913.069300000001</c:v>
                </c:pt>
                <c:pt idx="65">
                  <c:v>14818.53</c:v>
                </c:pt>
                <c:pt idx="66">
                  <c:v>14789.831</c:v>
                </c:pt>
                <c:pt idx="67">
                  <c:v>14828.219499999999</c:v>
                </c:pt>
                <c:pt idx="68">
                  <c:v>14878.221</c:v>
                </c:pt>
                <c:pt idx="69">
                  <c:v>15012.738800000001</c:v>
                </c:pt>
                <c:pt idx="70">
                  <c:v>14433.6692</c:v>
                </c:pt>
                <c:pt idx="71">
                  <c:v>14211.575800000001</c:v>
                </c:pt>
                <c:pt idx="72">
                  <c:v>14963.8295</c:v>
                </c:pt>
                <c:pt idx="73">
                  <c:v>14948.0993</c:v>
                </c:pt>
                <c:pt idx="74">
                  <c:v>14946.4182</c:v>
                </c:pt>
                <c:pt idx="75">
                  <c:v>15738.694100000001</c:v>
                </c:pt>
                <c:pt idx="76">
                  <c:v>13986.6826</c:v>
                </c:pt>
                <c:pt idx="77">
                  <c:v>13716.431499999999</c:v>
                </c:pt>
                <c:pt idx="78">
                  <c:v>12791.142100000001</c:v>
                </c:pt>
                <c:pt idx="79">
                  <c:v>14696.918799999999</c:v>
                </c:pt>
                <c:pt idx="80">
                  <c:v>14887.7763</c:v>
                </c:pt>
                <c:pt idx="81">
                  <c:v>14735.729499999999</c:v>
                </c:pt>
                <c:pt idx="82">
                  <c:v>14885.7626</c:v>
                </c:pt>
                <c:pt idx="83">
                  <c:v>14866.497599999999</c:v>
                </c:pt>
                <c:pt idx="84">
                  <c:v>14022.075699999999</c:v>
                </c:pt>
                <c:pt idx="85">
                  <c:v>13780.981800000001</c:v>
                </c:pt>
                <c:pt idx="86">
                  <c:v>14863.7274</c:v>
                </c:pt>
                <c:pt idx="87">
                  <c:v>14910.150299999999</c:v>
                </c:pt>
                <c:pt idx="88">
                  <c:v>15137.042899999999</c:v>
                </c:pt>
                <c:pt idx="89">
                  <c:v>14890.910899999999</c:v>
                </c:pt>
                <c:pt idx="90">
                  <c:v>14412.172200000001</c:v>
                </c:pt>
                <c:pt idx="91">
                  <c:v>13803.072700000001</c:v>
                </c:pt>
                <c:pt idx="92">
                  <c:v>13885.6649</c:v>
                </c:pt>
                <c:pt idx="93">
                  <c:v>14935.888300000001</c:v>
                </c:pt>
                <c:pt idx="94">
                  <c:v>14906.0569</c:v>
                </c:pt>
                <c:pt idx="95">
                  <c:v>14925.979700000002</c:v>
                </c:pt>
                <c:pt idx="96">
                  <c:v>15768.0342</c:v>
                </c:pt>
                <c:pt idx="97">
                  <c:v>15054.5499</c:v>
                </c:pt>
                <c:pt idx="98">
                  <c:v>14180.756600000001</c:v>
                </c:pt>
                <c:pt idx="99">
                  <c:v>13909.800299999999</c:v>
                </c:pt>
                <c:pt idx="100">
                  <c:v>15373.770399999999</c:v>
                </c:pt>
                <c:pt idx="101">
                  <c:v>15493.431199999999</c:v>
                </c:pt>
                <c:pt idx="102">
                  <c:v>14925.4632</c:v>
                </c:pt>
                <c:pt idx="103">
                  <c:v>14767.6091</c:v>
                </c:pt>
                <c:pt idx="104">
                  <c:v>14826.087799999999</c:v>
                </c:pt>
                <c:pt idx="105">
                  <c:v>14503.724999999999</c:v>
                </c:pt>
                <c:pt idx="106">
                  <c:v>13905.4463</c:v>
                </c:pt>
                <c:pt idx="107">
                  <c:v>12748.5558</c:v>
                </c:pt>
                <c:pt idx="108">
                  <c:v>15440.120500000001</c:v>
                </c:pt>
                <c:pt idx="109">
                  <c:v>14678.322900000001</c:v>
                </c:pt>
                <c:pt idx="110">
                  <c:v>14603.0226</c:v>
                </c:pt>
                <c:pt idx="111">
                  <c:v>15181.912899999999</c:v>
                </c:pt>
                <c:pt idx="112">
                  <c:v>14617.558599999998</c:v>
                </c:pt>
                <c:pt idx="113">
                  <c:v>14110.6216</c:v>
                </c:pt>
                <c:pt idx="114">
                  <c:v>15052.141799999999</c:v>
                </c:pt>
                <c:pt idx="115">
                  <c:v>15147.514800000001</c:v>
                </c:pt>
                <c:pt idx="116">
                  <c:v>15239.179400000001</c:v>
                </c:pt>
                <c:pt idx="117">
                  <c:v>14981.648800000001</c:v>
                </c:pt>
                <c:pt idx="118">
                  <c:v>14861.529699999999</c:v>
                </c:pt>
                <c:pt idx="119">
                  <c:v>14018.891799999999</c:v>
                </c:pt>
                <c:pt idx="120">
                  <c:v>15041.594299999999</c:v>
                </c:pt>
                <c:pt idx="121">
                  <c:v>15046.8115</c:v>
                </c:pt>
                <c:pt idx="122">
                  <c:v>16706.927299999999</c:v>
                </c:pt>
                <c:pt idx="123">
                  <c:v>15511.331</c:v>
                </c:pt>
                <c:pt idx="124">
                  <c:v>15454.283899999999</c:v>
                </c:pt>
                <c:pt idx="125">
                  <c:v>15214.868900000001</c:v>
                </c:pt>
                <c:pt idx="126">
                  <c:v>15281.676099999999</c:v>
                </c:pt>
                <c:pt idx="127">
                  <c:v>14379.625499999998</c:v>
                </c:pt>
                <c:pt idx="128">
                  <c:v>15120.381099999999</c:v>
                </c:pt>
                <c:pt idx="129">
                  <c:v>15329.241099999999</c:v>
                </c:pt>
                <c:pt idx="130">
                  <c:v>15050.869199999999</c:v>
                </c:pt>
                <c:pt idx="131">
                  <c:v>15231.980799999999</c:v>
                </c:pt>
                <c:pt idx="132">
                  <c:v>15214.2583</c:v>
                </c:pt>
                <c:pt idx="133">
                  <c:v>14521.3532</c:v>
                </c:pt>
                <c:pt idx="134">
                  <c:v>14157.6729</c:v>
                </c:pt>
                <c:pt idx="135">
                  <c:v>15011.331200000001</c:v>
                </c:pt>
                <c:pt idx="136">
                  <c:v>22919.951499999999</c:v>
                </c:pt>
                <c:pt idx="137">
                  <c:v>19484.440200000001</c:v>
                </c:pt>
                <c:pt idx="138">
                  <c:v>23165.676599999999</c:v>
                </c:pt>
                <c:pt idx="139">
                  <c:v>22948.339899999999</c:v>
                </c:pt>
                <c:pt idx="140">
                  <c:v>21295.1636</c:v>
                </c:pt>
                <c:pt idx="141">
                  <c:v>20742.810300000001</c:v>
                </c:pt>
                <c:pt idx="142">
                  <c:v>22670.3266</c:v>
                </c:pt>
                <c:pt idx="143">
                  <c:v>22486.785800000001</c:v>
                </c:pt>
                <c:pt idx="144">
                  <c:v>22030.850399999999</c:v>
                </c:pt>
                <c:pt idx="145">
                  <c:v>22254.627399999998</c:v>
                </c:pt>
                <c:pt idx="146">
                  <c:v>22293.877199999999</c:v>
                </c:pt>
                <c:pt idx="147">
                  <c:v>21568.330399999999</c:v>
                </c:pt>
                <c:pt idx="148">
                  <c:v>20633.320899999999</c:v>
                </c:pt>
                <c:pt idx="149">
                  <c:v>22097.0039</c:v>
                </c:pt>
                <c:pt idx="150">
                  <c:v>22226.796200000001</c:v>
                </c:pt>
                <c:pt idx="151">
                  <c:v>22466.406999999999</c:v>
                </c:pt>
                <c:pt idx="152">
                  <c:v>21784.98</c:v>
                </c:pt>
                <c:pt idx="153">
                  <c:v>20948.143</c:v>
                </c:pt>
                <c:pt idx="154">
                  <c:v>22409.442299999999</c:v>
                </c:pt>
                <c:pt idx="155">
                  <c:v>20997.915099999998</c:v>
                </c:pt>
                <c:pt idx="156">
                  <c:v>22498.461299999999</c:v>
                </c:pt>
                <c:pt idx="157">
                  <c:v>22797.202499999999</c:v>
                </c:pt>
                <c:pt idx="158">
                  <c:v>22718.0933</c:v>
                </c:pt>
                <c:pt idx="159">
                  <c:v>24599.955099999999</c:v>
                </c:pt>
                <c:pt idx="160">
                  <c:v>24262.669900000001</c:v>
                </c:pt>
                <c:pt idx="161">
                  <c:v>22407.325400000002</c:v>
                </c:pt>
                <c:pt idx="162">
                  <c:v>22303.094099999998</c:v>
                </c:pt>
                <c:pt idx="163">
                  <c:v>23354.3727</c:v>
                </c:pt>
                <c:pt idx="164">
                  <c:v>23305.869600000002</c:v>
                </c:pt>
                <c:pt idx="165">
                  <c:v>23138.886299999998</c:v>
                </c:pt>
                <c:pt idx="166">
                  <c:v>19636.0471</c:v>
                </c:pt>
                <c:pt idx="167">
                  <c:v>22643.747600000002</c:v>
                </c:pt>
                <c:pt idx="168">
                  <c:v>21832.7667</c:v>
                </c:pt>
                <c:pt idx="169">
                  <c:v>20322.663700000001</c:v>
                </c:pt>
                <c:pt idx="170">
                  <c:v>23014.663</c:v>
                </c:pt>
                <c:pt idx="171">
                  <c:v>22618.614000000001</c:v>
                </c:pt>
                <c:pt idx="172">
                  <c:v>22524.9941</c:v>
                </c:pt>
                <c:pt idx="173">
                  <c:v>22635.751800000002</c:v>
                </c:pt>
                <c:pt idx="174">
                  <c:v>22669.231899999999</c:v>
                </c:pt>
                <c:pt idx="175">
                  <c:v>21708.6191</c:v>
                </c:pt>
                <c:pt idx="176">
                  <c:v>21317.517800000001</c:v>
                </c:pt>
                <c:pt idx="177">
                  <c:v>23088.9643</c:v>
                </c:pt>
                <c:pt idx="178">
                  <c:v>23073.2474</c:v>
                </c:pt>
                <c:pt idx="179">
                  <c:v>22357.165700000001</c:v>
                </c:pt>
                <c:pt idx="180">
                  <c:v>22677.954099999999</c:v>
                </c:pt>
                <c:pt idx="181">
                  <c:v>22651.591700000001</c:v>
                </c:pt>
                <c:pt idx="182">
                  <c:v>21767.8197</c:v>
                </c:pt>
                <c:pt idx="183">
                  <c:v>21179.548900000002</c:v>
                </c:pt>
                <c:pt idx="184">
                  <c:v>22961.870900000002</c:v>
                </c:pt>
                <c:pt idx="185">
                  <c:v>22895.337799999998</c:v>
                </c:pt>
                <c:pt idx="186">
                  <c:v>22648.982399999997</c:v>
                </c:pt>
                <c:pt idx="187">
                  <c:v>20665.521000000001</c:v>
                </c:pt>
                <c:pt idx="188">
                  <c:v>22213.231100000001</c:v>
                </c:pt>
                <c:pt idx="189">
                  <c:v>21622.140299999999</c:v>
                </c:pt>
                <c:pt idx="190">
                  <c:v>21205.057199999999</c:v>
                </c:pt>
                <c:pt idx="191">
                  <c:v>22894.960500000001</c:v>
                </c:pt>
                <c:pt idx="192">
                  <c:v>23045.8066</c:v>
                </c:pt>
                <c:pt idx="193">
                  <c:v>23985.884399999999</c:v>
                </c:pt>
                <c:pt idx="194">
                  <c:v>25996.587899999999</c:v>
                </c:pt>
                <c:pt idx="195">
                  <c:v>22521.061700000002</c:v>
                </c:pt>
                <c:pt idx="196">
                  <c:v>19194.067599999998</c:v>
                </c:pt>
                <c:pt idx="197">
                  <c:v>21205.446</c:v>
                </c:pt>
                <c:pt idx="198">
                  <c:v>22913.5455</c:v>
                </c:pt>
                <c:pt idx="199">
                  <c:v>22753.785199999998</c:v>
                </c:pt>
                <c:pt idx="200">
                  <c:v>22413.556400000001</c:v>
                </c:pt>
                <c:pt idx="201">
                  <c:v>22256.888999999999</c:v>
                </c:pt>
                <c:pt idx="202">
                  <c:v>22430.124900000003</c:v>
                </c:pt>
                <c:pt idx="203">
                  <c:v>21795.2755</c:v>
                </c:pt>
                <c:pt idx="204">
                  <c:v>21148.0514</c:v>
                </c:pt>
                <c:pt idx="205">
                  <c:v>22640.1446</c:v>
                </c:pt>
                <c:pt idx="206">
                  <c:v>22491.659200000002</c:v>
                </c:pt>
                <c:pt idx="207">
                  <c:v>22502.078700000002</c:v>
                </c:pt>
                <c:pt idx="208">
                  <c:v>21662.860400000001</c:v>
                </c:pt>
                <c:pt idx="209">
                  <c:v>22281.788</c:v>
                </c:pt>
                <c:pt idx="210">
                  <c:v>21166.953699999998</c:v>
                </c:pt>
                <c:pt idx="211">
                  <c:v>20669.3999</c:v>
                </c:pt>
                <c:pt idx="212">
                  <c:v>22321.683099999998</c:v>
                </c:pt>
                <c:pt idx="213">
                  <c:v>22270.2477</c:v>
                </c:pt>
                <c:pt idx="214">
                  <c:v>22324.863999999998</c:v>
                </c:pt>
                <c:pt idx="215">
                  <c:v>22081.3904</c:v>
                </c:pt>
                <c:pt idx="216">
                  <c:v>22120.970999999998</c:v>
                </c:pt>
                <c:pt idx="217">
                  <c:v>20924.418699999998</c:v>
                </c:pt>
                <c:pt idx="218">
                  <c:v>20768.259700000002</c:v>
                </c:pt>
                <c:pt idx="219">
                  <c:v>22536.7356</c:v>
                </c:pt>
                <c:pt idx="220">
                  <c:v>22486.4467</c:v>
                </c:pt>
                <c:pt idx="221">
                  <c:v>22346.715099999998</c:v>
                </c:pt>
                <c:pt idx="222">
                  <c:v>21977.4755</c:v>
                </c:pt>
                <c:pt idx="223">
                  <c:v>22258.223399999999</c:v>
                </c:pt>
                <c:pt idx="224">
                  <c:v>21576.2706</c:v>
                </c:pt>
                <c:pt idx="225">
                  <c:v>19007.897000000001</c:v>
                </c:pt>
                <c:pt idx="226">
                  <c:v>22456.224599999998</c:v>
                </c:pt>
                <c:pt idx="227">
                  <c:v>22498.355800000001</c:v>
                </c:pt>
                <c:pt idx="228">
                  <c:v>20790.718499999999</c:v>
                </c:pt>
                <c:pt idx="229">
                  <c:v>22279.222099999999</c:v>
                </c:pt>
                <c:pt idx="230">
                  <c:v>22197.155599999998</c:v>
                </c:pt>
                <c:pt idx="231">
                  <c:v>20918.866399999999</c:v>
                </c:pt>
                <c:pt idx="232">
                  <c:v>20247.804899999999</c:v>
                </c:pt>
                <c:pt idx="233">
                  <c:v>22222.202400000002</c:v>
                </c:pt>
                <c:pt idx="234">
                  <c:v>22704.5913</c:v>
                </c:pt>
                <c:pt idx="235">
                  <c:v>22300.993399999999</c:v>
                </c:pt>
                <c:pt idx="236">
                  <c:v>22072.915199999999</c:v>
                </c:pt>
                <c:pt idx="237">
                  <c:v>22711.876200000002</c:v>
                </c:pt>
                <c:pt idx="238">
                  <c:v>21356.468000000001</c:v>
                </c:pt>
                <c:pt idx="239">
                  <c:v>20295.625500000002</c:v>
                </c:pt>
                <c:pt idx="240">
                  <c:v>21651.2497</c:v>
                </c:pt>
                <c:pt idx="241">
                  <c:v>21908.497100000001</c:v>
                </c:pt>
                <c:pt idx="242">
                  <c:v>21647.173200000001</c:v>
                </c:pt>
                <c:pt idx="243">
                  <c:v>21399.174899999998</c:v>
                </c:pt>
                <c:pt idx="244">
                  <c:v>21852.553</c:v>
                </c:pt>
                <c:pt idx="245">
                  <c:v>20945.479199999998</c:v>
                </c:pt>
                <c:pt idx="246">
                  <c:v>20660.025300000001</c:v>
                </c:pt>
                <c:pt idx="247">
                  <c:v>22144.546299999998</c:v>
                </c:pt>
                <c:pt idx="248">
                  <c:v>22054.680999999997</c:v>
                </c:pt>
                <c:pt idx="249">
                  <c:v>21969.593699999998</c:v>
                </c:pt>
                <c:pt idx="250">
                  <c:v>22430.795399999999</c:v>
                </c:pt>
                <c:pt idx="251">
                  <c:v>22250.203799999999</c:v>
                </c:pt>
                <c:pt idx="252">
                  <c:v>21552.8377</c:v>
                </c:pt>
                <c:pt idx="253">
                  <c:v>21270.9676</c:v>
                </c:pt>
                <c:pt idx="254">
                  <c:v>19118.6348</c:v>
                </c:pt>
                <c:pt idx="255">
                  <c:v>22499.415300000001</c:v>
                </c:pt>
                <c:pt idx="256">
                  <c:v>22276.013200000001</c:v>
                </c:pt>
                <c:pt idx="257">
                  <c:v>22075.117400000003</c:v>
                </c:pt>
                <c:pt idx="258">
                  <c:v>22173.4548</c:v>
                </c:pt>
                <c:pt idx="259">
                  <c:v>20946.872499999998</c:v>
                </c:pt>
                <c:pt idx="260">
                  <c:v>20348.526900000001</c:v>
                </c:pt>
                <c:pt idx="261">
                  <c:v>22420.964899999999</c:v>
                </c:pt>
                <c:pt idx="262">
                  <c:v>22873.317200000001</c:v>
                </c:pt>
                <c:pt idx="263">
                  <c:v>22662.9241</c:v>
                </c:pt>
                <c:pt idx="264">
                  <c:v>22412.315200000001</c:v>
                </c:pt>
                <c:pt idx="265">
                  <c:v>22280.3295</c:v>
                </c:pt>
                <c:pt idx="266">
                  <c:v>21416.296200000001</c:v>
                </c:pt>
                <c:pt idx="267">
                  <c:v>21532.375199999999</c:v>
                </c:pt>
                <c:pt idx="268">
                  <c:v>23031.8848</c:v>
                </c:pt>
                <c:pt idx="269">
                  <c:v>23315.640100000001</c:v>
                </c:pt>
                <c:pt idx="270">
                  <c:v>22327.033800000001</c:v>
                </c:pt>
                <c:pt idx="271">
                  <c:v>22678.914400000001</c:v>
                </c:pt>
                <c:pt idx="272">
                  <c:v>22566.460499999997</c:v>
                </c:pt>
                <c:pt idx="273">
                  <c:v>21409.5723</c:v>
                </c:pt>
                <c:pt idx="274">
                  <c:v>20903.8914</c:v>
                </c:pt>
                <c:pt idx="275">
                  <c:v>22216.441899999998</c:v>
                </c:pt>
                <c:pt idx="276">
                  <c:v>22270.073800000002</c:v>
                </c:pt>
                <c:pt idx="277">
                  <c:v>22007.174500000001</c:v>
                </c:pt>
                <c:pt idx="278">
                  <c:v>22785.968099999998</c:v>
                </c:pt>
                <c:pt idx="279">
                  <c:v>22447.775900000001</c:v>
                </c:pt>
                <c:pt idx="280">
                  <c:v>21553.904300000002</c:v>
                </c:pt>
                <c:pt idx="281">
                  <c:v>20411.598900000001</c:v>
                </c:pt>
                <c:pt idx="282">
                  <c:v>22669.631300000001</c:v>
                </c:pt>
                <c:pt idx="283">
                  <c:v>22875.678200000002</c:v>
                </c:pt>
                <c:pt idx="284">
                  <c:v>21209.614399999999</c:v>
                </c:pt>
                <c:pt idx="285">
                  <c:v>22594.4437</c:v>
                </c:pt>
                <c:pt idx="286">
                  <c:v>21470.5013</c:v>
                </c:pt>
                <c:pt idx="287">
                  <c:v>20944.398100000002</c:v>
                </c:pt>
                <c:pt idx="288">
                  <c:v>20571.350999999999</c:v>
                </c:pt>
                <c:pt idx="289">
                  <c:v>22536.269699999997</c:v>
                </c:pt>
                <c:pt idx="290">
                  <c:v>22559.9005</c:v>
                </c:pt>
                <c:pt idx="291">
                  <c:v>22779.103599999999</c:v>
                </c:pt>
                <c:pt idx="292">
                  <c:v>22964.350399999999</c:v>
                </c:pt>
                <c:pt idx="293">
                  <c:v>23130.3289</c:v>
                </c:pt>
                <c:pt idx="294">
                  <c:v>21596.131000000001</c:v>
                </c:pt>
                <c:pt idx="295">
                  <c:v>20645.342499999999</c:v>
                </c:pt>
                <c:pt idx="296">
                  <c:v>19092.986199999999</c:v>
                </c:pt>
                <c:pt idx="297">
                  <c:v>20115.754200000003</c:v>
                </c:pt>
                <c:pt idx="298">
                  <c:v>19325.519200000002</c:v>
                </c:pt>
                <c:pt idx="299">
                  <c:v>19500.618600000002</c:v>
                </c:pt>
                <c:pt idx="300">
                  <c:v>20014.190900000001</c:v>
                </c:pt>
                <c:pt idx="301">
                  <c:v>19927.028199999997</c:v>
                </c:pt>
                <c:pt idx="302">
                  <c:v>19889.0746</c:v>
                </c:pt>
                <c:pt idx="303">
                  <c:v>21316.151000000002</c:v>
                </c:pt>
                <c:pt idx="304">
                  <c:v>22722.937399999999</c:v>
                </c:pt>
                <c:pt idx="305">
                  <c:v>21469.172300000002</c:v>
                </c:pt>
                <c:pt idx="306">
                  <c:v>21945.412</c:v>
                </c:pt>
                <c:pt idx="307">
                  <c:v>22133.751</c:v>
                </c:pt>
                <c:pt idx="308">
                  <c:v>20791.497599999999</c:v>
                </c:pt>
                <c:pt idx="309">
                  <c:v>19869.121999999999</c:v>
                </c:pt>
                <c:pt idx="310">
                  <c:v>22058.158099999997</c:v>
                </c:pt>
                <c:pt idx="311">
                  <c:v>21946.7071</c:v>
                </c:pt>
                <c:pt idx="312">
                  <c:v>21755.714799999998</c:v>
                </c:pt>
                <c:pt idx="313">
                  <c:v>22305.535199999998</c:v>
                </c:pt>
                <c:pt idx="314">
                  <c:v>18648.594799999999</c:v>
                </c:pt>
                <c:pt idx="315">
                  <c:v>19950.496199999998</c:v>
                </c:pt>
                <c:pt idx="316">
                  <c:v>20434.355500000001</c:v>
                </c:pt>
                <c:pt idx="317">
                  <c:v>22163.2297</c:v>
                </c:pt>
                <c:pt idx="318">
                  <c:v>21941.7791</c:v>
                </c:pt>
                <c:pt idx="319">
                  <c:v>21847.801899999999</c:v>
                </c:pt>
                <c:pt idx="320">
                  <c:v>21227.752800000002</c:v>
                </c:pt>
                <c:pt idx="321">
                  <c:v>21811.426799999997</c:v>
                </c:pt>
                <c:pt idx="322">
                  <c:v>20984.462300000003</c:v>
                </c:pt>
                <c:pt idx="323">
                  <c:v>20052.331399999999</c:v>
                </c:pt>
                <c:pt idx="324">
                  <c:v>22020.589</c:v>
                </c:pt>
                <c:pt idx="325">
                  <c:v>21966.459299999999</c:v>
                </c:pt>
                <c:pt idx="326">
                  <c:v>22781.4954</c:v>
                </c:pt>
                <c:pt idx="327">
                  <c:v>21890.998500000002</c:v>
                </c:pt>
                <c:pt idx="328">
                  <c:v>21827.816800000001</c:v>
                </c:pt>
                <c:pt idx="329">
                  <c:v>20787.955600000001</c:v>
                </c:pt>
                <c:pt idx="330">
                  <c:v>20172.330600000001</c:v>
                </c:pt>
                <c:pt idx="331">
                  <c:v>22045.779899999998</c:v>
                </c:pt>
                <c:pt idx="332">
                  <c:v>22124.6149</c:v>
                </c:pt>
                <c:pt idx="333">
                  <c:v>22237.897799999999</c:v>
                </c:pt>
                <c:pt idx="334">
                  <c:v>22112.226699999999</c:v>
                </c:pt>
                <c:pt idx="335">
                  <c:v>22788.701099999998</c:v>
                </c:pt>
                <c:pt idx="336">
                  <c:v>20942.084800000001</c:v>
                </c:pt>
                <c:pt idx="337">
                  <c:v>20568.630100000002</c:v>
                </c:pt>
                <c:pt idx="338">
                  <c:v>22382.781700000003</c:v>
                </c:pt>
                <c:pt idx="339">
                  <c:v>22094.719399999998</c:v>
                </c:pt>
                <c:pt idx="340">
                  <c:v>22075.1764</c:v>
                </c:pt>
                <c:pt idx="341">
                  <c:v>20979.5108</c:v>
                </c:pt>
                <c:pt idx="342">
                  <c:v>22003.549800000001</c:v>
                </c:pt>
                <c:pt idx="343">
                  <c:v>16750.136600000002</c:v>
                </c:pt>
                <c:pt idx="344">
                  <c:v>19421.7412</c:v>
                </c:pt>
                <c:pt idx="345">
                  <c:v>22477.279599999998</c:v>
                </c:pt>
                <c:pt idx="346">
                  <c:v>22538.5226</c:v>
                </c:pt>
                <c:pt idx="347">
                  <c:v>22237.003199999999</c:v>
                </c:pt>
                <c:pt idx="348">
                  <c:v>21810.0792</c:v>
                </c:pt>
                <c:pt idx="349">
                  <c:v>21931.002400000001</c:v>
                </c:pt>
                <c:pt idx="350">
                  <c:v>20694.011200000001</c:v>
                </c:pt>
                <c:pt idx="351">
                  <c:v>20005.769</c:v>
                </c:pt>
                <c:pt idx="352">
                  <c:v>21744.086200000002</c:v>
                </c:pt>
                <c:pt idx="353">
                  <c:v>21461.051499999998</c:v>
                </c:pt>
                <c:pt idx="354">
                  <c:v>21549.359199999999</c:v>
                </c:pt>
                <c:pt idx="355">
                  <c:v>21292.823200000003</c:v>
                </c:pt>
                <c:pt idx="356">
                  <c:v>21499.629000000001</c:v>
                </c:pt>
                <c:pt idx="357">
                  <c:v>20226.3897</c:v>
                </c:pt>
                <c:pt idx="358">
                  <c:v>19258.1754</c:v>
                </c:pt>
                <c:pt idx="359">
                  <c:v>21229.254399999998</c:v>
                </c:pt>
                <c:pt idx="360">
                  <c:v>21387.533500000001</c:v>
                </c:pt>
                <c:pt idx="361">
                  <c:v>21075.185799999999</c:v>
                </c:pt>
                <c:pt idx="362">
                  <c:v>21162.958600000002</c:v>
                </c:pt>
                <c:pt idx="363">
                  <c:v>21350.521100000002</c:v>
                </c:pt>
                <c:pt idx="364">
                  <c:v>21524.251399999997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FF-464E-872B-8ACD870E0D25}"/>
            </c:ext>
          </c:extLst>
        </c:ser>
        <c:ser>
          <c:idx val="1"/>
          <c:order val="1"/>
          <c:tx>
            <c:strRef>
              <c:f>'2G Voice'!$C$1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Voice'!$C$2:$C$366</c:f>
              <c:numCache>
                <c:formatCode>General</c:formatCode>
                <c:ptCount val="365"/>
                <c:pt idx="0">
                  <c:v>11822.742099999999</c:v>
                </c:pt>
                <c:pt idx="1">
                  <c:v>11593.934300000001</c:v>
                </c:pt>
                <c:pt idx="2">
                  <c:v>12309.2138</c:v>
                </c:pt>
                <c:pt idx="3">
                  <c:v>12233.443599999999</c:v>
                </c:pt>
                <c:pt idx="4">
                  <c:v>12414.948400000001</c:v>
                </c:pt>
                <c:pt idx="5">
                  <c:v>12277.358999999999</c:v>
                </c:pt>
                <c:pt idx="6">
                  <c:v>12156.888300000001</c:v>
                </c:pt>
                <c:pt idx="7">
                  <c:v>11831.813099999999</c:v>
                </c:pt>
                <c:pt idx="8">
                  <c:v>11578.069299999999</c:v>
                </c:pt>
                <c:pt idx="9">
                  <c:v>12310.393700000001</c:v>
                </c:pt>
                <c:pt idx="10">
                  <c:v>12184.4815</c:v>
                </c:pt>
                <c:pt idx="11">
                  <c:v>12142.743899999999</c:v>
                </c:pt>
                <c:pt idx="12">
                  <c:v>12136.701499999999</c:v>
                </c:pt>
                <c:pt idx="13">
                  <c:v>12063.944600000001</c:v>
                </c:pt>
                <c:pt idx="14">
                  <c:v>11980.706900000001</c:v>
                </c:pt>
                <c:pt idx="15">
                  <c:v>11865.9959</c:v>
                </c:pt>
                <c:pt idx="16">
                  <c:v>12465.016799999999</c:v>
                </c:pt>
                <c:pt idx="17">
                  <c:v>12313.6039</c:v>
                </c:pt>
                <c:pt idx="18">
                  <c:v>12396.467699999999</c:v>
                </c:pt>
                <c:pt idx="19">
                  <c:v>11010.219499999999</c:v>
                </c:pt>
                <c:pt idx="20">
                  <c:v>13657.993900000001</c:v>
                </c:pt>
                <c:pt idx="21">
                  <c:v>11968.670099999999</c:v>
                </c:pt>
                <c:pt idx="22">
                  <c:v>11807.402900000001</c:v>
                </c:pt>
                <c:pt idx="23">
                  <c:v>12511.774600000001</c:v>
                </c:pt>
                <c:pt idx="24">
                  <c:v>12342.8673</c:v>
                </c:pt>
                <c:pt idx="25">
                  <c:v>12106.891299999999</c:v>
                </c:pt>
                <c:pt idx="26">
                  <c:v>12119.542000000001</c:v>
                </c:pt>
                <c:pt idx="27">
                  <c:v>12196.7052</c:v>
                </c:pt>
                <c:pt idx="28">
                  <c:v>11606.4864</c:v>
                </c:pt>
                <c:pt idx="29">
                  <c:v>11649.6816</c:v>
                </c:pt>
                <c:pt idx="30">
                  <c:v>12178.6006</c:v>
                </c:pt>
                <c:pt idx="31">
                  <c:v>12109.364099999999</c:v>
                </c:pt>
                <c:pt idx="32">
                  <c:v>12049.734700000001</c:v>
                </c:pt>
                <c:pt idx="33">
                  <c:v>12345.2847</c:v>
                </c:pt>
                <c:pt idx="34">
                  <c:v>12274.028700000001</c:v>
                </c:pt>
                <c:pt idx="35">
                  <c:v>11733.7646</c:v>
                </c:pt>
                <c:pt idx="36">
                  <c:v>11675.834700000001</c:v>
                </c:pt>
                <c:pt idx="37">
                  <c:v>12177.6859</c:v>
                </c:pt>
                <c:pt idx="38">
                  <c:v>12088.122599999999</c:v>
                </c:pt>
                <c:pt idx="39">
                  <c:v>12091.4112</c:v>
                </c:pt>
                <c:pt idx="40">
                  <c:v>12001.469300000001</c:v>
                </c:pt>
                <c:pt idx="41">
                  <c:v>12111.0946</c:v>
                </c:pt>
                <c:pt idx="42">
                  <c:v>11608.7467</c:v>
                </c:pt>
                <c:pt idx="43">
                  <c:v>11599.8429</c:v>
                </c:pt>
                <c:pt idx="44">
                  <c:v>12113.192000000001</c:v>
                </c:pt>
                <c:pt idx="45">
                  <c:v>12309.462299999999</c:v>
                </c:pt>
                <c:pt idx="46">
                  <c:v>12178.5339</c:v>
                </c:pt>
                <c:pt idx="47">
                  <c:v>12097.1893</c:v>
                </c:pt>
                <c:pt idx="48">
                  <c:v>10860.5476</c:v>
                </c:pt>
                <c:pt idx="49">
                  <c:v>11839.0291</c:v>
                </c:pt>
                <c:pt idx="50">
                  <c:v>11993.475999999999</c:v>
                </c:pt>
                <c:pt idx="51">
                  <c:v>12137.439</c:v>
                </c:pt>
                <c:pt idx="52">
                  <c:v>12092.3297</c:v>
                </c:pt>
                <c:pt idx="53">
                  <c:v>12185.2731</c:v>
                </c:pt>
                <c:pt idx="54">
                  <c:v>12102.678699999999</c:v>
                </c:pt>
                <c:pt idx="55">
                  <c:v>12050.825000000001</c:v>
                </c:pt>
                <c:pt idx="56">
                  <c:v>11702.772500000001</c:v>
                </c:pt>
                <c:pt idx="57">
                  <c:v>11872.2289</c:v>
                </c:pt>
                <c:pt idx="58">
                  <c:v>12248.815900000001</c:v>
                </c:pt>
                <c:pt idx="59">
                  <c:v>11941.816999999999</c:v>
                </c:pt>
                <c:pt idx="60">
                  <c:v>12096.773800000001</c:v>
                </c:pt>
                <c:pt idx="61">
                  <c:v>12171.6307</c:v>
                </c:pt>
                <c:pt idx="62">
                  <c:v>12172.873600000001</c:v>
                </c:pt>
                <c:pt idx="63">
                  <c:v>11504.679400000001</c:v>
                </c:pt>
                <c:pt idx="64">
                  <c:v>11465.847399999999</c:v>
                </c:pt>
                <c:pt idx="65">
                  <c:v>12073.7515</c:v>
                </c:pt>
                <c:pt idx="66">
                  <c:v>12017.8388</c:v>
                </c:pt>
                <c:pt idx="67">
                  <c:v>11930.535</c:v>
                </c:pt>
                <c:pt idx="68">
                  <c:v>12155.604500000001</c:v>
                </c:pt>
                <c:pt idx="69">
                  <c:v>11892.730299999999</c:v>
                </c:pt>
                <c:pt idx="70">
                  <c:v>11596.432799999999</c:v>
                </c:pt>
                <c:pt idx="71">
                  <c:v>11685.2129</c:v>
                </c:pt>
                <c:pt idx="72">
                  <c:v>11966.998099999999</c:v>
                </c:pt>
                <c:pt idx="73">
                  <c:v>12017.526099999999</c:v>
                </c:pt>
                <c:pt idx="74">
                  <c:v>12081.607</c:v>
                </c:pt>
                <c:pt idx="75">
                  <c:v>12792.740100000001</c:v>
                </c:pt>
                <c:pt idx="76">
                  <c:v>11789.6011</c:v>
                </c:pt>
                <c:pt idx="77">
                  <c:v>11515.689699999999</c:v>
                </c:pt>
                <c:pt idx="78">
                  <c:v>10748.686600000001</c:v>
                </c:pt>
                <c:pt idx="79">
                  <c:v>11494.0152</c:v>
                </c:pt>
                <c:pt idx="80">
                  <c:v>11802.6728</c:v>
                </c:pt>
                <c:pt idx="81">
                  <c:v>11786.783800000001</c:v>
                </c:pt>
                <c:pt idx="82">
                  <c:v>11829.2078</c:v>
                </c:pt>
                <c:pt idx="83">
                  <c:v>11644.1409</c:v>
                </c:pt>
                <c:pt idx="84">
                  <c:v>11506.837299999999</c:v>
                </c:pt>
                <c:pt idx="85">
                  <c:v>11320.2582</c:v>
                </c:pt>
                <c:pt idx="86">
                  <c:v>11645.704100000001</c:v>
                </c:pt>
                <c:pt idx="87">
                  <c:v>11728.0211</c:v>
                </c:pt>
                <c:pt idx="88">
                  <c:v>11690.357400000001</c:v>
                </c:pt>
                <c:pt idx="89">
                  <c:v>11690.302600000001</c:v>
                </c:pt>
                <c:pt idx="90">
                  <c:v>11668.6199</c:v>
                </c:pt>
                <c:pt idx="91">
                  <c:v>11436.146999999999</c:v>
                </c:pt>
                <c:pt idx="92">
                  <c:v>11343.4689</c:v>
                </c:pt>
                <c:pt idx="93">
                  <c:v>11865.2142</c:v>
                </c:pt>
                <c:pt idx="94">
                  <c:v>11551.677</c:v>
                </c:pt>
                <c:pt idx="95">
                  <c:v>11698.6965</c:v>
                </c:pt>
                <c:pt idx="96">
                  <c:v>11833.0844</c:v>
                </c:pt>
                <c:pt idx="97">
                  <c:v>11578.283799999999</c:v>
                </c:pt>
                <c:pt idx="98">
                  <c:v>11179.562399999999</c:v>
                </c:pt>
                <c:pt idx="99">
                  <c:v>11175.367</c:v>
                </c:pt>
                <c:pt idx="100">
                  <c:v>11634.398300000001</c:v>
                </c:pt>
                <c:pt idx="101">
                  <c:v>11861.380599999999</c:v>
                </c:pt>
                <c:pt idx="102">
                  <c:v>11502.3668</c:v>
                </c:pt>
                <c:pt idx="103">
                  <c:v>11640.737999999999</c:v>
                </c:pt>
                <c:pt idx="104">
                  <c:v>11608.358200000001</c:v>
                </c:pt>
                <c:pt idx="105">
                  <c:v>11167.7374</c:v>
                </c:pt>
                <c:pt idx="106">
                  <c:v>11249.462799999999</c:v>
                </c:pt>
                <c:pt idx="107">
                  <c:v>10443.8995</c:v>
                </c:pt>
                <c:pt idx="108">
                  <c:v>11741.7399</c:v>
                </c:pt>
                <c:pt idx="109">
                  <c:v>11495.9694</c:v>
                </c:pt>
                <c:pt idx="110">
                  <c:v>11686.126899999999</c:v>
                </c:pt>
                <c:pt idx="111">
                  <c:v>11466.5941</c:v>
                </c:pt>
                <c:pt idx="112">
                  <c:v>11177.611000000001</c:v>
                </c:pt>
                <c:pt idx="113">
                  <c:v>10855.88</c:v>
                </c:pt>
                <c:pt idx="114">
                  <c:v>11413.0039</c:v>
                </c:pt>
                <c:pt idx="115">
                  <c:v>11527.062999999998</c:v>
                </c:pt>
                <c:pt idx="116">
                  <c:v>11397.6512</c:v>
                </c:pt>
                <c:pt idx="117">
                  <c:v>11360.4941</c:v>
                </c:pt>
                <c:pt idx="118">
                  <c:v>11424.198200000001</c:v>
                </c:pt>
                <c:pt idx="119">
                  <c:v>10488.6471</c:v>
                </c:pt>
                <c:pt idx="120">
                  <c:v>11239.7479</c:v>
                </c:pt>
                <c:pt idx="121">
                  <c:v>10961.1443</c:v>
                </c:pt>
                <c:pt idx="122">
                  <c:v>11515.342199999999</c:v>
                </c:pt>
                <c:pt idx="123">
                  <c:v>11597.598400000001</c:v>
                </c:pt>
                <c:pt idx="124">
                  <c:v>11383.245800000001</c:v>
                </c:pt>
                <c:pt idx="125">
                  <c:v>11462.663500000001</c:v>
                </c:pt>
                <c:pt idx="126">
                  <c:v>11472.387200000001</c:v>
                </c:pt>
                <c:pt idx="127">
                  <c:v>10916.2137</c:v>
                </c:pt>
                <c:pt idx="128">
                  <c:v>11574.2593</c:v>
                </c:pt>
                <c:pt idx="129">
                  <c:v>11468.2484</c:v>
                </c:pt>
                <c:pt idx="130">
                  <c:v>11558.493400000001</c:v>
                </c:pt>
                <c:pt idx="131">
                  <c:v>11546.864100000001</c:v>
                </c:pt>
                <c:pt idx="132">
                  <c:v>11562.4535</c:v>
                </c:pt>
                <c:pt idx="133">
                  <c:v>11119.7237</c:v>
                </c:pt>
                <c:pt idx="134">
                  <c:v>11112.112200000001</c:v>
                </c:pt>
                <c:pt idx="135">
                  <c:v>11742.782300000001</c:v>
                </c:pt>
                <c:pt idx="136">
                  <c:v>12594.1895</c:v>
                </c:pt>
                <c:pt idx="137">
                  <c:v>11532.347299999999</c:v>
                </c:pt>
                <c:pt idx="138">
                  <c:v>12724.9676</c:v>
                </c:pt>
                <c:pt idx="139">
                  <c:v>12210.907799999999</c:v>
                </c:pt>
                <c:pt idx="140">
                  <c:v>11970.7263</c:v>
                </c:pt>
                <c:pt idx="141">
                  <c:v>11736.4465</c:v>
                </c:pt>
                <c:pt idx="142">
                  <c:v>12329.9141</c:v>
                </c:pt>
                <c:pt idx="143">
                  <c:v>12024.8251</c:v>
                </c:pt>
                <c:pt idx="144">
                  <c:v>12248.6471</c:v>
                </c:pt>
                <c:pt idx="145">
                  <c:v>12096.643300000002</c:v>
                </c:pt>
                <c:pt idx="146">
                  <c:v>11990.1976</c:v>
                </c:pt>
                <c:pt idx="147">
                  <c:v>11894.016599999999</c:v>
                </c:pt>
                <c:pt idx="148">
                  <c:v>11385.975</c:v>
                </c:pt>
                <c:pt idx="149">
                  <c:v>12194.7461</c:v>
                </c:pt>
                <c:pt idx="150">
                  <c:v>12275.5028</c:v>
                </c:pt>
                <c:pt idx="151">
                  <c:v>12337.6666</c:v>
                </c:pt>
                <c:pt idx="152">
                  <c:v>12020.6384</c:v>
                </c:pt>
                <c:pt idx="153">
                  <c:v>12023.798000000001</c:v>
                </c:pt>
                <c:pt idx="154">
                  <c:v>12084.240100000001</c:v>
                </c:pt>
                <c:pt idx="155">
                  <c:v>11829.165999999999</c:v>
                </c:pt>
                <c:pt idx="156">
                  <c:v>12208.0345</c:v>
                </c:pt>
                <c:pt idx="157">
                  <c:v>12381.011399999999</c:v>
                </c:pt>
                <c:pt idx="158">
                  <c:v>12570.219300000001</c:v>
                </c:pt>
                <c:pt idx="159">
                  <c:v>14091.4522</c:v>
                </c:pt>
                <c:pt idx="160">
                  <c:v>13458.0018</c:v>
                </c:pt>
                <c:pt idx="161">
                  <c:v>12472.639300000001</c:v>
                </c:pt>
                <c:pt idx="162">
                  <c:v>12420.0272</c:v>
                </c:pt>
                <c:pt idx="163">
                  <c:v>12892.054700000001</c:v>
                </c:pt>
                <c:pt idx="164">
                  <c:v>12992.2037</c:v>
                </c:pt>
                <c:pt idx="165">
                  <c:v>12808.6513</c:v>
                </c:pt>
                <c:pt idx="166">
                  <c:v>11530.4426</c:v>
                </c:pt>
                <c:pt idx="167">
                  <c:v>12879.0893</c:v>
                </c:pt>
                <c:pt idx="168">
                  <c:v>12250.166300000001</c:v>
                </c:pt>
                <c:pt idx="169">
                  <c:v>11831.373900000001</c:v>
                </c:pt>
                <c:pt idx="170">
                  <c:v>12293.5857</c:v>
                </c:pt>
                <c:pt idx="171">
                  <c:v>12230.1412</c:v>
                </c:pt>
                <c:pt idx="172">
                  <c:v>12163.399600000001</c:v>
                </c:pt>
                <c:pt idx="173">
                  <c:v>12338.369799999999</c:v>
                </c:pt>
                <c:pt idx="174">
                  <c:v>12292.5744</c:v>
                </c:pt>
                <c:pt idx="175">
                  <c:v>11721.7438</c:v>
                </c:pt>
                <c:pt idx="176">
                  <c:v>11818.366</c:v>
                </c:pt>
                <c:pt idx="177">
                  <c:v>12257.605100000001</c:v>
                </c:pt>
                <c:pt idx="178">
                  <c:v>12215.6394</c:v>
                </c:pt>
                <c:pt idx="179">
                  <c:v>12130.774799999999</c:v>
                </c:pt>
                <c:pt idx="180">
                  <c:v>12419.8691</c:v>
                </c:pt>
                <c:pt idx="181">
                  <c:v>12194.9704</c:v>
                </c:pt>
                <c:pt idx="182">
                  <c:v>11677.179</c:v>
                </c:pt>
                <c:pt idx="183">
                  <c:v>11625.995800000001</c:v>
                </c:pt>
                <c:pt idx="184">
                  <c:v>12244.2243</c:v>
                </c:pt>
                <c:pt idx="185">
                  <c:v>12198.8395</c:v>
                </c:pt>
                <c:pt idx="186">
                  <c:v>12111.927600000001</c:v>
                </c:pt>
                <c:pt idx="187">
                  <c:v>11620.288499999999</c:v>
                </c:pt>
                <c:pt idx="188">
                  <c:v>12097.9318</c:v>
                </c:pt>
                <c:pt idx="189">
                  <c:v>11711.169</c:v>
                </c:pt>
                <c:pt idx="190">
                  <c:v>11480.218699999999</c:v>
                </c:pt>
                <c:pt idx="191">
                  <c:v>12072.012500000001</c:v>
                </c:pt>
                <c:pt idx="192">
                  <c:v>12428.547</c:v>
                </c:pt>
                <c:pt idx="193">
                  <c:v>12452.605799999999</c:v>
                </c:pt>
                <c:pt idx="194">
                  <c:v>14572.4154</c:v>
                </c:pt>
                <c:pt idx="195">
                  <c:v>12263.942000000001</c:v>
                </c:pt>
                <c:pt idx="196">
                  <c:v>10832.098199999999</c:v>
                </c:pt>
                <c:pt idx="197">
                  <c:v>11729.506800000001</c:v>
                </c:pt>
                <c:pt idx="198">
                  <c:v>12178.5286</c:v>
                </c:pt>
                <c:pt idx="199">
                  <c:v>12091.4517</c:v>
                </c:pt>
                <c:pt idx="200">
                  <c:v>11776.452499999999</c:v>
                </c:pt>
                <c:pt idx="201">
                  <c:v>11920.9879</c:v>
                </c:pt>
                <c:pt idx="202">
                  <c:v>11963.3426</c:v>
                </c:pt>
                <c:pt idx="203">
                  <c:v>11659.4292</c:v>
                </c:pt>
                <c:pt idx="204">
                  <c:v>11515.601000000001</c:v>
                </c:pt>
                <c:pt idx="205">
                  <c:v>12092.3727</c:v>
                </c:pt>
                <c:pt idx="206">
                  <c:v>11959.2078</c:v>
                </c:pt>
                <c:pt idx="207">
                  <c:v>12183.2106</c:v>
                </c:pt>
                <c:pt idx="208">
                  <c:v>11771.877500000001</c:v>
                </c:pt>
                <c:pt idx="209">
                  <c:v>11863.3042</c:v>
                </c:pt>
                <c:pt idx="210">
                  <c:v>11469.6397</c:v>
                </c:pt>
                <c:pt idx="211">
                  <c:v>11309.550300000001</c:v>
                </c:pt>
                <c:pt idx="212">
                  <c:v>11934.696</c:v>
                </c:pt>
                <c:pt idx="213">
                  <c:v>11930.1746</c:v>
                </c:pt>
                <c:pt idx="214">
                  <c:v>11914.0751</c:v>
                </c:pt>
                <c:pt idx="215">
                  <c:v>11893.195</c:v>
                </c:pt>
                <c:pt idx="216">
                  <c:v>11844.1564</c:v>
                </c:pt>
                <c:pt idx="217">
                  <c:v>11349.3833</c:v>
                </c:pt>
                <c:pt idx="218">
                  <c:v>11716.9414</c:v>
                </c:pt>
                <c:pt idx="219">
                  <c:v>12229.2809</c:v>
                </c:pt>
                <c:pt idx="220">
                  <c:v>12078.9401</c:v>
                </c:pt>
                <c:pt idx="221">
                  <c:v>12116.2891</c:v>
                </c:pt>
                <c:pt idx="222">
                  <c:v>11751.029900000001</c:v>
                </c:pt>
                <c:pt idx="223">
                  <c:v>12040.962500000001</c:v>
                </c:pt>
                <c:pt idx="224">
                  <c:v>11701.781599999998</c:v>
                </c:pt>
                <c:pt idx="225">
                  <c:v>10861.531800000001</c:v>
                </c:pt>
                <c:pt idx="226">
                  <c:v>12229.3526</c:v>
                </c:pt>
                <c:pt idx="227">
                  <c:v>12068.8496</c:v>
                </c:pt>
                <c:pt idx="228">
                  <c:v>11740.712299999999</c:v>
                </c:pt>
                <c:pt idx="229">
                  <c:v>11979.8007</c:v>
                </c:pt>
                <c:pt idx="230">
                  <c:v>11818.5013</c:v>
                </c:pt>
                <c:pt idx="231">
                  <c:v>11356.7616</c:v>
                </c:pt>
                <c:pt idx="232">
                  <c:v>11307.6093</c:v>
                </c:pt>
                <c:pt idx="233">
                  <c:v>11666.75</c:v>
                </c:pt>
                <c:pt idx="234">
                  <c:v>11994.288199999999</c:v>
                </c:pt>
                <c:pt idx="235">
                  <c:v>12093.2068</c:v>
                </c:pt>
                <c:pt idx="236">
                  <c:v>11864.334799999999</c:v>
                </c:pt>
                <c:pt idx="237">
                  <c:v>12054.338099999999</c:v>
                </c:pt>
                <c:pt idx="238">
                  <c:v>11687.2202</c:v>
                </c:pt>
                <c:pt idx="239">
                  <c:v>11449.0281</c:v>
                </c:pt>
                <c:pt idx="240">
                  <c:v>11594.4087</c:v>
                </c:pt>
                <c:pt idx="241">
                  <c:v>11748.100499999999</c:v>
                </c:pt>
                <c:pt idx="242">
                  <c:v>11555.632</c:v>
                </c:pt>
                <c:pt idx="243">
                  <c:v>11598.050000000001</c:v>
                </c:pt>
                <c:pt idx="244">
                  <c:v>11779.7994</c:v>
                </c:pt>
                <c:pt idx="245">
                  <c:v>11451.9822</c:v>
                </c:pt>
                <c:pt idx="246">
                  <c:v>11556.695399999999</c:v>
                </c:pt>
                <c:pt idx="247">
                  <c:v>12095.7217</c:v>
                </c:pt>
                <c:pt idx="248">
                  <c:v>12315.7191</c:v>
                </c:pt>
                <c:pt idx="249">
                  <c:v>12250.009600000001</c:v>
                </c:pt>
                <c:pt idx="250">
                  <c:v>12538.9609</c:v>
                </c:pt>
                <c:pt idx="251">
                  <c:v>12471.891000000001</c:v>
                </c:pt>
                <c:pt idx="252">
                  <c:v>12314.2736</c:v>
                </c:pt>
                <c:pt idx="253">
                  <c:v>12354.867700000001</c:v>
                </c:pt>
                <c:pt idx="254">
                  <c:v>11206.025299999999</c:v>
                </c:pt>
                <c:pt idx="255">
                  <c:v>12717.558300000001</c:v>
                </c:pt>
                <c:pt idx="256">
                  <c:v>12382.9344</c:v>
                </c:pt>
                <c:pt idx="257">
                  <c:v>12322.537700000001</c:v>
                </c:pt>
                <c:pt idx="258">
                  <c:v>12509.8133</c:v>
                </c:pt>
                <c:pt idx="259">
                  <c:v>12078.669</c:v>
                </c:pt>
                <c:pt idx="260">
                  <c:v>12082.967700000001</c:v>
                </c:pt>
                <c:pt idx="261">
                  <c:v>12753.684500000001</c:v>
                </c:pt>
                <c:pt idx="262">
                  <c:v>12579.149099999999</c:v>
                </c:pt>
                <c:pt idx="263">
                  <c:v>12748.280200000001</c:v>
                </c:pt>
                <c:pt idx="264">
                  <c:v>12925.3796</c:v>
                </c:pt>
                <c:pt idx="265">
                  <c:v>12170.3876</c:v>
                </c:pt>
                <c:pt idx="266">
                  <c:v>11247.1636</c:v>
                </c:pt>
                <c:pt idx="267">
                  <c:v>11607.971399999999</c:v>
                </c:pt>
                <c:pt idx="268">
                  <c:v>12114.7727</c:v>
                </c:pt>
                <c:pt idx="269">
                  <c:v>12337.1942</c:v>
                </c:pt>
                <c:pt idx="270">
                  <c:v>12274.6685</c:v>
                </c:pt>
                <c:pt idx="271">
                  <c:v>12216.1376</c:v>
                </c:pt>
                <c:pt idx="272">
                  <c:v>12014.151800000001</c:v>
                </c:pt>
                <c:pt idx="273">
                  <c:v>11596.414199999999</c:v>
                </c:pt>
                <c:pt idx="274">
                  <c:v>11712.511999999999</c:v>
                </c:pt>
                <c:pt idx="275">
                  <c:v>12031.428599999999</c:v>
                </c:pt>
                <c:pt idx="276">
                  <c:v>12017.2557</c:v>
                </c:pt>
                <c:pt idx="277">
                  <c:v>11957.037699999999</c:v>
                </c:pt>
                <c:pt idx="278">
                  <c:v>12073.7309</c:v>
                </c:pt>
                <c:pt idx="279">
                  <c:v>11858.8073</c:v>
                </c:pt>
                <c:pt idx="280">
                  <c:v>11358.411300000002</c:v>
                </c:pt>
                <c:pt idx="281">
                  <c:v>11232.1111</c:v>
                </c:pt>
                <c:pt idx="282">
                  <c:v>11874.091400000001</c:v>
                </c:pt>
                <c:pt idx="283">
                  <c:v>11960.751099999999</c:v>
                </c:pt>
                <c:pt idx="284">
                  <c:v>11906.450800000001</c:v>
                </c:pt>
                <c:pt idx="285">
                  <c:v>11976.9043</c:v>
                </c:pt>
                <c:pt idx="286">
                  <c:v>11438.502899999999</c:v>
                </c:pt>
                <c:pt idx="287">
                  <c:v>11183.0753</c:v>
                </c:pt>
                <c:pt idx="288">
                  <c:v>11071.134900000001</c:v>
                </c:pt>
                <c:pt idx="289">
                  <c:v>12001.008</c:v>
                </c:pt>
                <c:pt idx="290">
                  <c:v>11910.352500000001</c:v>
                </c:pt>
                <c:pt idx="291">
                  <c:v>11813.0087</c:v>
                </c:pt>
                <c:pt idx="292">
                  <c:v>11996.213000000002</c:v>
                </c:pt>
                <c:pt idx="293">
                  <c:v>12029.290199999999</c:v>
                </c:pt>
                <c:pt idx="294">
                  <c:v>11880.513499999999</c:v>
                </c:pt>
                <c:pt idx="295">
                  <c:v>11513.294800000001</c:v>
                </c:pt>
                <c:pt idx="296">
                  <c:v>11071.0365</c:v>
                </c:pt>
                <c:pt idx="297">
                  <c:v>12265.534500000002</c:v>
                </c:pt>
                <c:pt idx="298">
                  <c:v>11552.1767</c:v>
                </c:pt>
                <c:pt idx="299">
                  <c:v>11650.970599999999</c:v>
                </c:pt>
                <c:pt idx="300">
                  <c:v>11681.971599999999</c:v>
                </c:pt>
                <c:pt idx="301">
                  <c:v>11605.8601</c:v>
                </c:pt>
                <c:pt idx="302">
                  <c:v>11195.821</c:v>
                </c:pt>
                <c:pt idx="303">
                  <c:v>11752.4378</c:v>
                </c:pt>
                <c:pt idx="304">
                  <c:v>12156.1194</c:v>
                </c:pt>
                <c:pt idx="305">
                  <c:v>11755.5481</c:v>
                </c:pt>
                <c:pt idx="306">
                  <c:v>12015.156800000001</c:v>
                </c:pt>
                <c:pt idx="307">
                  <c:v>11979.973099999999</c:v>
                </c:pt>
                <c:pt idx="308">
                  <c:v>11332.407999999999</c:v>
                </c:pt>
                <c:pt idx="309">
                  <c:v>11178.537199999999</c:v>
                </c:pt>
                <c:pt idx="310">
                  <c:v>11723.126899999999</c:v>
                </c:pt>
                <c:pt idx="311">
                  <c:v>11849.6199</c:v>
                </c:pt>
                <c:pt idx="312">
                  <c:v>11889.568799999999</c:v>
                </c:pt>
                <c:pt idx="313">
                  <c:v>11882.335799999999</c:v>
                </c:pt>
                <c:pt idx="314">
                  <c:v>10778.166200000001</c:v>
                </c:pt>
                <c:pt idx="315">
                  <c:v>11367.7659</c:v>
                </c:pt>
                <c:pt idx="316">
                  <c:v>11285.3202</c:v>
                </c:pt>
                <c:pt idx="317">
                  <c:v>11875.018100000001</c:v>
                </c:pt>
                <c:pt idx="318">
                  <c:v>11786.359399999999</c:v>
                </c:pt>
                <c:pt idx="319">
                  <c:v>11588.481900000001</c:v>
                </c:pt>
                <c:pt idx="320">
                  <c:v>11557.5623</c:v>
                </c:pt>
                <c:pt idx="321">
                  <c:v>11731.882099999999</c:v>
                </c:pt>
                <c:pt idx="322">
                  <c:v>11441.945600000001</c:v>
                </c:pt>
                <c:pt idx="323">
                  <c:v>11166.879000000001</c:v>
                </c:pt>
                <c:pt idx="324">
                  <c:v>11881.429</c:v>
                </c:pt>
                <c:pt idx="325">
                  <c:v>11798.913699999999</c:v>
                </c:pt>
                <c:pt idx="326">
                  <c:v>12017.3246</c:v>
                </c:pt>
                <c:pt idx="327">
                  <c:v>11636.719499999999</c:v>
                </c:pt>
                <c:pt idx="328">
                  <c:v>11663.383000000002</c:v>
                </c:pt>
                <c:pt idx="329">
                  <c:v>11207.3133</c:v>
                </c:pt>
                <c:pt idx="330">
                  <c:v>11256.3469</c:v>
                </c:pt>
                <c:pt idx="331">
                  <c:v>11659.144400000001</c:v>
                </c:pt>
                <c:pt idx="332">
                  <c:v>11756.966799999998</c:v>
                </c:pt>
                <c:pt idx="333">
                  <c:v>11881.594200000001</c:v>
                </c:pt>
                <c:pt idx="334">
                  <c:v>11784.7196</c:v>
                </c:pt>
                <c:pt idx="335">
                  <c:v>11912.2088</c:v>
                </c:pt>
                <c:pt idx="336">
                  <c:v>11475.2832</c:v>
                </c:pt>
                <c:pt idx="337">
                  <c:v>11320.885400000001</c:v>
                </c:pt>
                <c:pt idx="338">
                  <c:v>11546.553</c:v>
                </c:pt>
                <c:pt idx="339">
                  <c:v>11722.5232</c:v>
                </c:pt>
                <c:pt idx="340">
                  <c:v>11669.297499999999</c:v>
                </c:pt>
                <c:pt idx="341">
                  <c:v>11550.021999999999</c:v>
                </c:pt>
                <c:pt idx="342">
                  <c:v>12034.4087</c:v>
                </c:pt>
                <c:pt idx="343">
                  <c:v>10066.007399999999</c:v>
                </c:pt>
                <c:pt idx="344">
                  <c:v>11342.928099999999</c:v>
                </c:pt>
                <c:pt idx="345">
                  <c:v>12203.0111</c:v>
                </c:pt>
                <c:pt idx="346">
                  <c:v>12239.0653</c:v>
                </c:pt>
                <c:pt idx="347">
                  <c:v>12091.1448</c:v>
                </c:pt>
                <c:pt idx="348">
                  <c:v>11784.4833</c:v>
                </c:pt>
                <c:pt idx="349">
                  <c:v>11701.370199999999</c:v>
                </c:pt>
                <c:pt idx="350">
                  <c:v>11232.8917</c:v>
                </c:pt>
                <c:pt idx="351">
                  <c:v>11148.228500000001</c:v>
                </c:pt>
                <c:pt idx="352">
                  <c:v>11648.551500000001</c:v>
                </c:pt>
                <c:pt idx="353">
                  <c:v>11542.036</c:v>
                </c:pt>
                <c:pt idx="354">
                  <c:v>11661.335999999999</c:v>
                </c:pt>
                <c:pt idx="355">
                  <c:v>11471.023799999999</c:v>
                </c:pt>
                <c:pt idx="356">
                  <c:v>11452.829299999999</c:v>
                </c:pt>
                <c:pt idx="357">
                  <c:v>10897.8141</c:v>
                </c:pt>
                <c:pt idx="358">
                  <c:v>10752.220299999999</c:v>
                </c:pt>
                <c:pt idx="359">
                  <c:v>11365.9107</c:v>
                </c:pt>
                <c:pt idx="360">
                  <c:v>11365.021400000001</c:v>
                </c:pt>
                <c:pt idx="361">
                  <c:v>11207.5797</c:v>
                </c:pt>
                <c:pt idx="362">
                  <c:v>11358.938</c:v>
                </c:pt>
                <c:pt idx="363">
                  <c:v>11562.7109</c:v>
                </c:pt>
                <c:pt idx="364">
                  <c:v>11914.192300000001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FF-464E-872B-8ACD870E0D25}"/>
            </c:ext>
          </c:extLst>
        </c:ser>
        <c:ser>
          <c:idx val="2"/>
          <c:order val="2"/>
          <c:tx>
            <c:strRef>
              <c:f>'2G Voice'!$D$1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Voice'!$D$2:$D$366</c:f>
              <c:numCache>
                <c:formatCode>General</c:formatCode>
                <c:ptCount val="365"/>
                <c:pt idx="0">
                  <c:v>13940.8992</c:v>
                </c:pt>
                <c:pt idx="1">
                  <c:v>13699.5859</c:v>
                </c:pt>
                <c:pt idx="2">
                  <c:v>14308.801399999998</c:v>
                </c:pt>
                <c:pt idx="3">
                  <c:v>14334.419600000001</c:v>
                </c:pt>
                <c:pt idx="4">
                  <c:v>14786.230299999999</c:v>
                </c:pt>
                <c:pt idx="5">
                  <c:v>14701.672999999999</c:v>
                </c:pt>
                <c:pt idx="6">
                  <c:v>14361.2832</c:v>
                </c:pt>
                <c:pt idx="7">
                  <c:v>13939.3905</c:v>
                </c:pt>
                <c:pt idx="8">
                  <c:v>13571.412399999999</c:v>
                </c:pt>
                <c:pt idx="9">
                  <c:v>14461.9481</c:v>
                </c:pt>
                <c:pt idx="10">
                  <c:v>14304.812400000001</c:v>
                </c:pt>
                <c:pt idx="11">
                  <c:v>14368.1862</c:v>
                </c:pt>
                <c:pt idx="12">
                  <c:v>14467.656999999999</c:v>
                </c:pt>
                <c:pt idx="13">
                  <c:v>14180.677900000001</c:v>
                </c:pt>
                <c:pt idx="14">
                  <c:v>13770.957100000001</c:v>
                </c:pt>
                <c:pt idx="15">
                  <c:v>13901.029699999999</c:v>
                </c:pt>
                <c:pt idx="16">
                  <c:v>14797.5164</c:v>
                </c:pt>
                <c:pt idx="17">
                  <c:v>14545.4637</c:v>
                </c:pt>
                <c:pt idx="18">
                  <c:v>14486.1333</c:v>
                </c:pt>
                <c:pt idx="19">
                  <c:v>12591.737299999999</c:v>
                </c:pt>
                <c:pt idx="20">
                  <c:v>16284.5162</c:v>
                </c:pt>
                <c:pt idx="21">
                  <c:v>14249.9226</c:v>
                </c:pt>
                <c:pt idx="22">
                  <c:v>13983.812800000002</c:v>
                </c:pt>
                <c:pt idx="23">
                  <c:v>14822.285</c:v>
                </c:pt>
                <c:pt idx="24">
                  <c:v>14944.346100000001</c:v>
                </c:pt>
                <c:pt idx="25">
                  <c:v>14590.7801</c:v>
                </c:pt>
                <c:pt idx="26">
                  <c:v>14783.7732</c:v>
                </c:pt>
                <c:pt idx="27">
                  <c:v>14531.4494</c:v>
                </c:pt>
                <c:pt idx="28">
                  <c:v>13868.3498</c:v>
                </c:pt>
                <c:pt idx="29">
                  <c:v>13736.531800000001</c:v>
                </c:pt>
                <c:pt idx="30">
                  <c:v>14757.251</c:v>
                </c:pt>
                <c:pt idx="31">
                  <c:v>14598.6031</c:v>
                </c:pt>
                <c:pt idx="32">
                  <c:v>14500.6196</c:v>
                </c:pt>
                <c:pt idx="33">
                  <c:v>14514.0934</c:v>
                </c:pt>
                <c:pt idx="34">
                  <c:v>14487.323100000001</c:v>
                </c:pt>
                <c:pt idx="35">
                  <c:v>13718.075000000001</c:v>
                </c:pt>
                <c:pt idx="36">
                  <c:v>13773.3444</c:v>
                </c:pt>
                <c:pt idx="37">
                  <c:v>14587.336600000001</c:v>
                </c:pt>
                <c:pt idx="38">
                  <c:v>14405.5882</c:v>
                </c:pt>
                <c:pt idx="39">
                  <c:v>14470.832399999999</c:v>
                </c:pt>
                <c:pt idx="40">
                  <c:v>14321.377399999999</c:v>
                </c:pt>
                <c:pt idx="41">
                  <c:v>14337.553699999999</c:v>
                </c:pt>
                <c:pt idx="42">
                  <c:v>13417.3649</c:v>
                </c:pt>
                <c:pt idx="43">
                  <c:v>13673.8143</c:v>
                </c:pt>
                <c:pt idx="44">
                  <c:v>14236.262400000001</c:v>
                </c:pt>
                <c:pt idx="45">
                  <c:v>14580.4056</c:v>
                </c:pt>
                <c:pt idx="46">
                  <c:v>14149.5471</c:v>
                </c:pt>
                <c:pt idx="47">
                  <c:v>14398.7186</c:v>
                </c:pt>
                <c:pt idx="48">
                  <c:v>12350.190200000001</c:v>
                </c:pt>
                <c:pt idx="49">
                  <c:v>13864.3614</c:v>
                </c:pt>
                <c:pt idx="50">
                  <c:v>13547.518900000001</c:v>
                </c:pt>
                <c:pt idx="51">
                  <c:v>14322.728499999999</c:v>
                </c:pt>
                <c:pt idx="52">
                  <c:v>14186.805900000001</c:v>
                </c:pt>
                <c:pt idx="53">
                  <c:v>14083.3213</c:v>
                </c:pt>
                <c:pt idx="54">
                  <c:v>14172.0209</c:v>
                </c:pt>
                <c:pt idx="55">
                  <c:v>14077.1965</c:v>
                </c:pt>
                <c:pt idx="56">
                  <c:v>13816.698399999999</c:v>
                </c:pt>
                <c:pt idx="57">
                  <c:v>13908.9292</c:v>
                </c:pt>
                <c:pt idx="58">
                  <c:v>14425.546400000001</c:v>
                </c:pt>
                <c:pt idx="59">
                  <c:v>14418.709400000002</c:v>
                </c:pt>
                <c:pt idx="60">
                  <c:v>14375.530299999999</c:v>
                </c:pt>
                <c:pt idx="61">
                  <c:v>14560.9437</c:v>
                </c:pt>
                <c:pt idx="62">
                  <c:v>14001.316200000001</c:v>
                </c:pt>
                <c:pt idx="63">
                  <c:v>13399.8303</c:v>
                </c:pt>
                <c:pt idx="64">
                  <c:v>13331.9692</c:v>
                </c:pt>
                <c:pt idx="65">
                  <c:v>14089.5723</c:v>
                </c:pt>
                <c:pt idx="66">
                  <c:v>13920.1837</c:v>
                </c:pt>
                <c:pt idx="67">
                  <c:v>13908.7793</c:v>
                </c:pt>
                <c:pt idx="68">
                  <c:v>14205.974</c:v>
                </c:pt>
                <c:pt idx="69">
                  <c:v>13942.101699999999</c:v>
                </c:pt>
                <c:pt idx="70">
                  <c:v>13506.4678</c:v>
                </c:pt>
                <c:pt idx="71">
                  <c:v>13566.540800000001</c:v>
                </c:pt>
                <c:pt idx="72">
                  <c:v>14442.0399</c:v>
                </c:pt>
                <c:pt idx="73">
                  <c:v>14363.900800000001</c:v>
                </c:pt>
                <c:pt idx="74">
                  <c:v>14230.333000000001</c:v>
                </c:pt>
                <c:pt idx="75">
                  <c:v>15349.5227</c:v>
                </c:pt>
                <c:pt idx="76">
                  <c:v>13507.2742</c:v>
                </c:pt>
                <c:pt idx="77">
                  <c:v>13396.9136</c:v>
                </c:pt>
                <c:pt idx="78">
                  <c:v>12524.6916</c:v>
                </c:pt>
                <c:pt idx="79">
                  <c:v>14062.669099999999</c:v>
                </c:pt>
                <c:pt idx="80">
                  <c:v>14093.6664</c:v>
                </c:pt>
                <c:pt idx="81">
                  <c:v>14229.972400000001</c:v>
                </c:pt>
                <c:pt idx="82">
                  <c:v>14249.5244</c:v>
                </c:pt>
                <c:pt idx="83">
                  <c:v>14040.180399999999</c:v>
                </c:pt>
                <c:pt idx="84">
                  <c:v>13294.5504</c:v>
                </c:pt>
                <c:pt idx="85">
                  <c:v>13239.2575</c:v>
                </c:pt>
                <c:pt idx="86">
                  <c:v>13900.8925</c:v>
                </c:pt>
                <c:pt idx="87">
                  <c:v>14265.376200000001</c:v>
                </c:pt>
                <c:pt idx="88">
                  <c:v>14174.697099999999</c:v>
                </c:pt>
                <c:pt idx="89">
                  <c:v>14065.52</c:v>
                </c:pt>
                <c:pt idx="90">
                  <c:v>13798.7093</c:v>
                </c:pt>
                <c:pt idx="91">
                  <c:v>13178.718900000002</c:v>
                </c:pt>
                <c:pt idx="92">
                  <c:v>13344.775299999999</c:v>
                </c:pt>
                <c:pt idx="93">
                  <c:v>14163.040999999999</c:v>
                </c:pt>
                <c:pt idx="94">
                  <c:v>13994.8038</c:v>
                </c:pt>
                <c:pt idx="95">
                  <c:v>14194.963299999999</c:v>
                </c:pt>
                <c:pt idx="96">
                  <c:v>14747.5085</c:v>
                </c:pt>
                <c:pt idx="97">
                  <c:v>14126.1173</c:v>
                </c:pt>
                <c:pt idx="98">
                  <c:v>13152.737499999999</c:v>
                </c:pt>
                <c:pt idx="99">
                  <c:v>13246.6355</c:v>
                </c:pt>
                <c:pt idx="100">
                  <c:v>14152.361500000001</c:v>
                </c:pt>
                <c:pt idx="101">
                  <c:v>14455.8711</c:v>
                </c:pt>
                <c:pt idx="102">
                  <c:v>14047.634700000001</c:v>
                </c:pt>
                <c:pt idx="103">
                  <c:v>14152.1463</c:v>
                </c:pt>
                <c:pt idx="104">
                  <c:v>13947.681500000001</c:v>
                </c:pt>
                <c:pt idx="105">
                  <c:v>13495.079600000001</c:v>
                </c:pt>
                <c:pt idx="106">
                  <c:v>13318.712500000001</c:v>
                </c:pt>
                <c:pt idx="107">
                  <c:v>12109.3339</c:v>
                </c:pt>
                <c:pt idx="108">
                  <c:v>14126.798200000001</c:v>
                </c:pt>
                <c:pt idx="109">
                  <c:v>13916.9625</c:v>
                </c:pt>
                <c:pt idx="110">
                  <c:v>14114.928399999999</c:v>
                </c:pt>
                <c:pt idx="111">
                  <c:v>14218.847600000001</c:v>
                </c:pt>
                <c:pt idx="112">
                  <c:v>13644.429900000001</c:v>
                </c:pt>
                <c:pt idx="113">
                  <c:v>13000.058499999999</c:v>
                </c:pt>
                <c:pt idx="114">
                  <c:v>14047.3076</c:v>
                </c:pt>
                <c:pt idx="115">
                  <c:v>14247.8467</c:v>
                </c:pt>
                <c:pt idx="116">
                  <c:v>14046.592499999999</c:v>
                </c:pt>
                <c:pt idx="117">
                  <c:v>14063.101199999999</c:v>
                </c:pt>
                <c:pt idx="118">
                  <c:v>14030.224</c:v>
                </c:pt>
                <c:pt idx="119">
                  <c:v>13115.072899999999</c:v>
                </c:pt>
                <c:pt idx="120">
                  <c:v>13529.117999999999</c:v>
                </c:pt>
                <c:pt idx="121">
                  <c:v>13777.066999999999</c:v>
                </c:pt>
                <c:pt idx="122">
                  <c:v>14701.115099999999</c:v>
                </c:pt>
                <c:pt idx="123">
                  <c:v>14544.239300000001</c:v>
                </c:pt>
                <c:pt idx="124">
                  <c:v>13989.6811</c:v>
                </c:pt>
                <c:pt idx="125">
                  <c:v>14171.1811</c:v>
                </c:pt>
                <c:pt idx="126">
                  <c:v>14132.719300000001</c:v>
                </c:pt>
                <c:pt idx="127">
                  <c:v>13217.7757</c:v>
                </c:pt>
                <c:pt idx="128">
                  <c:v>14032.5969</c:v>
                </c:pt>
                <c:pt idx="129">
                  <c:v>14239.088100000001</c:v>
                </c:pt>
                <c:pt idx="130">
                  <c:v>13951.454600000001</c:v>
                </c:pt>
                <c:pt idx="131">
                  <c:v>14217.007900000001</c:v>
                </c:pt>
                <c:pt idx="132">
                  <c:v>14087.320899999999</c:v>
                </c:pt>
                <c:pt idx="133">
                  <c:v>13276.3691</c:v>
                </c:pt>
                <c:pt idx="134">
                  <c:v>13440.0092</c:v>
                </c:pt>
                <c:pt idx="135">
                  <c:v>14141.5754</c:v>
                </c:pt>
                <c:pt idx="136">
                  <c:v>17968.120699999999</c:v>
                </c:pt>
                <c:pt idx="137">
                  <c:v>15542.148299999999</c:v>
                </c:pt>
                <c:pt idx="138">
                  <c:v>18286.9872</c:v>
                </c:pt>
                <c:pt idx="139">
                  <c:v>17819.509900000001</c:v>
                </c:pt>
                <c:pt idx="140">
                  <c:v>16750.5759</c:v>
                </c:pt>
                <c:pt idx="141">
                  <c:v>16486.047000000002</c:v>
                </c:pt>
                <c:pt idx="142">
                  <c:v>17604.170699999999</c:v>
                </c:pt>
                <c:pt idx="143">
                  <c:v>17665.544900000001</c:v>
                </c:pt>
                <c:pt idx="144">
                  <c:v>17525.5906</c:v>
                </c:pt>
                <c:pt idx="145">
                  <c:v>17464.278900000001</c:v>
                </c:pt>
                <c:pt idx="146">
                  <c:v>17442.332599999998</c:v>
                </c:pt>
                <c:pt idx="147">
                  <c:v>17068.083400000003</c:v>
                </c:pt>
                <c:pt idx="148">
                  <c:v>16416.704299999998</c:v>
                </c:pt>
                <c:pt idx="149">
                  <c:v>17600.163799999998</c:v>
                </c:pt>
                <c:pt idx="150">
                  <c:v>17643.061000000002</c:v>
                </c:pt>
                <c:pt idx="151">
                  <c:v>17518.242099999999</c:v>
                </c:pt>
                <c:pt idx="152">
                  <c:v>17299.785500000002</c:v>
                </c:pt>
                <c:pt idx="153">
                  <c:v>16511.446899999999</c:v>
                </c:pt>
                <c:pt idx="154">
                  <c:v>17503.7863</c:v>
                </c:pt>
                <c:pt idx="155">
                  <c:v>16603.824000000001</c:v>
                </c:pt>
                <c:pt idx="156">
                  <c:v>17596.8233</c:v>
                </c:pt>
                <c:pt idx="157">
                  <c:v>17807.315899999998</c:v>
                </c:pt>
                <c:pt idx="158">
                  <c:v>17910.162499999999</c:v>
                </c:pt>
                <c:pt idx="159">
                  <c:v>19775.459000000003</c:v>
                </c:pt>
                <c:pt idx="160">
                  <c:v>19149.0527</c:v>
                </c:pt>
                <c:pt idx="161">
                  <c:v>17727.304199999999</c:v>
                </c:pt>
                <c:pt idx="162">
                  <c:v>17705.053799999998</c:v>
                </c:pt>
                <c:pt idx="163">
                  <c:v>18188.447799999998</c:v>
                </c:pt>
                <c:pt idx="164">
                  <c:v>18156.3567</c:v>
                </c:pt>
                <c:pt idx="165">
                  <c:v>18034.360700000001</c:v>
                </c:pt>
                <c:pt idx="166">
                  <c:v>15333.0167</c:v>
                </c:pt>
                <c:pt idx="167">
                  <c:v>17623.623299999999</c:v>
                </c:pt>
                <c:pt idx="168">
                  <c:v>16811.307700000001</c:v>
                </c:pt>
                <c:pt idx="169">
                  <c:v>16364.1968</c:v>
                </c:pt>
                <c:pt idx="170">
                  <c:v>17636.990900000001</c:v>
                </c:pt>
                <c:pt idx="171">
                  <c:v>17650.358500000002</c:v>
                </c:pt>
                <c:pt idx="172">
                  <c:v>17683.899599999997</c:v>
                </c:pt>
                <c:pt idx="173">
                  <c:v>17756.9889</c:v>
                </c:pt>
                <c:pt idx="174">
                  <c:v>17837.762200000001</c:v>
                </c:pt>
                <c:pt idx="175">
                  <c:v>16468.120500000001</c:v>
                </c:pt>
                <c:pt idx="176">
                  <c:v>16764.070100000001</c:v>
                </c:pt>
                <c:pt idx="177">
                  <c:v>17638.349699999999</c:v>
                </c:pt>
                <c:pt idx="178">
                  <c:v>17620.265299999999</c:v>
                </c:pt>
                <c:pt idx="179">
                  <c:v>17539.884600000001</c:v>
                </c:pt>
                <c:pt idx="180">
                  <c:v>17739.229800000001</c:v>
                </c:pt>
                <c:pt idx="181">
                  <c:v>17644.753800000002</c:v>
                </c:pt>
                <c:pt idx="182">
                  <c:v>16976.094999999998</c:v>
                </c:pt>
                <c:pt idx="183">
                  <c:v>16700.015499999998</c:v>
                </c:pt>
                <c:pt idx="184">
                  <c:v>17735.657299999999</c:v>
                </c:pt>
                <c:pt idx="185">
                  <c:v>17751.734399999998</c:v>
                </c:pt>
                <c:pt idx="186">
                  <c:v>17573.621499999997</c:v>
                </c:pt>
                <c:pt idx="187">
                  <c:v>16081.928400000001</c:v>
                </c:pt>
                <c:pt idx="188">
                  <c:v>17355.038</c:v>
                </c:pt>
                <c:pt idx="189">
                  <c:v>16710.001799999998</c:v>
                </c:pt>
                <c:pt idx="190">
                  <c:v>16308.9064</c:v>
                </c:pt>
                <c:pt idx="191">
                  <c:v>17544.3361</c:v>
                </c:pt>
                <c:pt idx="192">
                  <c:v>17998.458199999997</c:v>
                </c:pt>
                <c:pt idx="193">
                  <c:v>18314.2611</c:v>
                </c:pt>
                <c:pt idx="194">
                  <c:v>20636.791800000003</c:v>
                </c:pt>
                <c:pt idx="195">
                  <c:v>17806.520799999998</c:v>
                </c:pt>
                <c:pt idx="196">
                  <c:v>15084.5537</c:v>
                </c:pt>
                <c:pt idx="197">
                  <c:v>16379.088299999999</c:v>
                </c:pt>
                <c:pt idx="198">
                  <c:v>17582.173600000002</c:v>
                </c:pt>
                <c:pt idx="199">
                  <c:v>17469.901899999997</c:v>
                </c:pt>
                <c:pt idx="200">
                  <c:v>17227.354799999997</c:v>
                </c:pt>
                <c:pt idx="201">
                  <c:v>17399.908500000001</c:v>
                </c:pt>
                <c:pt idx="202">
                  <c:v>17345.2523</c:v>
                </c:pt>
                <c:pt idx="203">
                  <c:v>16741.447700000001</c:v>
                </c:pt>
                <c:pt idx="204">
                  <c:v>16413.2248</c:v>
                </c:pt>
                <c:pt idx="205">
                  <c:v>17476.873199999998</c:v>
                </c:pt>
                <c:pt idx="206">
                  <c:v>17196.312900000001</c:v>
                </c:pt>
                <c:pt idx="207">
                  <c:v>17112.537900000003</c:v>
                </c:pt>
                <c:pt idx="208">
                  <c:v>16625.684099999999</c:v>
                </c:pt>
                <c:pt idx="209">
                  <c:v>17083.612400000002</c:v>
                </c:pt>
                <c:pt idx="210">
                  <c:v>16313.9835</c:v>
                </c:pt>
                <c:pt idx="211">
                  <c:v>16281.8987</c:v>
                </c:pt>
                <c:pt idx="212">
                  <c:v>17226.624</c:v>
                </c:pt>
                <c:pt idx="213">
                  <c:v>17349.064199999997</c:v>
                </c:pt>
                <c:pt idx="214">
                  <c:v>17294.670599999998</c:v>
                </c:pt>
                <c:pt idx="215">
                  <c:v>17207.0357</c:v>
                </c:pt>
                <c:pt idx="216">
                  <c:v>17072.076699999998</c:v>
                </c:pt>
                <c:pt idx="217">
                  <c:v>16311.339599999999</c:v>
                </c:pt>
                <c:pt idx="218">
                  <c:v>16178.640799999999</c:v>
                </c:pt>
                <c:pt idx="219">
                  <c:v>17505.465199999999</c:v>
                </c:pt>
                <c:pt idx="220">
                  <c:v>17307.950200000003</c:v>
                </c:pt>
                <c:pt idx="221">
                  <c:v>17145.417099999999</c:v>
                </c:pt>
                <c:pt idx="222">
                  <c:v>17088.139000000003</c:v>
                </c:pt>
                <c:pt idx="223">
                  <c:v>17176.378499999999</c:v>
                </c:pt>
                <c:pt idx="224">
                  <c:v>16700.036800000002</c:v>
                </c:pt>
                <c:pt idx="225">
                  <c:v>15016.8986</c:v>
                </c:pt>
                <c:pt idx="226">
                  <c:v>17048.251400000001</c:v>
                </c:pt>
                <c:pt idx="227">
                  <c:v>17410.827000000001</c:v>
                </c:pt>
                <c:pt idx="228">
                  <c:v>16024.355799999999</c:v>
                </c:pt>
                <c:pt idx="229">
                  <c:v>17230.945400000001</c:v>
                </c:pt>
                <c:pt idx="230">
                  <c:v>17161.1417</c:v>
                </c:pt>
                <c:pt idx="231">
                  <c:v>16037.125100000001</c:v>
                </c:pt>
                <c:pt idx="232">
                  <c:v>15875.387799999999</c:v>
                </c:pt>
                <c:pt idx="233">
                  <c:v>16890.749</c:v>
                </c:pt>
                <c:pt idx="234">
                  <c:v>17082.845799999999</c:v>
                </c:pt>
                <c:pt idx="235">
                  <c:v>17062.819199999998</c:v>
                </c:pt>
                <c:pt idx="236">
                  <c:v>16458.624299999999</c:v>
                </c:pt>
                <c:pt idx="237">
                  <c:v>17178.078700000002</c:v>
                </c:pt>
                <c:pt idx="238">
                  <c:v>16210.010899999999</c:v>
                </c:pt>
                <c:pt idx="239">
                  <c:v>15755.6271</c:v>
                </c:pt>
                <c:pt idx="240">
                  <c:v>16479.882099999999</c:v>
                </c:pt>
                <c:pt idx="241">
                  <c:v>16629.159299999999</c:v>
                </c:pt>
                <c:pt idx="242">
                  <c:v>16393.928800000002</c:v>
                </c:pt>
                <c:pt idx="243">
                  <c:v>16112.351299999998</c:v>
                </c:pt>
                <c:pt idx="244">
                  <c:v>16313.594299999999</c:v>
                </c:pt>
                <c:pt idx="245">
                  <c:v>16012.1512</c:v>
                </c:pt>
                <c:pt idx="246">
                  <c:v>16112.8815</c:v>
                </c:pt>
                <c:pt idx="247">
                  <c:v>17222.259700000002</c:v>
                </c:pt>
                <c:pt idx="248">
                  <c:v>17611.222999999998</c:v>
                </c:pt>
                <c:pt idx="249">
                  <c:v>17409.571599999999</c:v>
                </c:pt>
                <c:pt idx="250">
                  <c:v>17521.188300000002</c:v>
                </c:pt>
                <c:pt idx="251">
                  <c:v>17678.572900000003</c:v>
                </c:pt>
                <c:pt idx="252">
                  <c:v>16915.3128</c:v>
                </c:pt>
                <c:pt idx="253">
                  <c:v>17065.2853</c:v>
                </c:pt>
                <c:pt idx="254">
                  <c:v>15204.607900000001</c:v>
                </c:pt>
                <c:pt idx="255">
                  <c:v>17979.619600000002</c:v>
                </c:pt>
                <c:pt idx="256">
                  <c:v>17748.935999999998</c:v>
                </c:pt>
                <c:pt idx="257">
                  <c:v>17549.038100000002</c:v>
                </c:pt>
                <c:pt idx="258">
                  <c:v>17623.874799999998</c:v>
                </c:pt>
                <c:pt idx="259">
                  <c:v>16993.4136</c:v>
                </c:pt>
                <c:pt idx="260">
                  <c:v>16519.201700000001</c:v>
                </c:pt>
                <c:pt idx="261">
                  <c:v>17793.643799999998</c:v>
                </c:pt>
                <c:pt idx="262">
                  <c:v>18166.416099999999</c:v>
                </c:pt>
                <c:pt idx="263">
                  <c:v>18204.405600000002</c:v>
                </c:pt>
                <c:pt idx="264">
                  <c:v>18027.911899999999</c:v>
                </c:pt>
                <c:pt idx="265">
                  <c:v>17479.771700000001</c:v>
                </c:pt>
                <c:pt idx="266">
                  <c:v>16402.6607</c:v>
                </c:pt>
                <c:pt idx="267">
                  <c:v>16460.1839</c:v>
                </c:pt>
                <c:pt idx="268">
                  <c:v>17527.4022</c:v>
                </c:pt>
                <c:pt idx="269">
                  <c:v>17368.6211</c:v>
                </c:pt>
                <c:pt idx="270">
                  <c:v>16973.802800000001</c:v>
                </c:pt>
                <c:pt idx="271">
                  <c:v>17229.2399</c:v>
                </c:pt>
                <c:pt idx="272">
                  <c:v>17030.817199999998</c:v>
                </c:pt>
                <c:pt idx="273">
                  <c:v>16207.3704</c:v>
                </c:pt>
                <c:pt idx="274">
                  <c:v>16109.3768</c:v>
                </c:pt>
                <c:pt idx="275">
                  <c:v>17070.8763</c:v>
                </c:pt>
                <c:pt idx="276">
                  <c:v>17000.9139</c:v>
                </c:pt>
                <c:pt idx="277">
                  <c:v>16397.331399999999</c:v>
                </c:pt>
                <c:pt idx="278">
                  <c:v>17025.096600000001</c:v>
                </c:pt>
                <c:pt idx="279">
                  <c:v>16614.772099999998</c:v>
                </c:pt>
                <c:pt idx="280">
                  <c:v>15532.105099999999</c:v>
                </c:pt>
                <c:pt idx="281">
                  <c:v>15549.292600000001</c:v>
                </c:pt>
                <c:pt idx="282">
                  <c:v>16609.714899999999</c:v>
                </c:pt>
                <c:pt idx="283">
                  <c:v>16931.7408</c:v>
                </c:pt>
                <c:pt idx="284">
                  <c:v>16204.7621</c:v>
                </c:pt>
                <c:pt idx="285">
                  <c:v>16871.415499999999</c:v>
                </c:pt>
                <c:pt idx="286">
                  <c:v>16032.905799999999</c:v>
                </c:pt>
                <c:pt idx="287">
                  <c:v>15587.2091</c:v>
                </c:pt>
                <c:pt idx="288">
                  <c:v>15484.5645</c:v>
                </c:pt>
                <c:pt idx="289">
                  <c:v>16709.268</c:v>
                </c:pt>
                <c:pt idx="290">
                  <c:v>16970.223000000002</c:v>
                </c:pt>
                <c:pt idx="291">
                  <c:v>16667.985700000001</c:v>
                </c:pt>
                <c:pt idx="292">
                  <c:v>17044.135199999997</c:v>
                </c:pt>
                <c:pt idx="293">
                  <c:v>17176.620300000002</c:v>
                </c:pt>
                <c:pt idx="294">
                  <c:v>16268.890000000001</c:v>
                </c:pt>
                <c:pt idx="295">
                  <c:v>15797.793099999999</c:v>
                </c:pt>
                <c:pt idx="296">
                  <c:v>14990.2245</c:v>
                </c:pt>
                <c:pt idx="297">
                  <c:v>15750.215700000001</c:v>
                </c:pt>
                <c:pt idx="298">
                  <c:v>14825.536900000001</c:v>
                </c:pt>
                <c:pt idx="299">
                  <c:v>14963.5416</c:v>
                </c:pt>
                <c:pt idx="300">
                  <c:v>15281.7089</c:v>
                </c:pt>
                <c:pt idx="301">
                  <c:v>15339.971300000001</c:v>
                </c:pt>
                <c:pt idx="302">
                  <c:v>15292.2179</c:v>
                </c:pt>
                <c:pt idx="303">
                  <c:v>16285.107699999999</c:v>
                </c:pt>
                <c:pt idx="304">
                  <c:v>17226.0933</c:v>
                </c:pt>
                <c:pt idx="305">
                  <c:v>16351.354300000001</c:v>
                </c:pt>
                <c:pt idx="306">
                  <c:v>16844.812999999998</c:v>
                </c:pt>
                <c:pt idx="307">
                  <c:v>17118.9411</c:v>
                </c:pt>
                <c:pt idx="308">
                  <c:v>16040.519199999999</c:v>
                </c:pt>
                <c:pt idx="309">
                  <c:v>15534.4874</c:v>
                </c:pt>
                <c:pt idx="310">
                  <c:v>16777.503000000001</c:v>
                </c:pt>
                <c:pt idx="311">
                  <c:v>16901.033200000002</c:v>
                </c:pt>
                <c:pt idx="312">
                  <c:v>17001.416499999999</c:v>
                </c:pt>
                <c:pt idx="313">
                  <c:v>17247.3822</c:v>
                </c:pt>
                <c:pt idx="314">
                  <c:v>14295.168600000001</c:v>
                </c:pt>
                <c:pt idx="315">
                  <c:v>15562.2644</c:v>
                </c:pt>
                <c:pt idx="316">
                  <c:v>15731.036700000001</c:v>
                </c:pt>
                <c:pt idx="317">
                  <c:v>17156.9712</c:v>
                </c:pt>
                <c:pt idx="318">
                  <c:v>16928.488300000001</c:v>
                </c:pt>
                <c:pt idx="319">
                  <c:v>16752.027099999999</c:v>
                </c:pt>
                <c:pt idx="320">
                  <c:v>16371.332200000001</c:v>
                </c:pt>
                <c:pt idx="321">
                  <c:v>16601.6443</c:v>
                </c:pt>
                <c:pt idx="322">
                  <c:v>16058.078600000001</c:v>
                </c:pt>
                <c:pt idx="323">
                  <c:v>15609.741600000001</c:v>
                </c:pt>
                <c:pt idx="324">
                  <c:v>16939.6067</c:v>
                </c:pt>
                <c:pt idx="325">
                  <c:v>16558.195</c:v>
                </c:pt>
                <c:pt idx="326">
                  <c:v>17344.686399999999</c:v>
                </c:pt>
                <c:pt idx="327">
                  <c:v>16700.333700000003</c:v>
                </c:pt>
                <c:pt idx="328">
                  <c:v>16708.8652</c:v>
                </c:pt>
                <c:pt idx="329">
                  <c:v>15746.6417</c:v>
                </c:pt>
                <c:pt idx="330">
                  <c:v>15397.854600000001</c:v>
                </c:pt>
                <c:pt idx="331">
                  <c:v>16796.849299999998</c:v>
                </c:pt>
                <c:pt idx="332">
                  <c:v>17114.573100000001</c:v>
                </c:pt>
                <c:pt idx="333">
                  <c:v>17096.2428</c:v>
                </c:pt>
                <c:pt idx="334">
                  <c:v>16956.841100000001</c:v>
                </c:pt>
                <c:pt idx="335">
                  <c:v>16891.222100000003</c:v>
                </c:pt>
                <c:pt idx="336">
                  <c:v>15827.4645</c:v>
                </c:pt>
                <c:pt idx="337">
                  <c:v>15758.504199999999</c:v>
                </c:pt>
                <c:pt idx="338">
                  <c:v>16945.708600000002</c:v>
                </c:pt>
                <c:pt idx="339">
                  <c:v>16911.735799999999</c:v>
                </c:pt>
                <c:pt idx="340">
                  <c:v>16642.465899999999</c:v>
                </c:pt>
                <c:pt idx="341">
                  <c:v>16057.153</c:v>
                </c:pt>
                <c:pt idx="342">
                  <c:v>16866.576000000001</c:v>
                </c:pt>
                <c:pt idx="343">
                  <c:v>14378.772300000001</c:v>
                </c:pt>
                <c:pt idx="344">
                  <c:v>16075.7755</c:v>
                </c:pt>
                <c:pt idx="345">
                  <c:v>18133.260200000001</c:v>
                </c:pt>
                <c:pt idx="346">
                  <c:v>17639.683500000003</c:v>
                </c:pt>
                <c:pt idx="347">
                  <c:v>17316.717799999999</c:v>
                </c:pt>
                <c:pt idx="348">
                  <c:v>17305.875599999999</c:v>
                </c:pt>
                <c:pt idx="349">
                  <c:v>16854.462800000001</c:v>
                </c:pt>
                <c:pt idx="350">
                  <c:v>16177.4635</c:v>
                </c:pt>
                <c:pt idx="351">
                  <c:v>15872.5095</c:v>
                </c:pt>
                <c:pt idx="352">
                  <c:v>16739.936400000002</c:v>
                </c:pt>
                <c:pt idx="353">
                  <c:v>16525.904500000001</c:v>
                </c:pt>
                <c:pt idx="354">
                  <c:v>16842.1633</c:v>
                </c:pt>
                <c:pt idx="355">
                  <c:v>16574.843200000003</c:v>
                </c:pt>
                <c:pt idx="356">
                  <c:v>16520.7981</c:v>
                </c:pt>
                <c:pt idx="357">
                  <c:v>15598.776400000001</c:v>
                </c:pt>
                <c:pt idx="358">
                  <c:v>15129.4426</c:v>
                </c:pt>
                <c:pt idx="359">
                  <c:v>16471.754000000001</c:v>
                </c:pt>
                <c:pt idx="360">
                  <c:v>16584.016499999998</c:v>
                </c:pt>
                <c:pt idx="361">
                  <c:v>16161.7366</c:v>
                </c:pt>
                <c:pt idx="362">
                  <c:v>16501.711799999997</c:v>
                </c:pt>
                <c:pt idx="363">
                  <c:v>16304.0931</c:v>
                </c:pt>
                <c:pt idx="364">
                  <c:v>16747.8609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FF-464E-872B-8ACD870E0D25}"/>
            </c:ext>
          </c:extLst>
        </c:ser>
        <c:ser>
          <c:idx val="3"/>
          <c:order val="3"/>
          <c:tx>
            <c:strRef>
              <c:f>'2G Voice'!$E$1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Voice'!$E$2:$E$366</c:f>
              <c:numCache>
                <c:formatCode>General</c:formatCode>
                <c:ptCount val="365"/>
                <c:pt idx="0">
                  <c:v>20517.847099999999</c:v>
                </c:pt>
                <c:pt idx="1">
                  <c:v>20105.747299999999</c:v>
                </c:pt>
                <c:pt idx="2">
                  <c:v>21244.339400000001</c:v>
                </c:pt>
                <c:pt idx="3">
                  <c:v>21625.887500000001</c:v>
                </c:pt>
                <c:pt idx="4">
                  <c:v>21768.285899999999</c:v>
                </c:pt>
                <c:pt idx="5">
                  <c:v>21771.437399999999</c:v>
                </c:pt>
                <c:pt idx="6">
                  <c:v>21556.637500000001</c:v>
                </c:pt>
                <c:pt idx="7">
                  <c:v>20902.945499999998</c:v>
                </c:pt>
                <c:pt idx="8">
                  <c:v>20645.885199999997</c:v>
                </c:pt>
                <c:pt idx="9">
                  <c:v>22045.430100000001</c:v>
                </c:pt>
                <c:pt idx="10">
                  <c:v>22223.503799999999</c:v>
                </c:pt>
                <c:pt idx="11">
                  <c:v>22346.053199999998</c:v>
                </c:pt>
                <c:pt idx="12">
                  <c:v>22154.280600000002</c:v>
                </c:pt>
                <c:pt idx="13">
                  <c:v>22238.007399999999</c:v>
                </c:pt>
                <c:pt idx="14">
                  <c:v>21479.832699999999</c:v>
                </c:pt>
                <c:pt idx="15">
                  <c:v>21063.7078</c:v>
                </c:pt>
                <c:pt idx="16">
                  <c:v>22231.754999999997</c:v>
                </c:pt>
                <c:pt idx="17">
                  <c:v>22296.227800000001</c:v>
                </c:pt>
                <c:pt idx="18">
                  <c:v>22354.398999999998</c:v>
                </c:pt>
                <c:pt idx="19">
                  <c:v>19820.4984</c:v>
                </c:pt>
                <c:pt idx="20">
                  <c:v>24042.367699999999</c:v>
                </c:pt>
                <c:pt idx="21">
                  <c:v>21015.675899999998</c:v>
                </c:pt>
                <c:pt idx="22">
                  <c:v>20628.7611</c:v>
                </c:pt>
                <c:pt idx="23">
                  <c:v>21639.3243</c:v>
                </c:pt>
                <c:pt idx="24">
                  <c:v>21831.956300000002</c:v>
                </c:pt>
                <c:pt idx="25">
                  <c:v>20750.3874</c:v>
                </c:pt>
                <c:pt idx="26">
                  <c:v>21466.1764</c:v>
                </c:pt>
                <c:pt idx="27">
                  <c:v>21496.0308</c:v>
                </c:pt>
                <c:pt idx="28">
                  <c:v>20572.823499999999</c:v>
                </c:pt>
                <c:pt idx="29">
                  <c:v>20235.745199999998</c:v>
                </c:pt>
                <c:pt idx="30">
                  <c:v>21347.973399999999</c:v>
                </c:pt>
                <c:pt idx="31">
                  <c:v>21410.490900000001</c:v>
                </c:pt>
                <c:pt idx="32">
                  <c:v>21213.705599999998</c:v>
                </c:pt>
                <c:pt idx="33">
                  <c:v>21312.958999999999</c:v>
                </c:pt>
                <c:pt idx="34">
                  <c:v>21498.891100000001</c:v>
                </c:pt>
                <c:pt idx="35">
                  <c:v>20395.668899999997</c:v>
                </c:pt>
                <c:pt idx="36">
                  <c:v>20235.339099999997</c:v>
                </c:pt>
                <c:pt idx="37">
                  <c:v>21375.079600000001</c:v>
                </c:pt>
                <c:pt idx="38">
                  <c:v>21195.1083</c:v>
                </c:pt>
                <c:pt idx="39">
                  <c:v>21140.827000000001</c:v>
                </c:pt>
                <c:pt idx="40">
                  <c:v>21291.5864</c:v>
                </c:pt>
                <c:pt idx="41">
                  <c:v>21397.932400000002</c:v>
                </c:pt>
                <c:pt idx="42">
                  <c:v>19975.515200000002</c:v>
                </c:pt>
                <c:pt idx="43">
                  <c:v>20000.3933</c:v>
                </c:pt>
                <c:pt idx="44">
                  <c:v>21364.063999999998</c:v>
                </c:pt>
                <c:pt idx="45">
                  <c:v>21460.349699999999</c:v>
                </c:pt>
                <c:pt idx="46">
                  <c:v>21014.4257</c:v>
                </c:pt>
                <c:pt idx="47">
                  <c:v>21438.3305</c:v>
                </c:pt>
                <c:pt idx="48">
                  <c:v>19293.926799999997</c:v>
                </c:pt>
                <c:pt idx="49">
                  <c:v>20686.574199999999</c:v>
                </c:pt>
                <c:pt idx="50">
                  <c:v>20606.7346</c:v>
                </c:pt>
                <c:pt idx="51">
                  <c:v>21549.707200000001</c:v>
                </c:pt>
                <c:pt idx="52">
                  <c:v>21175.5033</c:v>
                </c:pt>
                <c:pt idx="53">
                  <c:v>20966.474099999999</c:v>
                </c:pt>
                <c:pt idx="54">
                  <c:v>21022.889899999998</c:v>
                </c:pt>
                <c:pt idx="55">
                  <c:v>21160.268500000002</c:v>
                </c:pt>
                <c:pt idx="56">
                  <c:v>20472.443000000003</c:v>
                </c:pt>
                <c:pt idx="57">
                  <c:v>20021.339100000001</c:v>
                </c:pt>
                <c:pt idx="58">
                  <c:v>21463.026900000001</c:v>
                </c:pt>
                <c:pt idx="59">
                  <c:v>21192.593999999997</c:v>
                </c:pt>
                <c:pt idx="60">
                  <c:v>21141.862300000001</c:v>
                </c:pt>
                <c:pt idx="61">
                  <c:v>20958.188400000003</c:v>
                </c:pt>
                <c:pt idx="62">
                  <c:v>20772.079399999999</c:v>
                </c:pt>
                <c:pt idx="63">
                  <c:v>20027.2127</c:v>
                </c:pt>
                <c:pt idx="64">
                  <c:v>19862.011699999999</c:v>
                </c:pt>
                <c:pt idx="65">
                  <c:v>20701.641100000001</c:v>
                </c:pt>
                <c:pt idx="66">
                  <c:v>21255.763800000001</c:v>
                </c:pt>
                <c:pt idx="67">
                  <c:v>21181.760300000002</c:v>
                </c:pt>
                <c:pt idx="68">
                  <c:v>20830.751500000002</c:v>
                </c:pt>
                <c:pt idx="69">
                  <c:v>20884.726199999997</c:v>
                </c:pt>
                <c:pt idx="70">
                  <c:v>20384.084800000001</c:v>
                </c:pt>
                <c:pt idx="71">
                  <c:v>20335.7847</c:v>
                </c:pt>
                <c:pt idx="72">
                  <c:v>21057.826700000001</c:v>
                </c:pt>
                <c:pt idx="73">
                  <c:v>21300.215200000002</c:v>
                </c:pt>
                <c:pt idx="74">
                  <c:v>21189.696100000001</c:v>
                </c:pt>
                <c:pt idx="75">
                  <c:v>22865.510399999999</c:v>
                </c:pt>
                <c:pt idx="76">
                  <c:v>20507.051600000003</c:v>
                </c:pt>
                <c:pt idx="77">
                  <c:v>19665.144799999998</c:v>
                </c:pt>
                <c:pt idx="78">
                  <c:v>18895.751800000002</c:v>
                </c:pt>
                <c:pt idx="79">
                  <c:v>20442.642900000003</c:v>
                </c:pt>
                <c:pt idx="80">
                  <c:v>20920.766499999998</c:v>
                </c:pt>
                <c:pt idx="81">
                  <c:v>20785.239399999999</c:v>
                </c:pt>
                <c:pt idx="82">
                  <c:v>21302.348099999999</c:v>
                </c:pt>
                <c:pt idx="83">
                  <c:v>20938.406000000003</c:v>
                </c:pt>
                <c:pt idx="84">
                  <c:v>20399.735999999997</c:v>
                </c:pt>
                <c:pt idx="85">
                  <c:v>20142.257099999999</c:v>
                </c:pt>
                <c:pt idx="86">
                  <c:v>20904.4584</c:v>
                </c:pt>
                <c:pt idx="87">
                  <c:v>20826.917299999997</c:v>
                </c:pt>
                <c:pt idx="88">
                  <c:v>20627.795399999999</c:v>
                </c:pt>
                <c:pt idx="89">
                  <c:v>20755.565299999998</c:v>
                </c:pt>
                <c:pt idx="90">
                  <c:v>20792.514700000003</c:v>
                </c:pt>
                <c:pt idx="91">
                  <c:v>20101.287</c:v>
                </c:pt>
                <c:pt idx="92">
                  <c:v>20271.447</c:v>
                </c:pt>
                <c:pt idx="93">
                  <c:v>21052.6119</c:v>
                </c:pt>
                <c:pt idx="94">
                  <c:v>20742.812900000001</c:v>
                </c:pt>
                <c:pt idx="95">
                  <c:v>20973.019</c:v>
                </c:pt>
                <c:pt idx="96">
                  <c:v>20890.911700000001</c:v>
                </c:pt>
                <c:pt idx="97">
                  <c:v>20538.3436</c:v>
                </c:pt>
                <c:pt idx="98">
                  <c:v>19866.632700000002</c:v>
                </c:pt>
                <c:pt idx="99">
                  <c:v>20099.577400000002</c:v>
                </c:pt>
                <c:pt idx="100">
                  <c:v>21038.122200000002</c:v>
                </c:pt>
                <c:pt idx="101">
                  <c:v>21372.473100000003</c:v>
                </c:pt>
                <c:pt idx="102">
                  <c:v>21041.246599999999</c:v>
                </c:pt>
                <c:pt idx="103">
                  <c:v>20929.877699999997</c:v>
                </c:pt>
                <c:pt idx="104">
                  <c:v>20854.4169</c:v>
                </c:pt>
                <c:pt idx="105">
                  <c:v>19957.796300000002</c:v>
                </c:pt>
                <c:pt idx="106">
                  <c:v>19967.802</c:v>
                </c:pt>
                <c:pt idx="107">
                  <c:v>18797.697</c:v>
                </c:pt>
                <c:pt idx="108">
                  <c:v>20916.770500000002</c:v>
                </c:pt>
                <c:pt idx="109">
                  <c:v>20504.738499999999</c:v>
                </c:pt>
                <c:pt idx="110">
                  <c:v>20659.608800000002</c:v>
                </c:pt>
                <c:pt idx="111">
                  <c:v>20724.7523</c:v>
                </c:pt>
                <c:pt idx="112">
                  <c:v>19888.2438</c:v>
                </c:pt>
                <c:pt idx="113">
                  <c:v>19726.1309</c:v>
                </c:pt>
                <c:pt idx="114">
                  <c:v>20365.168699999998</c:v>
                </c:pt>
                <c:pt idx="115">
                  <c:v>20940.696199999998</c:v>
                </c:pt>
                <c:pt idx="116">
                  <c:v>20752.8554</c:v>
                </c:pt>
                <c:pt idx="117">
                  <c:v>20904.427499999998</c:v>
                </c:pt>
                <c:pt idx="118">
                  <c:v>20556.387500000001</c:v>
                </c:pt>
                <c:pt idx="119">
                  <c:v>19612.671299999998</c:v>
                </c:pt>
                <c:pt idx="120">
                  <c:v>19239.243699999999</c:v>
                </c:pt>
                <c:pt idx="121">
                  <c:v>19246.9359</c:v>
                </c:pt>
                <c:pt idx="122">
                  <c:v>20933.689000000002</c:v>
                </c:pt>
                <c:pt idx="123">
                  <c:v>20680.557400000002</c:v>
                </c:pt>
                <c:pt idx="124">
                  <c:v>20625.5533</c:v>
                </c:pt>
                <c:pt idx="125">
                  <c:v>20599.7359</c:v>
                </c:pt>
                <c:pt idx="126">
                  <c:v>20229.518199999999</c:v>
                </c:pt>
                <c:pt idx="127">
                  <c:v>18638.735400000001</c:v>
                </c:pt>
                <c:pt idx="128">
                  <c:v>20636.7909</c:v>
                </c:pt>
                <c:pt idx="129">
                  <c:v>20936.328600000001</c:v>
                </c:pt>
                <c:pt idx="130">
                  <c:v>20542.465899999999</c:v>
                </c:pt>
                <c:pt idx="131">
                  <c:v>20763.379700000001</c:v>
                </c:pt>
                <c:pt idx="132">
                  <c:v>21068.287</c:v>
                </c:pt>
                <c:pt idx="133">
                  <c:v>20223.6973</c:v>
                </c:pt>
                <c:pt idx="134">
                  <c:v>19582.040700000001</c:v>
                </c:pt>
                <c:pt idx="135">
                  <c:v>20910.294000000002</c:v>
                </c:pt>
                <c:pt idx="136">
                  <c:v>21358.893499999998</c:v>
                </c:pt>
                <c:pt idx="137">
                  <c:v>19667.361499999999</c:v>
                </c:pt>
                <c:pt idx="138">
                  <c:v>21354.3122</c:v>
                </c:pt>
                <c:pt idx="139">
                  <c:v>21018.2248</c:v>
                </c:pt>
                <c:pt idx="140">
                  <c:v>19800.824799999999</c:v>
                </c:pt>
                <c:pt idx="141">
                  <c:v>20679.258600000001</c:v>
                </c:pt>
                <c:pt idx="142">
                  <c:v>21047.728299999999</c:v>
                </c:pt>
                <c:pt idx="143">
                  <c:v>20931.370300000002</c:v>
                </c:pt>
                <c:pt idx="144">
                  <c:v>20782.556700000001</c:v>
                </c:pt>
                <c:pt idx="145">
                  <c:v>21233.2906</c:v>
                </c:pt>
                <c:pt idx="146">
                  <c:v>21091.306400000001</c:v>
                </c:pt>
                <c:pt idx="147">
                  <c:v>20621.590800000002</c:v>
                </c:pt>
                <c:pt idx="148">
                  <c:v>20070.834299999999</c:v>
                </c:pt>
                <c:pt idx="149">
                  <c:v>20990.7628</c:v>
                </c:pt>
                <c:pt idx="150">
                  <c:v>21170.8416</c:v>
                </c:pt>
                <c:pt idx="151">
                  <c:v>21009.9326</c:v>
                </c:pt>
                <c:pt idx="152">
                  <c:v>21333.4951</c:v>
                </c:pt>
                <c:pt idx="153">
                  <c:v>20750.921600000001</c:v>
                </c:pt>
                <c:pt idx="154">
                  <c:v>20592.477999999999</c:v>
                </c:pt>
                <c:pt idx="155">
                  <c:v>20320.904999999999</c:v>
                </c:pt>
                <c:pt idx="156">
                  <c:v>21559.531499999997</c:v>
                </c:pt>
                <c:pt idx="157">
                  <c:v>22555.688100000003</c:v>
                </c:pt>
                <c:pt idx="158">
                  <c:v>22830.512900000002</c:v>
                </c:pt>
                <c:pt idx="159">
                  <c:v>24366.427200000002</c:v>
                </c:pt>
                <c:pt idx="160">
                  <c:v>17827.0242</c:v>
                </c:pt>
                <c:pt idx="161">
                  <c:v>18916.745300000002</c:v>
                </c:pt>
                <c:pt idx="162">
                  <c:v>22132.5147</c:v>
                </c:pt>
                <c:pt idx="163">
                  <c:v>22982.630699999998</c:v>
                </c:pt>
                <c:pt idx="164">
                  <c:v>22417.932000000001</c:v>
                </c:pt>
                <c:pt idx="165">
                  <c:v>22605.809300000001</c:v>
                </c:pt>
                <c:pt idx="166">
                  <c:v>20510.919899999997</c:v>
                </c:pt>
                <c:pt idx="167">
                  <c:v>22188.6175</c:v>
                </c:pt>
                <c:pt idx="168">
                  <c:v>21546.260699999999</c:v>
                </c:pt>
                <c:pt idx="169">
                  <c:v>20781.770499999999</c:v>
                </c:pt>
                <c:pt idx="170">
                  <c:v>21914.023700000002</c:v>
                </c:pt>
                <c:pt idx="171">
                  <c:v>21452.933099999998</c:v>
                </c:pt>
                <c:pt idx="172">
                  <c:v>21530.061300000001</c:v>
                </c:pt>
                <c:pt idx="173">
                  <c:v>21574.022399999998</c:v>
                </c:pt>
                <c:pt idx="174">
                  <c:v>21401.5648</c:v>
                </c:pt>
                <c:pt idx="175">
                  <c:v>20916.2336</c:v>
                </c:pt>
                <c:pt idx="176">
                  <c:v>20795.7644</c:v>
                </c:pt>
                <c:pt idx="177">
                  <c:v>21527.847100000003</c:v>
                </c:pt>
                <c:pt idx="178">
                  <c:v>21619.6927</c:v>
                </c:pt>
                <c:pt idx="179">
                  <c:v>21868.069</c:v>
                </c:pt>
                <c:pt idx="180">
                  <c:v>21996.314399999999</c:v>
                </c:pt>
                <c:pt idx="181">
                  <c:v>21576.032299999999</c:v>
                </c:pt>
                <c:pt idx="182">
                  <c:v>21135.571500000002</c:v>
                </c:pt>
                <c:pt idx="183">
                  <c:v>20530.542000000001</c:v>
                </c:pt>
                <c:pt idx="184">
                  <c:v>21344.358900000003</c:v>
                </c:pt>
                <c:pt idx="185">
                  <c:v>21458.173999999999</c:v>
                </c:pt>
                <c:pt idx="186">
                  <c:v>21344.8325</c:v>
                </c:pt>
                <c:pt idx="187">
                  <c:v>20365.8344</c:v>
                </c:pt>
                <c:pt idx="188">
                  <c:v>21632.9519</c:v>
                </c:pt>
                <c:pt idx="189">
                  <c:v>20935.8331</c:v>
                </c:pt>
                <c:pt idx="190">
                  <c:v>20631.507399999999</c:v>
                </c:pt>
                <c:pt idx="191">
                  <c:v>21644.859500000002</c:v>
                </c:pt>
                <c:pt idx="192">
                  <c:v>21769.7605</c:v>
                </c:pt>
                <c:pt idx="193">
                  <c:v>21361.101500000001</c:v>
                </c:pt>
                <c:pt idx="194">
                  <c:v>25347.3691</c:v>
                </c:pt>
                <c:pt idx="195">
                  <c:v>21610.816299999999</c:v>
                </c:pt>
                <c:pt idx="196">
                  <c:v>19480.116600000001</c:v>
                </c:pt>
                <c:pt idx="197">
                  <c:v>20344.3704</c:v>
                </c:pt>
                <c:pt idx="198">
                  <c:v>21637.2228</c:v>
                </c:pt>
                <c:pt idx="199">
                  <c:v>22142.591200000003</c:v>
                </c:pt>
                <c:pt idx="200">
                  <c:v>21059.3927</c:v>
                </c:pt>
                <c:pt idx="201">
                  <c:v>21173.267</c:v>
                </c:pt>
                <c:pt idx="202">
                  <c:v>21500.760600000001</c:v>
                </c:pt>
                <c:pt idx="203">
                  <c:v>20239.771499999999</c:v>
                </c:pt>
                <c:pt idx="204">
                  <c:v>20160.8933</c:v>
                </c:pt>
                <c:pt idx="205">
                  <c:v>21386.714400000001</c:v>
                </c:pt>
                <c:pt idx="206">
                  <c:v>20824.648400000002</c:v>
                </c:pt>
                <c:pt idx="207">
                  <c:v>20956.708699999999</c:v>
                </c:pt>
                <c:pt idx="208">
                  <c:v>20666.323100000001</c:v>
                </c:pt>
                <c:pt idx="209">
                  <c:v>18005.695899999999</c:v>
                </c:pt>
                <c:pt idx="210">
                  <c:v>17673.102799999997</c:v>
                </c:pt>
                <c:pt idx="211">
                  <c:v>17507.523400000002</c:v>
                </c:pt>
                <c:pt idx="212">
                  <c:v>19577.864600000001</c:v>
                </c:pt>
                <c:pt idx="213">
                  <c:v>20362.4218</c:v>
                </c:pt>
                <c:pt idx="214">
                  <c:v>20176.766</c:v>
                </c:pt>
                <c:pt idx="215">
                  <c:v>20068.921199999997</c:v>
                </c:pt>
                <c:pt idx="216">
                  <c:v>20319.1476</c:v>
                </c:pt>
                <c:pt idx="217">
                  <c:v>19654.0556</c:v>
                </c:pt>
                <c:pt idx="218">
                  <c:v>19689.600300000002</c:v>
                </c:pt>
                <c:pt idx="219">
                  <c:v>20562.820599999999</c:v>
                </c:pt>
                <c:pt idx="220">
                  <c:v>20439.744599999998</c:v>
                </c:pt>
                <c:pt idx="221">
                  <c:v>20405.836599999999</c:v>
                </c:pt>
                <c:pt idx="222">
                  <c:v>20122.7624</c:v>
                </c:pt>
                <c:pt idx="223">
                  <c:v>20754.688199999997</c:v>
                </c:pt>
                <c:pt idx="224">
                  <c:v>19886.766200000002</c:v>
                </c:pt>
                <c:pt idx="225">
                  <c:v>18638.507099999999</c:v>
                </c:pt>
                <c:pt idx="226">
                  <c:v>20869.636699999999</c:v>
                </c:pt>
                <c:pt idx="227">
                  <c:v>20471.563400000003</c:v>
                </c:pt>
                <c:pt idx="228">
                  <c:v>19756.6715</c:v>
                </c:pt>
                <c:pt idx="229">
                  <c:v>20482.6541</c:v>
                </c:pt>
                <c:pt idx="230">
                  <c:v>20319.212900000002</c:v>
                </c:pt>
                <c:pt idx="231">
                  <c:v>19547.164199999999</c:v>
                </c:pt>
                <c:pt idx="232">
                  <c:v>19059.143200000002</c:v>
                </c:pt>
                <c:pt idx="233">
                  <c:v>19983.5183</c:v>
                </c:pt>
                <c:pt idx="234">
                  <c:v>20153.063099999999</c:v>
                </c:pt>
                <c:pt idx="235">
                  <c:v>20269.683199999999</c:v>
                </c:pt>
                <c:pt idx="236">
                  <c:v>20435.964100000001</c:v>
                </c:pt>
                <c:pt idx="237">
                  <c:v>20635.577300000001</c:v>
                </c:pt>
                <c:pt idx="238">
                  <c:v>20387.244799999997</c:v>
                </c:pt>
                <c:pt idx="239">
                  <c:v>20094.490700000002</c:v>
                </c:pt>
                <c:pt idx="240">
                  <c:v>19956.831399999999</c:v>
                </c:pt>
                <c:pt idx="241">
                  <c:v>20921.5092</c:v>
                </c:pt>
                <c:pt idx="242">
                  <c:v>19819.024600000001</c:v>
                </c:pt>
                <c:pt idx="243">
                  <c:v>19754.9408</c:v>
                </c:pt>
                <c:pt idx="244">
                  <c:v>20032.972099999999</c:v>
                </c:pt>
                <c:pt idx="245">
                  <c:v>19255.749800000001</c:v>
                </c:pt>
                <c:pt idx="246">
                  <c:v>19230.703100000002</c:v>
                </c:pt>
                <c:pt idx="247">
                  <c:v>19833.341100000001</c:v>
                </c:pt>
                <c:pt idx="248">
                  <c:v>20151.946500000002</c:v>
                </c:pt>
                <c:pt idx="249">
                  <c:v>19873.025999999998</c:v>
                </c:pt>
                <c:pt idx="250">
                  <c:v>20379.778300000002</c:v>
                </c:pt>
                <c:pt idx="251">
                  <c:v>20475.949000000001</c:v>
                </c:pt>
                <c:pt idx="252">
                  <c:v>20053.987700000001</c:v>
                </c:pt>
                <c:pt idx="253">
                  <c:v>19805.6014</c:v>
                </c:pt>
                <c:pt idx="254">
                  <c:v>18348.935399999998</c:v>
                </c:pt>
                <c:pt idx="255">
                  <c:v>20439.105</c:v>
                </c:pt>
                <c:pt idx="256">
                  <c:v>20185.798599999998</c:v>
                </c:pt>
                <c:pt idx="257">
                  <c:v>20060.566200000001</c:v>
                </c:pt>
                <c:pt idx="258">
                  <c:v>20122.5092</c:v>
                </c:pt>
                <c:pt idx="259">
                  <c:v>19413.0425</c:v>
                </c:pt>
                <c:pt idx="260">
                  <c:v>19115.697800000002</c:v>
                </c:pt>
                <c:pt idx="261">
                  <c:v>20242.7039</c:v>
                </c:pt>
                <c:pt idx="262">
                  <c:v>20694.5573</c:v>
                </c:pt>
                <c:pt idx="263">
                  <c:v>20845.996200000001</c:v>
                </c:pt>
                <c:pt idx="264">
                  <c:v>20455.649400000002</c:v>
                </c:pt>
                <c:pt idx="265">
                  <c:v>20350.9751</c:v>
                </c:pt>
                <c:pt idx="266">
                  <c:v>19496.597899999997</c:v>
                </c:pt>
                <c:pt idx="267">
                  <c:v>19774.895499999999</c:v>
                </c:pt>
                <c:pt idx="268">
                  <c:v>20487.497900000002</c:v>
                </c:pt>
                <c:pt idx="269">
                  <c:v>20888.437000000002</c:v>
                </c:pt>
                <c:pt idx="270">
                  <c:v>20081.832900000001</c:v>
                </c:pt>
                <c:pt idx="271">
                  <c:v>20502.990400000002</c:v>
                </c:pt>
                <c:pt idx="272">
                  <c:v>20225.430899999999</c:v>
                </c:pt>
                <c:pt idx="273">
                  <c:v>19766.673500000001</c:v>
                </c:pt>
                <c:pt idx="274">
                  <c:v>19459.984</c:v>
                </c:pt>
                <c:pt idx="275">
                  <c:v>20669.832600000002</c:v>
                </c:pt>
                <c:pt idx="276">
                  <c:v>20438.017199999998</c:v>
                </c:pt>
                <c:pt idx="277">
                  <c:v>20264.585000000003</c:v>
                </c:pt>
                <c:pt idx="278">
                  <c:v>20597.449700000001</c:v>
                </c:pt>
                <c:pt idx="279">
                  <c:v>20415.8279</c:v>
                </c:pt>
                <c:pt idx="280">
                  <c:v>19377.402700000002</c:v>
                </c:pt>
                <c:pt idx="281">
                  <c:v>19300.9532</c:v>
                </c:pt>
                <c:pt idx="282">
                  <c:v>20255.934799999999</c:v>
                </c:pt>
                <c:pt idx="283">
                  <c:v>20537.016600000003</c:v>
                </c:pt>
                <c:pt idx="284">
                  <c:v>20203.059799999999</c:v>
                </c:pt>
                <c:pt idx="285">
                  <c:v>20291.8626</c:v>
                </c:pt>
                <c:pt idx="286">
                  <c:v>19082.121200000001</c:v>
                </c:pt>
                <c:pt idx="287">
                  <c:v>19261.879100000002</c:v>
                </c:pt>
                <c:pt idx="288">
                  <c:v>18817.0288</c:v>
                </c:pt>
                <c:pt idx="289">
                  <c:v>19627.0471</c:v>
                </c:pt>
                <c:pt idx="290">
                  <c:v>20466.177100000001</c:v>
                </c:pt>
                <c:pt idx="291">
                  <c:v>20178.2343</c:v>
                </c:pt>
                <c:pt idx="292">
                  <c:v>20199.491599999998</c:v>
                </c:pt>
                <c:pt idx="293">
                  <c:v>20523.508699999998</c:v>
                </c:pt>
                <c:pt idx="294">
                  <c:v>19726.093800000002</c:v>
                </c:pt>
                <c:pt idx="295">
                  <c:v>19099.853999999999</c:v>
                </c:pt>
                <c:pt idx="296">
                  <c:v>17623.443799999997</c:v>
                </c:pt>
                <c:pt idx="297">
                  <c:v>19752.856599999999</c:v>
                </c:pt>
                <c:pt idx="298">
                  <c:v>18369.357899999999</c:v>
                </c:pt>
                <c:pt idx="299">
                  <c:v>18732.986399999998</c:v>
                </c:pt>
                <c:pt idx="300">
                  <c:v>19026.657299999999</c:v>
                </c:pt>
                <c:pt idx="301">
                  <c:v>18876.871200000001</c:v>
                </c:pt>
                <c:pt idx="302">
                  <c:v>18912.4264</c:v>
                </c:pt>
                <c:pt idx="303">
                  <c:v>19165.2451</c:v>
                </c:pt>
                <c:pt idx="304">
                  <c:v>20270.665000000001</c:v>
                </c:pt>
                <c:pt idx="305">
                  <c:v>19900.370300000002</c:v>
                </c:pt>
                <c:pt idx="306">
                  <c:v>19496.211200000002</c:v>
                </c:pt>
                <c:pt idx="307">
                  <c:v>19955.940000000002</c:v>
                </c:pt>
                <c:pt idx="308">
                  <c:v>19117.682500000003</c:v>
                </c:pt>
                <c:pt idx="309">
                  <c:v>18812.278399999999</c:v>
                </c:pt>
                <c:pt idx="310">
                  <c:v>19609.2372</c:v>
                </c:pt>
                <c:pt idx="311">
                  <c:v>19997.268799999998</c:v>
                </c:pt>
                <c:pt idx="312">
                  <c:v>19962.191999999999</c:v>
                </c:pt>
                <c:pt idx="313">
                  <c:v>20061.370200000001</c:v>
                </c:pt>
                <c:pt idx="314">
                  <c:v>17722.8838</c:v>
                </c:pt>
                <c:pt idx="315">
                  <c:v>19102.999499999998</c:v>
                </c:pt>
                <c:pt idx="316">
                  <c:v>19104.506099999999</c:v>
                </c:pt>
                <c:pt idx="317">
                  <c:v>20017.5769</c:v>
                </c:pt>
                <c:pt idx="318">
                  <c:v>19790.264900000002</c:v>
                </c:pt>
                <c:pt idx="319">
                  <c:v>19677.9231</c:v>
                </c:pt>
                <c:pt idx="320">
                  <c:v>19119.9247</c:v>
                </c:pt>
                <c:pt idx="321">
                  <c:v>19754.9575</c:v>
                </c:pt>
                <c:pt idx="322">
                  <c:v>19055.5792</c:v>
                </c:pt>
                <c:pt idx="323">
                  <c:v>18832.903399999999</c:v>
                </c:pt>
                <c:pt idx="324">
                  <c:v>19697.996800000001</c:v>
                </c:pt>
                <c:pt idx="325">
                  <c:v>19402.433999999997</c:v>
                </c:pt>
                <c:pt idx="326">
                  <c:v>19957.978800000001</c:v>
                </c:pt>
                <c:pt idx="327">
                  <c:v>19595.839499999998</c:v>
                </c:pt>
                <c:pt idx="328">
                  <c:v>19434.431700000001</c:v>
                </c:pt>
                <c:pt idx="329">
                  <c:v>18768.016599999999</c:v>
                </c:pt>
                <c:pt idx="330">
                  <c:v>18576.1849</c:v>
                </c:pt>
                <c:pt idx="331">
                  <c:v>19866.8308</c:v>
                </c:pt>
                <c:pt idx="332">
                  <c:v>19897.825199999999</c:v>
                </c:pt>
                <c:pt idx="333">
                  <c:v>19717.255499999999</c:v>
                </c:pt>
                <c:pt idx="334">
                  <c:v>19885.168799999999</c:v>
                </c:pt>
                <c:pt idx="335">
                  <c:v>19686.156899999998</c:v>
                </c:pt>
                <c:pt idx="336">
                  <c:v>18924.378199999999</c:v>
                </c:pt>
                <c:pt idx="337">
                  <c:v>18722.433099999998</c:v>
                </c:pt>
                <c:pt idx="338">
                  <c:v>19933.691699999999</c:v>
                </c:pt>
                <c:pt idx="339">
                  <c:v>19940.020500000002</c:v>
                </c:pt>
                <c:pt idx="340">
                  <c:v>19669.598600000001</c:v>
                </c:pt>
                <c:pt idx="341">
                  <c:v>19351.918699999998</c:v>
                </c:pt>
                <c:pt idx="342">
                  <c:v>19683.493999999999</c:v>
                </c:pt>
                <c:pt idx="343">
                  <c:v>15304.8518</c:v>
                </c:pt>
                <c:pt idx="344">
                  <c:v>18581.779500000001</c:v>
                </c:pt>
                <c:pt idx="345">
                  <c:v>20290.7988</c:v>
                </c:pt>
                <c:pt idx="346">
                  <c:v>20360.218000000001</c:v>
                </c:pt>
                <c:pt idx="347">
                  <c:v>20298.057999999997</c:v>
                </c:pt>
                <c:pt idx="348">
                  <c:v>20051.1322</c:v>
                </c:pt>
                <c:pt idx="349">
                  <c:v>19801.606599999999</c:v>
                </c:pt>
                <c:pt idx="350">
                  <c:v>19119.3959</c:v>
                </c:pt>
                <c:pt idx="351">
                  <c:v>18760.213</c:v>
                </c:pt>
                <c:pt idx="352">
                  <c:v>19865.323199999999</c:v>
                </c:pt>
                <c:pt idx="353">
                  <c:v>19523.313099999999</c:v>
                </c:pt>
                <c:pt idx="354">
                  <c:v>19801.026900000001</c:v>
                </c:pt>
                <c:pt idx="355">
                  <c:v>19575.825399999998</c:v>
                </c:pt>
                <c:pt idx="356">
                  <c:v>19329.337600000003</c:v>
                </c:pt>
                <c:pt idx="357">
                  <c:v>18721.077000000001</c:v>
                </c:pt>
                <c:pt idx="358">
                  <c:v>18361.086899999998</c:v>
                </c:pt>
                <c:pt idx="359">
                  <c:v>19444.3056</c:v>
                </c:pt>
                <c:pt idx="360">
                  <c:v>19439.674000000003</c:v>
                </c:pt>
                <c:pt idx="361">
                  <c:v>19232.2176</c:v>
                </c:pt>
                <c:pt idx="362">
                  <c:v>19240.4336</c:v>
                </c:pt>
                <c:pt idx="363">
                  <c:v>19585.4807</c:v>
                </c:pt>
                <c:pt idx="364">
                  <c:v>20695.431200000003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FF-464E-872B-8ACD870E0D25}"/>
            </c:ext>
          </c:extLst>
        </c:ser>
        <c:ser>
          <c:idx val="4"/>
          <c:order val="4"/>
          <c:tx>
            <c:strRef>
              <c:f>'2G Voice'!$F$1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Voice'!$F$2:$F$366</c:f>
              <c:numCache>
                <c:formatCode>General</c:formatCode>
                <c:ptCount val="365"/>
                <c:pt idx="0">
                  <c:v>14658.469800000001</c:v>
                </c:pt>
                <c:pt idx="1">
                  <c:v>14450.5129</c:v>
                </c:pt>
                <c:pt idx="2">
                  <c:v>15331.308299999999</c:v>
                </c:pt>
                <c:pt idx="3">
                  <c:v>15289.2202</c:v>
                </c:pt>
                <c:pt idx="4">
                  <c:v>15627.687900000001</c:v>
                </c:pt>
                <c:pt idx="5">
                  <c:v>15545.697399999999</c:v>
                </c:pt>
                <c:pt idx="6">
                  <c:v>15262.7688</c:v>
                </c:pt>
                <c:pt idx="7">
                  <c:v>14956.4236</c:v>
                </c:pt>
                <c:pt idx="8">
                  <c:v>14489.275399999999</c:v>
                </c:pt>
                <c:pt idx="9">
                  <c:v>15431.679700000001</c:v>
                </c:pt>
                <c:pt idx="10">
                  <c:v>15282.720799999999</c:v>
                </c:pt>
                <c:pt idx="11">
                  <c:v>15419.738799999999</c:v>
                </c:pt>
                <c:pt idx="12">
                  <c:v>15397.3117</c:v>
                </c:pt>
                <c:pt idx="13">
                  <c:v>15470.687900000001</c:v>
                </c:pt>
                <c:pt idx="14">
                  <c:v>14688.140299999999</c:v>
                </c:pt>
                <c:pt idx="15">
                  <c:v>14654.715100000001</c:v>
                </c:pt>
                <c:pt idx="16">
                  <c:v>15607.194099999999</c:v>
                </c:pt>
                <c:pt idx="17">
                  <c:v>15371.380999999999</c:v>
                </c:pt>
                <c:pt idx="18">
                  <c:v>15625.9964</c:v>
                </c:pt>
                <c:pt idx="19">
                  <c:v>13409.936299999999</c:v>
                </c:pt>
                <c:pt idx="20">
                  <c:v>17092.8907</c:v>
                </c:pt>
                <c:pt idx="21">
                  <c:v>15141.059800000001</c:v>
                </c:pt>
                <c:pt idx="22">
                  <c:v>14996.758400000001</c:v>
                </c:pt>
                <c:pt idx="23">
                  <c:v>15925.156300000001</c:v>
                </c:pt>
                <c:pt idx="24">
                  <c:v>15833.4478</c:v>
                </c:pt>
                <c:pt idx="25">
                  <c:v>15511.134599999999</c:v>
                </c:pt>
                <c:pt idx="26">
                  <c:v>15371.9046</c:v>
                </c:pt>
                <c:pt idx="27">
                  <c:v>15595.800800000001</c:v>
                </c:pt>
                <c:pt idx="28">
                  <c:v>14855.8153</c:v>
                </c:pt>
                <c:pt idx="29">
                  <c:v>14828.730300000001</c:v>
                </c:pt>
                <c:pt idx="30">
                  <c:v>15620.910699999999</c:v>
                </c:pt>
                <c:pt idx="31">
                  <c:v>15469.0726</c:v>
                </c:pt>
                <c:pt idx="32">
                  <c:v>15384.4576</c:v>
                </c:pt>
                <c:pt idx="33">
                  <c:v>15466.0818</c:v>
                </c:pt>
                <c:pt idx="34">
                  <c:v>15619.6785</c:v>
                </c:pt>
                <c:pt idx="35">
                  <c:v>14872.045599999999</c:v>
                </c:pt>
                <c:pt idx="36">
                  <c:v>14566.1785</c:v>
                </c:pt>
                <c:pt idx="37">
                  <c:v>15374.834699999999</c:v>
                </c:pt>
                <c:pt idx="38">
                  <c:v>15257.2387</c:v>
                </c:pt>
                <c:pt idx="39">
                  <c:v>15309.995500000001</c:v>
                </c:pt>
                <c:pt idx="40">
                  <c:v>15347.650100000001</c:v>
                </c:pt>
                <c:pt idx="41">
                  <c:v>15425.919399999999</c:v>
                </c:pt>
                <c:pt idx="42">
                  <c:v>14650.516599999999</c:v>
                </c:pt>
                <c:pt idx="43">
                  <c:v>14992.742699999999</c:v>
                </c:pt>
                <c:pt idx="44">
                  <c:v>15234.553300000001</c:v>
                </c:pt>
                <c:pt idx="45">
                  <c:v>15301.336800000001</c:v>
                </c:pt>
                <c:pt idx="46">
                  <c:v>15264.530500000001</c:v>
                </c:pt>
                <c:pt idx="47">
                  <c:v>15616.1229</c:v>
                </c:pt>
                <c:pt idx="48">
                  <c:v>13516.0569</c:v>
                </c:pt>
                <c:pt idx="49">
                  <c:v>14627.608700000001</c:v>
                </c:pt>
                <c:pt idx="50">
                  <c:v>14669.168899999999</c:v>
                </c:pt>
                <c:pt idx="51">
                  <c:v>15738.288500000001</c:v>
                </c:pt>
                <c:pt idx="52">
                  <c:v>15484.0815</c:v>
                </c:pt>
                <c:pt idx="53">
                  <c:v>15066.077099999999</c:v>
                </c:pt>
                <c:pt idx="54">
                  <c:v>15168.5103</c:v>
                </c:pt>
                <c:pt idx="55">
                  <c:v>15303.137200000001</c:v>
                </c:pt>
                <c:pt idx="56">
                  <c:v>14680.884899999999</c:v>
                </c:pt>
                <c:pt idx="57">
                  <c:v>14885.255000000001</c:v>
                </c:pt>
                <c:pt idx="58">
                  <c:v>15846.982099999999</c:v>
                </c:pt>
                <c:pt idx="59">
                  <c:v>15519.397199999999</c:v>
                </c:pt>
                <c:pt idx="60">
                  <c:v>15505.3346</c:v>
                </c:pt>
                <c:pt idx="61">
                  <c:v>15299.8716</c:v>
                </c:pt>
                <c:pt idx="62">
                  <c:v>15337.372100000001</c:v>
                </c:pt>
                <c:pt idx="63">
                  <c:v>14455.544599999999</c:v>
                </c:pt>
                <c:pt idx="64">
                  <c:v>14519.956700000001</c:v>
                </c:pt>
                <c:pt idx="65">
                  <c:v>15460.250899999999</c:v>
                </c:pt>
                <c:pt idx="66">
                  <c:v>15114.388499999999</c:v>
                </c:pt>
                <c:pt idx="67">
                  <c:v>15270.314900000001</c:v>
                </c:pt>
                <c:pt idx="68">
                  <c:v>15455.953599999999</c:v>
                </c:pt>
                <c:pt idx="69">
                  <c:v>15151.637700000001</c:v>
                </c:pt>
                <c:pt idx="70">
                  <c:v>14486.136699999999</c:v>
                </c:pt>
                <c:pt idx="71">
                  <c:v>14449.604800000001</c:v>
                </c:pt>
                <c:pt idx="72">
                  <c:v>15342.383100000001</c:v>
                </c:pt>
                <c:pt idx="73">
                  <c:v>15435.708199999999</c:v>
                </c:pt>
                <c:pt idx="74">
                  <c:v>15417.522999999999</c:v>
                </c:pt>
                <c:pt idx="75">
                  <c:v>16527.369500000001</c:v>
                </c:pt>
                <c:pt idx="76">
                  <c:v>14597.460299999999</c:v>
                </c:pt>
                <c:pt idx="77">
                  <c:v>14187.964099999999</c:v>
                </c:pt>
                <c:pt idx="78">
                  <c:v>13354.329299999999</c:v>
                </c:pt>
                <c:pt idx="79">
                  <c:v>14834.418599999999</c:v>
                </c:pt>
                <c:pt idx="80">
                  <c:v>15268.517399999999</c:v>
                </c:pt>
                <c:pt idx="81">
                  <c:v>15258.181200000001</c:v>
                </c:pt>
                <c:pt idx="82">
                  <c:v>15469.159100000001</c:v>
                </c:pt>
                <c:pt idx="83">
                  <c:v>15225.898000000001</c:v>
                </c:pt>
                <c:pt idx="84">
                  <c:v>14625.5299</c:v>
                </c:pt>
                <c:pt idx="85">
                  <c:v>14443.099899999999</c:v>
                </c:pt>
                <c:pt idx="86">
                  <c:v>15238.3429</c:v>
                </c:pt>
                <c:pt idx="87">
                  <c:v>15370.653399999999</c:v>
                </c:pt>
                <c:pt idx="88">
                  <c:v>15231.784</c:v>
                </c:pt>
                <c:pt idx="89">
                  <c:v>15123.241900000001</c:v>
                </c:pt>
                <c:pt idx="90">
                  <c:v>15013.8637</c:v>
                </c:pt>
                <c:pt idx="91">
                  <c:v>14275.1057</c:v>
                </c:pt>
                <c:pt idx="92">
                  <c:v>14413.979300000001</c:v>
                </c:pt>
                <c:pt idx="93">
                  <c:v>15211.4638</c:v>
                </c:pt>
                <c:pt idx="94">
                  <c:v>15093.7066</c:v>
                </c:pt>
                <c:pt idx="95">
                  <c:v>15332.111199999999</c:v>
                </c:pt>
                <c:pt idx="96">
                  <c:v>15480.787399999999</c:v>
                </c:pt>
                <c:pt idx="97">
                  <c:v>15256.901600000001</c:v>
                </c:pt>
                <c:pt idx="98">
                  <c:v>14257.7899</c:v>
                </c:pt>
                <c:pt idx="99">
                  <c:v>14260.3645</c:v>
                </c:pt>
                <c:pt idx="100">
                  <c:v>15452.901100000001</c:v>
                </c:pt>
                <c:pt idx="101">
                  <c:v>15581.533799999999</c:v>
                </c:pt>
                <c:pt idx="102">
                  <c:v>15162.5913</c:v>
                </c:pt>
                <c:pt idx="103">
                  <c:v>15181.0121</c:v>
                </c:pt>
                <c:pt idx="104">
                  <c:v>15056.6114</c:v>
                </c:pt>
                <c:pt idx="105">
                  <c:v>14422.7688</c:v>
                </c:pt>
                <c:pt idx="106">
                  <c:v>14698.9753</c:v>
                </c:pt>
                <c:pt idx="107">
                  <c:v>13251.694599999999</c:v>
                </c:pt>
                <c:pt idx="108">
                  <c:v>15248.472600000001</c:v>
                </c:pt>
                <c:pt idx="109">
                  <c:v>15164.354300000001</c:v>
                </c:pt>
                <c:pt idx="110">
                  <c:v>15133.3369</c:v>
                </c:pt>
                <c:pt idx="111">
                  <c:v>15060.9969</c:v>
                </c:pt>
                <c:pt idx="112">
                  <c:v>14726.8477</c:v>
                </c:pt>
                <c:pt idx="113">
                  <c:v>14428.8812</c:v>
                </c:pt>
                <c:pt idx="114">
                  <c:v>14752.3007</c:v>
                </c:pt>
                <c:pt idx="115">
                  <c:v>15223.4915</c:v>
                </c:pt>
                <c:pt idx="116">
                  <c:v>15080.508400000001</c:v>
                </c:pt>
                <c:pt idx="117">
                  <c:v>15185.3464</c:v>
                </c:pt>
                <c:pt idx="118">
                  <c:v>14881.9087</c:v>
                </c:pt>
                <c:pt idx="119">
                  <c:v>13894.8658</c:v>
                </c:pt>
                <c:pt idx="120">
                  <c:v>14518.784599999999</c:v>
                </c:pt>
                <c:pt idx="121">
                  <c:v>14513.7732</c:v>
                </c:pt>
                <c:pt idx="122">
                  <c:v>15303.783799999999</c:v>
                </c:pt>
                <c:pt idx="123">
                  <c:v>15185.6451</c:v>
                </c:pt>
                <c:pt idx="124">
                  <c:v>14837.3385</c:v>
                </c:pt>
                <c:pt idx="125">
                  <c:v>14728.4972</c:v>
                </c:pt>
                <c:pt idx="126">
                  <c:v>14647.884</c:v>
                </c:pt>
                <c:pt idx="127">
                  <c:v>13947.478299999999</c:v>
                </c:pt>
                <c:pt idx="128">
                  <c:v>14699.333199999999</c:v>
                </c:pt>
                <c:pt idx="129">
                  <c:v>14928.741</c:v>
                </c:pt>
                <c:pt idx="130">
                  <c:v>14916.9789</c:v>
                </c:pt>
                <c:pt idx="131">
                  <c:v>14955.499100000001</c:v>
                </c:pt>
                <c:pt idx="132">
                  <c:v>15084.196300000001</c:v>
                </c:pt>
                <c:pt idx="133">
                  <c:v>14132.8914</c:v>
                </c:pt>
                <c:pt idx="134">
                  <c:v>14569.5987</c:v>
                </c:pt>
                <c:pt idx="135">
                  <c:v>15130.5211</c:v>
                </c:pt>
                <c:pt idx="136">
                  <c:v>15345.129500000001</c:v>
                </c:pt>
                <c:pt idx="137">
                  <c:v>13443.399500000001</c:v>
                </c:pt>
                <c:pt idx="138">
                  <c:v>15410.0224</c:v>
                </c:pt>
                <c:pt idx="139">
                  <c:v>14961.152100000001</c:v>
                </c:pt>
                <c:pt idx="140">
                  <c:v>14084.385700000001</c:v>
                </c:pt>
                <c:pt idx="141">
                  <c:v>14223.542100000001</c:v>
                </c:pt>
                <c:pt idx="142">
                  <c:v>14989.8354</c:v>
                </c:pt>
                <c:pt idx="143">
                  <c:v>14657.927800000001</c:v>
                </c:pt>
                <c:pt idx="144">
                  <c:v>14751.174000000001</c:v>
                </c:pt>
                <c:pt idx="145">
                  <c:v>14692.439399999999</c:v>
                </c:pt>
                <c:pt idx="146">
                  <c:v>14538.961299999999</c:v>
                </c:pt>
                <c:pt idx="147">
                  <c:v>14341.430200000001</c:v>
                </c:pt>
                <c:pt idx="148">
                  <c:v>13859.399300000001</c:v>
                </c:pt>
                <c:pt idx="149">
                  <c:v>14559.614800000001</c:v>
                </c:pt>
                <c:pt idx="150">
                  <c:v>14915.2695</c:v>
                </c:pt>
                <c:pt idx="151">
                  <c:v>14580.761199999999</c:v>
                </c:pt>
                <c:pt idx="152">
                  <c:v>14534.892100000001</c:v>
                </c:pt>
                <c:pt idx="153">
                  <c:v>14044.536700000001</c:v>
                </c:pt>
                <c:pt idx="154">
                  <c:v>14730.1397</c:v>
                </c:pt>
                <c:pt idx="155">
                  <c:v>14307.6273</c:v>
                </c:pt>
                <c:pt idx="156">
                  <c:v>14787.156000000001</c:v>
                </c:pt>
                <c:pt idx="157">
                  <c:v>15009.9311</c:v>
                </c:pt>
                <c:pt idx="158">
                  <c:v>15340.7636</c:v>
                </c:pt>
                <c:pt idx="159">
                  <c:v>16566.146499999999</c:v>
                </c:pt>
                <c:pt idx="160">
                  <c:v>16491.904399999999</c:v>
                </c:pt>
                <c:pt idx="161">
                  <c:v>14003.911899999999</c:v>
                </c:pt>
                <c:pt idx="162">
                  <c:v>14079.499399999999</c:v>
                </c:pt>
                <c:pt idx="163">
                  <c:v>15444.743699999999</c:v>
                </c:pt>
                <c:pt idx="164">
                  <c:v>15257.928099999999</c:v>
                </c:pt>
                <c:pt idx="165">
                  <c:v>15401.574299999998</c:v>
                </c:pt>
                <c:pt idx="166">
                  <c:v>13250.186199999998</c:v>
                </c:pt>
                <c:pt idx="167">
                  <c:v>14853.0532</c:v>
                </c:pt>
                <c:pt idx="168">
                  <c:v>14148.219799999999</c:v>
                </c:pt>
                <c:pt idx="169">
                  <c:v>13678.288999999999</c:v>
                </c:pt>
                <c:pt idx="170">
                  <c:v>14700.795700000001</c:v>
                </c:pt>
                <c:pt idx="171">
                  <c:v>14713.177299999999</c:v>
                </c:pt>
                <c:pt idx="172">
                  <c:v>14847.6368</c:v>
                </c:pt>
                <c:pt idx="173">
                  <c:v>14980.6167</c:v>
                </c:pt>
                <c:pt idx="174">
                  <c:v>14709.3869</c:v>
                </c:pt>
                <c:pt idx="175">
                  <c:v>14200.4215</c:v>
                </c:pt>
                <c:pt idx="176">
                  <c:v>14211.775100000001</c:v>
                </c:pt>
                <c:pt idx="177">
                  <c:v>15021.253000000001</c:v>
                </c:pt>
                <c:pt idx="178">
                  <c:v>14812.2513</c:v>
                </c:pt>
                <c:pt idx="179">
                  <c:v>14797.518099999999</c:v>
                </c:pt>
                <c:pt idx="180">
                  <c:v>14853.321100000001</c:v>
                </c:pt>
                <c:pt idx="181">
                  <c:v>14741.562599999999</c:v>
                </c:pt>
                <c:pt idx="182">
                  <c:v>14359.148299999999</c:v>
                </c:pt>
                <c:pt idx="183">
                  <c:v>14000.011</c:v>
                </c:pt>
                <c:pt idx="184">
                  <c:v>14796.073399999999</c:v>
                </c:pt>
                <c:pt idx="185">
                  <c:v>14732.7433</c:v>
                </c:pt>
                <c:pt idx="186">
                  <c:v>14633.9678</c:v>
                </c:pt>
                <c:pt idx="187">
                  <c:v>13745.8917</c:v>
                </c:pt>
                <c:pt idx="188">
                  <c:v>14590.986700000001</c:v>
                </c:pt>
                <c:pt idx="189">
                  <c:v>14193.552900000001</c:v>
                </c:pt>
                <c:pt idx="190">
                  <c:v>14052.924500000001</c:v>
                </c:pt>
                <c:pt idx="191">
                  <c:v>14488.646299999999</c:v>
                </c:pt>
                <c:pt idx="192">
                  <c:v>14787.294399999999</c:v>
                </c:pt>
                <c:pt idx="193">
                  <c:v>15269.2045</c:v>
                </c:pt>
                <c:pt idx="194">
                  <c:v>17318.6358</c:v>
                </c:pt>
                <c:pt idx="195">
                  <c:v>14835.940200000001</c:v>
                </c:pt>
                <c:pt idx="196">
                  <c:v>12624.4239</c:v>
                </c:pt>
                <c:pt idx="197">
                  <c:v>14066.637999999999</c:v>
                </c:pt>
                <c:pt idx="198">
                  <c:v>14874.606699999998</c:v>
                </c:pt>
                <c:pt idx="199">
                  <c:v>14608.147300000001</c:v>
                </c:pt>
                <c:pt idx="200">
                  <c:v>14564.126399999999</c:v>
                </c:pt>
                <c:pt idx="201">
                  <c:v>14391.253700000001</c:v>
                </c:pt>
                <c:pt idx="202">
                  <c:v>14623.892900000001</c:v>
                </c:pt>
                <c:pt idx="203">
                  <c:v>14179.5322</c:v>
                </c:pt>
                <c:pt idx="204">
                  <c:v>14015.4964</c:v>
                </c:pt>
                <c:pt idx="205">
                  <c:v>14708.442500000001</c:v>
                </c:pt>
                <c:pt idx="206">
                  <c:v>14603.233199999999</c:v>
                </c:pt>
                <c:pt idx="207">
                  <c:v>14742.771799999999</c:v>
                </c:pt>
                <c:pt idx="208">
                  <c:v>14028.648000000001</c:v>
                </c:pt>
                <c:pt idx="209">
                  <c:v>14561.5669</c:v>
                </c:pt>
                <c:pt idx="210">
                  <c:v>14006.3896</c:v>
                </c:pt>
                <c:pt idx="211">
                  <c:v>13830.1795</c:v>
                </c:pt>
                <c:pt idx="212">
                  <c:v>14651.2947</c:v>
                </c:pt>
                <c:pt idx="213">
                  <c:v>14662.6216</c:v>
                </c:pt>
                <c:pt idx="214">
                  <c:v>14577.2906</c:v>
                </c:pt>
                <c:pt idx="215">
                  <c:v>14373.409299999999</c:v>
                </c:pt>
                <c:pt idx="216">
                  <c:v>14482.297500000001</c:v>
                </c:pt>
                <c:pt idx="217">
                  <c:v>13967.699500000001</c:v>
                </c:pt>
                <c:pt idx="218">
                  <c:v>14007.343699999999</c:v>
                </c:pt>
                <c:pt idx="219">
                  <c:v>14758.989</c:v>
                </c:pt>
                <c:pt idx="220">
                  <c:v>14563.333400000001</c:v>
                </c:pt>
                <c:pt idx="221">
                  <c:v>14691.3073</c:v>
                </c:pt>
                <c:pt idx="222">
                  <c:v>14503.423500000001</c:v>
                </c:pt>
                <c:pt idx="223">
                  <c:v>14516.411399999999</c:v>
                </c:pt>
                <c:pt idx="224">
                  <c:v>14155.446400000001</c:v>
                </c:pt>
                <c:pt idx="225">
                  <c:v>12732.9283</c:v>
                </c:pt>
                <c:pt idx="226">
                  <c:v>14678.1327</c:v>
                </c:pt>
                <c:pt idx="227">
                  <c:v>14600.990299999999</c:v>
                </c:pt>
                <c:pt idx="228">
                  <c:v>13561.918300000001</c:v>
                </c:pt>
                <c:pt idx="229">
                  <c:v>14478.497500000001</c:v>
                </c:pt>
                <c:pt idx="230">
                  <c:v>14457.143099999999</c:v>
                </c:pt>
                <c:pt idx="231">
                  <c:v>13978.058299999999</c:v>
                </c:pt>
                <c:pt idx="232">
                  <c:v>13633.853800000001</c:v>
                </c:pt>
                <c:pt idx="233">
                  <c:v>14501.206200000001</c:v>
                </c:pt>
                <c:pt idx="234">
                  <c:v>14612.014500000001</c:v>
                </c:pt>
                <c:pt idx="235">
                  <c:v>14539.1487</c:v>
                </c:pt>
                <c:pt idx="236">
                  <c:v>14426.944</c:v>
                </c:pt>
                <c:pt idx="237">
                  <c:v>14730.243499999999</c:v>
                </c:pt>
                <c:pt idx="238">
                  <c:v>14101.0422</c:v>
                </c:pt>
                <c:pt idx="239">
                  <c:v>13717.0934</c:v>
                </c:pt>
                <c:pt idx="240">
                  <c:v>14186.2446</c:v>
                </c:pt>
                <c:pt idx="241">
                  <c:v>14465.1268</c:v>
                </c:pt>
                <c:pt idx="242">
                  <c:v>14267.225</c:v>
                </c:pt>
                <c:pt idx="243">
                  <c:v>14043.5502</c:v>
                </c:pt>
                <c:pt idx="244">
                  <c:v>14321.347599999999</c:v>
                </c:pt>
                <c:pt idx="245">
                  <c:v>13706.132599999999</c:v>
                </c:pt>
                <c:pt idx="246">
                  <c:v>14338.769</c:v>
                </c:pt>
                <c:pt idx="247">
                  <c:v>14900.66</c:v>
                </c:pt>
                <c:pt idx="248">
                  <c:v>15018.1896</c:v>
                </c:pt>
                <c:pt idx="249">
                  <c:v>15142.369900000002</c:v>
                </c:pt>
                <c:pt idx="250">
                  <c:v>15339.701499999999</c:v>
                </c:pt>
                <c:pt idx="251">
                  <c:v>15484.7094</c:v>
                </c:pt>
                <c:pt idx="252">
                  <c:v>14999.5573</c:v>
                </c:pt>
                <c:pt idx="253">
                  <c:v>14992.097400000001</c:v>
                </c:pt>
                <c:pt idx="254">
                  <c:v>13446.395700000001</c:v>
                </c:pt>
                <c:pt idx="255">
                  <c:v>15606.9481</c:v>
                </c:pt>
                <c:pt idx="256">
                  <c:v>15380.0121</c:v>
                </c:pt>
                <c:pt idx="257">
                  <c:v>15287.879500000001</c:v>
                </c:pt>
                <c:pt idx="258">
                  <c:v>15305.1095</c:v>
                </c:pt>
                <c:pt idx="259">
                  <c:v>14659.626700000001</c:v>
                </c:pt>
                <c:pt idx="260">
                  <c:v>14674.9948</c:v>
                </c:pt>
                <c:pt idx="261">
                  <c:v>15493.9262</c:v>
                </c:pt>
                <c:pt idx="262">
                  <c:v>15789.1726</c:v>
                </c:pt>
                <c:pt idx="263">
                  <c:v>15627.2799</c:v>
                </c:pt>
                <c:pt idx="264">
                  <c:v>15637.310099999999</c:v>
                </c:pt>
                <c:pt idx="265">
                  <c:v>14472.495999999999</c:v>
                </c:pt>
                <c:pt idx="266">
                  <c:v>13039.336499999999</c:v>
                </c:pt>
                <c:pt idx="267">
                  <c:v>13249.0869</c:v>
                </c:pt>
                <c:pt idx="268">
                  <c:v>13745.6047</c:v>
                </c:pt>
                <c:pt idx="269">
                  <c:v>13939.6067</c:v>
                </c:pt>
                <c:pt idx="270">
                  <c:v>13635.796</c:v>
                </c:pt>
                <c:pt idx="271">
                  <c:v>13740.484899999999</c:v>
                </c:pt>
                <c:pt idx="272">
                  <c:v>13732.313400000001</c:v>
                </c:pt>
                <c:pt idx="273">
                  <c:v>13076.211499999999</c:v>
                </c:pt>
                <c:pt idx="274">
                  <c:v>13142.6381</c:v>
                </c:pt>
                <c:pt idx="275">
                  <c:v>13707.6018</c:v>
                </c:pt>
                <c:pt idx="276">
                  <c:v>13598.407499999999</c:v>
                </c:pt>
                <c:pt idx="277">
                  <c:v>13318.7065</c:v>
                </c:pt>
                <c:pt idx="278">
                  <c:v>13330.163699999999</c:v>
                </c:pt>
                <c:pt idx="279">
                  <c:v>13334.174999999999</c:v>
                </c:pt>
                <c:pt idx="280">
                  <c:v>12788.951799999999</c:v>
                </c:pt>
                <c:pt idx="281">
                  <c:v>12814.418099999999</c:v>
                </c:pt>
                <c:pt idx="282">
                  <c:v>13525.5041</c:v>
                </c:pt>
                <c:pt idx="283">
                  <c:v>13658.8601</c:v>
                </c:pt>
                <c:pt idx="284">
                  <c:v>13264.1095</c:v>
                </c:pt>
                <c:pt idx="285">
                  <c:v>13276.290700000001</c:v>
                </c:pt>
                <c:pt idx="286">
                  <c:v>12954.8372</c:v>
                </c:pt>
                <c:pt idx="287">
                  <c:v>12726.199799999999</c:v>
                </c:pt>
                <c:pt idx="288">
                  <c:v>12922.234499999999</c:v>
                </c:pt>
                <c:pt idx="289">
                  <c:v>13619.608700000001</c:v>
                </c:pt>
                <c:pt idx="290">
                  <c:v>13698.301200000002</c:v>
                </c:pt>
                <c:pt idx="291">
                  <c:v>13543.8776</c:v>
                </c:pt>
                <c:pt idx="292">
                  <c:v>13659.155000000001</c:v>
                </c:pt>
                <c:pt idx="293">
                  <c:v>13980.8658</c:v>
                </c:pt>
                <c:pt idx="294">
                  <c:v>13578.5324</c:v>
                </c:pt>
                <c:pt idx="295">
                  <c:v>12760.482599999999</c:v>
                </c:pt>
                <c:pt idx="296">
                  <c:v>12180.475700000001</c:v>
                </c:pt>
                <c:pt idx="297">
                  <c:v>12796.246800000001</c:v>
                </c:pt>
                <c:pt idx="298">
                  <c:v>12170.7598</c:v>
                </c:pt>
                <c:pt idx="299">
                  <c:v>12622.2539</c:v>
                </c:pt>
                <c:pt idx="300">
                  <c:v>12795.879300000001</c:v>
                </c:pt>
                <c:pt idx="301">
                  <c:v>12692.417099999999</c:v>
                </c:pt>
                <c:pt idx="302">
                  <c:v>12511.800099999999</c:v>
                </c:pt>
                <c:pt idx="303">
                  <c:v>13036.102400000002</c:v>
                </c:pt>
                <c:pt idx="304">
                  <c:v>13781.6309</c:v>
                </c:pt>
                <c:pt idx="305">
                  <c:v>13297.995799999999</c:v>
                </c:pt>
                <c:pt idx="306">
                  <c:v>13696.4349</c:v>
                </c:pt>
                <c:pt idx="307">
                  <c:v>13680.1998</c:v>
                </c:pt>
                <c:pt idx="308">
                  <c:v>12976.464399999999</c:v>
                </c:pt>
                <c:pt idx="309">
                  <c:v>12315.998</c:v>
                </c:pt>
                <c:pt idx="310">
                  <c:v>13504.2677</c:v>
                </c:pt>
                <c:pt idx="311">
                  <c:v>13503.1682</c:v>
                </c:pt>
                <c:pt idx="312">
                  <c:v>13480.4774</c:v>
                </c:pt>
                <c:pt idx="313">
                  <c:v>13443.3014</c:v>
                </c:pt>
                <c:pt idx="314">
                  <c:v>12107.257300000001</c:v>
                </c:pt>
                <c:pt idx="315">
                  <c:v>12873.231599999999</c:v>
                </c:pt>
                <c:pt idx="316">
                  <c:v>12942.436</c:v>
                </c:pt>
                <c:pt idx="317">
                  <c:v>13670.072</c:v>
                </c:pt>
                <c:pt idx="318">
                  <c:v>13723.9887</c:v>
                </c:pt>
                <c:pt idx="319">
                  <c:v>13457.254499999999</c:v>
                </c:pt>
                <c:pt idx="320">
                  <c:v>13441.5034</c:v>
                </c:pt>
                <c:pt idx="321">
                  <c:v>13406.545</c:v>
                </c:pt>
                <c:pt idx="322">
                  <c:v>12988.750600000001</c:v>
                </c:pt>
                <c:pt idx="323">
                  <c:v>12936.3673</c:v>
                </c:pt>
                <c:pt idx="324">
                  <c:v>13711.6834</c:v>
                </c:pt>
                <c:pt idx="325">
                  <c:v>13427.596</c:v>
                </c:pt>
                <c:pt idx="326">
                  <c:v>14364.794099999999</c:v>
                </c:pt>
                <c:pt idx="327">
                  <c:v>13698.2844</c:v>
                </c:pt>
                <c:pt idx="328">
                  <c:v>13457.5571</c:v>
                </c:pt>
                <c:pt idx="329">
                  <c:v>12883.919900000001</c:v>
                </c:pt>
                <c:pt idx="330">
                  <c:v>12787.2842</c:v>
                </c:pt>
                <c:pt idx="331">
                  <c:v>13320.136500000001</c:v>
                </c:pt>
                <c:pt idx="332">
                  <c:v>13496.739299999999</c:v>
                </c:pt>
                <c:pt idx="333">
                  <c:v>13650.5317</c:v>
                </c:pt>
                <c:pt idx="334">
                  <c:v>13408.609899999999</c:v>
                </c:pt>
                <c:pt idx="335">
                  <c:v>14856.415300000001</c:v>
                </c:pt>
                <c:pt idx="336">
                  <c:v>13011.0314</c:v>
                </c:pt>
                <c:pt idx="337">
                  <c:v>12988.167500000001</c:v>
                </c:pt>
                <c:pt idx="338">
                  <c:v>13647.0152</c:v>
                </c:pt>
                <c:pt idx="339">
                  <c:v>13683.736200000001</c:v>
                </c:pt>
                <c:pt idx="340">
                  <c:v>13519.538699999999</c:v>
                </c:pt>
                <c:pt idx="341">
                  <c:v>13346.753700000001</c:v>
                </c:pt>
                <c:pt idx="342">
                  <c:v>13546.267899999999</c:v>
                </c:pt>
                <c:pt idx="343">
                  <c:v>10355.7158</c:v>
                </c:pt>
                <c:pt idx="344">
                  <c:v>12185.0443</c:v>
                </c:pt>
                <c:pt idx="345">
                  <c:v>14075.791700000002</c:v>
                </c:pt>
                <c:pt idx="346">
                  <c:v>14088.050299999999</c:v>
                </c:pt>
                <c:pt idx="347">
                  <c:v>14045.3966</c:v>
                </c:pt>
                <c:pt idx="348">
                  <c:v>13814.4872</c:v>
                </c:pt>
                <c:pt idx="349">
                  <c:v>13415.313</c:v>
                </c:pt>
                <c:pt idx="350">
                  <c:v>12991.0247</c:v>
                </c:pt>
                <c:pt idx="351">
                  <c:v>12852.653400000001</c:v>
                </c:pt>
                <c:pt idx="352">
                  <c:v>13415.573</c:v>
                </c:pt>
                <c:pt idx="353">
                  <c:v>13192.727700000001</c:v>
                </c:pt>
                <c:pt idx="354">
                  <c:v>13466.9907</c:v>
                </c:pt>
                <c:pt idx="355">
                  <c:v>13239.823399999999</c:v>
                </c:pt>
                <c:pt idx="356">
                  <c:v>13284.400099999999</c:v>
                </c:pt>
                <c:pt idx="357">
                  <c:v>12747.359700000001</c:v>
                </c:pt>
                <c:pt idx="358">
                  <c:v>12268.8475</c:v>
                </c:pt>
                <c:pt idx="359">
                  <c:v>13051.4998</c:v>
                </c:pt>
                <c:pt idx="360">
                  <c:v>13244.6234</c:v>
                </c:pt>
                <c:pt idx="361">
                  <c:v>12983.9038</c:v>
                </c:pt>
                <c:pt idx="362">
                  <c:v>13318.379499999999</c:v>
                </c:pt>
                <c:pt idx="363">
                  <c:v>13158.5254</c:v>
                </c:pt>
                <c:pt idx="364">
                  <c:v>13481.855099999999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FF-464E-872B-8ACD870E0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7532143"/>
        <c:axId val="1167537903"/>
      </c:lineChart>
      <c:lineChart>
        <c:grouping val="standard"/>
        <c:varyColors val="0"/>
        <c:ser>
          <c:idx val="5"/>
          <c:order val="5"/>
          <c:tx>
            <c:strRef>
              <c:f>'2G Voice'!$G$1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'2G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'2G Voice'!$G$2:$G$366</c:f>
              <c:numCache>
                <c:formatCode>General</c:formatCode>
                <c:ptCount val="365"/>
                <c:pt idx="0">
                  <c:v>424574.48680000001</c:v>
                </c:pt>
                <c:pt idx="1">
                  <c:v>414403.74230000004</c:v>
                </c:pt>
                <c:pt idx="2">
                  <c:v>442017.96950000001</c:v>
                </c:pt>
                <c:pt idx="3">
                  <c:v>443175.06610000005</c:v>
                </c:pt>
                <c:pt idx="4">
                  <c:v>446256.13879999996</c:v>
                </c:pt>
                <c:pt idx="5">
                  <c:v>446083.3676</c:v>
                </c:pt>
                <c:pt idx="6">
                  <c:v>439954.4816</c:v>
                </c:pt>
                <c:pt idx="7">
                  <c:v>424702.37360000005</c:v>
                </c:pt>
                <c:pt idx="8">
                  <c:v>411782.95419999998</c:v>
                </c:pt>
                <c:pt idx="9">
                  <c:v>447825.53319999995</c:v>
                </c:pt>
                <c:pt idx="10">
                  <c:v>443923.83720000001</c:v>
                </c:pt>
                <c:pt idx="11">
                  <c:v>442800.34</c:v>
                </c:pt>
                <c:pt idx="12">
                  <c:v>443597.3371</c:v>
                </c:pt>
                <c:pt idx="13">
                  <c:v>440087.93299999996</c:v>
                </c:pt>
                <c:pt idx="14">
                  <c:v>422898.2708</c:v>
                </c:pt>
                <c:pt idx="15">
                  <c:v>417730.97259999998</c:v>
                </c:pt>
                <c:pt idx="16">
                  <c:v>448963.71409999998</c:v>
                </c:pt>
                <c:pt idx="17">
                  <c:v>445819.88140000001</c:v>
                </c:pt>
                <c:pt idx="18">
                  <c:v>444712.57189999998</c:v>
                </c:pt>
                <c:pt idx="19">
                  <c:v>386063.16240000003</c:v>
                </c:pt>
                <c:pt idx="20">
                  <c:v>478611.80950000003</c:v>
                </c:pt>
                <c:pt idx="21">
                  <c:v>426927.26260000002</c:v>
                </c:pt>
                <c:pt idx="22">
                  <c:v>415261.59390000004</c:v>
                </c:pt>
                <c:pt idx="23">
                  <c:v>453025.07410000003</c:v>
                </c:pt>
                <c:pt idx="24">
                  <c:v>453526.62280000001</c:v>
                </c:pt>
                <c:pt idx="25">
                  <c:v>445553.17170000001</c:v>
                </c:pt>
                <c:pt idx="26">
                  <c:v>447110.8357</c:v>
                </c:pt>
                <c:pt idx="27">
                  <c:v>443941.2844</c:v>
                </c:pt>
                <c:pt idx="28">
                  <c:v>425199.3995</c:v>
                </c:pt>
                <c:pt idx="29">
                  <c:v>417114.05929999996</c:v>
                </c:pt>
                <c:pt idx="30">
                  <c:v>448117.29489999998</c:v>
                </c:pt>
                <c:pt idx="31">
                  <c:v>445902.38</c:v>
                </c:pt>
                <c:pt idx="32">
                  <c:v>446575.52350000001</c:v>
                </c:pt>
                <c:pt idx="33">
                  <c:v>443670.12229999999</c:v>
                </c:pt>
                <c:pt idx="34">
                  <c:v>446294.27519999997</c:v>
                </c:pt>
                <c:pt idx="35">
                  <c:v>426429.45420000004</c:v>
                </c:pt>
                <c:pt idx="36">
                  <c:v>414835.4693</c:v>
                </c:pt>
                <c:pt idx="37">
                  <c:v>445735.76</c:v>
                </c:pt>
                <c:pt idx="38">
                  <c:v>451114.03959999996</c:v>
                </c:pt>
                <c:pt idx="39">
                  <c:v>452231.06229999999</c:v>
                </c:pt>
                <c:pt idx="40">
                  <c:v>454101.03969999996</c:v>
                </c:pt>
                <c:pt idx="41">
                  <c:v>449762.13680000004</c:v>
                </c:pt>
                <c:pt idx="42">
                  <c:v>427993.538</c:v>
                </c:pt>
                <c:pt idx="43">
                  <c:v>427288.41450000001</c:v>
                </c:pt>
                <c:pt idx="44">
                  <c:v>451006.4276</c:v>
                </c:pt>
                <c:pt idx="45">
                  <c:v>455546.6005</c:v>
                </c:pt>
                <c:pt idx="46">
                  <c:v>451757.13750000001</c:v>
                </c:pt>
                <c:pt idx="47">
                  <c:v>452800.47490000003</c:v>
                </c:pt>
                <c:pt idx="48">
                  <c:v>389151.70610000001</c:v>
                </c:pt>
                <c:pt idx="49">
                  <c:v>421823.75910000002</c:v>
                </c:pt>
                <c:pt idx="50">
                  <c:v>420222.75530000002</c:v>
                </c:pt>
                <c:pt idx="51">
                  <c:v>457366.79360000003</c:v>
                </c:pt>
                <c:pt idx="52">
                  <c:v>453757.52590000001</c:v>
                </c:pt>
                <c:pt idx="53">
                  <c:v>448850.53709999996</c:v>
                </c:pt>
                <c:pt idx="54">
                  <c:v>448577.26740000001</c:v>
                </c:pt>
                <c:pt idx="55">
                  <c:v>445541.33849999995</c:v>
                </c:pt>
                <c:pt idx="56">
                  <c:v>429777.9558</c:v>
                </c:pt>
                <c:pt idx="57">
                  <c:v>424532.14969999995</c:v>
                </c:pt>
                <c:pt idx="58">
                  <c:v>456807.9522</c:v>
                </c:pt>
                <c:pt idx="59">
                  <c:v>452967.30060000002</c:v>
                </c:pt>
                <c:pt idx="60">
                  <c:v>448898.05189999996</c:v>
                </c:pt>
                <c:pt idx="61">
                  <c:v>453037.66329999996</c:v>
                </c:pt>
                <c:pt idx="62">
                  <c:v>445016.60530000005</c:v>
                </c:pt>
                <c:pt idx="63">
                  <c:v>426829.42210000003</c:v>
                </c:pt>
                <c:pt idx="64">
                  <c:v>418989.21679999999</c:v>
                </c:pt>
                <c:pt idx="65">
                  <c:v>450115.20280000003</c:v>
                </c:pt>
                <c:pt idx="66">
                  <c:v>452551.272</c:v>
                </c:pt>
                <c:pt idx="67">
                  <c:v>452225.71720000001</c:v>
                </c:pt>
                <c:pt idx="68">
                  <c:v>452564.29840000003</c:v>
                </c:pt>
                <c:pt idx="69">
                  <c:v>447916.15089999995</c:v>
                </c:pt>
                <c:pt idx="70">
                  <c:v>432267.48019999999</c:v>
                </c:pt>
                <c:pt idx="71">
                  <c:v>424117.27929999999</c:v>
                </c:pt>
                <c:pt idx="72">
                  <c:v>455598.49949999998</c:v>
                </c:pt>
                <c:pt idx="73">
                  <c:v>456275.4437</c:v>
                </c:pt>
                <c:pt idx="74">
                  <c:v>452740.87430000002</c:v>
                </c:pt>
                <c:pt idx="75">
                  <c:v>478481.05330000003</c:v>
                </c:pt>
                <c:pt idx="76">
                  <c:v>420499.3835</c:v>
                </c:pt>
                <c:pt idx="77">
                  <c:v>414736.16270000004</c:v>
                </c:pt>
                <c:pt idx="78">
                  <c:v>389260.34240000002</c:v>
                </c:pt>
                <c:pt idx="79">
                  <c:v>439393.80810000002</c:v>
                </c:pt>
                <c:pt idx="80">
                  <c:v>447662.03130000003</c:v>
                </c:pt>
                <c:pt idx="81">
                  <c:v>452205.55830000003</c:v>
                </c:pt>
                <c:pt idx="82">
                  <c:v>455788.15460000001</c:v>
                </c:pt>
                <c:pt idx="83">
                  <c:v>447228.4327</c:v>
                </c:pt>
                <c:pt idx="84">
                  <c:v>427479.61699999997</c:v>
                </c:pt>
                <c:pt idx="85">
                  <c:v>418035.42610000004</c:v>
                </c:pt>
                <c:pt idx="86">
                  <c:v>450241.28880000004</c:v>
                </c:pt>
                <c:pt idx="87">
                  <c:v>456053.75469999999</c:v>
                </c:pt>
                <c:pt idx="88">
                  <c:v>455983.71779999998</c:v>
                </c:pt>
                <c:pt idx="89">
                  <c:v>452937.08100000001</c:v>
                </c:pt>
                <c:pt idx="90">
                  <c:v>448586.75280000002</c:v>
                </c:pt>
                <c:pt idx="91">
                  <c:v>426036.01</c:v>
                </c:pt>
                <c:pt idx="92">
                  <c:v>422842.3493</c:v>
                </c:pt>
                <c:pt idx="93">
                  <c:v>455807.19760000001</c:v>
                </c:pt>
                <c:pt idx="94">
                  <c:v>458493.52900000004</c:v>
                </c:pt>
                <c:pt idx="95">
                  <c:v>461009.35710000002</c:v>
                </c:pt>
                <c:pt idx="96">
                  <c:v>467029.9057</c:v>
                </c:pt>
                <c:pt idx="97">
                  <c:v>463583.32449999999</c:v>
                </c:pt>
                <c:pt idx="98">
                  <c:v>433167.42470000003</c:v>
                </c:pt>
                <c:pt idx="99">
                  <c:v>424789.80290000001</c:v>
                </c:pt>
                <c:pt idx="100">
                  <c:v>464561.20009999996</c:v>
                </c:pt>
                <c:pt idx="101">
                  <c:v>478057.81120000005</c:v>
                </c:pt>
                <c:pt idx="102">
                  <c:v>465308.16710000002</c:v>
                </c:pt>
                <c:pt idx="103">
                  <c:v>467566.49410000001</c:v>
                </c:pt>
                <c:pt idx="104">
                  <c:v>457076.89559999999</c:v>
                </c:pt>
                <c:pt idx="105">
                  <c:v>439724.55559999996</c:v>
                </c:pt>
                <c:pt idx="106">
                  <c:v>425401.7463</c:v>
                </c:pt>
                <c:pt idx="107">
                  <c:v>397641.41120000003</c:v>
                </c:pt>
                <c:pt idx="108">
                  <c:v>465213.31959999999</c:v>
                </c:pt>
                <c:pt idx="109">
                  <c:v>461089.16019999998</c:v>
                </c:pt>
                <c:pt idx="110">
                  <c:v>467530.78710000002</c:v>
                </c:pt>
                <c:pt idx="111">
                  <c:v>464833.12220000004</c:v>
                </c:pt>
                <c:pt idx="112">
                  <c:v>444155.60690000001</c:v>
                </c:pt>
                <c:pt idx="113">
                  <c:v>427823.91840000002</c:v>
                </c:pt>
                <c:pt idx="114">
                  <c:v>459326.81719999999</c:v>
                </c:pt>
                <c:pt idx="115">
                  <c:v>466783.4559</c:v>
                </c:pt>
                <c:pt idx="116">
                  <c:v>463487.50380000001</c:v>
                </c:pt>
                <c:pt idx="117">
                  <c:v>433285.87119999999</c:v>
                </c:pt>
                <c:pt idx="118">
                  <c:v>452868.49569999997</c:v>
                </c:pt>
                <c:pt idx="119">
                  <c:v>431453.21750000003</c:v>
                </c:pt>
                <c:pt idx="120">
                  <c:v>423687.32880000002</c:v>
                </c:pt>
                <c:pt idx="121">
                  <c:v>441516.29730000003</c:v>
                </c:pt>
                <c:pt idx="122">
                  <c:v>471740.05040000001</c:v>
                </c:pt>
                <c:pt idx="123">
                  <c:v>464084.81670000002</c:v>
                </c:pt>
                <c:pt idx="124">
                  <c:v>463512.24310000002</c:v>
                </c:pt>
                <c:pt idx="125">
                  <c:v>460315.7181</c:v>
                </c:pt>
                <c:pt idx="126">
                  <c:v>448586.33600000001</c:v>
                </c:pt>
                <c:pt idx="127">
                  <c:v>422142.55959999998</c:v>
                </c:pt>
                <c:pt idx="128">
                  <c:v>461432.08850000001</c:v>
                </c:pt>
                <c:pt idx="129">
                  <c:v>475125.13449999999</c:v>
                </c:pt>
                <c:pt idx="130">
                  <c:v>472020.29389999999</c:v>
                </c:pt>
                <c:pt idx="131">
                  <c:v>473840.6753</c:v>
                </c:pt>
                <c:pt idx="132">
                  <c:v>470635.44099999999</c:v>
                </c:pt>
                <c:pt idx="133">
                  <c:v>447910.0637</c:v>
                </c:pt>
                <c:pt idx="134">
                  <c:v>437505.99719999998</c:v>
                </c:pt>
                <c:pt idx="135">
                  <c:v>475474.62820000004</c:v>
                </c:pt>
                <c:pt idx="136">
                  <c:v>491900.30619999999</c:v>
                </c:pt>
                <c:pt idx="137">
                  <c:v>432764.6459</c:v>
                </c:pt>
                <c:pt idx="138">
                  <c:v>464753.81070000003</c:v>
                </c:pt>
                <c:pt idx="139">
                  <c:v>480110.52360000001</c:v>
                </c:pt>
                <c:pt idx="140">
                  <c:v>456709.86050000001</c:v>
                </c:pt>
                <c:pt idx="141">
                  <c:v>449855.17800000001</c:v>
                </c:pt>
                <c:pt idx="142">
                  <c:v>486028.04929999996</c:v>
                </c:pt>
                <c:pt idx="143">
                  <c:v>485932.31890000001</c:v>
                </c:pt>
                <c:pt idx="144">
                  <c:v>485485.85720000003</c:v>
                </c:pt>
                <c:pt idx="145">
                  <c:v>485396.08169999998</c:v>
                </c:pt>
                <c:pt idx="146">
                  <c:v>478268.07470000006</c:v>
                </c:pt>
                <c:pt idx="147">
                  <c:v>461452.64260000002</c:v>
                </c:pt>
                <c:pt idx="148">
                  <c:v>447795.43360000005</c:v>
                </c:pt>
                <c:pt idx="149">
                  <c:v>483128.01249999995</c:v>
                </c:pt>
                <c:pt idx="150">
                  <c:v>493526.22519999999</c:v>
                </c:pt>
                <c:pt idx="151">
                  <c:v>493410.96620000002</c:v>
                </c:pt>
                <c:pt idx="152">
                  <c:v>489702.8933</c:v>
                </c:pt>
                <c:pt idx="153">
                  <c:v>479045.24469999998</c:v>
                </c:pt>
                <c:pt idx="154">
                  <c:v>471514.26370000001</c:v>
                </c:pt>
                <c:pt idx="155">
                  <c:v>459187.71519999998</c:v>
                </c:pt>
                <c:pt idx="156">
                  <c:v>501067.04209999996</c:v>
                </c:pt>
                <c:pt idx="157">
                  <c:v>510080.28169999999</c:v>
                </c:pt>
                <c:pt idx="158">
                  <c:v>530921.00150000001</c:v>
                </c:pt>
                <c:pt idx="159">
                  <c:v>560699.87410000002</c:v>
                </c:pt>
                <c:pt idx="160">
                  <c:v>474049.61550000001</c:v>
                </c:pt>
                <c:pt idx="161">
                  <c:v>442033.4155</c:v>
                </c:pt>
                <c:pt idx="162">
                  <c:v>489363.88750000001</c:v>
                </c:pt>
                <c:pt idx="163">
                  <c:v>529395.29009999998</c:v>
                </c:pt>
                <c:pt idx="164">
                  <c:v>519551.35970000003</c:v>
                </c:pt>
                <c:pt idx="165">
                  <c:v>521530.41749999998</c:v>
                </c:pt>
                <c:pt idx="166">
                  <c:v>469112.83960000001</c:v>
                </c:pt>
                <c:pt idx="167">
                  <c:v>508431.29310000001</c:v>
                </c:pt>
                <c:pt idx="168">
                  <c:v>487342.99479999999</c:v>
                </c:pt>
                <c:pt idx="169">
                  <c:v>470387.46349999995</c:v>
                </c:pt>
                <c:pt idx="170">
                  <c:v>513443.24219999998</c:v>
                </c:pt>
                <c:pt idx="171">
                  <c:v>515135.56769999996</c:v>
                </c:pt>
                <c:pt idx="172">
                  <c:v>515234.96250000002</c:v>
                </c:pt>
                <c:pt idx="173">
                  <c:v>513965.82380000001</c:v>
                </c:pt>
                <c:pt idx="174">
                  <c:v>499037.76699999999</c:v>
                </c:pt>
                <c:pt idx="175">
                  <c:v>480592.73960000003</c:v>
                </c:pt>
                <c:pt idx="176">
                  <c:v>470660.45779999997</c:v>
                </c:pt>
                <c:pt idx="177">
                  <c:v>507470.212</c:v>
                </c:pt>
                <c:pt idx="178">
                  <c:v>507579.56140000001</c:v>
                </c:pt>
                <c:pt idx="179">
                  <c:v>508486.50390000001</c:v>
                </c:pt>
                <c:pt idx="180">
                  <c:v>518503.61</c:v>
                </c:pt>
                <c:pt idx="181">
                  <c:v>510013.3113</c:v>
                </c:pt>
                <c:pt idx="182">
                  <c:v>481999.6912</c:v>
                </c:pt>
                <c:pt idx="183">
                  <c:v>464334.33769999997</c:v>
                </c:pt>
                <c:pt idx="184">
                  <c:v>501277.50400000002</c:v>
                </c:pt>
                <c:pt idx="185">
                  <c:v>503195.05410000001</c:v>
                </c:pt>
                <c:pt idx="186">
                  <c:v>497520.08929999999</c:v>
                </c:pt>
                <c:pt idx="187">
                  <c:v>454196.31330000004</c:v>
                </c:pt>
                <c:pt idx="188">
                  <c:v>480382.36259999999</c:v>
                </c:pt>
                <c:pt idx="189">
                  <c:v>466405.95919999998</c:v>
                </c:pt>
                <c:pt idx="190">
                  <c:v>455894.72149999999</c:v>
                </c:pt>
                <c:pt idx="191">
                  <c:v>501865.1226</c:v>
                </c:pt>
                <c:pt idx="192">
                  <c:v>504156.54269999999</c:v>
                </c:pt>
                <c:pt idx="193">
                  <c:v>509541.97749999998</c:v>
                </c:pt>
                <c:pt idx="194">
                  <c:v>580840.89800000004</c:v>
                </c:pt>
                <c:pt idx="195">
                  <c:v>494575.25669999997</c:v>
                </c:pt>
                <c:pt idx="196">
                  <c:v>431646.462</c:v>
                </c:pt>
                <c:pt idx="197">
                  <c:v>457701.89630000002</c:v>
                </c:pt>
                <c:pt idx="198">
                  <c:v>504176.8173</c:v>
                </c:pt>
                <c:pt idx="199">
                  <c:v>509140.44089999999</c:v>
                </c:pt>
                <c:pt idx="200">
                  <c:v>494903.02729999996</c:v>
                </c:pt>
                <c:pt idx="201">
                  <c:v>497973.81550000003</c:v>
                </c:pt>
                <c:pt idx="202">
                  <c:v>498277.22729999997</c:v>
                </c:pt>
                <c:pt idx="203">
                  <c:v>473439.42000000004</c:v>
                </c:pt>
                <c:pt idx="204">
                  <c:v>457377.75229999999</c:v>
                </c:pt>
                <c:pt idx="205">
                  <c:v>503505.38530000002</c:v>
                </c:pt>
                <c:pt idx="206">
                  <c:v>493666.58170000004</c:v>
                </c:pt>
                <c:pt idx="207">
                  <c:v>496600.25339999999</c:v>
                </c:pt>
                <c:pt idx="208">
                  <c:v>466055.17909999995</c:v>
                </c:pt>
                <c:pt idx="209">
                  <c:v>458449.60269999999</c:v>
                </c:pt>
                <c:pt idx="210">
                  <c:v>437266.97830000002</c:v>
                </c:pt>
                <c:pt idx="211">
                  <c:v>426190.16440000001</c:v>
                </c:pt>
                <c:pt idx="212">
                  <c:v>481917.93119999999</c:v>
                </c:pt>
                <c:pt idx="213">
                  <c:v>489958.72380000004</c:v>
                </c:pt>
                <c:pt idx="214">
                  <c:v>490503.11449999997</c:v>
                </c:pt>
                <c:pt idx="215">
                  <c:v>485347.94020000001</c:v>
                </c:pt>
                <c:pt idx="216">
                  <c:v>483475.7512</c:v>
                </c:pt>
                <c:pt idx="217">
                  <c:v>462586.94790000003</c:v>
                </c:pt>
                <c:pt idx="218">
                  <c:v>428835.64809999999</c:v>
                </c:pt>
                <c:pt idx="219">
                  <c:v>468844.57329999999</c:v>
                </c:pt>
                <c:pt idx="220">
                  <c:v>494939.5785</c:v>
                </c:pt>
                <c:pt idx="221">
                  <c:v>492241.04940000002</c:v>
                </c:pt>
                <c:pt idx="222">
                  <c:v>485343.49669999996</c:v>
                </c:pt>
                <c:pt idx="223">
                  <c:v>489182.66009999998</c:v>
                </c:pt>
                <c:pt idx="224">
                  <c:v>474296.6692</c:v>
                </c:pt>
                <c:pt idx="225">
                  <c:v>427638.30089999997</c:v>
                </c:pt>
                <c:pt idx="226">
                  <c:v>499842.56429999997</c:v>
                </c:pt>
                <c:pt idx="227">
                  <c:v>495795.70699999999</c:v>
                </c:pt>
                <c:pt idx="228">
                  <c:v>456392.71749999997</c:v>
                </c:pt>
                <c:pt idx="229">
                  <c:v>492413.71520000004</c:v>
                </c:pt>
                <c:pt idx="230">
                  <c:v>496708.07889999996</c:v>
                </c:pt>
                <c:pt idx="231">
                  <c:v>472301.51659999997</c:v>
                </c:pt>
                <c:pt idx="232">
                  <c:v>452867.09330000001</c:v>
                </c:pt>
                <c:pt idx="233">
                  <c:v>495001.31300000002</c:v>
                </c:pt>
                <c:pt idx="234">
                  <c:v>499960.13390000002</c:v>
                </c:pt>
                <c:pt idx="235">
                  <c:v>498458.6066</c:v>
                </c:pt>
                <c:pt idx="236">
                  <c:v>498192.54479999997</c:v>
                </c:pt>
                <c:pt idx="237">
                  <c:v>500605.3394</c:v>
                </c:pt>
                <c:pt idx="238">
                  <c:v>479584.27830000001</c:v>
                </c:pt>
                <c:pt idx="239">
                  <c:v>456157.56539999996</c:v>
                </c:pt>
                <c:pt idx="240">
                  <c:v>491430.54609999998</c:v>
                </c:pt>
                <c:pt idx="241">
                  <c:v>498846.81479999999</c:v>
                </c:pt>
                <c:pt idx="242">
                  <c:v>499092.25510000001</c:v>
                </c:pt>
                <c:pt idx="243">
                  <c:v>485364.81320000003</c:v>
                </c:pt>
                <c:pt idx="244">
                  <c:v>488318.12930000003</c:v>
                </c:pt>
                <c:pt idx="245">
                  <c:v>465294.88660000003</c:v>
                </c:pt>
                <c:pt idx="246">
                  <c:v>462997.74330000003</c:v>
                </c:pt>
                <c:pt idx="247">
                  <c:v>496251.44409999996</c:v>
                </c:pt>
                <c:pt idx="248">
                  <c:v>499465.1372</c:v>
                </c:pt>
                <c:pt idx="249">
                  <c:v>498403.78360000002</c:v>
                </c:pt>
                <c:pt idx="250">
                  <c:v>504660.15210000001</c:v>
                </c:pt>
                <c:pt idx="251">
                  <c:v>500811.79840000003</c:v>
                </c:pt>
                <c:pt idx="252">
                  <c:v>483953.30670000002</c:v>
                </c:pt>
                <c:pt idx="253">
                  <c:v>470626.87330000004</c:v>
                </c:pt>
                <c:pt idx="254">
                  <c:v>435149.44020000001</c:v>
                </c:pt>
                <c:pt idx="255">
                  <c:v>508013.28080000001</c:v>
                </c:pt>
                <c:pt idx="256">
                  <c:v>502664.36220000003</c:v>
                </c:pt>
                <c:pt idx="257">
                  <c:v>499023.11819999997</c:v>
                </c:pt>
                <c:pt idx="258">
                  <c:v>499306.02059999999</c:v>
                </c:pt>
                <c:pt idx="259">
                  <c:v>476761.67809999996</c:v>
                </c:pt>
                <c:pt idx="260">
                  <c:v>462234.51010000001</c:v>
                </c:pt>
                <c:pt idx="261">
                  <c:v>506442.7954</c:v>
                </c:pt>
                <c:pt idx="262">
                  <c:v>514578.39630000002</c:v>
                </c:pt>
                <c:pt idx="263">
                  <c:v>513877.90520000004</c:v>
                </c:pt>
                <c:pt idx="264">
                  <c:v>511842.38709999999</c:v>
                </c:pt>
                <c:pt idx="265">
                  <c:v>497419.90419999999</c:v>
                </c:pt>
                <c:pt idx="266">
                  <c:v>470499.64899999998</c:v>
                </c:pt>
                <c:pt idx="267">
                  <c:v>470740.7745</c:v>
                </c:pt>
                <c:pt idx="268">
                  <c:v>509732.5993</c:v>
                </c:pt>
                <c:pt idx="269">
                  <c:v>511972.30479999998</c:v>
                </c:pt>
                <c:pt idx="270">
                  <c:v>495660.05780000001</c:v>
                </c:pt>
                <c:pt idx="271">
                  <c:v>501982.93520000001</c:v>
                </c:pt>
                <c:pt idx="272">
                  <c:v>495138.51880000002</c:v>
                </c:pt>
                <c:pt idx="273">
                  <c:v>467088.15820000001</c:v>
                </c:pt>
                <c:pt idx="274">
                  <c:v>458445.58199999999</c:v>
                </c:pt>
                <c:pt idx="275">
                  <c:v>499815.58510000003</c:v>
                </c:pt>
                <c:pt idx="276">
                  <c:v>499277.53879999998</c:v>
                </c:pt>
                <c:pt idx="277">
                  <c:v>487834.9314</c:v>
                </c:pt>
                <c:pt idx="278">
                  <c:v>501096.33779999998</c:v>
                </c:pt>
                <c:pt idx="279">
                  <c:v>493454.6018</c:v>
                </c:pt>
                <c:pt idx="280">
                  <c:v>471018.26689999999</c:v>
                </c:pt>
                <c:pt idx="281">
                  <c:v>458255.89600000001</c:v>
                </c:pt>
                <c:pt idx="282">
                  <c:v>502122.97150000004</c:v>
                </c:pt>
                <c:pt idx="283">
                  <c:v>506700.06269999995</c:v>
                </c:pt>
                <c:pt idx="284">
                  <c:v>478765.78539999999</c:v>
                </c:pt>
                <c:pt idx="285">
                  <c:v>494404.42579999997</c:v>
                </c:pt>
                <c:pt idx="286">
                  <c:v>469263.85269999999</c:v>
                </c:pt>
                <c:pt idx="287">
                  <c:v>467135.38589999999</c:v>
                </c:pt>
                <c:pt idx="288">
                  <c:v>459353.0638</c:v>
                </c:pt>
                <c:pt idx="289">
                  <c:v>501861.98099999997</c:v>
                </c:pt>
                <c:pt idx="290">
                  <c:v>504005.53159999999</c:v>
                </c:pt>
                <c:pt idx="291">
                  <c:v>503377.83539999998</c:v>
                </c:pt>
                <c:pt idx="292">
                  <c:v>506163.06180000002</c:v>
                </c:pt>
                <c:pt idx="293">
                  <c:v>505998.90519999998</c:v>
                </c:pt>
                <c:pt idx="294">
                  <c:v>471940.2476</c:v>
                </c:pt>
                <c:pt idx="295">
                  <c:v>433390.10599999997</c:v>
                </c:pt>
                <c:pt idx="296">
                  <c:v>397190.13569999998</c:v>
                </c:pt>
                <c:pt idx="297">
                  <c:v>427632.49799999996</c:v>
                </c:pt>
                <c:pt idx="298">
                  <c:v>401454.05209999997</c:v>
                </c:pt>
                <c:pt idx="299">
                  <c:v>417416.62540000002</c:v>
                </c:pt>
                <c:pt idx="300">
                  <c:v>429689.49369999999</c:v>
                </c:pt>
                <c:pt idx="301">
                  <c:v>429575.04389999999</c:v>
                </c:pt>
                <c:pt idx="302">
                  <c:v>432526.59400000004</c:v>
                </c:pt>
                <c:pt idx="303">
                  <c:v>480043.81140000001</c:v>
                </c:pt>
                <c:pt idx="304">
                  <c:v>495950.56670000002</c:v>
                </c:pt>
                <c:pt idx="305">
                  <c:v>489809.61920000002</c:v>
                </c:pt>
                <c:pt idx="306">
                  <c:v>493867.80469999998</c:v>
                </c:pt>
                <c:pt idx="307">
                  <c:v>496629.23180000001</c:v>
                </c:pt>
                <c:pt idx="308">
                  <c:v>469247.21119999996</c:v>
                </c:pt>
                <c:pt idx="309">
                  <c:v>447588.17089999997</c:v>
                </c:pt>
                <c:pt idx="310">
                  <c:v>495837.15960000001</c:v>
                </c:pt>
                <c:pt idx="311">
                  <c:v>496111.35510000004</c:v>
                </c:pt>
                <c:pt idx="312">
                  <c:v>494519.28199999995</c:v>
                </c:pt>
                <c:pt idx="313">
                  <c:v>502529.2843</c:v>
                </c:pt>
                <c:pt idx="314">
                  <c:v>425704.90109999996</c:v>
                </c:pt>
                <c:pt idx="315">
                  <c:v>457156.62699999998</c:v>
                </c:pt>
                <c:pt idx="316">
                  <c:v>451515.30089999997</c:v>
                </c:pt>
                <c:pt idx="317">
                  <c:v>496057.34249999997</c:v>
                </c:pt>
                <c:pt idx="318">
                  <c:v>497267.03709999996</c:v>
                </c:pt>
                <c:pt idx="319">
                  <c:v>488468.59540000005</c:v>
                </c:pt>
                <c:pt idx="320">
                  <c:v>490267.30409999995</c:v>
                </c:pt>
                <c:pt idx="321">
                  <c:v>486296.6532</c:v>
                </c:pt>
                <c:pt idx="322">
                  <c:v>466362.42240000004</c:v>
                </c:pt>
                <c:pt idx="323">
                  <c:v>455810.56530000002</c:v>
                </c:pt>
                <c:pt idx="324">
                  <c:v>499214.2205</c:v>
                </c:pt>
                <c:pt idx="325">
                  <c:v>493250.51500000001</c:v>
                </c:pt>
                <c:pt idx="326">
                  <c:v>510517.23070000001</c:v>
                </c:pt>
                <c:pt idx="327">
                  <c:v>495400.0895</c:v>
                </c:pt>
                <c:pt idx="328">
                  <c:v>489296.47489999997</c:v>
                </c:pt>
                <c:pt idx="329">
                  <c:v>464298.27399999998</c:v>
                </c:pt>
                <c:pt idx="330">
                  <c:v>452812.02409999998</c:v>
                </c:pt>
                <c:pt idx="331">
                  <c:v>497346.20489999995</c:v>
                </c:pt>
                <c:pt idx="332">
                  <c:v>499397.24770000001</c:v>
                </c:pt>
                <c:pt idx="333">
                  <c:v>502198.79429999995</c:v>
                </c:pt>
                <c:pt idx="334">
                  <c:v>497950.27629999997</c:v>
                </c:pt>
                <c:pt idx="335">
                  <c:v>515205.3946</c:v>
                </c:pt>
                <c:pt idx="336">
                  <c:v>471478.97100000002</c:v>
                </c:pt>
                <c:pt idx="337">
                  <c:v>458487.14809999999</c:v>
                </c:pt>
                <c:pt idx="338">
                  <c:v>503856.4167</c:v>
                </c:pt>
                <c:pt idx="339">
                  <c:v>503289.16689999995</c:v>
                </c:pt>
                <c:pt idx="340">
                  <c:v>500203.35690000001</c:v>
                </c:pt>
                <c:pt idx="341">
                  <c:v>476406.6801</c:v>
                </c:pt>
                <c:pt idx="342">
                  <c:v>486735.62319999997</c:v>
                </c:pt>
                <c:pt idx="343">
                  <c:v>385360.04499999998</c:v>
                </c:pt>
                <c:pt idx="344">
                  <c:v>435656.36450000003</c:v>
                </c:pt>
                <c:pt idx="345">
                  <c:v>500641.80100000004</c:v>
                </c:pt>
                <c:pt idx="346">
                  <c:v>507730.83309999999</c:v>
                </c:pt>
                <c:pt idx="347">
                  <c:v>507302.87119999999</c:v>
                </c:pt>
                <c:pt idx="348">
                  <c:v>502351.5723</c:v>
                </c:pt>
                <c:pt idx="349">
                  <c:v>493701.8309</c:v>
                </c:pt>
                <c:pt idx="350">
                  <c:v>470815.46409999998</c:v>
                </c:pt>
                <c:pt idx="351">
                  <c:v>455917.39750000002</c:v>
                </c:pt>
                <c:pt idx="352">
                  <c:v>495163.7231</c:v>
                </c:pt>
                <c:pt idx="353">
                  <c:v>490327.96049999999</c:v>
                </c:pt>
                <c:pt idx="354">
                  <c:v>493133.38569999998</c:v>
                </c:pt>
                <c:pt idx="355">
                  <c:v>492023.12680000003</c:v>
                </c:pt>
                <c:pt idx="356">
                  <c:v>489288.86749999999</c:v>
                </c:pt>
                <c:pt idx="357">
                  <c:v>461750.64009999996</c:v>
                </c:pt>
                <c:pt idx="358">
                  <c:v>442938.59449999995</c:v>
                </c:pt>
                <c:pt idx="359">
                  <c:v>486017.69810000004</c:v>
                </c:pt>
                <c:pt idx="360">
                  <c:v>486221.12849999999</c:v>
                </c:pt>
                <c:pt idx="361">
                  <c:v>482077.70280000003</c:v>
                </c:pt>
                <c:pt idx="362">
                  <c:v>487653.47350000002</c:v>
                </c:pt>
                <c:pt idx="363">
                  <c:v>483418.7352</c:v>
                </c:pt>
                <c:pt idx="364">
                  <c:v>488891.88079999998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FF-464E-872B-8ACD870E0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7543663"/>
        <c:axId val="1167544143"/>
      </c:lineChart>
      <c:dateAx>
        <c:axId val="1167532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7537903"/>
        <c:crosses val="autoZero"/>
        <c:auto val="1"/>
        <c:lblOffset val="100"/>
        <c:baseTimeUnit val="days"/>
      </c:dateAx>
      <c:valAx>
        <c:axId val="1167537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Southern Region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7532143"/>
        <c:crosses val="autoZero"/>
        <c:crossBetween val="between"/>
      </c:valAx>
      <c:valAx>
        <c:axId val="116754414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Network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7543663"/>
        <c:crosses val="max"/>
        <c:crossBetween val="between"/>
      </c:valAx>
      <c:dateAx>
        <c:axId val="116754366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67544143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3G Voice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4862204724409441E-2"/>
          <c:y val="8.5446539565914192E-2"/>
          <c:w val="0.84079642388451448"/>
          <c:h val="0.73049499023829456"/>
        </c:manualLayout>
      </c:layout>
      <c:lineChart>
        <c:grouping val="standard"/>
        <c:varyColors val="0"/>
        <c:ser>
          <c:idx val="0"/>
          <c:order val="0"/>
          <c:tx>
            <c:strRef>
              <c:f>'3G Voice'!$B$1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Voice'!$B$2:$B$366</c:f>
              <c:numCache>
                <c:formatCode>General</c:formatCode>
                <c:ptCount val="365"/>
                <c:pt idx="0">
                  <c:v>6865.5407999999998</c:v>
                </c:pt>
                <c:pt idx="1">
                  <c:v>6458.9534000000003</c:v>
                </c:pt>
                <c:pt idx="2">
                  <c:v>7201.9238999999998</c:v>
                </c:pt>
                <c:pt idx="3">
                  <c:v>7221.5879999999997</c:v>
                </c:pt>
                <c:pt idx="4">
                  <c:v>7356.4409999999998</c:v>
                </c:pt>
                <c:pt idx="5">
                  <c:v>7310.2701999999999</c:v>
                </c:pt>
                <c:pt idx="6">
                  <c:v>7492.7812999999996</c:v>
                </c:pt>
                <c:pt idx="7">
                  <c:v>6985.7070000000003</c:v>
                </c:pt>
                <c:pt idx="8">
                  <c:v>6593.2374</c:v>
                </c:pt>
                <c:pt idx="9">
                  <c:v>7574.7174999999997</c:v>
                </c:pt>
                <c:pt idx="10">
                  <c:v>7530.4672</c:v>
                </c:pt>
                <c:pt idx="11">
                  <c:v>7508.2506000000003</c:v>
                </c:pt>
                <c:pt idx="12">
                  <c:v>7606.0294000000004</c:v>
                </c:pt>
                <c:pt idx="13">
                  <c:v>7639.9901</c:v>
                </c:pt>
                <c:pt idx="14">
                  <c:v>6960.9817999999996</c:v>
                </c:pt>
                <c:pt idx="15">
                  <c:v>6500.8950000000004</c:v>
                </c:pt>
                <c:pt idx="16">
                  <c:v>7504.1035000000002</c:v>
                </c:pt>
                <c:pt idx="17">
                  <c:v>7484.9985999999999</c:v>
                </c:pt>
                <c:pt idx="18">
                  <c:v>7955.7339000000002</c:v>
                </c:pt>
                <c:pt idx="19">
                  <c:v>6393.6601000000001</c:v>
                </c:pt>
                <c:pt idx="20">
                  <c:v>8602.5095000000001</c:v>
                </c:pt>
                <c:pt idx="21">
                  <c:v>7426.8730999999998</c:v>
                </c:pt>
                <c:pt idx="22">
                  <c:v>7019.268</c:v>
                </c:pt>
                <c:pt idx="23">
                  <c:v>7842.7375000000002</c:v>
                </c:pt>
                <c:pt idx="24">
                  <c:v>7741.4731000000002</c:v>
                </c:pt>
                <c:pt idx="25">
                  <c:v>7438.8567999999996</c:v>
                </c:pt>
                <c:pt idx="26">
                  <c:v>7515.0423000000001</c:v>
                </c:pt>
                <c:pt idx="27">
                  <c:v>7739.9288999999999</c:v>
                </c:pt>
                <c:pt idx="28">
                  <c:v>7246.9438</c:v>
                </c:pt>
                <c:pt idx="29">
                  <c:v>6788.8314</c:v>
                </c:pt>
                <c:pt idx="30">
                  <c:v>7311.6598000000004</c:v>
                </c:pt>
                <c:pt idx="31">
                  <c:v>7496.4737999999998</c:v>
                </c:pt>
                <c:pt idx="32">
                  <c:v>7488.0194000000001</c:v>
                </c:pt>
                <c:pt idx="33">
                  <c:v>7546.9072999999999</c:v>
                </c:pt>
                <c:pt idx="34">
                  <c:v>7674.8797999999997</c:v>
                </c:pt>
                <c:pt idx="35">
                  <c:v>7158.7712000000001</c:v>
                </c:pt>
                <c:pt idx="36">
                  <c:v>6759.3810999999996</c:v>
                </c:pt>
                <c:pt idx="37">
                  <c:v>7790.6094999999996</c:v>
                </c:pt>
                <c:pt idx="38">
                  <c:v>7780.0762000000004</c:v>
                </c:pt>
                <c:pt idx="39">
                  <c:v>7669.4691999999995</c:v>
                </c:pt>
                <c:pt idx="40">
                  <c:v>7604.3972000000003</c:v>
                </c:pt>
                <c:pt idx="41">
                  <c:v>7634.3407999999999</c:v>
                </c:pt>
                <c:pt idx="42">
                  <c:v>7193.2430000000004</c:v>
                </c:pt>
                <c:pt idx="43">
                  <c:v>6704.1495000000004</c:v>
                </c:pt>
                <c:pt idx="44">
                  <c:v>7653.6337000000003</c:v>
                </c:pt>
                <c:pt idx="45">
                  <c:v>7622.9094999999998</c:v>
                </c:pt>
                <c:pt idx="46">
                  <c:v>7759.7803000000004</c:v>
                </c:pt>
                <c:pt idx="47">
                  <c:v>7919.9255999999996</c:v>
                </c:pt>
                <c:pt idx="48">
                  <c:v>6313.5222999999996</c:v>
                </c:pt>
                <c:pt idx="49">
                  <c:v>7372.5012999999999</c:v>
                </c:pt>
                <c:pt idx="50">
                  <c:v>7296.7289000000001</c:v>
                </c:pt>
                <c:pt idx="51">
                  <c:v>7909.3615</c:v>
                </c:pt>
                <c:pt idx="52">
                  <c:v>7661.4924000000001</c:v>
                </c:pt>
                <c:pt idx="53">
                  <c:v>7716.1769999999997</c:v>
                </c:pt>
                <c:pt idx="54">
                  <c:v>7688.7509</c:v>
                </c:pt>
                <c:pt idx="55">
                  <c:v>7757.9210000000003</c:v>
                </c:pt>
                <c:pt idx="56">
                  <c:v>7432.1742000000004</c:v>
                </c:pt>
                <c:pt idx="57">
                  <c:v>6860.2552999999998</c:v>
                </c:pt>
                <c:pt idx="58">
                  <c:v>7696.5493999999999</c:v>
                </c:pt>
                <c:pt idx="59">
                  <c:v>7781.4859999999999</c:v>
                </c:pt>
                <c:pt idx="60">
                  <c:v>7854.5649000000003</c:v>
                </c:pt>
                <c:pt idx="61">
                  <c:v>7850.2951999999996</c:v>
                </c:pt>
                <c:pt idx="62">
                  <c:v>7780.8895000000002</c:v>
                </c:pt>
                <c:pt idx="63">
                  <c:v>7231.5325000000003</c:v>
                </c:pt>
                <c:pt idx="64">
                  <c:v>7208.8644000000004</c:v>
                </c:pt>
                <c:pt idx="65">
                  <c:v>7841.4394000000002</c:v>
                </c:pt>
                <c:pt idx="66">
                  <c:v>7757.7138000000004</c:v>
                </c:pt>
                <c:pt idx="67">
                  <c:v>7621.6041999999998</c:v>
                </c:pt>
                <c:pt idx="68">
                  <c:v>7426.5255999999999</c:v>
                </c:pt>
                <c:pt idx="69">
                  <c:v>7481.8307999999997</c:v>
                </c:pt>
                <c:pt idx="70">
                  <c:v>7368.0196999999998</c:v>
                </c:pt>
                <c:pt idx="71">
                  <c:v>7005.6418000000003</c:v>
                </c:pt>
                <c:pt idx="72">
                  <c:v>7757.1589000000004</c:v>
                </c:pt>
                <c:pt idx="73">
                  <c:v>7746.7184999999999</c:v>
                </c:pt>
                <c:pt idx="74">
                  <c:v>7636.0635000000002</c:v>
                </c:pt>
                <c:pt idx="75">
                  <c:v>8149.7254999999996</c:v>
                </c:pt>
                <c:pt idx="76">
                  <c:v>7107.0765000000001</c:v>
                </c:pt>
                <c:pt idx="77">
                  <c:v>7046.5491000000002</c:v>
                </c:pt>
                <c:pt idx="78">
                  <c:v>6178.2525999999998</c:v>
                </c:pt>
                <c:pt idx="79">
                  <c:v>7785.9135999999999</c:v>
                </c:pt>
                <c:pt idx="80">
                  <c:v>7812.8082000000004</c:v>
                </c:pt>
                <c:pt idx="81">
                  <c:v>7837.4495999999999</c:v>
                </c:pt>
                <c:pt idx="82">
                  <c:v>7719.2015000000001</c:v>
                </c:pt>
                <c:pt idx="83">
                  <c:v>7905.2348000000002</c:v>
                </c:pt>
                <c:pt idx="84">
                  <c:v>7423.7951000000003</c:v>
                </c:pt>
                <c:pt idx="85">
                  <c:v>7133.2496000000001</c:v>
                </c:pt>
                <c:pt idx="86">
                  <c:v>7757.4938000000002</c:v>
                </c:pt>
                <c:pt idx="87">
                  <c:v>7609.5646999999999</c:v>
                </c:pt>
                <c:pt idx="88">
                  <c:v>7353.6675999999998</c:v>
                </c:pt>
                <c:pt idx="89">
                  <c:v>7176.3588</c:v>
                </c:pt>
                <c:pt idx="90">
                  <c:v>7288.6669000000002</c:v>
                </c:pt>
                <c:pt idx="91">
                  <c:v>7005.4817000000003</c:v>
                </c:pt>
                <c:pt idx="92">
                  <c:v>6856.2912999999999</c:v>
                </c:pt>
                <c:pt idx="93">
                  <c:v>7449.2447000000002</c:v>
                </c:pt>
                <c:pt idx="94">
                  <c:v>7370.4062999999996</c:v>
                </c:pt>
                <c:pt idx="95">
                  <c:v>7313.2047000000002</c:v>
                </c:pt>
                <c:pt idx="96">
                  <c:v>7250.2066999999997</c:v>
                </c:pt>
                <c:pt idx="97">
                  <c:v>7303.8110999999999</c:v>
                </c:pt>
                <c:pt idx="98">
                  <c:v>7077.7075999999997</c:v>
                </c:pt>
                <c:pt idx="99">
                  <c:v>6720.7509</c:v>
                </c:pt>
                <c:pt idx="100">
                  <c:v>7453.6433999999999</c:v>
                </c:pt>
                <c:pt idx="101">
                  <c:v>7920.9513999999999</c:v>
                </c:pt>
                <c:pt idx="102">
                  <c:v>7798.9561999999996</c:v>
                </c:pt>
                <c:pt idx="103">
                  <c:v>7878.3397000000004</c:v>
                </c:pt>
                <c:pt idx="104">
                  <c:v>8012.2867999999999</c:v>
                </c:pt>
                <c:pt idx="105">
                  <c:v>7125.5937000000004</c:v>
                </c:pt>
                <c:pt idx="106">
                  <c:v>7110.9156000000003</c:v>
                </c:pt>
                <c:pt idx="107">
                  <c:v>6329.6899000000003</c:v>
                </c:pt>
                <c:pt idx="108">
                  <c:v>7701.91</c:v>
                </c:pt>
                <c:pt idx="109">
                  <c:v>7768.8630999999996</c:v>
                </c:pt>
                <c:pt idx="110">
                  <c:v>8007.7676000000001</c:v>
                </c:pt>
                <c:pt idx="111">
                  <c:v>7831.3459000000003</c:v>
                </c:pt>
                <c:pt idx="112">
                  <c:v>7508.9638999999997</c:v>
                </c:pt>
                <c:pt idx="113">
                  <c:v>7027.9170999999997</c:v>
                </c:pt>
                <c:pt idx="114">
                  <c:v>7570.9638999999997</c:v>
                </c:pt>
                <c:pt idx="115">
                  <c:v>7561.8033999999998</c:v>
                </c:pt>
                <c:pt idx="116">
                  <c:v>7548.4070000000002</c:v>
                </c:pt>
                <c:pt idx="117">
                  <c:v>7625.6409999999996</c:v>
                </c:pt>
                <c:pt idx="118">
                  <c:v>7731.4228000000003</c:v>
                </c:pt>
                <c:pt idx="119">
                  <c:v>7146.6013000000003</c:v>
                </c:pt>
                <c:pt idx="120">
                  <c:v>6461.4562999999998</c:v>
                </c:pt>
                <c:pt idx="121">
                  <c:v>6660.3797999999997</c:v>
                </c:pt>
                <c:pt idx="122">
                  <c:v>7421.9648999999999</c:v>
                </c:pt>
                <c:pt idx="123">
                  <c:v>7297.3654999999999</c:v>
                </c:pt>
                <c:pt idx="124">
                  <c:v>7393.6688999999997</c:v>
                </c:pt>
                <c:pt idx="125">
                  <c:v>7412.8597</c:v>
                </c:pt>
                <c:pt idx="126">
                  <c:v>6827.433</c:v>
                </c:pt>
                <c:pt idx="127">
                  <c:v>6722.3761000000004</c:v>
                </c:pt>
                <c:pt idx="128">
                  <c:v>7624.1895000000004</c:v>
                </c:pt>
                <c:pt idx="129">
                  <c:v>7696.1180000000004</c:v>
                </c:pt>
                <c:pt idx="130">
                  <c:v>7804.1413000000002</c:v>
                </c:pt>
                <c:pt idx="131">
                  <c:v>8018.0874000000003</c:v>
                </c:pt>
                <c:pt idx="132">
                  <c:v>8144.5365000000002</c:v>
                </c:pt>
                <c:pt idx="133">
                  <c:v>7687.8545000000004</c:v>
                </c:pt>
                <c:pt idx="134">
                  <c:v>7079.1480000000001</c:v>
                </c:pt>
                <c:pt idx="135">
                  <c:v>7759.1670999999997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89-47A3-A4E7-6312376CF1A5}"/>
            </c:ext>
          </c:extLst>
        </c:ser>
        <c:ser>
          <c:idx val="1"/>
          <c:order val="1"/>
          <c:tx>
            <c:strRef>
              <c:f>'3G Voice'!$C$1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Voice'!$C$2:$C$366</c:f>
              <c:numCache>
                <c:formatCode>General</c:formatCode>
                <c:ptCount val="365"/>
                <c:pt idx="0">
                  <c:v>5644.2780000000002</c:v>
                </c:pt>
                <c:pt idx="1">
                  <c:v>5144.5995000000003</c:v>
                </c:pt>
                <c:pt idx="2">
                  <c:v>5962.5842000000002</c:v>
                </c:pt>
                <c:pt idx="3">
                  <c:v>5561.9956000000002</c:v>
                </c:pt>
                <c:pt idx="4">
                  <c:v>5947.3364000000001</c:v>
                </c:pt>
                <c:pt idx="5">
                  <c:v>5932.0207</c:v>
                </c:pt>
                <c:pt idx="6">
                  <c:v>5992.4519</c:v>
                </c:pt>
                <c:pt idx="7">
                  <c:v>5681.1630999999998</c:v>
                </c:pt>
                <c:pt idx="8">
                  <c:v>5507.0277999999998</c:v>
                </c:pt>
                <c:pt idx="9">
                  <c:v>6157.2339000000002</c:v>
                </c:pt>
                <c:pt idx="10">
                  <c:v>5927.5069999999996</c:v>
                </c:pt>
                <c:pt idx="11">
                  <c:v>5927.0321000000004</c:v>
                </c:pt>
                <c:pt idx="12">
                  <c:v>5922.8846999999996</c:v>
                </c:pt>
                <c:pt idx="13">
                  <c:v>5909.1867000000002</c:v>
                </c:pt>
                <c:pt idx="14">
                  <c:v>5498.2470999999996</c:v>
                </c:pt>
                <c:pt idx="15">
                  <c:v>5568.7862999999998</c:v>
                </c:pt>
                <c:pt idx="16">
                  <c:v>6176.1473999999998</c:v>
                </c:pt>
                <c:pt idx="17">
                  <c:v>6022.0841</c:v>
                </c:pt>
                <c:pt idx="18">
                  <c:v>6209.8050999999996</c:v>
                </c:pt>
                <c:pt idx="19">
                  <c:v>5207.2268000000004</c:v>
                </c:pt>
                <c:pt idx="20">
                  <c:v>6850.85</c:v>
                </c:pt>
                <c:pt idx="21">
                  <c:v>5949.5855000000001</c:v>
                </c:pt>
                <c:pt idx="22">
                  <c:v>5604.4201000000003</c:v>
                </c:pt>
                <c:pt idx="23">
                  <c:v>6323.5048999999999</c:v>
                </c:pt>
                <c:pt idx="24">
                  <c:v>5981.2614999999996</c:v>
                </c:pt>
                <c:pt idx="25">
                  <c:v>6101.4036999999998</c:v>
                </c:pt>
                <c:pt idx="26">
                  <c:v>5987.5645999999997</c:v>
                </c:pt>
                <c:pt idx="27">
                  <c:v>6083.3383000000003</c:v>
                </c:pt>
                <c:pt idx="28">
                  <c:v>5636.3401000000003</c:v>
                </c:pt>
                <c:pt idx="29">
                  <c:v>5432.6895999999997</c:v>
                </c:pt>
                <c:pt idx="30">
                  <c:v>5951.5208000000002</c:v>
                </c:pt>
                <c:pt idx="31">
                  <c:v>5973.3698999999997</c:v>
                </c:pt>
                <c:pt idx="32">
                  <c:v>6060.9888000000001</c:v>
                </c:pt>
                <c:pt idx="33">
                  <c:v>5996.2367999999997</c:v>
                </c:pt>
                <c:pt idx="34">
                  <c:v>5834.6396000000004</c:v>
                </c:pt>
                <c:pt idx="35">
                  <c:v>5451.4535999999998</c:v>
                </c:pt>
                <c:pt idx="36">
                  <c:v>5578.3966</c:v>
                </c:pt>
                <c:pt idx="37">
                  <c:v>6179.3257000000003</c:v>
                </c:pt>
                <c:pt idx="38">
                  <c:v>6203.4883</c:v>
                </c:pt>
                <c:pt idx="39">
                  <c:v>6113.1277</c:v>
                </c:pt>
                <c:pt idx="40">
                  <c:v>6112.3451999999997</c:v>
                </c:pt>
                <c:pt idx="41">
                  <c:v>6122.9692999999997</c:v>
                </c:pt>
                <c:pt idx="42">
                  <c:v>5854.1147000000001</c:v>
                </c:pt>
                <c:pt idx="43">
                  <c:v>5529.4754999999996</c:v>
                </c:pt>
                <c:pt idx="44">
                  <c:v>5989.1310000000003</c:v>
                </c:pt>
                <c:pt idx="45">
                  <c:v>6281.3278</c:v>
                </c:pt>
                <c:pt idx="46">
                  <c:v>6142.9822000000004</c:v>
                </c:pt>
                <c:pt idx="47">
                  <c:v>6242.8567000000003</c:v>
                </c:pt>
                <c:pt idx="48">
                  <c:v>5090.5931</c:v>
                </c:pt>
                <c:pt idx="49">
                  <c:v>5845.9197999999997</c:v>
                </c:pt>
                <c:pt idx="50">
                  <c:v>5690.2695999999996</c:v>
                </c:pt>
                <c:pt idx="51">
                  <c:v>6125.1947</c:v>
                </c:pt>
                <c:pt idx="52">
                  <c:v>6059.9026999999996</c:v>
                </c:pt>
                <c:pt idx="53">
                  <c:v>5808.1361999999999</c:v>
                </c:pt>
                <c:pt idx="54">
                  <c:v>6020.7664999999997</c:v>
                </c:pt>
                <c:pt idx="55">
                  <c:v>5957.3616000000002</c:v>
                </c:pt>
                <c:pt idx="56">
                  <c:v>5783.9574000000002</c:v>
                </c:pt>
                <c:pt idx="57">
                  <c:v>5653.4341000000004</c:v>
                </c:pt>
                <c:pt idx="58">
                  <c:v>6103.3769000000002</c:v>
                </c:pt>
                <c:pt idx="59">
                  <c:v>6108.6031000000003</c:v>
                </c:pt>
                <c:pt idx="60">
                  <c:v>6142.6346000000003</c:v>
                </c:pt>
                <c:pt idx="61">
                  <c:v>6250.7344999999996</c:v>
                </c:pt>
                <c:pt idx="62">
                  <c:v>6196.9930000000004</c:v>
                </c:pt>
                <c:pt idx="63">
                  <c:v>5916.9754999999996</c:v>
                </c:pt>
                <c:pt idx="64">
                  <c:v>5676.7978000000003</c:v>
                </c:pt>
                <c:pt idx="65">
                  <c:v>6208.0050000000001</c:v>
                </c:pt>
                <c:pt idx="66">
                  <c:v>6087.8240999999998</c:v>
                </c:pt>
                <c:pt idx="67">
                  <c:v>6011.9341000000004</c:v>
                </c:pt>
                <c:pt idx="68">
                  <c:v>6241.8823000000002</c:v>
                </c:pt>
                <c:pt idx="69">
                  <c:v>6059.6755999999996</c:v>
                </c:pt>
                <c:pt idx="70">
                  <c:v>5881.1219000000001</c:v>
                </c:pt>
                <c:pt idx="71">
                  <c:v>5641.0041000000001</c:v>
                </c:pt>
                <c:pt idx="72">
                  <c:v>6142.0898999999999</c:v>
                </c:pt>
                <c:pt idx="73">
                  <c:v>6144.0140000000001</c:v>
                </c:pt>
                <c:pt idx="74">
                  <c:v>6147.3486000000003</c:v>
                </c:pt>
                <c:pt idx="75">
                  <c:v>6547.1414000000004</c:v>
                </c:pt>
                <c:pt idx="76">
                  <c:v>5906.2560000000003</c:v>
                </c:pt>
                <c:pt idx="77">
                  <c:v>5836.7838000000002</c:v>
                </c:pt>
                <c:pt idx="78">
                  <c:v>5009.5531000000001</c:v>
                </c:pt>
                <c:pt idx="79">
                  <c:v>6004.3603999999996</c:v>
                </c:pt>
                <c:pt idx="80">
                  <c:v>6068.8447999999999</c:v>
                </c:pt>
                <c:pt idx="81">
                  <c:v>6070.4315999999999</c:v>
                </c:pt>
                <c:pt idx="82">
                  <c:v>6040.9072999999999</c:v>
                </c:pt>
                <c:pt idx="83">
                  <c:v>5956.9570000000003</c:v>
                </c:pt>
                <c:pt idx="84">
                  <c:v>5777.2277999999997</c:v>
                </c:pt>
                <c:pt idx="85">
                  <c:v>5507.2972</c:v>
                </c:pt>
                <c:pt idx="86">
                  <c:v>6091.6818999999996</c:v>
                </c:pt>
                <c:pt idx="87">
                  <c:v>6017.8855999999996</c:v>
                </c:pt>
                <c:pt idx="88">
                  <c:v>5953.7524000000003</c:v>
                </c:pt>
                <c:pt idx="89">
                  <c:v>5878.1914999999999</c:v>
                </c:pt>
                <c:pt idx="90">
                  <c:v>6054.1503000000002</c:v>
                </c:pt>
                <c:pt idx="91">
                  <c:v>5697.0636000000004</c:v>
                </c:pt>
                <c:pt idx="92">
                  <c:v>5563.1315999999997</c:v>
                </c:pt>
                <c:pt idx="93">
                  <c:v>5866.3585999999996</c:v>
                </c:pt>
                <c:pt idx="94">
                  <c:v>5880.0128999999997</c:v>
                </c:pt>
                <c:pt idx="95">
                  <c:v>5690.4890999999998</c:v>
                </c:pt>
                <c:pt idx="96">
                  <c:v>5557.1967999999997</c:v>
                </c:pt>
                <c:pt idx="97">
                  <c:v>5603.6027000000004</c:v>
                </c:pt>
                <c:pt idx="98">
                  <c:v>5540.0428000000002</c:v>
                </c:pt>
                <c:pt idx="99">
                  <c:v>5410.0664999999999</c:v>
                </c:pt>
                <c:pt idx="100">
                  <c:v>5970.0816999999997</c:v>
                </c:pt>
                <c:pt idx="101">
                  <c:v>6176.7546000000002</c:v>
                </c:pt>
                <c:pt idx="102">
                  <c:v>5946.8217999999997</c:v>
                </c:pt>
                <c:pt idx="103">
                  <c:v>5821.1148000000003</c:v>
                </c:pt>
                <c:pt idx="104">
                  <c:v>6010.3370000000004</c:v>
                </c:pt>
                <c:pt idx="105">
                  <c:v>5647.4710999999998</c:v>
                </c:pt>
                <c:pt idx="106">
                  <c:v>5455.0790999999999</c:v>
                </c:pt>
                <c:pt idx="107">
                  <c:v>4931.1956</c:v>
                </c:pt>
                <c:pt idx="108">
                  <c:v>5898.3652000000002</c:v>
                </c:pt>
                <c:pt idx="109">
                  <c:v>5825.1253999999999</c:v>
                </c:pt>
                <c:pt idx="110">
                  <c:v>5847.7255999999998</c:v>
                </c:pt>
                <c:pt idx="111">
                  <c:v>5987.3289000000004</c:v>
                </c:pt>
                <c:pt idx="112">
                  <c:v>5671.0086000000001</c:v>
                </c:pt>
                <c:pt idx="113">
                  <c:v>5208.0337</c:v>
                </c:pt>
                <c:pt idx="114">
                  <c:v>5805.4341999999997</c:v>
                </c:pt>
                <c:pt idx="115">
                  <c:v>5796.3144000000002</c:v>
                </c:pt>
                <c:pt idx="116">
                  <c:v>5871.0201999999999</c:v>
                </c:pt>
                <c:pt idx="117">
                  <c:v>5698.9519</c:v>
                </c:pt>
                <c:pt idx="118">
                  <c:v>5737.2595000000001</c:v>
                </c:pt>
                <c:pt idx="119">
                  <c:v>5054.5817999999999</c:v>
                </c:pt>
                <c:pt idx="120">
                  <c:v>5019.9053000000004</c:v>
                </c:pt>
                <c:pt idx="121">
                  <c:v>5193.9454999999998</c:v>
                </c:pt>
                <c:pt idx="122">
                  <c:v>5489.2790999999997</c:v>
                </c:pt>
                <c:pt idx="123">
                  <c:v>5552.0833000000002</c:v>
                </c:pt>
                <c:pt idx="124">
                  <c:v>5476.0319</c:v>
                </c:pt>
                <c:pt idx="125">
                  <c:v>4976.4409999999998</c:v>
                </c:pt>
                <c:pt idx="126">
                  <c:v>5352.1100999999999</c:v>
                </c:pt>
                <c:pt idx="127">
                  <c:v>5090.0344999999998</c:v>
                </c:pt>
                <c:pt idx="128">
                  <c:v>5121.2377999999999</c:v>
                </c:pt>
                <c:pt idx="129">
                  <c:v>5696.5824000000002</c:v>
                </c:pt>
                <c:pt idx="130">
                  <c:v>5177.8243000000002</c:v>
                </c:pt>
                <c:pt idx="131">
                  <c:v>5641.7988999999998</c:v>
                </c:pt>
                <c:pt idx="132">
                  <c:v>5969.8873999999996</c:v>
                </c:pt>
                <c:pt idx="133">
                  <c:v>5644.9809999999998</c:v>
                </c:pt>
                <c:pt idx="134">
                  <c:v>4765.9515000000001</c:v>
                </c:pt>
                <c:pt idx="135">
                  <c:v>5849.9683000000005</c:v>
                </c:pt>
                <c:pt idx="136">
                  <c:v>5316.8230999999996</c:v>
                </c:pt>
                <c:pt idx="137">
                  <c:v>4298.3882000000003</c:v>
                </c:pt>
                <c:pt idx="138">
                  <c:v>182.505</c:v>
                </c:pt>
                <c:pt idx="139">
                  <c:v>4403.1007</c:v>
                </c:pt>
                <c:pt idx="140">
                  <c:v>4680.9921000000004</c:v>
                </c:pt>
                <c:pt idx="141">
                  <c:v>4524.8374000000003</c:v>
                </c:pt>
                <c:pt idx="142">
                  <c:v>5002.6885000000002</c:v>
                </c:pt>
                <c:pt idx="143">
                  <c:v>4939.4111000000003</c:v>
                </c:pt>
                <c:pt idx="144">
                  <c:v>4920.0974999999999</c:v>
                </c:pt>
                <c:pt idx="145">
                  <c:v>4853.4853000000003</c:v>
                </c:pt>
                <c:pt idx="146">
                  <c:v>4735.8018000000002</c:v>
                </c:pt>
                <c:pt idx="147">
                  <c:v>4585.0326999999997</c:v>
                </c:pt>
                <c:pt idx="148">
                  <c:v>4445.0698000000002</c:v>
                </c:pt>
                <c:pt idx="149">
                  <c:v>4750.7358000000004</c:v>
                </c:pt>
                <c:pt idx="150">
                  <c:v>4714.0848999999998</c:v>
                </c:pt>
                <c:pt idx="151">
                  <c:v>4851.8105999999998</c:v>
                </c:pt>
                <c:pt idx="152">
                  <c:v>4920.3185999999996</c:v>
                </c:pt>
                <c:pt idx="153">
                  <c:v>4920.4974000000002</c:v>
                </c:pt>
                <c:pt idx="154">
                  <c:v>4763.0091000000002</c:v>
                </c:pt>
                <c:pt idx="155">
                  <c:v>4492.2968000000001</c:v>
                </c:pt>
                <c:pt idx="156">
                  <c:v>4671.3209999999999</c:v>
                </c:pt>
                <c:pt idx="157">
                  <c:v>4834.7762000000002</c:v>
                </c:pt>
                <c:pt idx="158">
                  <c:v>4698.7986000000001</c:v>
                </c:pt>
                <c:pt idx="159">
                  <c:v>4838.4201999999996</c:v>
                </c:pt>
                <c:pt idx="160">
                  <c:v>4917.7929999999997</c:v>
                </c:pt>
                <c:pt idx="161">
                  <c:v>4925.7182000000003</c:v>
                </c:pt>
                <c:pt idx="162">
                  <c:v>4966.7187999999996</c:v>
                </c:pt>
                <c:pt idx="163">
                  <c:v>5271.6563999999998</c:v>
                </c:pt>
                <c:pt idx="164">
                  <c:v>5359.6464999999998</c:v>
                </c:pt>
                <c:pt idx="165">
                  <c:v>5116.3235999999997</c:v>
                </c:pt>
                <c:pt idx="166">
                  <c:v>4137.8931000000002</c:v>
                </c:pt>
                <c:pt idx="167">
                  <c:v>4964.0205999999998</c:v>
                </c:pt>
                <c:pt idx="168">
                  <c:v>4679.2497999999996</c:v>
                </c:pt>
                <c:pt idx="169">
                  <c:v>4600.2653</c:v>
                </c:pt>
                <c:pt idx="170">
                  <c:v>4976.6532999999999</c:v>
                </c:pt>
                <c:pt idx="171">
                  <c:v>4969.7983999999997</c:v>
                </c:pt>
                <c:pt idx="172">
                  <c:v>4511.2353999999996</c:v>
                </c:pt>
                <c:pt idx="173">
                  <c:v>4928.8244999999997</c:v>
                </c:pt>
                <c:pt idx="174">
                  <c:v>4933.5542999999998</c:v>
                </c:pt>
                <c:pt idx="175">
                  <c:v>4638.7331000000004</c:v>
                </c:pt>
                <c:pt idx="176">
                  <c:v>4750.0032000000001</c:v>
                </c:pt>
                <c:pt idx="177">
                  <c:v>5088.4973</c:v>
                </c:pt>
                <c:pt idx="178">
                  <c:v>5022.0865000000003</c:v>
                </c:pt>
                <c:pt idx="179">
                  <c:v>4877.8181999999997</c:v>
                </c:pt>
                <c:pt idx="180">
                  <c:v>4727.2223999999997</c:v>
                </c:pt>
                <c:pt idx="181">
                  <c:v>4898.4425000000001</c:v>
                </c:pt>
                <c:pt idx="182">
                  <c:v>4667.5348999999997</c:v>
                </c:pt>
                <c:pt idx="183">
                  <c:v>4493.3525</c:v>
                </c:pt>
                <c:pt idx="184">
                  <c:v>4993.3118999999997</c:v>
                </c:pt>
                <c:pt idx="185">
                  <c:v>5066.5401000000002</c:v>
                </c:pt>
                <c:pt idx="186">
                  <c:v>4938.8081000000002</c:v>
                </c:pt>
                <c:pt idx="187">
                  <c:v>4583.3777</c:v>
                </c:pt>
                <c:pt idx="188">
                  <c:v>5156.2593999999999</c:v>
                </c:pt>
                <c:pt idx="189">
                  <c:v>4890.7039000000004</c:v>
                </c:pt>
                <c:pt idx="190">
                  <c:v>4726.8074999999999</c:v>
                </c:pt>
                <c:pt idx="191">
                  <c:v>5036.1188000000002</c:v>
                </c:pt>
                <c:pt idx="192">
                  <c:v>5252.0797000000002</c:v>
                </c:pt>
                <c:pt idx="193">
                  <c:v>5356.2304999999997</c:v>
                </c:pt>
                <c:pt idx="194">
                  <c:v>5753.0604000000003</c:v>
                </c:pt>
                <c:pt idx="195">
                  <c:v>4854.0195000000003</c:v>
                </c:pt>
                <c:pt idx="196">
                  <c:v>4111.5461999999998</c:v>
                </c:pt>
                <c:pt idx="197">
                  <c:v>4775.2811000000002</c:v>
                </c:pt>
                <c:pt idx="198">
                  <c:v>5036.1302999999998</c:v>
                </c:pt>
                <c:pt idx="199">
                  <c:v>4863.4543999999996</c:v>
                </c:pt>
                <c:pt idx="200">
                  <c:v>4921.7641999999996</c:v>
                </c:pt>
                <c:pt idx="201">
                  <c:v>4658.0491000000002</c:v>
                </c:pt>
                <c:pt idx="202">
                  <c:v>4765.6877999999997</c:v>
                </c:pt>
                <c:pt idx="203">
                  <c:v>4120.1079</c:v>
                </c:pt>
                <c:pt idx="204">
                  <c:v>4554.8208000000004</c:v>
                </c:pt>
                <c:pt idx="205">
                  <c:v>4722.5051000000003</c:v>
                </c:pt>
                <c:pt idx="206">
                  <c:v>4801.0082000000002</c:v>
                </c:pt>
                <c:pt idx="207">
                  <c:v>4834.8284999999996</c:v>
                </c:pt>
                <c:pt idx="208">
                  <c:v>4627.2438000000002</c:v>
                </c:pt>
                <c:pt idx="209">
                  <c:v>4885.7232000000004</c:v>
                </c:pt>
                <c:pt idx="210">
                  <c:v>4609.3027000000002</c:v>
                </c:pt>
                <c:pt idx="211">
                  <c:v>4371.6049000000003</c:v>
                </c:pt>
                <c:pt idx="212">
                  <c:v>4971.7677000000003</c:v>
                </c:pt>
                <c:pt idx="213">
                  <c:v>4951.1589999999997</c:v>
                </c:pt>
                <c:pt idx="214">
                  <c:v>5021.8143</c:v>
                </c:pt>
                <c:pt idx="215">
                  <c:v>4943.4196000000002</c:v>
                </c:pt>
                <c:pt idx="216">
                  <c:v>4913.8041000000003</c:v>
                </c:pt>
                <c:pt idx="217">
                  <c:v>4711.3099000000002</c:v>
                </c:pt>
                <c:pt idx="218">
                  <c:v>4563.3153000000002</c:v>
                </c:pt>
                <c:pt idx="219">
                  <c:v>4942.2516999999998</c:v>
                </c:pt>
                <c:pt idx="220">
                  <c:v>4870.5929999999998</c:v>
                </c:pt>
                <c:pt idx="221">
                  <c:v>4810.6031999999996</c:v>
                </c:pt>
                <c:pt idx="222">
                  <c:v>4097.7192999999997</c:v>
                </c:pt>
                <c:pt idx="223">
                  <c:v>4902.4142000000002</c:v>
                </c:pt>
                <c:pt idx="224">
                  <c:v>4656.9876000000004</c:v>
                </c:pt>
                <c:pt idx="225">
                  <c:v>4006.1812</c:v>
                </c:pt>
                <c:pt idx="226">
                  <c:v>4864.7793000000001</c:v>
                </c:pt>
                <c:pt idx="227">
                  <c:v>4890.4579000000003</c:v>
                </c:pt>
                <c:pt idx="228">
                  <c:v>4314.0524999999998</c:v>
                </c:pt>
                <c:pt idx="229">
                  <c:v>4788.6592000000001</c:v>
                </c:pt>
                <c:pt idx="230">
                  <c:v>4913.4827999999998</c:v>
                </c:pt>
                <c:pt idx="231">
                  <c:v>4668.8460999999998</c:v>
                </c:pt>
                <c:pt idx="232">
                  <c:v>4480.5874000000003</c:v>
                </c:pt>
                <c:pt idx="233">
                  <c:v>4867.4255000000003</c:v>
                </c:pt>
                <c:pt idx="234">
                  <c:v>4982.0123999999996</c:v>
                </c:pt>
                <c:pt idx="235">
                  <c:v>4990.7160999999996</c:v>
                </c:pt>
                <c:pt idx="236">
                  <c:v>4865.2776999999996</c:v>
                </c:pt>
                <c:pt idx="237">
                  <c:v>4905.3869999999997</c:v>
                </c:pt>
                <c:pt idx="238">
                  <c:v>4764.2707</c:v>
                </c:pt>
                <c:pt idx="239">
                  <c:v>4400.5237999999999</c:v>
                </c:pt>
                <c:pt idx="240">
                  <c:v>4888.07</c:v>
                </c:pt>
                <c:pt idx="241">
                  <c:v>4927.6746000000003</c:v>
                </c:pt>
                <c:pt idx="242">
                  <c:v>4704.3563999999997</c:v>
                </c:pt>
                <c:pt idx="243">
                  <c:v>4578.8364000000001</c:v>
                </c:pt>
                <c:pt idx="244">
                  <c:v>4553.6428999999998</c:v>
                </c:pt>
                <c:pt idx="245">
                  <c:v>4297.8278</c:v>
                </c:pt>
                <c:pt idx="246">
                  <c:v>3957.3703999999998</c:v>
                </c:pt>
                <c:pt idx="247">
                  <c:v>4067.9960000000001</c:v>
                </c:pt>
                <c:pt idx="248">
                  <c:v>4066.0137</c:v>
                </c:pt>
                <c:pt idx="249">
                  <c:v>4069.7687000000001</c:v>
                </c:pt>
                <c:pt idx="250">
                  <c:v>4016.3742000000002</c:v>
                </c:pt>
                <c:pt idx="251">
                  <c:v>3981.3775999999998</c:v>
                </c:pt>
                <c:pt idx="252">
                  <c:v>3832.8395999999998</c:v>
                </c:pt>
                <c:pt idx="253">
                  <c:v>3721.5207999999998</c:v>
                </c:pt>
                <c:pt idx="254">
                  <c:v>3292.5749000000001</c:v>
                </c:pt>
                <c:pt idx="255">
                  <c:v>3952.2795000000001</c:v>
                </c:pt>
                <c:pt idx="256">
                  <c:v>3931.0819999999999</c:v>
                </c:pt>
                <c:pt idx="257">
                  <c:v>3885.5900999999999</c:v>
                </c:pt>
                <c:pt idx="258">
                  <c:v>3869.6323000000002</c:v>
                </c:pt>
                <c:pt idx="259">
                  <c:v>3695.7085000000002</c:v>
                </c:pt>
                <c:pt idx="260">
                  <c:v>3671.3537999999999</c:v>
                </c:pt>
                <c:pt idx="261">
                  <c:v>3841.2251000000001</c:v>
                </c:pt>
                <c:pt idx="262">
                  <c:v>3951.7424999999998</c:v>
                </c:pt>
                <c:pt idx="263">
                  <c:v>3857.3521000000001</c:v>
                </c:pt>
                <c:pt idx="264">
                  <c:v>4046.5898999999999</c:v>
                </c:pt>
                <c:pt idx="265">
                  <c:v>4659.8567000000003</c:v>
                </c:pt>
                <c:pt idx="266">
                  <c:v>4993.8334000000004</c:v>
                </c:pt>
                <c:pt idx="267">
                  <c:v>5029.2879999999996</c:v>
                </c:pt>
                <c:pt idx="268">
                  <c:v>5723.8603999999996</c:v>
                </c:pt>
                <c:pt idx="269">
                  <c:v>5585.5862999999999</c:v>
                </c:pt>
                <c:pt idx="270">
                  <c:v>5207.5803999999998</c:v>
                </c:pt>
                <c:pt idx="271">
                  <c:v>5287.1481000000003</c:v>
                </c:pt>
                <c:pt idx="272">
                  <c:v>5311.0600999999997</c:v>
                </c:pt>
                <c:pt idx="273">
                  <c:v>4781.6526999999996</c:v>
                </c:pt>
                <c:pt idx="274">
                  <c:v>4822.2816999999995</c:v>
                </c:pt>
                <c:pt idx="275">
                  <c:v>5276.8281999999999</c:v>
                </c:pt>
                <c:pt idx="276">
                  <c:v>5296.9830000000002</c:v>
                </c:pt>
                <c:pt idx="277">
                  <c:v>5237.0843999999997</c:v>
                </c:pt>
                <c:pt idx="278">
                  <c:v>5341.4057000000003</c:v>
                </c:pt>
                <c:pt idx="279">
                  <c:v>5206.9666999999999</c:v>
                </c:pt>
                <c:pt idx="280">
                  <c:v>4824.9647999999997</c:v>
                </c:pt>
                <c:pt idx="281">
                  <c:v>4609.0995000000003</c:v>
                </c:pt>
                <c:pt idx="282">
                  <c:v>5139.6923999999999</c:v>
                </c:pt>
                <c:pt idx="283">
                  <c:v>5393.2983999999997</c:v>
                </c:pt>
                <c:pt idx="284">
                  <c:v>4841.7577000000001</c:v>
                </c:pt>
                <c:pt idx="285">
                  <c:v>5139.0469000000003</c:v>
                </c:pt>
                <c:pt idx="286">
                  <c:v>4859.3239000000003</c:v>
                </c:pt>
                <c:pt idx="287">
                  <c:v>4830.1647000000003</c:v>
                </c:pt>
                <c:pt idx="288">
                  <c:v>4779.1777000000002</c:v>
                </c:pt>
                <c:pt idx="289">
                  <c:v>5389.2361000000001</c:v>
                </c:pt>
                <c:pt idx="290">
                  <c:v>5285.4673000000003</c:v>
                </c:pt>
                <c:pt idx="291">
                  <c:v>5226.1063999999997</c:v>
                </c:pt>
                <c:pt idx="292">
                  <c:v>5312.7514000000001</c:v>
                </c:pt>
                <c:pt idx="293">
                  <c:v>5452.1297000000004</c:v>
                </c:pt>
                <c:pt idx="294">
                  <c:v>5271.1814999999997</c:v>
                </c:pt>
                <c:pt idx="295">
                  <c:v>5269.7633999999998</c:v>
                </c:pt>
                <c:pt idx="296">
                  <c:v>4744.5942999999997</c:v>
                </c:pt>
                <c:pt idx="297">
                  <c:v>4843.9135999999999</c:v>
                </c:pt>
                <c:pt idx="298">
                  <c:v>4811.8203999999996</c:v>
                </c:pt>
                <c:pt idx="299">
                  <c:v>4776.8283000000001</c:v>
                </c:pt>
                <c:pt idx="300">
                  <c:v>4822.0210999999999</c:v>
                </c:pt>
                <c:pt idx="301">
                  <c:v>4650.3298999999997</c:v>
                </c:pt>
                <c:pt idx="302">
                  <c:v>4581.2830999999996</c:v>
                </c:pt>
                <c:pt idx="303">
                  <c:v>4924.8487999999998</c:v>
                </c:pt>
                <c:pt idx="304">
                  <c:v>5085.5635000000002</c:v>
                </c:pt>
                <c:pt idx="305">
                  <c:v>4975.1863999999996</c:v>
                </c:pt>
                <c:pt idx="306">
                  <c:v>4909.5348999999997</c:v>
                </c:pt>
                <c:pt idx="307">
                  <c:v>5110.5275000000001</c:v>
                </c:pt>
                <c:pt idx="308">
                  <c:v>4755.2365</c:v>
                </c:pt>
                <c:pt idx="309">
                  <c:v>4589.9583000000002</c:v>
                </c:pt>
                <c:pt idx="310">
                  <c:v>4914.2960999999996</c:v>
                </c:pt>
                <c:pt idx="311">
                  <c:v>5040.9040999999997</c:v>
                </c:pt>
                <c:pt idx="312">
                  <c:v>5055.4913999999999</c:v>
                </c:pt>
                <c:pt idx="313">
                  <c:v>5215.8067000000001</c:v>
                </c:pt>
                <c:pt idx="314">
                  <c:v>4149.1018999999997</c:v>
                </c:pt>
                <c:pt idx="315">
                  <c:v>4613.4796999999999</c:v>
                </c:pt>
                <c:pt idx="316">
                  <c:v>4622.1596</c:v>
                </c:pt>
                <c:pt idx="317">
                  <c:v>5057.8316999999997</c:v>
                </c:pt>
                <c:pt idx="318">
                  <c:v>4890.2383</c:v>
                </c:pt>
                <c:pt idx="319">
                  <c:v>4983.3995000000004</c:v>
                </c:pt>
                <c:pt idx="320">
                  <c:v>4898.0542999999998</c:v>
                </c:pt>
                <c:pt idx="321">
                  <c:v>4954.4358000000002</c:v>
                </c:pt>
                <c:pt idx="322">
                  <c:v>4590.9119000000001</c:v>
                </c:pt>
                <c:pt idx="323">
                  <c:v>4403.9515000000001</c:v>
                </c:pt>
                <c:pt idx="324">
                  <c:v>4915.8567999999996</c:v>
                </c:pt>
                <c:pt idx="325">
                  <c:v>4876.7781999999997</c:v>
                </c:pt>
                <c:pt idx="326">
                  <c:v>5045.7728999999999</c:v>
                </c:pt>
                <c:pt idx="327">
                  <c:v>4817.5989</c:v>
                </c:pt>
                <c:pt idx="328">
                  <c:v>4950.9268000000002</c:v>
                </c:pt>
                <c:pt idx="329">
                  <c:v>4571.5883000000003</c:v>
                </c:pt>
                <c:pt idx="330">
                  <c:v>4422.5604000000003</c:v>
                </c:pt>
                <c:pt idx="331">
                  <c:v>4910.2388000000001</c:v>
                </c:pt>
                <c:pt idx="332">
                  <c:v>4913.6758</c:v>
                </c:pt>
                <c:pt idx="333">
                  <c:v>4948.6431000000002</c:v>
                </c:pt>
                <c:pt idx="334">
                  <c:v>4868.9799000000003</c:v>
                </c:pt>
                <c:pt idx="335">
                  <c:v>4969.3334999999997</c:v>
                </c:pt>
                <c:pt idx="336">
                  <c:v>4674.8558999999996</c:v>
                </c:pt>
                <c:pt idx="337">
                  <c:v>4714.2105000000001</c:v>
                </c:pt>
                <c:pt idx="338">
                  <c:v>4994.1035000000002</c:v>
                </c:pt>
                <c:pt idx="339">
                  <c:v>4948.8440000000001</c:v>
                </c:pt>
                <c:pt idx="340">
                  <c:v>5081.2551000000003</c:v>
                </c:pt>
                <c:pt idx="341">
                  <c:v>4824.5834000000004</c:v>
                </c:pt>
                <c:pt idx="342">
                  <c:v>5235.2718999999997</c:v>
                </c:pt>
                <c:pt idx="343">
                  <c:v>4039.1293000000001</c:v>
                </c:pt>
                <c:pt idx="344">
                  <c:v>4487.4929000000002</c:v>
                </c:pt>
                <c:pt idx="345">
                  <c:v>5442.1881999999996</c:v>
                </c:pt>
                <c:pt idx="346">
                  <c:v>5326.9072999999999</c:v>
                </c:pt>
                <c:pt idx="347">
                  <c:v>5111.0996999999998</c:v>
                </c:pt>
                <c:pt idx="348">
                  <c:v>5096.7920000000004</c:v>
                </c:pt>
                <c:pt idx="349">
                  <c:v>5001.8663999999999</c:v>
                </c:pt>
                <c:pt idx="350">
                  <c:v>4838.7263000000003</c:v>
                </c:pt>
                <c:pt idx="351">
                  <c:v>4404.8492999999999</c:v>
                </c:pt>
                <c:pt idx="352">
                  <c:v>4850.2321000000002</c:v>
                </c:pt>
                <c:pt idx="353">
                  <c:v>4752.9252999999999</c:v>
                </c:pt>
                <c:pt idx="354">
                  <c:v>4897.7492000000002</c:v>
                </c:pt>
                <c:pt idx="355">
                  <c:v>4675.0360000000001</c:v>
                </c:pt>
                <c:pt idx="356">
                  <c:v>4701.2290000000003</c:v>
                </c:pt>
                <c:pt idx="357">
                  <c:v>4441.4564</c:v>
                </c:pt>
                <c:pt idx="358">
                  <c:v>4238.4533000000001</c:v>
                </c:pt>
                <c:pt idx="359">
                  <c:v>4830.0676000000003</c:v>
                </c:pt>
                <c:pt idx="360">
                  <c:v>4776.2455</c:v>
                </c:pt>
                <c:pt idx="361">
                  <c:v>4735.1287000000002</c:v>
                </c:pt>
                <c:pt idx="362">
                  <c:v>4766.4579999999996</c:v>
                </c:pt>
                <c:pt idx="363">
                  <c:v>4847.4630999999999</c:v>
                </c:pt>
                <c:pt idx="364">
                  <c:v>5058.1034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89-47A3-A4E7-6312376CF1A5}"/>
            </c:ext>
          </c:extLst>
        </c:ser>
        <c:ser>
          <c:idx val="2"/>
          <c:order val="2"/>
          <c:tx>
            <c:strRef>
              <c:f>'3G Voice'!$D$1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Voice'!$D$2:$D$366</c:f>
              <c:numCache>
                <c:formatCode>General</c:formatCode>
                <c:ptCount val="365"/>
                <c:pt idx="0">
                  <c:v>7010.3130000000001</c:v>
                </c:pt>
                <c:pt idx="1">
                  <c:v>6683.2222000000002</c:v>
                </c:pt>
                <c:pt idx="2">
                  <c:v>7300.8669</c:v>
                </c:pt>
                <c:pt idx="3">
                  <c:v>7124.4245000000001</c:v>
                </c:pt>
                <c:pt idx="4">
                  <c:v>7578.4337999999998</c:v>
                </c:pt>
                <c:pt idx="5">
                  <c:v>7411.9459999999999</c:v>
                </c:pt>
                <c:pt idx="6">
                  <c:v>7320.7732999999998</c:v>
                </c:pt>
                <c:pt idx="7">
                  <c:v>7134.2614000000003</c:v>
                </c:pt>
                <c:pt idx="8">
                  <c:v>6980.0747000000001</c:v>
                </c:pt>
                <c:pt idx="9">
                  <c:v>7788.1093000000001</c:v>
                </c:pt>
                <c:pt idx="10">
                  <c:v>7665.3917000000001</c:v>
                </c:pt>
                <c:pt idx="11">
                  <c:v>7576.0605999999998</c:v>
                </c:pt>
                <c:pt idx="12">
                  <c:v>7615.6215000000002</c:v>
                </c:pt>
                <c:pt idx="13">
                  <c:v>7642.8557000000001</c:v>
                </c:pt>
                <c:pt idx="14">
                  <c:v>7161.7129000000004</c:v>
                </c:pt>
                <c:pt idx="15">
                  <c:v>6752.7029000000002</c:v>
                </c:pt>
                <c:pt idx="16">
                  <c:v>7662.9795999999997</c:v>
                </c:pt>
                <c:pt idx="17">
                  <c:v>7566.4938000000002</c:v>
                </c:pt>
                <c:pt idx="18">
                  <c:v>7783.3209999999999</c:v>
                </c:pt>
                <c:pt idx="19">
                  <c:v>6195.1706000000004</c:v>
                </c:pt>
                <c:pt idx="20">
                  <c:v>8573.1219000000001</c:v>
                </c:pt>
                <c:pt idx="21">
                  <c:v>7201.7759999999998</c:v>
                </c:pt>
                <c:pt idx="22">
                  <c:v>7048.8055000000004</c:v>
                </c:pt>
                <c:pt idx="23">
                  <c:v>8160.1737000000003</c:v>
                </c:pt>
                <c:pt idx="24">
                  <c:v>7899.0999000000002</c:v>
                </c:pt>
                <c:pt idx="25">
                  <c:v>7682.0172000000002</c:v>
                </c:pt>
                <c:pt idx="26">
                  <c:v>7692.0893999999998</c:v>
                </c:pt>
                <c:pt idx="27">
                  <c:v>7836.6169</c:v>
                </c:pt>
                <c:pt idx="28">
                  <c:v>7274.3680000000004</c:v>
                </c:pt>
                <c:pt idx="29">
                  <c:v>6931.5554000000002</c:v>
                </c:pt>
                <c:pt idx="30">
                  <c:v>7669.3966</c:v>
                </c:pt>
                <c:pt idx="31">
                  <c:v>7607.7375000000002</c:v>
                </c:pt>
                <c:pt idx="32">
                  <c:v>7743.6709000000001</c:v>
                </c:pt>
                <c:pt idx="33">
                  <c:v>7609.2262000000001</c:v>
                </c:pt>
                <c:pt idx="34">
                  <c:v>7453.902</c:v>
                </c:pt>
                <c:pt idx="35">
                  <c:v>7085.6259</c:v>
                </c:pt>
                <c:pt idx="36">
                  <c:v>6972.6354000000001</c:v>
                </c:pt>
                <c:pt idx="37">
                  <c:v>7857.8829999999998</c:v>
                </c:pt>
                <c:pt idx="38">
                  <c:v>7740.0488999999998</c:v>
                </c:pt>
                <c:pt idx="39">
                  <c:v>7830.9084000000003</c:v>
                </c:pt>
                <c:pt idx="40">
                  <c:v>7894.1439</c:v>
                </c:pt>
                <c:pt idx="41">
                  <c:v>7893.4133000000002</c:v>
                </c:pt>
                <c:pt idx="42">
                  <c:v>7426.8094000000001</c:v>
                </c:pt>
                <c:pt idx="43">
                  <c:v>7075.7034999999996</c:v>
                </c:pt>
                <c:pt idx="44">
                  <c:v>7893.5694999999996</c:v>
                </c:pt>
                <c:pt idx="45">
                  <c:v>7901.6989999999996</c:v>
                </c:pt>
                <c:pt idx="46">
                  <c:v>8015.9700999999995</c:v>
                </c:pt>
                <c:pt idx="47">
                  <c:v>8208.473</c:v>
                </c:pt>
                <c:pt idx="48">
                  <c:v>6517.8940000000002</c:v>
                </c:pt>
                <c:pt idx="49">
                  <c:v>7391.9007000000001</c:v>
                </c:pt>
                <c:pt idx="50">
                  <c:v>7285.8242</c:v>
                </c:pt>
                <c:pt idx="51">
                  <c:v>7874.9435999999996</c:v>
                </c:pt>
                <c:pt idx="52">
                  <c:v>7579.3406999999997</c:v>
                </c:pt>
                <c:pt idx="53">
                  <c:v>7683.0991000000004</c:v>
                </c:pt>
                <c:pt idx="54">
                  <c:v>7428.1441999999997</c:v>
                </c:pt>
                <c:pt idx="55">
                  <c:v>7717.4543000000003</c:v>
                </c:pt>
                <c:pt idx="56">
                  <c:v>7346.7698</c:v>
                </c:pt>
                <c:pt idx="57">
                  <c:v>7218.4083000000001</c:v>
                </c:pt>
                <c:pt idx="58">
                  <c:v>7815.8092999999999</c:v>
                </c:pt>
                <c:pt idx="59">
                  <c:v>7759.9933000000001</c:v>
                </c:pt>
                <c:pt idx="60">
                  <c:v>7718.7389999999996</c:v>
                </c:pt>
                <c:pt idx="61">
                  <c:v>7862.3319000000001</c:v>
                </c:pt>
                <c:pt idx="62">
                  <c:v>7762.9790999999996</c:v>
                </c:pt>
                <c:pt idx="63">
                  <c:v>7281.9989999999998</c:v>
                </c:pt>
                <c:pt idx="64">
                  <c:v>7030.5972000000002</c:v>
                </c:pt>
                <c:pt idx="65">
                  <c:v>7672.9251000000004</c:v>
                </c:pt>
                <c:pt idx="66">
                  <c:v>7778.2440999999999</c:v>
                </c:pt>
                <c:pt idx="67">
                  <c:v>7634.9413999999997</c:v>
                </c:pt>
                <c:pt idx="68">
                  <c:v>7683.3185999999996</c:v>
                </c:pt>
                <c:pt idx="69">
                  <c:v>7609.2473</c:v>
                </c:pt>
                <c:pt idx="70">
                  <c:v>7250.4340000000002</c:v>
                </c:pt>
                <c:pt idx="71">
                  <c:v>6925.8083999999999</c:v>
                </c:pt>
                <c:pt idx="72">
                  <c:v>7717.4772999999996</c:v>
                </c:pt>
                <c:pt idx="73">
                  <c:v>7716.8067000000001</c:v>
                </c:pt>
                <c:pt idx="74">
                  <c:v>7777.3563999999997</c:v>
                </c:pt>
                <c:pt idx="75">
                  <c:v>8360.4591999999993</c:v>
                </c:pt>
                <c:pt idx="76">
                  <c:v>7214.2745000000004</c:v>
                </c:pt>
                <c:pt idx="77">
                  <c:v>7433.4040000000005</c:v>
                </c:pt>
                <c:pt idx="78">
                  <c:v>6577.7938999999997</c:v>
                </c:pt>
                <c:pt idx="79">
                  <c:v>7896.3441000000003</c:v>
                </c:pt>
                <c:pt idx="80">
                  <c:v>7587.3909999999996</c:v>
                </c:pt>
                <c:pt idx="81">
                  <c:v>7642.4035000000003</c:v>
                </c:pt>
                <c:pt idx="82">
                  <c:v>7741.7703000000001</c:v>
                </c:pt>
                <c:pt idx="83">
                  <c:v>7620.4684999999999</c:v>
                </c:pt>
                <c:pt idx="84">
                  <c:v>7367.2945</c:v>
                </c:pt>
                <c:pt idx="85">
                  <c:v>7153.8737000000001</c:v>
                </c:pt>
                <c:pt idx="86">
                  <c:v>7554.2560999999996</c:v>
                </c:pt>
                <c:pt idx="87">
                  <c:v>7335.7921999999999</c:v>
                </c:pt>
                <c:pt idx="88">
                  <c:v>7239.6004000000003</c:v>
                </c:pt>
                <c:pt idx="89">
                  <c:v>7206.4989999999998</c:v>
                </c:pt>
                <c:pt idx="90">
                  <c:v>7076.2007000000003</c:v>
                </c:pt>
                <c:pt idx="91">
                  <c:v>6962.3096999999998</c:v>
                </c:pt>
                <c:pt idx="92">
                  <c:v>6697.5496000000003</c:v>
                </c:pt>
                <c:pt idx="93">
                  <c:v>7108.1957000000002</c:v>
                </c:pt>
                <c:pt idx="94">
                  <c:v>7193.1968999999999</c:v>
                </c:pt>
                <c:pt idx="95">
                  <c:v>6847.1949000000004</c:v>
                </c:pt>
                <c:pt idx="96">
                  <c:v>6981.1490000000003</c:v>
                </c:pt>
                <c:pt idx="97">
                  <c:v>7031.6891999999998</c:v>
                </c:pt>
                <c:pt idx="98">
                  <c:v>6716.4718999999996</c:v>
                </c:pt>
                <c:pt idx="99">
                  <c:v>6677.8338000000003</c:v>
                </c:pt>
                <c:pt idx="100">
                  <c:v>7389.6324000000004</c:v>
                </c:pt>
                <c:pt idx="101">
                  <c:v>7732.5207</c:v>
                </c:pt>
                <c:pt idx="102">
                  <c:v>7605.9992000000002</c:v>
                </c:pt>
                <c:pt idx="103">
                  <c:v>7529.9825000000001</c:v>
                </c:pt>
                <c:pt idx="104">
                  <c:v>7516.4385000000002</c:v>
                </c:pt>
                <c:pt idx="105">
                  <c:v>7098.1556</c:v>
                </c:pt>
                <c:pt idx="106">
                  <c:v>6971.3071</c:v>
                </c:pt>
                <c:pt idx="107">
                  <c:v>6062.6835000000001</c:v>
                </c:pt>
                <c:pt idx="108">
                  <c:v>7624.5241999999998</c:v>
                </c:pt>
                <c:pt idx="109">
                  <c:v>7469.0607</c:v>
                </c:pt>
                <c:pt idx="110">
                  <c:v>7632.3487999999998</c:v>
                </c:pt>
                <c:pt idx="111">
                  <c:v>7411.9031000000004</c:v>
                </c:pt>
                <c:pt idx="112">
                  <c:v>7132.8024999999998</c:v>
                </c:pt>
                <c:pt idx="113">
                  <c:v>6587.1001999999999</c:v>
                </c:pt>
                <c:pt idx="114">
                  <c:v>7483.0428000000002</c:v>
                </c:pt>
                <c:pt idx="115">
                  <c:v>7446.5042999999996</c:v>
                </c:pt>
                <c:pt idx="116">
                  <c:v>7638.8467000000001</c:v>
                </c:pt>
                <c:pt idx="117">
                  <c:v>7356.0219999999999</c:v>
                </c:pt>
                <c:pt idx="118">
                  <c:v>7389.1126000000004</c:v>
                </c:pt>
                <c:pt idx="119">
                  <c:v>6826.9892</c:v>
                </c:pt>
                <c:pt idx="120">
                  <c:v>6534.5361000000003</c:v>
                </c:pt>
                <c:pt idx="121">
                  <c:v>6673.8269</c:v>
                </c:pt>
                <c:pt idx="122">
                  <c:v>7277.6895000000004</c:v>
                </c:pt>
                <c:pt idx="123">
                  <c:v>7239.5972000000002</c:v>
                </c:pt>
                <c:pt idx="124">
                  <c:v>7264.0374000000002</c:v>
                </c:pt>
                <c:pt idx="125">
                  <c:v>6888.4404999999997</c:v>
                </c:pt>
                <c:pt idx="126">
                  <c:v>6800.2298000000001</c:v>
                </c:pt>
                <c:pt idx="127">
                  <c:v>6662.1247000000003</c:v>
                </c:pt>
                <c:pt idx="128">
                  <c:v>6942.8320999999996</c:v>
                </c:pt>
                <c:pt idx="129">
                  <c:v>7588.1219000000001</c:v>
                </c:pt>
                <c:pt idx="130">
                  <c:v>7148.2184999999999</c:v>
                </c:pt>
                <c:pt idx="131">
                  <c:v>7790.6012000000001</c:v>
                </c:pt>
                <c:pt idx="132">
                  <c:v>7847.7425999999996</c:v>
                </c:pt>
                <c:pt idx="133">
                  <c:v>7331.6994000000004</c:v>
                </c:pt>
                <c:pt idx="134">
                  <c:v>6571.6256999999996</c:v>
                </c:pt>
                <c:pt idx="135">
                  <c:v>7714.1521000000002</c:v>
                </c:pt>
                <c:pt idx="136">
                  <c:v>3632.9011999999998</c:v>
                </c:pt>
                <c:pt idx="137">
                  <c:v>2928.9926</c:v>
                </c:pt>
                <c:pt idx="139">
                  <c:v>3137.9176000000002</c:v>
                </c:pt>
                <c:pt idx="140">
                  <c:v>3302.7084</c:v>
                </c:pt>
                <c:pt idx="141">
                  <c:v>3061.9634000000001</c:v>
                </c:pt>
                <c:pt idx="142">
                  <c:v>3433.3200999999999</c:v>
                </c:pt>
                <c:pt idx="143">
                  <c:v>3329.2651999999998</c:v>
                </c:pt>
                <c:pt idx="144">
                  <c:v>3272.143</c:v>
                </c:pt>
                <c:pt idx="145">
                  <c:v>3255.0201000000002</c:v>
                </c:pt>
                <c:pt idx="146">
                  <c:v>3313.1010999999999</c:v>
                </c:pt>
                <c:pt idx="147">
                  <c:v>3306.7757999999999</c:v>
                </c:pt>
                <c:pt idx="148">
                  <c:v>3118.8281000000002</c:v>
                </c:pt>
                <c:pt idx="149">
                  <c:v>3219.9623999999999</c:v>
                </c:pt>
                <c:pt idx="150">
                  <c:v>3147.7116000000001</c:v>
                </c:pt>
                <c:pt idx="151">
                  <c:v>3216.7649000000001</c:v>
                </c:pt>
                <c:pt idx="152">
                  <c:v>3244.1857</c:v>
                </c:pt>
                <c:pt idx="153">
                  <c:v>3151.6152999999999</c:v>
                </c:pt>
                <c:pt idx="154">
                  <c:v>3396.3833</c:v>
                </c:pt>
                <c:pt idx="155">
                  <c:v>3098.9488999999999</c:v>
                </c:pt>
                <c:pt idx="156">
                  <c:v>3316.2586000000001</c:v>
                </c:pt>
                <c:pt idx="157">
                  <c:v>3395.3008</c:v>
                </c:pt>
                <c:pt idx="158">
                  <c:v>3517.7986999999998</c:v>
                </c:pt>
                <c:pt idx="159">
                  <c:v>3481.6878999999999</c:v>
                </c:pt>
                <c:pt idx="160">
                  <c:v>3648.8227999999999</c:v>
                </c:pt>
                <c:pt idx="161">
                  <c:v>3357.3914</c:v>
                </c:pt>
                <c:pt idx="162">
                  <c:v>3530.9301999999998</c:v>
                </c:pt>
                <c:pt idx="163">
                  <c:v>3598.6370000000002</c:v>
                </c:pt>
                <c:pt idx="164">
                  <c:v>3681.4998999999998</c:v>
                </c:pt>
                <c:pt idx="165">
                  <c:v>3617.2511</c:v>
                </c:pt>
                <c:pt idx="166">
                  <c:v>2833.3802999999998</c:v>
                </c:pt>
                <c:pt idx="167">
                  <c:v>3571.7316000000001</c:v>
                </c:pt>
                <c:pt idx="168">
                  <c:v>3347.5003000000002</c:v>
                </c:pt>
                <c:pt idx="169">
                  <c:v>3245.5983000000001</c:v>
                </c:pt>
                <c:pt idx="170">
                  <c:v>3321.9371000000001</c:v>
                </c:pt>
                <c:pt idx="171">
                  <c:v>3414.8971999999999</c:v>
                </c:pt>
                <c:pt idx="172">
                  <c:v>3121.7274000000002</c:v>
                </c:pt>
                <c:pt idx="173">
                  <c:v>3341.2071000000001</c:v>
                </c:pt>
                <c:pt idx="174">
                  <c:v>3484.0909999999999</c:v>
                </c:pt>
                <c:pt idx="175">
                  <c:v>3231.6120999999998</c:v>
                </c:pt>
                <c:pt idx="176">
                  <c:v>3306.8074000000001</c:v>
                </c:pt>
                <c:pt idx="177">
                  <c:v>3531.9481999999998</c:v>
                </c:pt>
                <c:pt idx="178">
                  <c:v>3474.3249999999998</c:v>
                </c:pt>
                <c:pt idx="179">
                  <c:v>3429.3969999999999</c:v>
                </c:pt>
                <c:pt idx="180">
                  <c:v>3389.2674000000002</c:v>
                </c:pt>
                <c:pt idx="181">
                  <c:v>3515.9436000000001</c:v>
                </c:pt>
                <c:pt idx="182">
                  <c:v>3203.6538999999998</c:v>
                </c:pt>
                <c:pt idx="183">
                  <c:v>3155.7764999999999</c:v>
                </c:pt>
                <c:pt idx="184">
                  <c:v>3332.0355</c:v>
                </c:pt>
                <c:pt idx="185">
                  <c:v>3376.2248</c:v>
                </c:pt>
                <c:pt idx="186">
                  <c:v>3384.7489</c:v>
                </c:pt>
                <c:pt idx="187">
                  <c:v>3121.5421000000001</c:v>
                </c:pt>
                <c:pt idx="188">
                  <c:v>3670.0893000000001</c:v>
                </c:pt>
                <c:pt idx="189">
                  <c:v>3432.9362000000001</c:v>
                </c:pt>
                <c:pt idx="190">
                  <c:v>3318.8164000000002</c:v>
                </c:pt>
                <c:pt idx="191">
                  <c:v>3533.4933000000001</c:v>
                </c:pt>
                <c:pt idx="192">
                  <c:v>3540.4783000000002</c:v>
                </c:pt>
                <c:pt idx="193">
                  <c:v>3754.1903000000002</c:v>
                </c:pt>
                <c:pt idx="194">
                  <c:v>4098.4616999999998</c:v>
                </c:pt>
                <c:pt idx="195">
                  <c:v>3524.1817000000001</c:v>
                </c:pt>
                <c:pt idx="196">
                  <c:v>2775.8890000000001</c:v>
                </c:pt>
                <c:pt idx="197">
                  <c:v>3313.7721999999999</c:v>
                </c:pt>
                <c:pt idx="198">
                  <c:v>3476.0716000000002</c:v>
                </c:pt>
                <c:pt idx="199">
                  <c:v>3463.5583999999999</c:v>
                </c:pt>
                <c:pt idx="200">
                  <c:v>3414.2501000000002</c:v>
                </c:pt>
                <c:pt idx="201">
                  <c:v>3487.8987999999999</c:v>
                </c:pt>
                <c:pt idx="202">
                  <c:v>3493.0338000000002</c:v>
                </c:pt>
                <c:pt idx="203">
                  <c:v>2962.9077000000002</c:v>
                </c:pt>
                <c:pt idx="204">
                  <c:v>3292.0212000000001</c:v>
                </c:pt>
                <c:pt idx="205">
                  <c:v>3583.4177</c:v>
                </c:pt>
                <c:pt idx="206">
                  <c:v>3480.8591999999999</c:v>
                </c:pt>
                <c:pt idx="207">
                  <c:v>3556.5610999999999</c:v>
                </c:pt>
                <c:pt idx="208">
                  <c:v>3391.4364999999998</c:v>
                </c:pt>
                <c:pt idx="209">
                  <c:v>3484.877</c:v>
                </c:pt>
                <c:pt idx="210">
                  <c:v>3421.4387000000002</c:v>
                </c:pt>
                <c:pt idx="211">
                  <c:v>3325.7175000000002</c:v>
                </c:pt>
                <c:pt idx="212">
                  <c:v>3564.0929000000001</c:v>
                </c:pt>
                <c:pt idx="213">
                  <c:v>3594.5861</c:v>
                </c:pt>
                <c:pt idx="214">
                  <c:v>3497.6167</c:v>
                </c:pt>
                <c:pt idx="215">
                  <c:v>3569.5819000000001</c:v>
                </c:pt>
                <c:pt idx="216">
                  <c:v>3517.4847</c:v>
                </c:pt>
                <c:pt idx="217">
                  <c:v>3393.8317000000002</c:v>
                </c:pt>
                <c:pt idx="218">
                  <c:v>3245.5922999999998</c:v>
                </c:pt>
                <c:pt idx="219">
                  <c:v>3507.076</c:v>
                </c:pt>
                <c:pt idx="220">
                  <c:v>3664.8128000000002</c:v>
                </c:pt>
                <c:pt idx="221">
                  <c:v>3623.6986000000002</c:v>
                </c:pt>
                <c:pt idx="222">
                  <c:v>3069.8002999999999</c:v>
                </c:pt>
                <c:pt idx="223">
                  <c:v>3637.8252000000002</c:v>
                </c:pt>
                <c:pt idx="224">
                  <c:v>3558.2773999999999</c:v>
                </c:pt>
                <c:pt idx="225">
                  <c:v>2978.8928000000001</c:v>
                </c:pt>
                <c:pt idx="226">
                  <c:v>3439.7739000000001</c:v>
                </c:pt>
                <c:pt idx="227">
                  <c:v>3569.7253999999998</c:v>
                </c:pt>
                <c:pt idx="228">
                  <c:v>3234.2127999999998</c:v>
                </c:pt>
                <c:pt idx="229">
                  <c:v>3475.8555000000001</c:v>
                </c:pt>
                <c:pt idx="230">
                  <c:v>3535.6608000000001</c:v>
                </c:pt>
                <c:pt idx="231">
                  <c:v>3416.6727999999998</c:v>
                </c:pt>
                <c:pt idx="232">
                  <c:v>3369.8182999999999</c:v>
                </c:pt>
                <c:pt idx="233">
                  <c:v>3593.3519999999999</c:v>
                </c:pt>
                <c:pt idx="234">
                  <c:v>3619.0998</c:v>
                </c:pt>
                <c:pt idx="235">
                  <c:v>3620.6226000000001</c:v>
                </c:pt>
                <c:pt idx="236">
                  <c:v>3541.4007000000001</c:v>
                </c:pt>
                <c:pt idx="237">
                  <c:v>3796.3287999999998</c:v>
                </c:pt>
                <c:pt idx="238">
                  <c:v>3560.3622999999998</c:v>
                </c:pt>
                <c:pt idx="239">
                  <c:v>3281.2354</c:v>
                </c:pt>
                <c:pt idx="240">
                  <c:v>3456.5900999999999</c:v>
                </c:pt>
                <c:pt idx="241">
                  <c:v>3558.1894000000002</c:v>
                </c:pt>
                <c:pt idx="242">
                  <c:v>3467.462</c:v>
                </c:pt>
                <c:pt idx="243">
                  <c:v>3436.5907999999999</c:v>
                </c:pt>
                <c:pt idx="244">
                  <c:v>3389.2489999999998</c:v>
                </c:pt>
                <c:pt idx="245">
                  <c:v>3214.5383000000002</c:v>
                </c:pt>
                <c:pt idx="246">
                  <c:v>3012.3854999999999</c:v>
                </c:pt>
                <c:pt idx="247">
                  <c:v>2733.3157999999999</c:v>
                </c:pt>
                <c:pt idx="248">
                  <c:v>2197.6215999999999</c:v>
                </c:pt>
                <c:pt idx="249">
                  <c:v>2218.4971</c:v>
                </c:pt>
                <c:pt idx="250">
                  <c:v>2543.7844</c:v>
                </c:pt>
                <c:pt idx="251">
                  <c:v>2755.7368000000001</c:v>
                </c:pt>
                <c:pt idx="252">
                  <c:v>2666.3359</c:v>
                </c:pt>
                <c:pt idx="253">
                  <c:v>2659.8795</c:v>
                </c:pt>
                <c:pt idx="254">
                  <c:v>2293.9929000000002</c:v>
                </c:pt>
                <c:pt idx="255">
                  <c:v>2821.1686</c:v>
                </c:pt>
                <c:pt idx="256">
                  <c:v>2744.4380000000001</c:v>
                </c:pt>
                <c:pt idx="257">
                  <c:v>2643.7881000000002</c:v>
                </c:pt>
                <c:pt idx="258">
                  <c:v>2784.7975000000001</c:v>
                </c:pt>
                <c:pt idx="259">
                  <c:v>2606.3690999999999</c:v>
                </c:pt>
                <c:pt idx="260">
                  <c:v>2448.0632000000001</c:v>
                </c:pt>
                <c:pt idx="261">
                  <c:v>2759.6098999999999</c:v>
                </c:pt>
                <c:pt idx="262">
                  <c:v>2791.7665999999999</c:v>
                </c:pt>
                <c:pt idx="263">
                  <c:v>2674.4497000000001</c:v>
                </c:pt>
                <c:pt idx="264">
                  <c:v>2730.5052999999998</c:v>
                </c:pt>
                <c:pt idx="265">
                  <c:v>3451.6334000000002</c:v>
                </c:pt>
                <c:pt idx="266">
                  <c:v>3796.3065000000001</c:v>
                </c:pt>
                <c:pt idx="267">
                  <c:v>3666.2991000000002</c:v>
                </c:pt>
                <c:pt idx="268">
                  <c:v>4009.0466999999999</c:v>
                </c:pt>
                <c:pt idx="269">
                  <c:v>4079.6073999999999</c:v>
                </c:pt>
                <c:pt idx="270">
                  <c:v>3835.7538</c:v>
                </c:pt>
                <c:pt idx="271">
                  <c:v>3916.4229</c:v>
                </c:pt>
                <c:pt idx="272">
                  <c:v>3945.4603000000002</c:v>
                </c:pt>
                <c:pt idx="273">
                  <c:v>3644.0378000000001</c:v>
                </c:pt>
                <c:pt idx="274">
                  <c:v>3496.9470000000001</c:v>
                </c:pt>
                <c:pt idx="275">
                  <c:v>3916.6208999999999</c:v>
                </c:pt>
                <c:pt idx="276">
                  <c:v>3835.6037999999999</c:v>
                </c:pt>
                <c:pt idx="277">
                  <c:v>3824.7997999999998</c:v>
                </c:pt>
                <c:pt idx="278">
                  <c:v>3953.6828</c:v>
                </c:pt>
                <c:pt idx="279">
                  <c:v>3808.0529000000001</c:v>
                </c:pt>
                <c:pt idx="280">
                  <c:v>3614.8937000000001</c:v>
                </c:pt>
                <c:pt idx="281">
                  <c:v>3499.4969999999998</c:v>
                </c:pt>
                <c:pt idx="282">
                  <c:v>3965.8906999999999</c:v>
                </c:pt>
                <c:pt idx="283">
                  <c:v>4004.1397000000002</c:v>
                </c:pt>
                <c:pt idx="284">
                  <c:v>3591.9684999999999</c:v>
                </c:pt>
                <c:pt idx="285">
                  <c:v>3802.9234000000001</c:v>
                </c:pt>
                <c:pt idx="286">
                  <c:v>3606.1333</c:v>
                </c:pt>
                <c:pt idx="287">
                  <c:v>3397.4683</c:v>
                </c:pt>
                <c:pt idx="288">
                  <c:v>3411.6966000000002</c:v>
                </c:pt>
                <c:pt idx="289">
                  <c:v>3687.5725000000002</c:v>
                </c:pt>
                <c:pt idx="290">
                  <c:v>3771.9706999999999</c:v>
                </c:pt>
                <c:pt idx="291">
                  <c:v>3788.4650999999999</c:v>
                </c:pt>
                <c:pt idx="292">
                  <c:v>3902.7006999999999</c:v>
                </c:pt>
                <c:pt idx="293">
                  <c:v>3894.8440999999998</c:v>
                </c:pt>
                <c:pt idx="294">
                  <c:v>3892.0716000000002</c:v>
                </c:pt>
                <c:pt idx="295">
                  <c:v>3976.2091999999998</c:v>
                </c:pt>
                <c:pt idx="296">
                  <c:v>3694.3042</c:v>
                </c:pt>
                <c:pt idx="297">
                  <c:v>3698.3530999999998</c:v>
                </c:pt>
                <c:pt idx="298">
                  <c:v>4062.83</c:v>
                </c:pt>
                <c:pt idx="299">
                  <c:v>3768.5453000000002</c:v>
                </c:pt>
                <c:pt idx="300">
                  <c:v>3765.8503999999998</c:v>
                </c:pt>
                <c:pt idx="301">
                  <c:v>3525.9526000000001</c:v>
                </c:pt>
                <c:pt idx="302">
                  <c:v>3421.2811000000002</c:v>
                </c:pt>
                <c:pt idx="303">
                  <c:v>3651.6006000000002</c:v>
                </c:pt>
                <c:pt idx="304">
                  <c:v>3762.4308999999998</c:v>
                </c:pt>
                <c:pt idx="305">
                  <c:v>3646.4413</c:v>
                </c:pt>
                <c:pt idx="306">
                  <c:v>3535.5616</c:v>
                </c:pt>
                <c:pt idx="307">
                  <c:v>3674.7770999999998</c:v>
                </c:pt>
                <c:pt idx="308">
                  <c:v>3412.4074999999998</c:v>
                </c:pt>
                <c:pt idx="309">
                  <c:v>3313.0497</c:v>
                </c:pt>
                <c:pt idx="310">
                  <c:v>3658.625</c:v>
                </c:pt>
                <c:pt idx="311">
                  <c:v>3638.5508</c:v>
                </c:pt>
                <c:pt idx="312">
                  <c:v>3632.7073</c:v>
                </c:pt>
                <c:pt idx="313">
                  <c:v>3707.35</c:v>
                </c:pt>
                <c:pt idx="314">
                  <c:v>2998.4998000000001</c:v>
                </c:pt>
                <c:pt idx="315">
                  <c:v>3437.8867</c:v>
                </c:pt>
                <c:pt idx="316">
                  <c:v>3412.3719999999998</c:v>
                </c:pt>
                <c:pt idx="317">
                  <c:v>3698.6480999999999</c:v>
                </c:pt>
                <c:pt idx="318">
                  <c:v>3652.3843000000002</c:v>
                </c:pt>
                <c:pt idx="319">
                  <c:v>3602.4717999999998</c:v>
                </c:pt>
                <c:pt idx="320">
                  <c:v>3462.9389999999999</c:v>
                </c:pt>
                <c:pt idx="321">
                  <c:v>3410.6370000000002</c:v>
                </c:pt>
                <c:pt idx="322">
                  <c:v>3344.4281999999998</c:v>
                </c:pt>
                <c:pt idx="323">
                  <c:v>3234.9731000000002</c:v>
                </c:pt>
                <c:pt idx="324">
                  <c:v>3531.9268000000002</c:v>
                </c:pt>
                <c:pt idx="325">
                  <c:v>3504.9917999999998</c:v>
                </c:pt>
                <c:pt idx="326">
                  <c:v>3626.3155999999999</c:v>
                </c:pt>
                <c:pt idx="327">
                  <c:v>3371.2365</c:v>
                </c:pt>
                <c:pt idx="328">
                  <c:v>3524.0322000000001</c:v>
                </c:pt>
                <c:pt idx="329">
                  <c:v>3342.0418</c:v>
                </c:pt>
                <c:pt idx="330">
                  <c:v>3253.2788</c:v>
                </c:pt>
                <c:pt idx="331">
                  <c:v>3578.8613</c:v>
                </c:pt>
                <c:pt idx="332">
                  <c:v>3625.8561</c:v>
                </c:pt>
                <c:pt idx="333">
                  <c:v>3583.4038999999998</c:v>
                </c:pt>
                <c:pt idx="334">
                  <c:v>3542.9603000000002</c:v>
                </c:pt>
                <c:pt idx="335">
                  <c:v>3634.4911999999999</c:v>
                </c:pt>
                <c:pt idx="336">
                  <c:v>3370.6071000000002</c:v>
                </c:pt>
                <c:pt idx="337">
                  <c:v>3266.6579000000002</c:v>
                </c:pt>
                <c:pt idx="338">
                  <c:v>3762.1253000000002</c:v>
                </c:pt>
                <c:pt idx="339">
                  <c:v>3700.6107999999999</c:v>
                </c:pt>
                <c:pt idx="340">
                  <c:v>3672.2530999999999</c:v>
                </c:pt>
                <c:pt idx="341">
                  <c:v>3563.0335</c:v>
                </c:pt>
                <c:pt idx="342">
                  <c:v>4032.7907</c:v>
                </c:pt>
                <c:pt idx="343">
                  <c:v>3259.5886999999998</c:v>
                </c:pt>
                <c:pt idx="344">
                  <c:v>3687.7276000000002</c:v>
                </c:pt>
                <c:pt idx="345">
                  <c:v>4269.2830999999996</c:v>
                </c:pt>
                <c:pt idx="346">
                  <c:v>3975.4908</c:v>
                </c:pt>
                <c:pt idx="347">
                  <c:v>3757.6457</c:v>
                </c:pt>
                <c:pt idx="348">
                  <c:v>3473.1741000000002</c:v>
                </c:pt>
                <c:pt idx="349">
                  <c:v>3613.9580999999998</c:v>
                </c:pt>
                <c:pt idx="350">
                  <c:v>3316.3117999999999</c:v>
                </c:pt>
                <c:pt idx="351">
                  <c:v>3220.9785999999999</c:v>
                </c:pt>
                <c:pt idx="352">
                  <c:v>3503.7606999999998</c:v>
                </c:pt>
                <c:pt idx="353">
                  <c:v>3446.8652000000002</c:v>
                </c:pt>
                <c:pt idx="354">
                  <c:v>3482.8447999999999</c:v>
                </c:pt>
                <c:pt idx="355">
                  <c:v>3447.7033000000001</c:v>
                </c:pt>
                <c:pt idx="356">
                  <c:v>3252.0443</c:v>
                </c:pt>
                <c:pt idx="357">
                  <c:v>3218.0771</c:v>
                </c:pt>
                <c:pt idx="358">
                  <c:v>3121.3631</c:v>
                </c:pt>
                <c:pt idx="359">
                  <c:v>3473.3850000000002</c:v>
                </c:pt>
                <c:pt idx="360">
                  <c:v>3409.3852000000002</c:v>
                </c:pt>
                <c:pt idx="361">
                  <c:v>3424.9765000000002</c:v>
                </c:pt>
                <c:pt idx="362">
                  <c:v>3474.8811000000001</c:v>
                </c:pt>
                <c:pt idx="363">
                  <c:v>3503.451</c:v>
                </c:pt>
                <c:pt idx="364">
                  <c:v>3487.4917999999998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89-47A3-A4E7-6312376CF1A5}"/>
            </c:ext>
          </c:extLst>
        </c:ser>
        <c:ser>
          <c:idx val="3"/>
          <c:order val="3"/>
          <c:tx>
            <c:strRef>
              <c:f>'3G Voice'!$E$1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Voice'!$E$2:$E$366</c:f>
              <c:numCache>
                <c:formatCode>General</c:formatCode>
                <c:ptCount val="365"/>
                <c:pt idx="0">
                  <c:v>3756.5812999999998</c:v>
                </c:pt>
                <c:pt idx="1">
                  <c:v>3533.0399000000002</c:v>
                </c:pt>
                <c:pt idx="2">
                  <c:v>4069.7132999999999</c:v>
                </c:pt>
                <c:pt idx="3">
                  <c:v>4017.1484999999998</c:v>
                </c:pt>
                <c:pt idx="4">
                  <c:v>4186.0533999999998</c:v>
                </c:pt>
                <c:pt idx="5">
                  <c:v>4322.1773000000003</c:v>
                </c:pt>
                <c:pt idx="6">
                  <c:v>4238.0982000000004</c:v>
                </c:pt>
                <c:pt idx="7">
                  <c:v>3869.8294999999998</c:v>
                </c:pt>
                <c:pt idx="8">
                  <c:v>3785.9225999999999</c:v>
                </c:pt>
                <c:pt idx="9">
                  <c:v>4334.424</c:v>
                </c:pt>
                <c:pt idx="10">
                  <c:v>4198.9591</c:v>
                </c:pt>
                <c:pt idx="11">
                  <c:v>4301.5250999999998</c:v>
                </c:pt>
                <c:pt idx="12">
                  <c:v>4273.6733999999997</c:v>
                </c:pt>
                <c:pt idx="13">
                  <c:v>4394.5789999999997</c:v>
                </c:pt>
                <c:pt idx="14">
                  <c:v>4404.4085999999998</c:v>
                </c:pt>
                <c:pt idx="15">
                  <c:v>4159.0106999999998</c:v>
                </c:pt>
                <c:pt idx="16">
                  <c:v>4471.8289999999997</c:v>
                </c:pt>
                <c:pt idx="17">
                  <c:v>4427.7332999999999</c:v>
                </c:pt>
                <c:pt idx="18">
                  <c:v>4648.1637000000001</c:v>
                </c:pt>
                <c:pt idx="19">
                  <c:v>4092.4238</c:v>
                </c:pt>
                <c:pt idx="20">
                  <c:v>4941.0316999999995</c:v>
                </c:pt>
                <c:pt idx="21">
                  <c:v>3990.6412</c:v>
                </c:pt>
                <c:pt idx="22">
                  <c:v>3665.9227000000001</c:v>
                </c:pt>
                <c:pt idx="23">
                  <c:v>4153.1791999999996</c:v>
                </c:pt>
                <c:pt idx="24">
                  <c:v>4198.2849999999999</c:v>
                </c:pt>
                <c:pt idx="25">
                  <c:v>4009.1979000000001</c:v>
                </c:pt>
                <c:pt idx="26">
                  <c:v>4105.6971000000003</c:v>
                </c:pt>
                <c:pt idx="27">
                  <c:v>4194.3005000000003</c:v>
                </c:pt>
                <c:pt idx="28">
                  <c:v>3896.2199000000001</c:v>
                </c:pt>
                <c:pt idx="29">
                  <c:v>3569.2195999999999</c:v>
                </c:pt>
                <c:pt idx="30">
                  <c:v>3993.4144999999999</c:v>
                </c:pt>
                <c:pt idx="31">
                  <c:v>3998.9205000000002</c:v>
                </c:pt>
                <c:pt idx="32">
                  <c:v>4131.9187000000002</c:v>
                </c:pt>
                <c:pt idx="33">
                  <c:v>4091.576</c:v>
                </c:pt>
                <c:pt idx="34">
                  <c:v>4118.3788999999997</c:v>
                </c:pt>
                <c:pt idx="35">
                  <c:v>3913.174</c:v>
                </c:pt>
                <c:pt idx="36">
                  <c:v>3794.3622999999998</c:v>
                </c:pt>
                <c:pt idx="37">
                  <c:v>4275.8402999999998</c:v>
                </c:pt>
                <c:pt idx="38">
                  <c:v>4157.9269000000004</c:v>
                </c:pt>
                <c:pt idx="39">
                  <c:v>4179.7277999999997</c:v>
                </c:pt>
                <c:pt idx="40">
                  <c:v>4146.2188999999998</c:v>
                </c:pt>
                <c:pt idx="41">
                  <c:v>3979.9322000000002</c:v>
                </c:pt>
                <c:pt idx="42">
                  <c:v>3662.5675000000001</c:v>
                </c:pt>
                <c:pt idx="43">
                  <c:v>3539.4036999999998</c:v>
                </c:pt>
                <c:pt idx="44">
                  <c:v>3999.1559000000002</c:v>
                </c:pt>
                <c:pt idx="45">
                  <c:v>3997.7664</c:v>
                </c:pt>
                <c:pt idx="46">
                  <c:v>4147.0607</c:v>
                </c:pt>
                <c:pt idx="47">
                  <c:v>4145.5956999999999</c:v>
                </c:pt>
                <c:pt idx="48">
                  <c:v>3658.2674999999999</c:v>
                </c:pt>
                <c:pt idx="49">
                  <c:v>3919.0657999999999</c:v>
                </c:pt>
                <c:pt idx="50">
                  <c:v>3762.6968000000002</c:v>
                </c:pt>
                <c:pt idx="51">
                  <c:v>4119.9843000000001</c:v>
                </c:pt>
                <c:pt idx="52">
                  <c:v>4067.2285999999999</c:v>
                </c:pt>
                <c:pt idx="53">
                  <c:v>4132.8544000000002</c:v>
                </c:pt>
                <c:pt idx="54">
                  <c:v>4078.1230999999998</c:v>
                </c:pt>
                <c:pt idx="55">
                  <c:v>4170.2785999999996</c:v>
                </c:pt>
                <c:pt idx="56">
                  <c:v>3929.2435</c:v>
                </c:pt>
                <c:pt idx="57">
                  <c:v>3668.7772</c:v>
                </c:pt>
                <c:pt idx="58">
                  <c:v>4093.5261</c:v>
                </c:pt>
                <c:pt idx="59">
                  <c:v>4226.5551999999998</c:v>
                </c:pt>
                <c:pt idx="60">
                  <c:v>4226.6886000000004</c:v>
                </c:pt>
                <c:pt idx="61">
                  <c:v>4061.4703</c:v>
                </c:pt>
                <c:pt idx="62">
                  <c:v>4076.9618</c:v>
                </c:pt>
                <c:pt idx="63">
                  <c:v>3912.5715</c:v>
                </c:pt>
                <c:pt idx="64">
                  <c:v>3807.6783999999998</c:v>
                </c:pt>
                <c:pt idx="65">
                  <c:v>4161.8851999999997</c:v>
                </c:pt>
                <c:pt idx="66">
                  <c:v>4098.3894</c:v>
                </c:pt>
                <c:pt idx="67">
                  <c:v>4057.4771999999998</c:v>
                </c:pt>
                <c:pt idx="68">
                  <c:v>4077.4647</c:v>
                </c:pt>
                <c:pt idx="69">
                  <c:v>4089.2692000000002</c:v>
                </c:pt>
                <c:pt idx="70">
                  <c:v>3981.7476999999999</c:v>
                </c:pt>
                <c:pt idx="71">
                  <c:v>3811.6916999999999</c:v>
                </c:pt>
                <c:pt idx="72">
                  <c:v>4109.8671999999997</c:v>
                </c:pt>
                <c:pt idx="73">
                  <c:v>4146.3648999999996</c:v>
                </c:pt>
                <c:pt idx="74">
                  <c:v>4184.0526</c:v>
                </c:pt>
                <c:pt idx="75">
                  <c:v>4536.7021999999997</c:v>
                </c:pt>
                <c:pt idx="76">
                  <c:v>4133.3082000000004</c:v>
                </c:pt>
                <c:pt idx="77">
                  <c:v>4158.0443999999998</c:v>
                </c:pt>
                <c:pt idx="78">
                  <c:v>3627.9497000000001</c:v>
                </c:pt>
                <c:pt idx="79">
                  <c:v>4095.6046999999999</c:v>
                </c:pt>
                <c:pt idx="80">
                  <c:v>4129.8447999999999</c:v>
                </c:pt>
                <c:pt idx="81">
                  <c:v>4069.3890999999999</c:v>
                </c:pt>
                <c:pt idx="82">
                  <c:v>4146.7367999999997</c:v>
                </c:pt>
                <c:pt idx="83">
                  <c:v>4098.3377</c:v>
                </c:pt>
                <c:pt idx="84">
                  <c:v>4002.5758999999998</c:v>
                </c:pt>
                <c:pt idx="85">
                  <c:v>3890.0628000000002</c:v>
                </c:pt>
                <c:pt idx="86">
                  <c:v>4144.8644999999997</c:v>
                </c:pt>
                <c:pt idx="87">
                  <c:v>4180.8402999999998</c:v>
                </c:pt>
                <c:pt idx="88">
                  <c:v>4102.4763999999996</c:v>
                </c:pt>
                <c:pt idx="89">
                  <c:v>4080.3413</c:v>
                </c:pt>
                <c:pt idx="90">
                  <c:v>4161.0195000000003</c:v>
                </c:pt>
                <c:pt idx="91">
                  <c:v>4018.8071</c:v>
                </c:pt>
                <c:pt idx="92">
                  <c:v>3773.8867</c:v>
                </c:pt>
                <c:pt idx="93">
                  <c:v>4161.8918999999996</c:v>
                </c:pt>
                <c:pt idx="94">
                  <c:v>4163.1523999999999</c:v>
                </c:pt>
                <c:pt idx="95">
                  <c:v>4088.7136999999998</c:v>
                </c:pt>
                <c:pt idx="96">
                  <c:v>4037.4385000000002</c:v>
                </c:pt>
                <c:pt idx="97">
                  <c:v>3972.1278000000002</c:v>
                </c:pt>
                <c:pt idx="98">
                  <c:v>3762.5585000000001</c:v>
                </c:pt>
                <c:pt idx="99">
                  <c:v>3698.3031999999998</c:v>
                </c:pt>
                <c:pt idx="100">
                  <c:v>4315.3257000000003</c:v>
                </c:pt>
                <c:pt idx="101">
                  <c:v>4415.9151000000002</c:v>
                </c:pt>
                <c:pt idx="102">
                  <c:v>4253.3829999999998</c:v>
                </c:pt>
                <c:pt idx="103">
                  <c:v>4185.4691000000003</c:v>
                </c:pt>
                <c:pt idx="104">
                  <c:v>4125.3060999999998</c:v>
                </c:pt>
                <c:pt idx="105">
                  <c:v>3790.3636999999999</c:v>
                </c:pt>
                <c:pt idx="106">
                  <c:v>3652.4386</c:v>
                </c:pt>
                <c:pt idx="107">
                  <c:v>3369.6075000000001</c:v>
                </c:pt>
                <c:pt idx="108">
                  <c:v>4137.7037</c:v>
                </c:pt>
                <c:pt idx="109">
                  <c:v>4094.1333</c:v>
                </c:pt>
                <c:pt idx="110">
                  <c:v>4099.5369000000001</c:v>
                </c:pt>
                <c:pt idx="111">
                  <c:v>4062.4218000000001</c:v>
                </c:pt>
                <c:pt idx="112">
                  <c:v>3895.3661000000002</c:v>
                </c:pt>
                <c:pt idx="113">
                  <c:v>3629.7350000000001</c:v>
                </c:pt>
                <c:pt idx="114">
                  <c:v>4017.7593000000002</c:v>
                </c:pt>
                <c:pt idx="115">
                  <c:v>4144.2037</c:v>
                </c:pt>
                <c:pt idx="116">
                  <c:v>4102.2035999999998</c:v>
                </c:pt>
                <c:pt idx="117">
                  <c:v>4080.8890000000001</c:v>
                </c:pt>
                <c:pt idx="118">
                  <c:v>4062.0837999999999</c:v>
                </c:pt>
                <c:pt idx="119">
                  <c:v>3802.2665000000002</c:v>
                </c:pt>
                <c:pt idx="120">
                  <c:v>3485.6826000000001</c:v>
                </c:pt>
                <c:pt idx="121">
                  <c:v>3538.3872000000001</c:v>
                </c:pt>
                <c:pt idx="122">
                  <c:v>3833.2471999999998</c:v>
                </c:pt>
                <c:pt idx="123">
                  <c:v>3974.5742</c:v>
                </c:pt>
                <c:pt idx="124">
                  <c:v>3871.2559000000001</c:v>
                </c:pt>
                <c:pt idx="125">
                  <c:v>3909.1932000000002</c:v>
                </c:pt>
                <c:pt idx="126">
                  <c:v>3789.4431</c:v>
                </c:pt>
                <c:pt idx="127">
                  <c:v>3436.5911999999998</c:v>
                </c:pt>
                <c:pt idx="128">
                  <c:v>4056.3577</c:v>
                </c:pt>
                <c:pt idx="129">
                  <c:v>4001.7745</c:v>
                </c:pt>
                <c:pt idx="130">
                  <c:v>4066.2325999999998</c:v>
                </c:pt>
                <c:pt idx="131">
                  <c:v>4090.7864</c:v>
                </c:pt>
                <c:pt idx="132">
                  <c:v>4051.5990999999999</c:v>
                </c:pt>
                <c:pt idx="133">
                  <c:v>3773.9146000000001</c:v>
                </c:pt>
                <c:pt idx="134">
                  <c:v>3533.3339999999998</c:v>
                </c:pt>
                <c:pt idx="135">
                  <c:v>4143.3011999999999</c:v>
                </c:pt>
                <c:pt idx="136">
                  <c:v>3380.4607999999998</c:v>
                </c:pt>
                <c:pt idx="137">
                  <c:v>2777.8887</c:v>
                </c:pt>
                <c:pt idx="138">
                  <c:v>3300.1561999999999</c:v>
                </c:pt>
                <c:pt idx="139">
                  <c:v>3100.6898999999999</c:v>
                </c:pt>
                <c:pt idx="140">
                  <c:v>2587.7298999999998</c:v>
                </c:pt>
                <c:pt idx="141">
                  <c:v>2745.3552</c:v>
                </c:pt>
                <c:pt idx="142">
                  <c:v>3221.9803999999999</c:v>
                </c:pt>
                <c:pt idx="143">
                  <c:v>3101.5790000000002</c:v>
                </c:pt>
                <c:pt idx="144">
                  <c:v>3057.2330000000002</c:v>
                </c:pt>
                <c:pt idx="145">
                  <c:v>2976.3191999999999</c:v>
                </c:pt>
                <c:pt idx="146">
                  <c:v>3002.2240999999999</c:v>
                </c:pt>
                <c:pt idx="147">
                  <c:v>2835.9333000000001</c:v>
                </c:pt>
                <c:pt idx="148">
                  <c:v>2583.5279999999998</c:v>
                </c:pt>
                <c:pt idx="149">
                  <c:v>3132.6424000000002</c:v>
                </c:pt>
                <c:pt idx="150">
                  <c:v>2956.5396000000001</c:v>
                </c:pt>
                <c:pt idx="151">
                  <c:v>3032.0347000000002</c:v>
                </c:pt>
                <c:pt idx="152">
                  <c:v>2969.8447999999999</c:v>
                </c:pt>
                <c:pt idx="153">
                  <c:v>2978.5657000000001</c:v>
                </c:pt>
                <c:pt idx="154">
                  <c:v>2718.1595000000002</c:v>
                </c:pt>
                <c:pt idx="155">
                  <c:v>2450.2465999999999</c:v>
                </c:pt>
                <c:pt idx="156">
                  <c:v>2919.4261000000001</c:v>
                </c:pt>
                <c:pt idx="157">
                  <c:v>2895.2993999999999</c:v>
                </c:pt>
                <c:pt idx="158">
                  <c:v>2714.9791</c:v>
                </c:pt>
                <c:pt idx="159">
                  <c:v>2751.6080000000002</c:v>
                </c:pt>
                <c:pt idx="160">
                  <c:v>2366.6653000000001</c:v>
                </c:pt>
                <c:pt idx="161">
                  <c:v>2330.1601000000001</c:v>
                </c:pt>
                <c:pt idx="162">
                  <c:v>2730.5936000000002</c:v>
                </c:pt>
                <c:pt idx="163">
                  <c:v>3294.1282999999999</c:v>
                </c:pt>
                <c:pt idx="164">
                  <c:v>3286.556</c:v>
                </c:pt>
                <c:pt idx="165">
                  <c:v>3446.7514000000001</c:v>
                </c:pt>
                <c:pt idx="166">
                  <c:v>2610.5185000000001</c:v>
                </c:pt>
                <c:pt idx="167">
                  <c:v>3038.0353</c:v>
                </c:pt>
                <c:pt idx="168">
                  <c:v>2905.3326999999999</c:v>
                </c:pt>
                <c:pt idx="169">
                  <c:v>2762.1664000000001</c:v>
                </c:pt>
                <c:pt idx="170">
                  <c:v>3213.8980999999999</c:v>
                </c:pt>
                <c:pt idx="171">
                  <c:v>3106.3497000000002</c:v>
                </c:pt>
                <c:pt idx="172">
                  <c:v>3125.5430000000001</c:v>
                </c:pt>
                <c:pt idx="173">
                  <c:v>2960.7611999999999</c:v>
                </c:pt>
                <c:pt idx="174">
                  <c:v>3163.7541000000001</c:v>
                </c:pt>
                <c:pt idx="175">
                  <c:v>2838.8353000000002</c:v>
                </c:pt>
                <c:pt idx="176">
                  <c:v>2742.1597000000002</c:v>
                </c:pt>
                <c:pt idx="177">
                  <c:v>3161.5763999999999</c:v>
                </c:pt>
                <c:pt idx="178">
                  <c:v>3139.9731000000002</c:v>
                </c:pt>
                <c:pt idx="179">
                  <c:v>2960.6642999999999</c:v>
                </c:pt>
                <c:pt idx="180">
                  <c:v>2906.5012000000002</c:v>
                </c:pt>
                <c:pt idx="181">
                  <c:v>2997.6914000000002</c:v>
                </c:pt>
                <c:pt idx="182">
                  <c:v>2767.5961000000002</c:v>
                </c:pt>
                <c:pt idx="183">
                  <c:v>2644.0538000000001</c:v>
                </c:pt>
                <c:pt idx="184">
                  <c:v>3139.4578999999999</c:v>
                </c:pt>
                <c:pt idx="185">
                  <c:v>3193.4757</c:v>
                </c:pt>
                <c:pt idx="186">
                  <c:v>3239.6025</c:v>
                </c:pt>
                <c:pt idx="187">
                  <c:v>2853.2152000000001</c:v>
                </c:pt>
                <c:pt idx="188">
                  <c:v>3314.6386000000002</c:v>
                </c:pt>
                <c:pt idx="189">
                  <c:v>3002.5578</c:v>
                </c:pt>
                <c:pt idx="190">
                  <c:v>2884.6316999999999</c:v>
                </c:pt>
                <c:pt idx="191">
                  <c:v>3287.6293999999998</c:v>
                </c:pt>
                <c:pt idx="192">
                  <c:v>3279.0841</c:v>
                </c:pt>
                <c:pt idx="193">
                  <c:v>3402.9472000000001</c:v>
                </c:pt>
                <c:pt idx="194">
                  <c:v>3350.7725999999998</c:v>
                </c:pt>
                <c:pt idx="195">
                  <c:v>3163.2858000000001</c:v>
                </c:pt>
                <c:pt idx="196">
                  <c:v>2531.4677000000001</c:v>
                </c:pt>
                <c:pt idx="197">
                  <c:v>2757.9218000000001</c:v>
                </c:pt>
                <c:pt idx="198">
                  <c:v>3141.1993000000002</c:v>
                </c:pt>
                <c:pt idx="199">
                  <c:v>2875.7914000000001</c:v>
                </c:pt>
                <c:pt idx="200">
                  <c:v>3046.7899000000002</c:v>
                </c:pt>
                <c:pt idx="201">
                  <c:v>3003.9766</c:v>
                </c:pt>
                <c:pt idx="202">
                  <c:v>3237.6359000000002</c:v>
                </c:pt>
                <c:pt idx="203">
                  <c:v>2465.4488999999999</c:v>
                </c:pt>
                <c:pt idx="204">
                  <c:v>2758.8627999999999</c:v>
                </c:pt>
                <c:pt idx="205">
                  <c:v>3127.3751000000002</c:v>
                </c:pt>
                <c:pt idx="206">
                  <c:v>3051.9996999999998</c:v>
                </c:pt>
                <c:pt idx="207">
                  <c:v>3076.5302999999999</c:v>
                </c:pt>
                <c:pt idx="208">
                  <c:v>2812.6754999999998</c:v>
                </c:pt>
                <c:pt idx="209">
                  <c:v>5284.7318999999998</c:v>
                </c:pt>
                <c:pt idx="210">
                  <c:v>4992.9749000000002</c:v>
                </c:pt>
                <c:pt idx="211">
                  <c:v>4932.2004999999999</c:v>
                </c:pt>
                <c:pt idx="212">
                  <c:v>4094.7896000000001</c:v>
                </c:pt>
                <c:pt idx="213">
                  <c:v>3305.5291999999999</c:v>
                </c:pt>
                <c:pt idx="214">
                  <c:v>3424.3465000000001</c:v>
                </c:pt>
                <c:pt idx="215">
                  <c:v>3260.7973999999999</c:v>
                </c:pt>
                <c:pt idx="216">
                  <c:v>3301.7851000000001</c:v>
                </c:pt>
                <c:pt idx="217">
                  <c:v>3021.3463000000002</c:v>
                </c:pt>
                <c:pt idx="218">
                  <c:v>2866.6507999999999</c:v>
                </c:pt>
                <c:pt idx="219">
                  <c:v>3343.5942</c:v>
                </c:pt>
                <c:pt idx="220">
                  <c:v>3259.2350999999999</c:v>
                </c:pt>
                <c:pt idx="221">
                  <c:v>3329.13</c:v>
                </c:pt>
                <c:pt idx="222">
                  <c:v>3231.5918000000001</c:v>
                </c:pt>
                <c:pt idx="223">
                  <c:v>3077.9324000000001</c:v>
                </c:pt>
                <c:pt idx="224">
                  <c:v>3018.1107000000002</c:v>
                </c:pt>
                <c:pt idx="225">
                  <c:v>2514.1831000000002</c:v>
                </c:pt>
                <c:pt idx="226">
                  <c:v>3278.1653999999999</c:v>
                </c:pt>
                <c:pt idx="227">
                  <c:v>3206.8919000000001</c:v>
                </c:pt>
                <c:pt idx="228">
                  <c:v>2747.8856999999998</c:v>
                </c:pt>
                <c:pt idx="229">
                  <c:v>3047.9703</c:v>
                </c:pt>
                <c:pt idx="230">
                  <c:v>3098.7006999999999</c:v>
                </c:pt>
                <c:pt idx="231">
                  <c:v>2811.6333</c:v>
                </c:pt>
                <c:pt idx="232">
                  <c:v>2654.0410999999999</c:v>
                </c:pt>
                <c:pt idx="233">
                  <c:v>3222.8029000000001</c:v>
                </c:pt>
                <c:pt idx="234">
                  <c:v>3230.8442</c:v>
                </c:pt>
                <c:pt idx="235">
                  <c:v>3303.1338999999998</c:v>
                </c:pt>
                <c:pt idx="236">
                  <c:v>3124.7024000000001</c:v>
                </c:pt>
                <c:pt idx="237">
                  <c:v>3148.9175</c:v>
                </c:pt>
                <c:pt idx="238">
                  <c:v>2896.7350999999999</c:v>
                </c:pt>
                <c:pt idx="239">
                  <c:v>2783.9402</c:v>
                </c:pt>
                <c:pt idx="240">
                  <c:v>3227.9953</c:v>
                </c:pt>
                <c:pt idx="241">
                  <c:v>3056.7597999999998</c:v>
                </c:pt>
                <c:pt idx="242">
                  <c:v>3027.0783999999999</c:v>
                </c:pt>
                <c:pt idx="243">
                  <c:v>2962.3528999999999</c:v>
                </c:pt>
                <c:pt idx="244">
                  <c:v>3060.4947000000002</c:v>
                </c:pt>
                <c:pt idx="245">
                  <c:v>2810.8114</c:v>
                </c:pt>
                <c:pt idx="246">
                  <c:v>2688.1284000000001</c:v>
                </c:pt>
                <c:pt idx="247">
                  <c:v>3228.8413999999998</c:v>
                </c:pt>
                <c:pt idx="248">
                  <c:v>3311.4719</c:v>
                </c:pt>
                <c:pt idx="249">
                  <c:v>3348.2354</c:v>
                </c:pt>
                <c:pt idx="250">
                  <c:v>3317.3818999999999</c:v>
                </c:pt>
                <c:pt idx="251">
                  <c:v>3372.4133000000002</c:v>
                </c:pt>
                <c:pt idx="252">
                  <c:v>3204.2157000000002</c:v>
                </c:pt>
                <c:pt idx="253">
                  <c:v>3097.8263000000002</c:v>
                </c:pt>
                <c:pt idx="254">
                  <c:v>2769.8393999999998</c:v>
                </c:pt>
                <c:pt idx="255">
                  <c:v>3506.0291000000002</c:v>
                </c:pt>
                <c:pt idx="256">
                  <c:v>3478.8631</c:v>
                </c:pt>
                <c:pt idx="257">
                  <c:v>3366.0171</c:v>
                </c:pt>
                <c:pt idx="258">
                  <c:v>3350.9402</c:v>
                </c:pt>
                <c:pt idx="259">
                  <c:v>3165.0623999999998</c:v>
                </c:pt>
                <c:pt idx="260">
                  <c:v>2957.3166000000001</c:v>
                </c:pt>
                <c:pt idx="261">
                  <c:v>3380.6628000000001</c:v>
                </c:pt>
                <c:pt idx="262">
                  <c:v>3421.0218</c:v>
                </c:pt>
                <c:pt idx="263">
                  <c:v>3540.0021000000002</c:v>
                </c:pt>
                <c:pt idx="264">
                  <c:v>3419.4333999999999</c:v>
                </c:pt>
                <c:pt idx="265">
                  <c:v>3435.8588</c:v>
                </c:pt>
                <c:pt idx="266">
                  <c:v>3135.1754999999998</c:v>
                </c:pt>
                <c:pt idx="267">
                  <c:v>2989.9185000000002</c:v>
                </c:pt>
                <c:pt idx="268">
                  <c:v>3530.7004000000002</c:v>
                </c:pt>
                <c:pt idx="269">
                  <c:v>3680.6122</c:v>
                </c:pt>
                <c:pt idx="270">
                  <c:v>3369.1641</c:v>
                </c:pt>
                <c:pt idx="271">
                  <c:v>3467.777</c:v>
                </c:pt>
                <c:pt idx="272">
                  <c:v>3491.8525</c:v>
                </c:pt>
                <c:pt idx="273">
                  <c:v>3185.9630000000002</c:v>
                </c:pt>
                <c:pt idx="274">
                  <c:v>3142.6167999999998</c:v>
                </c:pt>
                <c:pt idx="275">
                  <c:v>3593.306</c:v>
                </c:pt>
                <c:pt idx="276">
                  <c:v>3539.5435000000002</c:v>
                </c:pt>
                <c:pt idx="277">
                  <c:v>3442.1061</c:v>
                </c:pt>
                <c:pt idx="278">
                  <c:v>3676.8789000000002</c:v>
                </c:pt>
                <c:pt idx="279">
                  <c:v>3589.163</c:v>
                </c:pt>
                <c:pt idx="280">
                  <c:v>3232.3973999999998</c:v>
                </c:pt>
                <c:pt idx="281">
                  <c:v>3180.8263000000002</c:v>
                </c:pt>
                <c:pt idx="282">
                  <c:v>3640.4996999999998</c:v>
                </c:pt>
                <c:pt idx="283">
                  <c:v>3737.3024</c:v>
                </c:pt>
                <c:pt idx="284">
                  <c:v>3269.3362999999999</c:v>
                </c:pt>
                <c:pt idx="285">
                  <c:v>3574.7741999999998</c:v>
                </c:pt>
                <c:pt idx="286">
                  <c:v>3095.6633999999999</c:v>
                </c:pt>
                <c:pt idx="287">
                  <c:v>3140.5972000000002</c:v>
                </c:pt>
                <c:pt idx="288">
                  <c:v>3058.0423999999998</c:v>
                </c:pt>
                <c:pt idx="289">
                  <c:v>3528.1689999999999</c:v>
                </c:pt>
                <c:pt idx="290">
                  <c:v>3653.7781</c:v>
                </c:pt>
                <c:pt idx="291">
                  <c:v>3744.5729999999999</c:v>
                </c:pt>
                <c:pt idx="292">
                  <c:v>3674.2667999999999</c:v>
                </c:pt>
                <c:pt idx="293">
                  <c:v>3852.4279999999999</c:v>
                </c:pt>
                <c:pt idx="294">
                  <c:v>3773.6428999999998</c:v>
                </c:pt>
                <c:pt idx="295">
                  <c:v>3590.8182000000002</c:v>
                </c:pt>
                <c:pt idx="296">
                  <c:v>2852.4225000000001</c:v>
                </c:pt>
                <c:pt idx="297">
                  <c:v>2736.6068</c:v>
                </c:pt>
                <c:pt idx="298">
                  <c:v>2849.5954000000002</c:v>
                </c:pt>
                <c:pt idx="299">
                  <c:v>2999.0082000000002</c:v>
                </c:pt>
                <c:pt idx="300">
                  <c:v>3200.8771999999999</c:v>
                </c:pt>
                <c:pt idx="301">
                  <c:v>3152.5108</c:v>
                </c:pt>
                <c:pt idx="302">
                  <c:v>3117.4917</c:v>
                </c:pt>
                <c:pt idx="303">
                  <c:v>3425.2267999999999</c:v>
                </c:pt>
                <c:pt idx="304">
                  <c:v>3436.8771999999999</c:v>
                </c:pt>
                <c:pt idx="305">
                  <c:v>3366.0403999999999</c:v>
                </c:pt>
                <c:pt idx="306">
                  <c:v>3321.5962</c:v>
                </c:pt>
                <c:pt idx="307">
                  <c:v>3442.7519000000002</c:v>
                </c:pt>
                <c:pt idx="308">
                  <c:v>3138.0540999999998</c:v>
                </c:pt>
                <c:pt idx="309">
                  <c:v>3019.1949</c:v>
                </c:pt>
                <c:pt idx="310">
                  <c:v>3420.8067999999998</c:v>
                </c:pt>
                <c:pt idx="311">
                  <c:v>3389.2566999999999</c:v>
                </c:pt>
                <c:pt idx="312">
                  <c:v>3408.0129000000002</c:v>
                </c:pt>
                <c:pt idx="313">
                  <c:v>3494.6669999999999</c:v>
                </c:pt>
                <c:pt idx="314">
                  <c:v>2700.6516000000001</c:v>
                </c:pt>
                <c:pt idx="315">
                  <c:v>3003.8607000000002</c:v>
                </c:pt>
                <c:pt idx="316">
                  <c:v>2983.2498999999998</c:v>
                </c:pt>
                <c:pt idx="317">
                  <c:v>3389.6118999999999</c:v>
                </c:pt>
                <c:pt idx="318">
                  <c:v>3255.6120000000001</c:v>
                </c:pt>
                <c:pt idx="319">
                  <c:v>3287.4317999999998</c:v>
                </c:pt>
                <c:pt idx="320">
                  <c:v>3166.3489</c:v>
                </c:pt>
                <c:pt idx="321">
                  <c:v>3247.7388999999998</c:v>
                </c:pt>
                <c:pt idx="322">
                  <c:v>3062.7844</c:v>
                </c:pt>
                <c:pt idx="323">
                  <c:v>2765.7480999999998</c:v>
                </c:pt>
                <c:pt idx="324">
                  <c:v>3179.9319</c:v>
                </c:pt>
                <c:pt idx="325">
                  <c:v>3233.2402999999999</c:v>
                </c:pt>
                <c:pt idx="326">
                  <c:v>3278.8618999999999</c:v>
                </c:pt>
                <c:pt idx="327">
                  <c:v>3237.4773</c:v>
                </c:pt>
                <c:pt idx="328">
                  <c:v>3238.3521999999998</c:v>
                </c:pt>
                <c:pt idx="329">
                  <c:v>3045.3119000000002</c:v>
                </c:pt>
                <c:pt idx="330">
                  <c:v>2794.2813000000001</c:v>
                </c:pt>
                <c:pt idx="331">
                  <c:v>3347.1578</c:v>
                </c:pt>
                <c:pt idx="332">
                  <c:v>3289.8056999999999</c:v>
                </c:pt>
                <c:pt idx="333">
                  <c:v>3436.1041</c:v>
                </c:pt>
                <c:pt idx="334">
                  <c:v>3383.0608999999999</c:v>
                </c:pt>
                <c:pt idx="335">
                  <c:v>3360.9911000000002</c:v>
                </c:pt>
                <c:pt idx="336">
                  <c:v>3238.3782000000001</c:v>
                </c:pt>
                <c:pt idx="337">
                  <c:v>2999.4942000000001</c:v>
                </c:pt>
                <c:pt idx="338">
                  <c:v>3469.2438000000002</c:v>
                </c:pt>
                <c:pt idx="339">
                  <c:v>3491.5805999999998</c:v>
                </c:pt>
                <c:pt idx="340">
                  <c:v>3535.3409000000001</c:v>
                </c:pt>
                <c:pt idx="341">
                  <c:v>3265.8270000000002</c:v>
                </c:pt>
                <c:pt idx="342">
                  <c:v>3621.5059999999999</c:v>
                </c:pt>
                <c:pt idx="343">
                  <c:v>2677.2449000000001</c:v>
                </c:pt>
                <c:pt idx="344">
                  <c:v>2895.8562000000002</c:v>
                </c:pt>
                <c:pt idx="345">
                  <c:v>3567.2696999999998</c:v>
                </c:pt>
                <c:pt idx="346">
                  <c:v>3536.7901000000002</c:v>
                </c:pt>
                <c:pt idx="347">
                  <c:v>3505.7166999999999</c:v>
                </c:pt>
                <c:pt idx="348">
                  <c:v>3454.2276999999999</c:v>
                </c:pt>
                <c:pt idx="349">
                  <c:v>3393.5987</c:v>
                </c:pt>
                <c:pt idx="350">
                  <c:v>3113.5844000000002</c:v>
                </c:pt>
                <c:pt idx="351">
                  <c:v>2933.2411000000002</c:v>
                </c:pt>
                <c:pt idx="352">
                  <c:v>3408.7797999999998</c:v>
                </c:pt>
                <c:pt idx="353">
                  <c:v>3357.125</c:v>
                </c:pt>
                <c:pt idx="354">
                  <c:v>3441.6923999999999</c:v>
                </c:pt>
                <c:pt idx="355">
                  <c:v>3196.1678000000002</c:v>
                </c:pt>
                <c:pt idx="356">
                  <c:v>3187.1792</c:v>
                </c:pt>
                <c:pt idx="357">
                  <c:v>3042.3604999999998</c:v>
                </c:pt>
                <c:pt idx="358">
                  <c:v>2975.8447000000001</c:v>
                </c:pt>
                <c:pt idx="359">
                  <c:v>3338.0924</c:v>
                </c:pt>
                <c:pt idx="360">
                  <c:v>3293.8171000000002</c:v>
                </c:pt>
                <c:pt idx="361">
                  <c:v>3306.4404</c:v>
                </c:pt>
                <c:pt idx="362">
                  <c:v>3286.1815000000001</c:v>
                </c:pt>
                <c:pt idx="363">
                  <c:v>3437.0796999999998</c:v>
                </c:pt>
                <c:pt idx="364">
                  <c:v>3511.9677999999999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89-47A3-A4E7-6312376CF1A5}"/>
            </c:ext>
          </c:extLst>
        </c:ser>
        <c:ser>
          <c:idx val="4"/>
          <c:order val="4"/>
          <c:tx>
            <c:strRef>
              <c:f>'3G Voice'!$F$1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Voice'!$F$2:$F$366</c:f>
              <c:numCache>
                <c:formatCode>General</c:formatCode>
                <c:ptCount val="365"/>
                <c:pt idx="0">
                  <c:v>8001.5942999999997</c:v>
                </c:pt>
                <c:pt idx="1">
                  <c:v>7750.8060999999998</c:v>
                </c:pt>
                <c:pt idx="2">
                  <c:v>8732.6276999999991</c:v>
                </c:pt>
                <c:pt idx="3">
                  <c:v>8094.1950999999999</c:v>
                </c:pt>
                <c:pt idx="4">
                  <c:v>8948.4513999999999</c:v>
                </c:pt>
                <c:pt idx="5">
                  <c:v>8740.9773999999998</c:v>
                </c:pt>
                <c:pt idx="6">
                  <c:v>8621.1782000000003</c:v>
                </c:pt>
                <c:pt idx="7">
                  <c:v>8361.0869000000002</c:v>
                </c:pt>
                <c:pt idx="8">
                  <c:v>8268.9951000000001</c:v>
                </c:pt>
                <c:pt idx="9">
                  <c:v>9227.6594999999998</c:v>
                </c:pt>
                <c:pt idx="10">
                  <c:v>8950.2441999999992</c:v>
                </c:pt>
                <c:pt idx="11">
                  <c:v>8849.8286000000007</c:v>
                </c:pt>
                <c:pt idx="12">
                  <c:v>9014.2201999999997</c:v>
                </c:pt>
                <c:pt idx="13">
                  <c:v>8879.0470000000005</c:v>
                </c:pt>
                <c:pt idx="14">
                  <c:v>8426.2129999999997</c:v>
                </c:pt>
                <c:pt idx="15">
                  <c:v>8225.3484000000008</c:v>
                </c:pt>
                <c:pt idx="16">
                  <c:v>8933.7720000000008</c:v>
                </c:pt>
                <c:pt idx="17">
                  <c:v>8875.0562000000009</c:v>
                </c:pt>
                <c:pt idx="18">
                  <c:v>9165.3809000000001</c:v>
                </c:pt>
                <c:pt idx="19">
                  <c:v>7409.366</c:v>
                </c:pt>
                <c:pt idx="20">
                  <c:v>10092.0465</c:v>
                </c:pt>
                <c:pt idx="21">
                  <c:v>8836.4631000000008</c:v>
                </c:pt>
                <c:pt idx="22">
                  <c:v>8566.2078000000001</c:v>
                </c:pt>
                <c:pt idx="23">
                  <c:v>9254.2311000000009</c:v>
                </c:pt>
                <c:pt idx="24">
                  <c:v>9229.2443999999996</c:v>
                </c:pt>
                <c:pt idx="25">
                  <c:v>8979.5971000000009</c:v>
                </c:pt>
                <c:pt idx="26">
                  <c:v>8990.0948000000008</c:v>
                </c:pt>
                <c:pt idx="27">
                  <c:v>9151.5396000000001</c:v>
                </c:pt>
                <c:pt idx="28">
                  <c:v>8310.3677000000007</c:v>
                </c:pt>
                <c:pt idx="29">
                  <c:v>8153.0910000000003</c:v>
                </c:pt>
                <c:pt idx="30">
                  <c:v>8603.8181999999997</c:v>
                </c:pt>
                <c:pt idx="31">
                  <c:v>8600.5254999999997</c:v>
                </c:pt>
                <c:pt idx="32">
                  <c:v>8775.3343000000004</c:v>
                </c:pt>
                <c:pt idx="33">
                  <c:v>8770.2672000000002</c:v>
                </c:pt>
                <c:pt idx="34">
                  <c:v>8820.3353000000006</c:v>
                </c:pt>
                <c:pt idx="35">
                  <c:v>8124.8216000000002</c:v>
                </c:pt>
                <c:pt idx="36">
                  <c:v>7994.8401999999996</c:v>
                </c:pt>
                <c:pt idx="37">
                  <c:v>8686.7556000000004</c:v>
                </c:pt>
                <c:pt idx="38">
                  <c:v>8846.3508999999995</c:v>
                </c:pt>
                <c:pt idx="39">
                  <c:v>8818.9050999999999</c:v>
                </c:pt>
                <c:pt idx="40">
                  <c:v>8880.5295000000006</c:v>
                </c:pt>
                <c:pt idx="41">
                  <c:v>8510.8060000000005</c:v>
                </c:pt>
                <c:pt idx="42">
                  <c:v>8339.7142000000003</c:v>
                </c:pt>
                <c:pt idx="43">
                  <c:v>8093.6792999999998</c:v>
                </c:pt>
                <c:pt idx="44">
                  <c:v>8936.8647999999994</c:v>
                </c:pt>
                <c:pt idx="45">
                  <c:v>9063.8646000000008</c:v>
                </c:pt>
                <c:pt idx="46">
                  <c:v>8914.3701999999994</c:v>
                </c:pt>
                <c:pt idx="47">
                  <c:v>8904.6756000000005</c:v>
                </c:pt>
                <c:pt idx="48">
                  <c:v>7216.3505999999998</c:v>
                </c:pt>
                <c:pt idx="49">
                  <c:v>8459.7479999999996</c:v>
                </c:pt>
                <c:pt idx="50">
                  <c:v>8639.0748999999996</c:v>
                </c:pt>
                <c:pt idx="51">
                  <c:v>9046.3628000000008</c:v>
                </c:pt>
                <c:pt idx="52">
                  <c:v>8945.4315999999999</c:v>
                </c:pt>
                <c:pt idx="53">
                  <c:v>8688.9650000000001</c:v>
                </c:pt>
                <c:pt idx="54">
                  <c:v>8904.5779999999995</c:v>
                </c:pt>
                <c:pt idx="55">
                  <c:v>8861.3924999999999</c:v>
                </c:pt>
                <c:pt idx="56">
                  <c:v>8348.2168000000001</c:v>
                </c:pt>
                <c:pt idx="57">
                  <c:v>8284.3934000000008</c:v>
                </c:pt>
                <c:pt idx="58">
                  <c:v>8909.4277999999995</c:v>
                </c:pt>
                <c:pt idx="59">
                  <c:v>8821.4632000000001</c:v>
                </c:pt>
                <c:pt idx="60">
                  <c:v>9042.2155999999995</c:v>
                </c:pt>
                <c:pt idx="61">
                  <c:v>8811.16</c:v>
                </c:pt>
                <c:pt idx="62">
                  <c:v>9071.4981000000007</c:v>
                </c:pt>
                <c:pt idx="63">
                  <c:v>8289.2044000000005</c:v>
                </c:pt>
                <c:pt idx="64">
                  <c:v>8382.6931999999997</c:v>
                </c:pt>
                <c:pt idx="65">
                  <c:v>9066.5560000000005</c:v>
                </c:pt>
                <c:pt idx="66">
                  <c:v>9117.4189999999999</c:v>
                </c:pt>
                <c:pt idx="67">
                  <c:v>8934.8457999999991</c:v>
                </c:pt>
                <c:pt idx="68">
                  <c:v>8864.4742999999999</c:v>
                </c:pt>
                <c:pt idx="69">
                  <c:v>8762.1969000000008</c:v>
                </c:pt>
                <c:pt idx="70">
                  <c:v>8447.09</c:v>
                </c:pt>
                <c:pt idx="71">
                  <c:v>8261.4829000000009</c:v>
                </c:pt>
                <c:pt idx="72">
                  <c:v>8947.2455000000009</c:v>
                </c:pt>
                <c:pt idx="73">
                  <c:v>8843.1764999999996</c:v>
                </c:pt>
                <c:pt idx="74">
                  <c:v>8787.7764999999999</c:v>
                </c:pt>
                <c:pt idx="75">
                  <c:v>9476.5504000000001</c:v>
                </c:pt>
                <c:pt idx="76">
                  <c:v>8368.6383999999998</c:v>
                </c:pt>
                <c:pt idx="77">
                  <c:v>8499.5059000000001</c:v>
                </c:pt>
                <c:pt idx="78">
                  <c:v>7573.8207000000002</c:v>
                </c:pt>
                <c:pt idx="79">
                  <c:v>8868.4516999999996</c:v>
                </c:pt>
                <c:pt idx="80">
                  <c:v>8995.7695999999996</c:v>
                </c:pt>
                <c:pt idx="81">
                  <c:v>9210.0725000000002</c:v>
                </c:pt>
                <c:pt idx="82">
                  <c:v>9112.9773000000005</c:v>
                </c:pt>
                <c:pt idx="83">
                  <c:v>9100.9969999999994</c:v>
                </c:pt>
                <c:pt idx="84">
                  <c:v>8686.5738999999994</c:v>
                </c:pt>
                <c:pt idx="85">
                  <c:v>8405.7497000000003</c:v>
                </c:pt>
                <c:pt idx="86">
                  <c:v>9315.1412</c:v>
                </c:pt>
                <c:pt idx="87">
                  <c:v>8934.0364000000009</c:v>
                </c:pt>
                <c:pt idx="88">
                  <c:v>8749.7801999999992</c:v>
                </c:pt>
                <c:pt idx="89">
                  <c:v>8733.0252999999993</c:v>
                </c:pt>
                <c:pt idx="90">
                  <c:v>8647.7657999999992</c:v>
                </c:pt>
                <c:pt idx="91">
                  <c:v>8070.5101999999997</c:v>
                </c:pt>
                <c:pt idx="92">
                  <c:v>7996.6409000000003</c:v>
                </c:pt>
                <c:pt idx="93">
                  <c:v>8790.9289000000008</c:v>
                </c:pt>
                <c:pt idx="94">
                  <c:v>8898.6766000000007</c:v>
                </c:pt>
                <c:pt idx="95">
                  <c:v>8795.2037999999993</c:v>
                </c:pt>
                <c:pt idx="96">
                  <c:v>8681.0277000000006</c:v>
                </c:pt>
                <c:pt idx="97">
                  <c:v>8514.7294999999995</c:v>
                </c:pt>
                <c:pt idx="98">
                  <c:v>8157.3888999999999</c:v>
                </c:pt>
                <c:pt idx="99">
                  <c:v>8236.6710000000003</c:v>
                </c:pt>
                <c:pt idx="100">
                  <c:v>8956.3916000000008</c:v>
                </c:pt>
                <c:pt idx="101">
                  <c:v>9328.3055999999997</c:v>
                </c:pt>
                <c:pt idx="102">
                  <c:v>9002.0246999999999</c:v>
                </c:pt>
                <c:pt idx="103">
                  <c:v>8930.4721000000009</c:v>
                </c:pt>
                <c:pt idx="104">
                  <c:v>8725.3891999999996</c:v>
                </c:pt>
                <c:pt idx="105">
                  <c:v>8227.7590999999993</c:v>
                </c:pt>
                <c:pt idx="106">
                  <c:v>8044.8679000000002</c:v>
                </c:pt>
                <c:pt idx="107">
                  <c:v>7396.6436000000003</c:v>
                </c:pt>
                <c:pt idx="108">
                  <c:v>9206.9673000000003</c:v>
                </c:pt>
                <c:pt idx="109">
                  <c:v>9182.9768999999997</c:v>
                </c:pt>
                <c:pt idx="110">
                  <c:v>9206.3719999999994</c:v>
                </c:pt>
                <c:pt idx="111">
                  <c:v>9111.6424999999999</c:v>
                </c:pt>
                <c:pt idx="112">
                  <c:v>8674.0656999999992</c:v>
                </c:pt>
                <c:pt idx="113">
                  <c:v>8308.2723000000005</c:v>
                </c:pt>
                <c:pt idx="114">
                  <c:v>8686.5311000000002</c:v>
                </c:pt>
                <c:pt idx="115">
                  <c:v>9034.2314999999999</c:v>
                </c:pt>
                <c:pt idx="116">
                  <c:v>9204.2991999999995</c:v>
                </c:pt>
                <c:pt idx="117">
                  <c:v>8883.5645000000004</c:v>
                </c:pt>
                <c:pt idx="118">
                  <c:v>8509.6705999999995</c:v>
                </c:pt>
                <c:pt idx="119">
                  <c:v>7931.9893000000002</c:v>
                </c:pt>
                <c:pt idx="120">
                  <c:v>7761.4624999999996</c:v>
                </c:pt>
                <c:pt idx="121">
                  <c:v>8038.7681000000002</c:v>
                </c:pt>
                <c:pt idx="122">
                  <c:v>8669.4477000000006</c:v>
                </c:pt>
                <c:pt idx="123">
                  <c:v>8748.6988999999994</c:v>
                </c:pt>
                <c:pt idx="124">
                  <c:v>8467.1429000000007</c:v>
                </c:pt>
                <c:pt idx="125">
                  <c:v>7418.9269999999997</c:v>
                </c:pt>
                <c:pt idx="126">
                  <c:v>8069.7192999999997</c:v>
                </c:pt>
                <c:pt idx="127">
                  <c:v>8051.1280999999999</c:v>
                </c:pt>
                <c:pt idx="128">
                  <c:v>7942.6117000000004</c:v>
                </c:pt>
                <c:pt idx="129">
                  <c:v>9090.5102999999999</c:v>
                </c:pt>
                <c:pt idx="130">
                  <c:v>7990.8252000000002</c:v>
                </c:pt>
                <c:pt idx="131">
                  <c:v>9149.5544000000009</c:v>
                </c:pt>
                <c:pt idx="132">
                  <c:v>9298.2489999999998</c:v>
                </c:pt>
                <c:pt idx="133">
                  <c:v>8545.2248999999993</c:v>
                </c:pt>
                <c:pt idx="134">
                  <c:v>7452.4061000000002</c:v>
                </c:pt>
                <c:pt idx="135">
                  <c:v>9060.7451000000001</c:v>
                </c:pt>
                <c:pt idx="136">
                  <c:v>9259.5578000000005</c:v>
                </c:pt>
                <c:pt idx="137">
                  <c:v>7695.7107999999998</c:v>
                </c:pt>
                <c:pt idx="138">
                  <c:v>352.69600000000003</c:v>
                </c:pt>
                <c:pt idx="139">
                  <c:v>7717.2511999999997</c:v>
                </c:pt>
                <c:pt idx="140">
                  <c:v>8208.8665999999994</c:v>
                </c:pt>
                <c:pt idx="141">
                  <c:v>8024.4853999999996</c:v>
                </c:pt>
                <c:pt idx="142">
                  <c:v>8818.3430000000008</c:v>
                </c:pt>
                <c:pt idx="143">
                  <c:v>8633.3678999999993</c:v>
                </c:pt>
                <c:pt idx="144">
                  <c:v>8752.0395000000008</c:v>
                </c:pt>
                <c:pt idx="145">
                  <c:v>8730.0025000000005</c:v>
                </c:pt>
                <c:pt idx="146">
                  <c:v>8231.1448999999993</c:v>
                </c:pt>
                <c:pt idx="147">
                  <c:v>8189.4915000000001</c:v>
                </c:pt>
                <c:pt idx="148">
                  <c:v>7771.4209000000001</c:v>
                </c:pt>
                <c:pt idx="149">
                  <c:v>8358.1062999999995</c:v>
                </c:pt>
                <c:pt idx="150">
                  <c:v>8347.3585999999996</c:v>
                </c:pt>
                <c:pt idx="151">
                  <c:v>8419.0944999999992</c:v>
                </c:pt>
                <c:pt idx="152">
                  <c:v>8482.7829999999994</c:v>
                </c:pt>
                <c:pt idx="153">
                  <c:v>8203.9169000000002</c:v>
                </c:pt>
                <c:pt idx="154">
                  <c:v>8242.4174999999996</c:v>
                </c:pt>
                <c:pt idx="155">
                  <c:v>7782.1091999999999</c:v>
                </c:pt>
                <c:pt idx="156">
                  <c:v>8415.3325000000004</c:v>
                </c:pt>
                <c:pt idx="157">
                  <c:v>8557.5149999999994</c:v>
                </c:pt>
                <c:pt idx="158">
                  <c:v>8695.6280999999999</c:v>
                </c:pt>
                <c:pt idx="159">
                  <c:v>8958.8083000000006</c:v>
                </c:pt>
                <c:pt idx="160">
                  <c:v>9910.6779999999999</c:v>
                </c:pt>
                <c:pt idx="161">
                  <c:v>8026.7106999999996</c:v>
                </c:pt>
                <c:pt idx="162">
                  <c:v>8340.7945999999993</c:v>
                </c:pt>
                <c:pt idx="163">
                  <c:v>8957.65</c:v>
                </c:pt>
                <c:pt idx="164">
                  <c:v>9184.9369000000006</c:v>
                </c:pt>
                <c:pt idx="165">
                  <c:v>8984.3122999999996</c:v>
                </c:pt>
                <c:pt idx="166">
                  <c:v>7084.7984999999999</c:v>
                </c:pt>
                <c:pt idx="167">
                  <c:v>8342.4627999999993</c:v>
                </c:pt>
                <c:pt idx="168">
                  <c:v>8012.2610999999997</c:v>
                </c:pt>
                <c:pt idx="169">
                  <c:v>7758.2529000000004</c:v>
                </c:pt>
                <c:pt idx="170">
                  <c:v>8698.9161999999997</c:v>
                </c:pt>
                <c:pt idx="171">
                  <c:v>8593.4617999999991</c:v>
                </c:pt>
                <c:pt idx="172">
                  <c:v>8028.5358999999999</c:v>
                </c:pt>
                <c:pt idx="173">
                  <c:v>8564.6414999999997</c:v>
                </c:pt>
                <c:pt idx="174">
                  <c:v>8672.0877999999993</c:v>
                </c:pt>
                <c:pt idx="175">
                  <c:v>8332.1450000000004</c:v>
                </c:pt>
                <c:pt idx="176">
                  <c:v>8427.3379000000004</c:v>
                </c:pt>
                <c:pt idx="177">
                  <c:v>8739.3525000000009</c:v>
                </c:pt>
                <c:pt idx="178">
                  <c:v>8887.3750999999993</c:v>
                </c:pt>
                <c:pt idx="179">
                  <c:v>8734.4706000000006</c:v>
                </c:pt>
                <c:pt idx="180">
                  <c:v>8815.9019000000008</c:v>
                </c:pt>
                <c:pt idx="181">
                  <c:v>8894.2433000000001</c:v>
                </c:pt>
                <c:pt idx="182">
                  <c:v>8332.4662000000008</c:v>
                </c:pt>
                <c:pt idx="183">
                  <c:v>8030.3888999999999</c:v>
                </c:pt>
                <c:pt idx="184">
                  <c:v>8906.8209999999999</c:v>
                </c:pt>
                <c:pt idx="185">
                  <c:v>8770.5676000000003</c:v>
                </c:pt>
                <c:pt idx="186">
                  <c:v>8736.7167000000009</c:v>
                </c:pt>
                <c:pt idx="187">
                  <c:v>7756.9530000000004</c:v>
                </c:pt>
                <c:pt idx="188">
                  <c:v>8662.3475999999991</c:v>
                </c:pt>
                <c:pt idx="189">
                  <c:v>8228.0517</c:v>
                </c:pt>
                <c:pt idx="190">
                  <c:v>8060.4183999999996</c:v>
                </c:pt>
                <c:pt idx="191">
                  <c:v>8647.3184999999994</c:v>
                </c:pt>
                <c:pt idx="192">
                  <c:v>8783.8742999999995</c:v>
                </c:pt>
                <c:pt idx="193">
                  <c:v>9069.1733999999997</c:v>
                </c:pt>
                <c:pt idx="194">
                  <c:v>9873.3562000000002</c:v>
                </c:pt>
                <c:pt idx="195">
                  <c:v>8767.3241999999991</c:v>
                </c:pt>
                <c:pt idx="196">
                  <c:v>7245.8887000000004</c:v>
                </c:pt>
                <c:pt idx="197">
                  <c:v>8408.4259000000002</c:v>
                </c:pt>
                <c:pt idx="198">
                  <c:v>8725.7824000000001</c:v>
                </c:pt>
                <c:pt idx="199">
                  <c:v>8774.4393999999993</c:v>
                </c:pt>
                <c:pt idx="200">
                  <c:v>8582.3991999999998</c:v>
                </c:pt>
                <c:pt idx="201">
                  <c:v>8453.3744999999999</c:v>
                </c:pt>
                <c:pt idx="202">
                  <c:v>8548.1394999999993</c:v>
                </c:pt>
                <c:pt idx="203">
                  <c:v>7259.0663999999997</c:v>
                </c:pt>
                <c:pt idx="204">
                  <c:v>8246.5272999999997</c:v>
                </c:pt>
                <c:pt idx="205">
                  <c:v>8910.5715999999993</c:v>
                </c:pt>
                <c:pt idx="206">
                  <c:v>8980.4745000000003</c:v>
                </c:pt>
                <c:pt idx="207">
                  <c:v>8864.5012000000006</c:v>
                </c:pt>
                <c:pt idx="208">
                  <c:v>8160.1397999999999</c:v>
                </c:pt>
                <c:pt idx="209">
                  <c:v>8653.0452000000005</c:v>
                </c:pt>
                <c:pt idx="210">
                  <c:v>8391.3438000000006</c:v>
                </c:pt>
                <c:pt idx="211">
                  <c:v>8230.0918000000001</c:v>
                </c:pt>
                <c:pt idx="212">
                  <c:v>8748.1334000000006</c:v>
                </c:pt>
                <c:pt idx="213">
                  <c:v>8884.3199000000004</c:v>
                </c:pt>
                <c:pt idx="214">
                  <c:v>8993.1851000000006</c:v>
                </c:pt>
                <c:pt idx="215">
                  <c:v>8875.0097000000005</c:v>
                </c:pt>
                <c:pt idx="216">
                  <c:v>9029.2288000000008</c:v>
                </c:pt>
                <c:pt idx="217">
                  <c:v>8470.6273999999994</c:v>
                </c:pt>
                <c:pt idx="218">
                  <c:v>8529.6072000000004</c:v>
                </c:pt>
                <c:pt idx="219">
                  <c:v>9075.2724999999991</c:v>
                </c:pt>
                <c:pt idx="220">
                  <c:v>9052.7050999999992</c:v>
                </c:pt>
                <c:pt idx="221">
                  <c:v>9354.8320000000003</c:v>
                </c:pt>
                <c:pt idx="222">
                  <c:v>7864.4606999999996</c:v>
                </c:pt>
                <c:pt idx="223">
                  <c:v>9115.1221999999998</c:v>
                </c:pt>
                <c:pt idx="224">
                  <c:v>8912.7054000000007</c:v>
                </c:pt>
                <c:pt idx="225">
                  <c:v>7504.0384999999997</c:v>
                </c:pt>
                <c:pt idx="226">
                  <c:v>9047.2934000000005</c:v>
                </c:pt>
                <c:pt idx="227">
                  <c:v>8978.6561999999994</c:v>
                </c:pt>
                <c:pt idx="228">
                  <c:v>7992.3207000000002</c:v>
                </c:pt>
                <c:pt idx="229">
                  <c:v>8815.0655999999999</c:v>
                </c:pt>
                <c:pt idx="230">
                  <c:v>8774.1802000000007</c:v>
                </c:pt>
                <c:pt idx="231">
                  <c:v>8309.5184000000008</c:v>
                </c:pt>
                <c:pt idx="232">
                  <c:v>8059.3024999999998</c:v>
                </c:pt>
                <c:pt idx="233">
                  <c:v>8984.3626000000004</c:v>
                </c:pt>
                <c:pt idx="234">
                  <c:v>9134.0758999999998</c:v>
                </c:pt>
                <c:pt idx="235">
                  <c:v>9165.3187999999991</c:v>
                </c:pt>
                <c:pt idx="236">
                  <c:v>8925.2652999999991</c:v>
                </c:pt>
                <c:pt idx="237">
                  <c:v>9019.5571999999993</c:v>
                </c:pt>
                <c:pt idx="238">
                  <c:v>8589.9482000000007</c:v>
                </c:pt>
                <c:pt idx="239">
                  <c:v>8318.7430999999997</c:v>
                </c:pt>
                <c:pt idx="240">
                  <c:v>8830.6205000000009</c:v>
                </c:pt>
                <c:pt idx="241">
                  <c:v>9061.0434000000005</c:v>
                </c:pt>
                <c:pt idx="242">
                  <c:v>8842.9035000000003</c:v>
                </c:pt>
                <c:pt idx="243">
                  <c:v>8664.2571000000007</c:v>
                </c:pt>
                <c:pt idx="244">
                  <c:v>8712.6743000000006</c:v>
                </c:pt>
                <c:pt idx="245">
                  <c:v>7955.6674000000003</c:v>
                </c:pt>
                <c:pt idx="246">
                  <c:v>7625.4808999999996</c:v>
                </c:pt>
                <c:pt idx="247">
                  <c:v>7867.7129000000004</c:v>
                </c:pt>
                <c:pt idx="248">
                  <c:v>7845.1370999999999</c:v>
                </c:pt>
                <c:pt idx="249">
                  <c:v>7658.6791000000003</c:v>
                </c:pt>
                <c:pt idx="250">
                  <c:v>7566.3535000000002</c:v>
                </c:pt>
                <c:pt idx="251">
                  <c:v>7592.9607999999998</c:v>
                </c:pt>
                <c:pt idx="252">
                  <c:v>7500.7498999999998</c:v>
                </c:pt>
                <c:pt idx="253">
                  <c:v>7196.3559999999998</c:v>
                </c:pt>
                <c:pt idx="254">
                  <c:v>6191.5747000000001</c:v>
                </c:pt>
                <c:pt idx="255">
                  <c:v>7588.7</c:v>
                </c:pt>
                <c:pt idx="256">
                  <c:v>7711.4790000000003</c:v>
                </c:pt>
                <c:pt idx="257">
                  <c:v>7449.4961000000003</c:v>
                </c:pt>
                <c:pt idx="258">
                  <c:v>7554.2406000000001</c:v>
                </c:pt>
                <c:pt idx="259">
                  <c:v>7184.3914000000004</c:v>
                </c:pt>
                <c:pt idx="260">
                  <c:v>6777.5052999999998</c:v>
                </c:pt>
                <c:pt idx="261">
                  <c:v>7638.9258</c:v>
                </c:pt>
                <c:pt idx="262">
                  <c:v>7723.2206999999999</c:v>
                </c:pt>
                <c:pt idx="263">
                  <c:v>7629.6683000000003</c:v>
                </c:pt>
                <c:pt idx="264">
                  <c:v>7769.6674999999996</c:v>
                </c:pt>
                <c:pt idx="265">
                  <c:v>9801.4496999999992</c:v>
                </c:pt>
                <c:pt idx="266">
                  <c:v>10707.1625</c:v>
                </c:pt>
                <c:pt idx="267">
                  <c:v>10814.174199999999</c:v>
                </c:pt>
                <c:pt idx="268">
                  <c:v>11731.789199999999</c:v>
                </c:pt>
                <c:pt idx="269">
                  <c:v>11872.876</c:v>
                </c:pt>
                <c:pt idx="270">
                  <c:v>10945.680399999999</c:v>
                </c:pt>
                <c:pt idx="271">
                  <c:v>11384.816999999999</c:v>
                </c:pt>
                <c:pt idx="272">
                  <c:v>11512.716700000001</c:v>
                </c:pt>
                <c:pt idx="273">
                  <c:v>10751.7925</c:v>
                </c:pt>
                <c:pt idx="274">
                  <c:v>10563.173000000001</c:v>
                </c:pt>
                <c:pt idx="275">
                  <c:v>11471.5461</c:v>
                </c:pt>
                <c:pt idx="276">
                  <c:v>11290.4416</c:v>
                </c:pt>
                <c:pt idx="277">
                  <c:v>11181.2929</c:v>
                </c:pt>
                <c:pt idx="278">
                  <c:v>11399.4112</c:v>
                </c:pt>
                <c:pt idx="279">
                  <c:v>11464.697200000001</c:v>
                </c:pt>
                <c:pt idx="280">
                  <c:v>10738.5419</c:v>
                </c:pt>
                <c:pt idx="281">
                  <c:v>10362.4894</c:v>
                </c:pt>
                <c:pt idx="282">
                  <c:v>11541.6731</c:v>
                </c:pt>
                <c:pt idx="283">
                  <c:v>11432.215</c:v>
                </c:pt>
                <c:pt idx="284">
                  <c:v>10417.6468</c:v>
                </c:pt>
                <c:pt idx="285">
                  <c:v>11296.4827</c:v>
                </c:pt>
                <c:pt idx="286">
                  <c:v>10289.621800000001</c:v>
                </c:pt>
                <c:pt idx="287">
                  <c:v>10123.3997</c:v>
                </c:pt>
                <c:pt idx="288">
                  <c:v>10041.5762</c:v>
                </c:pt>
                <c:pt idx="289">
                  <c:v>11107.9239</c:v>
                </c:pt>
                <c:pt idx="290">
                  <c:v>11249.736699999999</c:v>
                </c:pt>
                <c:pt idx="291">
                  <c:v>11219.2865</c:v>
                </c:pt>
                <c:pt idx="292">
                  <c:v>11620.0753</c:v>
                </c:pt>
                <c:pt idx="293">
                  <c:v>11820.4264</c:v>
                </c:pt>
                <c:pt idx="294">
                  <c:v>11534.453100000001</c:v>
                </c:pt>
                <c:pt idx="295">
                  <c:v>10641.6106</c:v>
                </c:pt>
                <c:pt idx="296">
                  <c:v>9389.2752</c:v>
                </c:pt>
                <c:pt idx="297">
                  <c:v>8908.1553999999996</c:v>
                </c:pt>
                <c:pt idx="298">
                  <c:v>9111.7361999999994</c:v>
                </c:pt>
                <c:pt idx="299">
                  <c:v>9682.4115999999995</c:v>
                </c:pt>
                <c:pt idx="300">
                  <c:v>10051.349099999999</c:v>
                </c:pt>
                <c:pt idx="301">
                  <c:v>9893.7129000000004</c:v>
                </c:pt>
                <c:pt idx="302">
                  <c:v>10148.4791</c:v>
                </c:pt>
                <c:pt idx="303">
                  <c:v>10807.99</c:v>
                </c:pt>
                <c:pt idx="304">
                  <c:v>11430.4249</c:v>
                </c:pt>
                <c:pt idx="305">
                  <c:v>11164.100700000001</c:v>
                </c:pt>
                <c:pt idx="306">
                  <c:v>10943.477699999999</c:v>
                </c:pt>
                <c:pt idx="307">
                  <c:v>11181.132600000001</c:v>
                </c:pt>
                <c:pt idx="308">
                  <c:v>10361.246300000001</c:v>
                </c:pt>
                <c:pt idx="309">
                  <c:v>9969.3348000000005</c:v>
                </c:pt>
                <c:pt idx="310">
                  <c:v>11076.0969</c:v>
                </c:pt>
                <c:pt idx="311">
                  <c:v>11004.2371</c:v>
                </c:pt>
                <c:pt idx="312">
                  <c:v>10848.1849</c:v>
                </c:pt>
                <c:pt idx="313">
                  <c:v>11298.5535</c:v>
                </c:pt>
                <c:pt idx="314">
                  <c:v>8889.1918000000005</c:v>
                </c:pt>
                <c:pt idx="315">
                  <c:v>9881.1861000000008</c:v>
                </c:pt>
                <c:pt idx="316">
                  <c:v>10007.531800000001</c:v>
                </c:pt>
                <c:pt idx="317">
                  <c:v>10861.715</c:v>
                </c:pt>
                <c:pt idx="318">
                  <c:v>10961.1726</c:v>
                </c:pt>
                <c:pt idx="319">
                  <c:v>10835.0388</c:v>
                </c:pt>
                <c:pt idx="320">
                  <c:v>10630.659600000001</c:v>
                </c:pt>
                <c:pt idx="321">
                  <c:v>10564.207700000001</c:v>
                </c:pt>
                <c:pt idx="322">
                  <c:v>10307.867099999999</c:v>
                </c:pt>
                <c:pt idx="323">
                  <c:v>9901.3024000000005</c:v>
                </c:pt>
                <c:pt idx="324">
                  <c:v>10828.8014</c:v>
                </c:pt>
                <c:pt idx="325">
                  <c:v>10833.845799999999</c:v>
                </c:pt>
                <c:pt idx="326">
                  <c:v>10854.732900000001</c:v>
                </c:pt>
                <c:pt idx="327">
                  <c:v>10267.5576</c:v>
                </c:pt>
                <c:pt idx="328">
                  <c:v>10268.834699999999</c:v>
                </c:pt>
                <c:pt idx="329">
                  <c:v>9584.4084999999995</c:v>
                </c:pt>
                <c:pt idx="330">
                  <c:v>9392.0481999999993</c:v>
                </c:pt>
                <c:pt idx="331">
                  <c:v>10565.6466</c:v>
                </c:pt>
                <c:pt idx="332">
                  <c:v>10662.0527</c:v>
                </c:pt>
                <c:pt idx="333">
                  <c:v>11011.889300000001</c:v>
                </c:pt>
                <c:pt idx="334">
                  <c:v>10756.994699999999</c:v>
                </c:pt>
                <c:pt idx="335">
                  <c:v>11685.5517</c:v>
                </c:pt>
                <c:pt idx="336">
                  <c:v>9817.4671999999991</c:v>
                </c:pt>
                <c:pt idx="337">
                  <c:v>9836.1890999999996</c:v>
                </c:pt>
                <c:pt idx="338">
                  <c:v>10973.590899999999</c:v>
                </c:pt>
                <c:pt idx="339">
                  <c:v>10999.721100000001</c:v>
                </c:pt>
                <c:pt idx="340">
                  <c:v>10873.652899999999</c:v>
                </c:pt>
                <c:pt idx="341">
                  <c:v>10445.260899999999</c:v>
                </c:pt>
                <c:pt idx="342">
                  <c:v>11311.362800000001</c:v>
                </c:pt>
                <c:pt idx="343">
                  <c:v>8465.4064999999991</c:v>
                </c:pt>
                <c:pt idx="344">
                  <c:v>9481.9956000000002</c:v>
                </c:pt>
                <c:pt idx="345">
                  <c:v>11335.286899999999</c:v>
                </c:pt>
                <c:pt idx="346">
                  <c:v>11546.847400000001</c:v>
                </c:pt>
                <c:pt idx="347">
                  <c:v>11216.754300000001</c:v>
                </c:pt>
                <c:pt idx="348">
                  <c:v>10714.6428</c:v>
                </c:pt>
                <c:pt idx="349">
                  <c:v>10349.9139</c:v>
                </c:pt>
                <c:pt idx="350">
                  <c:v>9960.9279999999999</c:v>
                </c:pt>
                <c:pt idx="351">
                  <c:v>9469.2477999999992</c:v>
                </c:pt>
                <c:pt idx="352">
                  <c:v>10374.9552</c:v>
                </c:pt>
                <c:pt idx="353">
                  <c:v>10300.4699</c:v>
                </c:pt>
                <c:pt idx="354">
                  <c:v>10117.1392</c:v>
                </c:pt>
                <c:pt idx="355">
                  <c:v>10023.770500000001</c:v>
                </c:pt>
                <c:pt idx="356">
                  <c:v>9884.7453999999998</c:v>
                </c:pt>
                <c:pt idx="357">
                  <c:v>9631.2726999999995</c:v>
                </c:pt>
                <c:pt idx="358">
                  <c:v>9563.0769</c:v>
                </c:pt>
                <c:pt idx="359">
                  <c:v>10377.725</c:v>
                </c:pt>
                <c:pt idx="360">
                  <c:v>10297.9763</c:v>
                </c:pt>
                <c:pt idx="361">
                  <c:v>10212.4851</c:v>
                </c:pt>
                <c:pt idx="362">
                  <c:v>10382.725399999999</c:v>
                </c:pt>
                <c:pt idx="363">
                  <c:v>10660.0862</c:v>
                </c:pt>
                <c:pt idx="364">
                  <c:v>10941.6276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889-47A3-A4E7-6312376CF1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6835375"/>
        <c:axId val="1296842575"/>
      </c:lineChart>
      <c:lineChart>
        <c:grouping val="standard"/>
        <c:varyColors val="0"/>
        <c:ser>
          <c:idx val="5"/>
          <c:order val="5"/>
          <c:tx>
            <c:strRef>
              <c:f>'3G Voice'!$G$1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'3G Voice'!$A$2:$A$366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'3G Voice'!$G$2:$G$366</c:f>
              <c:numCache>
                <c:formatCode>General</c:formatCode>
                <c:ptCount val="365"/>
                <c:pt idx="0">
                  <c:v>214281.0729</c:v>
                </c:pt>
                <c:pt idx="1">
                  <c:v>199466.19380000001</c:v>
                </c:pt>
                <c:pt idx="2">
                  <c:v>233913.8639</c:v>
                </c:pt>
                <c:pt idx="3">
                  <c:v>223471.97</c:v>
                </c:pt>
                <c:pt idx="4">
                  <c:v>235267.00899999999</c:v>
                </c:pt>
                <c:pt idx="5">
                  <c:v>232027.59789999999</c:v>
                </c:pt>
                <c:pt idx="6">
                  <c:v>231798.14739999999</c:v>
                </c:pt>
                <c:pt idx="7">
                  <c:v>217430.3463</c:v>
                </c:pt>
                <c:pt idx="8">
                  <c:v>205661.2874</c:v>
                </c:pt>
                <c:pt idx="9">
                  <c:v>241205.03700000001</c:v>
                </c:pt>
                <c:pt idx="10">
                  <c:v>236345.2934</c:v>
                </c:pt>
                <c:pt idx="11">
                  <c:v>236043.9473</c:v>
                </c:pt>
                <c:pt idx="12">
                  <c:v>237264.95980000001</c:v>
                </c:pt>
                <c:pt idx="13">
                  <c:v>235294.647</c:v>
                </c:pt>
                <c:pt idx="14">
                  <c:v>217502.22039999999</c:v>
                </c:pt>
                <c:pt idx="15">
                  <c:v>206328.53330000001</c:v>
                </c:pt>
                <c:pt idx="16">
                  <c:v>238473.99419999999</c:v>
                </c:pt>
                <c:pt idx="17">
                  <c:v>235851.43520000001</c:v>
                </c:pt>
                <c:pt idx="18">
                  <c:v>241775.29680000001</c:v>
                </c:pt>
                <c:pt idx="19">
                  <c:v>196241.91409999999</c:v>
                </c:pt>
                <c:pt idx="20">
                  <c:v>252946.71230000001</c:v>
                </c:pt>
                <c:pt idx="21">
                  <c:v>219749.62909999999</c:v>
                </c:pt>
                <c:pt idx="22">
                  <c:v>206287.228</c:v>
                </c:pt>
                <c:pt idx="23">
                  <c:v>238306.60939999999</c:v>
                </c:pt>
                <c:pt idx="24">
                  <c:v>233993.7942</c:v>
                </c:pt>
                <c:pt idx="25">
                  <c:v>230267.4866</c:v>
                </c:pt>
                <c:pt idx="26">
                  <c:v>230554.2789</c:v>
                </c:pt>
                <c:pt idx="27">
                  <c:v>229108.6979</c:v>
                </c:pt>
                <c:pt idx="28">
                  <c:v>210688.34659999999</c:v>
                </c:pt>
                <c:pt idx="29">
                  <c:v>198670.4657</c:v>
                </c:pt>
                <c:pt idx="30">
                  <c:v>228019.40789999999</c:v>
                </c:pt>
                <c:pt idx="31">
                  <c:v>226113.23439999999</c:v>
                </c:pt>
                <c:pt idx="32">
                  <c:v>226863.93900000001</c:v>
                </c:pt>
                <c:pt idx="33">
                  <c:v>226712.69829999999</c:v>
                </c:pt>
                <c:pt idx="34">
                  <c:v>227285.62340000001</c:v>
                </c:pt>
                <c:pt idx="35">
                  <c:v>209656.9062</c:v>
                </c:pt>
                <c:pt idx="36">
                  <c:v>198729.04800000001</c:v>
                </c:pt>
                <c:pt idx="37">
                  <c:v>231005.74419999999</c:v>
                </c:pt>
                <c:pt idx="38">
                  <c:v>223725.98680000001</c:v>
                </c:pt>
                <c:pt idx="39">
                  <c:v>223819.22690000001</c:v>
                </c:pt>
                <c:pt idx="40">
                  <c:v>223853.20569999999</c:v>
                </c:pt>
                <c:pt idx="41">
                  <c:v>220219.196</c:v>
                </c:pt>
                <c:pt idx="42">
                  <c:v>202436.69990000001</c:v>
                </c:pt>
                <c:pt idx="43">
                  <c:v>188897.212</c:v>
                </c:pt>
                <c:pt idx="44">
                  <c:v>221339.49460000001</c:v>
                </c:pt>
                <c:pt idx="45">
                  <c:v>222277.04579999999</c:v>
                </c:pt>
                <c:pt idx="46">
                  <c:v>224102.19289999999</c:v>
                </c:pt>
                <c:pt idx="47">
                  <c:v>226220.8634</c:v>
                </c:pt>
                <c:pt idx="48">
                  <c:v>179544.91699999999</c:v>
                </c:pt>
                <c:pt idx="49">
                  <c:v>200331.31969999999</c:v>
                </c:pt>
                <c:pt idx="50">
                  <c:v>195021.49600000001</c:v>
                </c:pt>
                <c:pt idx="51">
                  <c:v>221135.7641</c:v>
                </c:pt>
                <c:pt idx="52">
                  <c:v>218608.1764</c:v>
                </c:pt>
                <c:pt idx="53">
                  <c:v>217980.4553</c:v>
                </c:pt>
                <c:pt idx="54">
                  <c:v>218329.802</c:v>
                </c:pt>
                <c:pt idx="55">
                  <c:v>216251.77710000001</c:v>
                </c:pt>
                <c:pt idx="56">
                  <c:v>203621.82130000001</c:v>
                </c:pt>
                <c:pt idx="57">
                  <c:v>193926.58069999999</c:v>
                </c:pt>
                <c:pt idx="58">
                  <c:v>222871.89</c:v>
                </c:pt>
                <c:pt idx="59">
                  <c:v>224538.58749999999</c:v>
                </c:pt>
                <c:pt idx="60">
                  <c:v>222383.0191</c:v>
                </c:pt>
                <c:pt idx="61">
                  <c:v>216491.06599999999</c:v>
                </c:pt>
                <c:pt idx="62">
                  <c:v>212884.17189999999</c:v>
                </c:pt>
                <c:pt idx="63">
                  <c:v>198614.94589999999</c:v>
                </c:pt>
                <c:pt idx="64">
                  <c:v>189036.3149</c:v>
                </c:pt>
                <c:pt idx="65">
                  <c:v>217280.82389999999</c:v>
                </c:pt>
                <c:pt idx="66">
                  <c:v>215189.70420000001</c:v>
                </c:pt>
                <c:pt idx="67">
                  <c:v>212230.4644</c:v>
                </c:pt>
                <c:pt idx="68">
                  <c:v>212479.42259999999</c:v>
                </c:pt>
                <c:pt idx="69">
                  <c:v>209790.55590000001</c:v>
                </c:pt>
                <c:pt idx="70">
                  <c:v>199296.07990000001</c:v>
                </c:pt>
                <c:pt idx="71">
                  <c:v>187825.6453</c:v>
                </c:pt>
                <c:pt idx="72">
                  <c:v>214898.35010000001</c:v>
                </c:pt>
                <c:pt idx="73">
                  <c:v>215356.55220000001</c:v>
                </c:pt>
                <c:pt idx="74">
                  <c:v>214836.12270000001</c:v>
                </c:pt>
                <c:pt idx="75">
                  <c:v>226344.96119999999</c:v>
                </c:pt>
                <c:pt idx="76">
                  <c:v>190314.08859999999</c:v>
                </c:pt>
                <c:pt idx="77">
                  <c:v>192336.5674</c:v>
                </c:pt>
                <c:pt idx="78">
                  <c:v>171947.84099999999</c:v>
                </c:pt>
                <c:pt idx="79">
                  <c:v>211506.07089999999</c:v>
                </c:pt>
                <c:pt idx="80">
                  <c:v>210393.1709</c:v>
                </c:pt>
                <c:pt idx="81">
                  <c:v>214443.14499999999</c:v>
                </c:pt>
                <c:pt idx="82">
                  <c:v>215853.19349999999</c:v>
                </c:pt>
                <c:pt idx="83">
                  <c:v>212505.40950000001</c:v>
                </c:pt>
                <c:pt idx="84">
                  <c:v>198955.88860000001</c:v>
                </c:pt>
                <c:pt idx="85">
                  <c:v>188913.53090000001</c:v>
                </c:pt>
                <c:pt idx="86">
                  <c:v>212953.55410000001</c:v>
                </c:pt>
                <c:pt idx="87">
                  <c:v>204376.39610000001</c:v>
                </c:pt>
                <c:pt idx="88">
                  <c:v>201178.54240000001</c:v>
                </c:pt>
                <c:pt idx="89">
                  <c:v>198854.20079999999</c:v>
                </c:pt>
                <c:pt idx="90">
                  <c:v>197437.64079999999</c:v>
                </c:pt>
                <c:pt idx="91">
                  <c:v>186625.91560000001</c:v>
                </c:pt>
                <c:pt idx="92">
                  <c:v>176914.93859999999</c:v>
                </c:pt>
                <c:pt idx="93">
                  <c:v>202464.28260000001</c:v>
                </c:pt>
                <c:pt idx="94">
                  <c:v>196489.39809999999</c:v>
                </c:pt>
                <c:pt idx="95">
                  <c:v>194908.62160000001</c:v>
                </c:pt>
                <c:pt idx="96">
                  <c:v>195576.5974</c:v>
                </c:pt>
                <c:pt idx="97">
                  <c:v>191595.83300000001</c:v>
                </c:pt>
                <c:pt idx="98">
                  <c:v>183170.5025</c:v>
                </c:pt>
                <c:pt idx="99">
                  <c:v>175653.69560000001</c:v>
                </c:pt>
                <c:pt idx="100">
                  <c:v>201342.64249999999</c:v>
                </c:pt>
                <c:pt idx="101">
                  <c:v>201280.58970000001</c:v>
                </c:pt>
                <c:pt idx="102">
                  <c:v>196513.3456</c:v>
                </c:pt>
                <c:pt idx="103">
                  <c:v>196171.36790000001</c:v>
                </c:pt>
                <c:pt idx="104">
                  <c:v>192051.84469999999</c:v>
                </c:pt>
                <c:pt idx="105">
                  <c:v>175239.1409</c:v>
                </c:pt>
                <c:pt idx="106">
                  <c:v>169401.42449999999</c:v>
                </c:pt>
                <c:pt idx="107">
                  <c:v>156741.58960000001</c:v>
                </c:pt>
                <c:pt idx="108">
                  <c:v>193964.22560000001</c:v>
                </c:pt>
                <c:pt idx="109">
                  <c:v>191002.06159999999</c:v>
                </c:pt>
                <c:pt idx="110">
                  <c:v>195674.17230000001</c:v>
                </c:pt>
                <c:pt idx="111">
                  <c:v>194241.72459999999</c:v>
                </c:pt>
                <c:pt idx="112">
                  <c:v>183918.11009999999</c:v>
                </c:pt>
                <c:pt idx="113">
                  <c:v>173025.07029999999</c:v>
                </c:pt>
                <c:pt idx="114">
                  <c:v>189935.016</c:v>
                </c:pt>
                <c:pt idx="115">
                  <c:v>191603.05319999999</c:v>
                </c:pt>
                <c:pt idx="116">
                  <c:v>190270.52970000001</c:v>
                </c:pt>
                <c:pt idx="117">
                  <c:v>187841.61739999999</c:v>
                </c:pt>
                <c:pt idx="118">
                  <c:v>184119.51300000001</c:v>
                </c:pt>
                <c:pt idx="119">
                  <c:v>172604.32199999999</c:v>
                </c:pt>
                <c:pt idx="120">
                  <c:v>160268.31770000001</c:v>
                </c:pt>
                <c:pt idx="121">
                  <c:v>166639.25049999999</c:v>
                </c:pt>
                <c:pt idx="122">
                  <c:v>180901.22959999999</c:v>
                </c:pt>
                <c:pt idx="123">
                  <c:v>182505.4045</c:v>
                </c:pt>
                <c:pt idx="124">
                  <c:v>179705.03719999999</c:v>
                </c:pt>
                <c:pt idx="125">
                  <c:v>163701.4296</c:v>
                </c:pt>
                <c:pt idx="126">
                  <c:v>172246.57759999999</c:v>
                </c:pt>
                <c:pt idx="127">
                  <c:v>162322.7188</c:v>
                </c:pt>
                <c:pt idx="128">
                  <c:v>170988.7121</c:v>
                </c:pt>
                <c:pt idx="129">
                  <c:v>177066.11360000001</c:v>
                </c:pt>
                <c:pt idx="130">
                  <c:v>163059.59419999999</c:v>
                </c:pt>
                <c:pt idx="131">
                  <c:v>180714.3383</c:v>
                </c:pt>
                <c:pt idx="132">
                  <c:v>182582.94020000001</c:v>
                </c:pt>
                <c:pt idx="133">
                  <c:v>170486.66339999999</c:v>
                </c:pt>
                <c:pt idx="134">
                  <c:v>146636.82980000001</c:v>
                </c:pt>
                <c:pt idx="135">
                  <c:v>181011.41339999999</c:v>
                </c:pt>
                <c:pt idx="136">
                  <c:v>164634.28909999999</c:v>
                </c:pt>
                <c:pt idx="137">
                  <c:v>136172.83679999999</c:v>
                </c:pt>
                <c:pt idx="138">
                  <c:v>55855.521200000003</c:v>
                </c:pt>
                <c:pt idx="139">
                  <c:v>141756.84330000001</c:v>
                </c:pt>
                <c:pt idx="140">
                  <c:v>146325.19320000001</c:v>
                </c:pt>
                <c:pt idx="141">
                  <c:v>141397.37659999999</c:v>
                </c:pt>
                <c:pt idx="142">
                  <c:v>160851.29569999999</c:v>
                </c:pt>
                <c:pt idx="143">
                  <c:v>159562.01610000001</c:v>
                </c:pt>
                <c:pt idx="144">
                  <c:v>157600.69639999999</c:v>
                </c:pt>
                <c:pt idx="145">
                  <c:v>155671.57829999999</c:v>
                </c:pt>
                <c:pt idx="146">
                  <c:v>154016.7628</c:v>
                </c:pt>
                <c:pt idx="147">
                  <c:v>148076.01699999999</c:v>
                </c:pt>
                <c:pt idx="148">
                  <c:v>137758.5618</c:v>
                </c:pt>
                <c:pt idx="149">
                  <c:v>153381.109</c:v>
                </c:pt>
                <c:pt idx="150">
                  <c:v>144294.6765</c:v>
                </c:pt>
                <c:pt idx="151">
                  <c:v>149081.5013</c:v>
                </c:pt>
                <c:pt idx="152">
                  <c:v>146179.7647</c:v>
                </c:pt>
                <c:pt idx="153">
                  <c:v>143113.15349999999</c:v>
                </c:pt>
                <c:pt idx="154">
                  <c:v>136956.62520000001</c:v>
                </c:pt>
                <c:pt idx="155">
                  <c:v>128397.8559</c:v>
                </c:pt>
                <c:pt idx="156">
                  <c:v>144419.4633</c:v>
                </c:pt>
                <c:pt idx="157">
                  <c:v>143984.503</c:v>
                </c:pt>
                <c:pt idx="158">
                  <c:v>141867.52410000001</c:v>
                </c:pt>
                <c:pt idx="159">
                  <c:v>149636.07620000001</c:v>
                </c:pt>
                <c:pt idx="160">
                  <c:v>130111.072</c:v>
                </c:pt>
                <c:pt idx="161">
                  <c:v>126830.2726</c:v>
                </c:pt>
                <c:pt idx="162">
                  <c:v>150107.03529999999</c:v>
                </c:pt>
                <c:pt idx="163">
                  <c:v>163473.88639999999</c:v>
                </c:pt>
                <c:pt idx="164">
                  <c:v>159811.6471</c:v>
                </c:pt>
                <c:pt idx="165">
                  <c:v>158464.40119999999</c:v>
                </c:pt>
                <c:pt idx="166">
                  <c:v>134293.8413</c:v>
                </c:pt>
                <c:pt idx="167">
                  <c:v>149612.7886</c:v>
                </c:pt>
                <c:pt idx="168">
                  <c:v>141778.49710000001</c:v>
                </c:pt>
                <c:pt idx="169">
                  <c:v>135595.50649999999</c:v>
                </c:pt>
                <c:pt idx="170">
                  <c:v>153592.04740000001</c:v>
                </c:pt>
                <c:pt idx="171">
                  <c:v>150037.4326</c:v>
                </c:pt>
                <c:pt idx="172">
                  <c:v>142157.73019999999</c:v>
                </c:pt>
                <c:pt idx="173">
                  <c:v>149231.5318</c:v>
                </c:pt>
                <c:pt idx="174">
                  <c:v>148799.90210000001</c:v>
                </c:pt>
                <c:pt idx="175">
                  <c:v>139433.196</c:v>
                </c:pt>
                <c:pt idx="176">
                  <c:v>134797.24359999999</c:v>
                </c:pt>
                <c:pt idx="177">
                  <c:v>152994.4865</c:v>
                </c:pt>
                <c:pt idx="178">
                  <c:v>152747.27350000001</c:v>
                </c:pt>
                <c:pt idx="179">
                  <c:v>148527.041</c:v>
                </c:pt>
                <c:pt idx="180">
                  <c:v>148387.46400000001</c:v>
                </c:pt>
                <c:pt idx="181">
                  <c:v>149084.71309999999</c:v>
                </c:pt>
                <c:pt idx="182">
                  <c:v>140759.55069999999</c:v>
                </c:pt>
                <c:pt idx="183">
                  <c:v>133240.8222</c:v>
                </c:pt>
                <c:pt idx="184">
                  <c:v>152951.57209999999</c:v>
                </c:pt>
                <c:pt idx="185">
                  <c:v>153063.9749</c:v>
                </c:pt>
                <c:pt idx="186">
                  <c:v>152743.1911</c:v>
                </c:pt>
                <c:pt idx="187">
                  <c:v>132286.5417</c:v>
                </c:pt>
                <c:pt idx="188">
                  <c:v>148390.37909999999</c:v>
                </c:pt>
                <c:pt idx="189">
                  <c:v>141229.73879999999</c:v>
                </c:pt>
                <c:pt idx="190">
                  <c:v>135829.81039999999</c:v>
                </c:pt>
                <c:pt idx="191">
                  <c:v>153883.019</c:v>
                </c:pt>
                <c:pt idx="192">
                  <c:v>156005.95300000001</c:v>
                </c:pt>
                <c:pt idx="193">
                  <c:v>160716.3008</c:v>
                </c:pt>
                <c:pt idx="194">
                  <c:v>167383.0386</c:v>
                </c:pt>
                <c:pt idx="195">
                  <c:v>149082.11629999999</c:v>
                </c:pt>
                <c:pt idx="196">
                  <c:v>124900.17110000001</c:v>
                </c:pt>
                <c:pt idx="197">
                  <c:v>137016.07130000001</c:v>
                </c:pt>
                <c:pt idx="198">
                  <c:v>152770.1654</c:v>
                </c:pt>
                <c:pt idx="199">
                  <c:v>150405.28580000001</c:v>
                </c:pt>
                <c:pt idx="200">
                  <c:v>146217.13529999999</c:v>
                </c:pt>
                <c:pt idx="201">
                  <c:v>147282.6249</c:v>
                </c:pt>
                <c:pt idx="202">
                  <c:v>147102.57870000001</c:v>
                </c:pt>
                <c:pt idx="203">
                  <c:v>132392.98730000001</c:v>
                </c:pt>
                <c:pt idx="204">
                  <c:v>134121.973</c:v>
                </c:pt>
                <c:pt idx="205">
                  <c:v>151722.20110000001</c:v>
                </c:pt>
                <c:pt idx="206">
                  <c:v>150224.69080000001</c:v>
                </c:pt>
                <c:pt idx="207">
                  <c:v>151783.10990000001</c:v>
                </c:pt>
                <c:pt idx="208">
                  <c:v>138032.60440000001</c:v>
                </c:pt>
                <c:pt idx="209">
                  <c:v>169213.0232</c:v>
                </c:pt>
                <c:pt idx="210">
                  <c:v>161359.9443</c:v>
                </c:pt>
                <c:pt idx="211">
                  <c:v>155298.45689999999</c:v>
                </c:pt>
                <c:pt idx="212">
                  <c:v>161377.62349999999</c:v>
                </c:pt>
                <c:pt idx="213">
                  <c:v>155246.5704</c:v>
                </c:pt>
                <c:pt idx="214">
                  <c:v>157035.28570000001</c:v>
                </c:pt>
                <c:pt idx="215">
                  <c:v>155433.26459999999</c:v>
                </c:pt>
                <c:pt idx="216">
                  <c:v>154069.55910000001</c:v>
                </c:pt>
                <c:pt idx="217">
                  <c:v>143759.48269999999</c:v>
                </c:pt>
                <c:pt idx="218">
                  <c:v>139465.62669999999</c:v>
                </c:pt>
                <c:pt idx="219">
                  <c:v>157122.43419999999</c:v>
                </c:pt>
                <c:pt idx="220">
                  <c:v>154369.55530000001</c:v>
                </c:pt>
                <c:pt idx="221">
                  <c:v>156743.8559</c:v>
                </c:pt>
                <c:pt idx="222">
                  <c:v>137891.8316</c:v>
                </c:pt>
                <c:pt idx="223">
                  <c:v>153256.17480000001</c:v>
                </c:pt>
                <c:pt idx="224">
                  <c:v>145186.47990000001</c:v>
                </c:pt>
                <c:pt idx="225">
                  <c:v>125364.606</c:v>
                </c:pt>
                <c:pt idx="226">
                  <c:v>156039.64319999999</c:v>
                </c:pt>
                <c:pt idx="227">
                  <c:v>155015.30799999999</c:v>
                </c:pt>
                <c:pt idx="228">
                  <c:v>133691.5392</c:v>
                </c:pt>
                <c:pt idx="229">
                  <c:v>151781.74909999999</c:v>
                </c:pt>
                <c:pt idx="230">
                  <c:v>135326.2458</c:v>
                </c:pt>
                <c:pt idx="231">
                  <c:v>126705.84239999999</c:v>
                </c:pt>
                <c:pt idx="232">
                  <c:v>121419.4489</c:v>
                </c:pt>
                <c:pt idx="233">
                  <c:v>139365.3879</c:v>
                </c:pt>
                <c:pt idx="234">
                  <c:v>141627.3658</c:v>
                </c:pt>
                <c:pt idx="235">
                  <c:v>140740.27100000001</c:v>
                </c:pt>
                <c:pt idx="236">
                  <c:v>136210.0736</c:v>
                </c:pt>
                <c:pt idx="237">
                  <c:v>136295.0583</c:v>
                </c:pt>
                <c:pt idx="238">
                  <c:v>127437.17290000001</c:v>
                </c:pt>
                <c:pt idx="239">
                  <c:v>119852.55349999999</c:v>
                </c:pt>
                <c:pt idx="240">
                  <c:v>135101.59039999999</c:v>
                </c:pt>
                <c:pt idx="241">
                  <c:v>133105.51730000001</c:v>
                </c:pt>
                <c:pt idx="242">
                  <c:v>130955.8518</c:v>
                </c:pt>
                <c:pt idx="243">
                  <c:v>126643.0912</c:v>
                </c:pt>
                <c:pt idx="244">
                  <c:v>128161.8091</c:v>
                </c:pt>
                <c:pt idx="245">
                  <c:v>119536.7659</c:v>
                </c:pt>
                <c:pt idx="246">
                  <c:v>114016.1918</c:v>
                </c:pt>
                <c:pt idx="247">
                  <c:v>127544.54059999999</c:v>
                </c:pt>
                <c:pt idx="248">
                  <c:v>127644.6345</c:v>
                </c:pt>
                <c:pt idx="249">
                  <c:v>128352.9617</c:v>
                </c:pt>
                <c:pt idx="250">
                  <c:v>129689.0414</c:v>
                </c:pt>
                <c:pt idx="251">
                  <c:v>129615.7111</c:v>
                </c:pt>
                <c:pt idx="252">
                  <c:v>124948.486</c:v>
                </c:pt>
                <c:pt idx="253">
                  <c:v>120145.60709999999</c:v>
                </c:pt>
                <c:pt idx="254">
                  <c:v>109459.06630000001</c:v>
                </c:pt>
                <c:pt idx="255">
                  <c:v>133806.73430000001</c:v>
                </c:pt>
                <c:pt idx="256">
                  <c:v>131456.37030000001</c:v>
                </c:pt>
                <c:pt idx="257">
                  <c:v>129274.0791</c:v>
                </c:pt>
                <c:pt idx="258">
                  <c:v>128575.3979</c:v>
                </c:pt>
                <c:pt idx="259">
                  <c:v>122384.1577</c:v>
                </c:pt>
                <c:pt idx="260">
                  <c:v>115634.3407</c:v>
                </c:pt>
                <c:pt idx="261">
                  <c:v>131424.6532</c:v>
                </c:pt>
                <c:pt idx="262">
                  <c:v>134083.4578</c:v>
                </c:pt>
                <c:pt idx="263">
                  <c:v>132351.8688</c:v>
                </c:pt>
                <c:pt idx="264">
                  <c:v>132667.03520000001</c:v>
                </c:pt>
                <c:pt idx="265">
                  <c:v>140614.42240000001</c:v>
                </c:pt>
                <c:pt idx="266">
                  <c:v>141438.9209</c:v>
                </c:pt>
                <c:pt idx="267">
                  <c:v>140631.65979999999</c:v>
                </c:pt>
                <c:pt idx="268">
                  <c:v>159738.7568</c:v>
                </c:pt>
                <c:pt idx="269">
                  <c:v>159338.3291</c:v>
                </c:pt>
                <c:pt idx="270">
                  <c:v>148205.51949999999</c:v>
                </c:pt>
                <c:pt idx="271">
                  <c:v>154763.6531</c:v>
                </c:pt>
                <c:pt idx="272">
                  <c:v>154049.04120000001</c:v>
                </c:pt>
                <c:pt idx="273">
                  <c:v>140134.8339</c:v>
                </c:pt>
                <c:pt idx="274">
                  <c:v>135210.44570000001</c:v>
                </c:pt>
                <c:pt idx="275">
                  <c:v>154300.3124</c:v>
                </c:pt>
                <c:pt idx="276">
                  <c:v>153140.94579999999</c:v>
                </c:pt>
                <c:pt idx="277">
                  <c:v>146798.91560000001</c:v>
                </c:pt>
                <c:pt idx="278">
                  <c:v>154418.81700000001</c:v>
                </c:pt>
                <c:pt idx="279">
                  <c:v>151536.5472</c:v>
                </c:pt>
                <c:pt idx="280">
                  <c:v>141202.71979999999</c:v>
                </c:pt>
                <c:pt idx="281">
                  <c:v>135700.2133</c:v>
                </c:pt>
                <c:pt idx="282">
                  <c:v>155169.5289</c:v>
                </c:pt>
                <c:pt idx="283">
                  <c:v>155857.4075</c:v>
                </c:pt>
                <c:pt idx="284">
                  <c:v>141398.70250000001</c:v>
                </c:pt>
                <c:pt idx="285">
                  <c:v>150806.93229999999</c:v>
                </c:pt>
                <c:pt idx="286">
                  <c:v>135195.88699999999</c:v>
                </c:pt>
                <c:pt idx="287">
                  <c:v>136933.33429999999</c:v>
                </c:pt>
                <c:pt idx="288">
                  <c:v>134117.6496</c:v>
                </c:pt>
                <c:pt idx="289">
                  <c:v>151123.03700000001</c:v>
                </c:pt>
                <c:pt idx="290">
                  <c:v>151466.65479999999</c:v>
                </c:pt>
                <c:pt idx="291">
                  <c:v>151374.49189999999</c:v>
                </c:pt>
                <c:pt idx="292">
                  <c:v>154664.54689999999</c:v>
                </c:pt>
                <c:pt idx="293">
                  <c:v>156208.7231</c:v>
                </c:pt>
                <c:pt idx="294">
                  <c:v>146854.03719999999</c:v>
                </c:pt>
                <c:pt idx="295">
                  <c:v>133639.03289999999</c:v>
                </c:pt>
                <c:pt idx="296">
                  <c:v>116033.8498</c:v>
                </c:pt>
                <c:pt idx="297">
                  <c:v>114628.6464</c:v>
                </c:pt>
                <c:pt idx="298">
                  <c:v>116476.80590000001</c:v>
                </c:pt>
                <c:pt idx="299">
                  <c:v>121892.1336</c:v>
                </c:pt>
                <c:pt idx="300">
                  <c:v>127174.83</c:v>
                </c:pt>
                <c:pt idx="301">
                  <c:v>127357.8597</c:v>
                </c:pt>
                <c:pt idx="302">
                  <c:v>127230.0004</c:v>
                </c:pt>
                <c:pt idx="303">
                  <c:v>141614.4184</c:v>
                </c:pt>
                <c:pt idx="304">
                  <c:v>145792.0888</c:v>
                </c:pt>
                <c:pt idx="305">
                  <c:v>144569.55840000001</c:v>
                </c:pt>
                <c:pt idx="306">
                  <c:v>144055.86559999999</c:v>
                </c:pt>
                <c:pt idx="307">
                  <c:v>147110.9865</c:v>
                </c:pt>
                <c:pt idx="308">
                  <c:v>135142.2273</c:v>
                </c:pt>
                <c:pt idx="309">
                  <c:v>126658.4739</c:v>
                </c:pt>
                <c:pt idx="310">
                  <c:v>142149.177</c:v>
                </c:pt>
                <c:pt idx="311">
                  <c:v>142709.75210000001</c:v>
                </c:pt>
                <c:pt idx="312">
                  <c:v>142079.8198</c:v>
                </c:pt>
                <c:pt idx="313">
                  <c:v>146901.84640000001</c:v>
                </c:pt>
                <c:pt idx="314">
                  <c:v>117729.7703</c:v>
                </c:pt>
                <c:pt idx="315">
                  <c:v>129948.2271</c:v>
                </c:pt>
                <c:pt idx="316">
                  <c:v>127141.1357</c:v>
                </c:pt>
                <c:pt idx="317">
                  <c:v>144527.87469999999</c:v>
                </c:pt>
                <c:pt idx="318">
                  <c:v>144715.54490000001</c:v>
                </c:pt>
                <c:pt idx="319">
                  <c:v>141120.44570000001</c:v>
                </c:pt>
                <c:pt idx="320">
                  <c:v>139746.38740000001</c:v>
                </c:pt>
                <c:pt idx="321">
                  <c:v>137251.7898</c:v>
                </c:pt>
                <c:pt idx="322">
                  <c:v>130494.7596</c:v>
                </c:pt>
                <c:pt idx="323">
                  <c:v>124065.15850000001</c:v>
                </c:pt>
                <c:pt idx="324">
                  <c:v>139390.19579999999</c:v>
                </c:pt>
                <c:pt idx="325">
                  <c:v>138596.02900000001</c:v>
                </c:pt>
                <c:pt idx="326">
                  <c:v>141691.7856</c:v>
                </c:pt>
                <c:pt idx="327">
                  <c:v>132906.2139</c:v>
                </c:pt>
                <c:pt idx="328">
                  <c:v>133665.3297</c:v>
                </c:pt>
                <c:pt idx="329">
                  <c:v>125639.6202</c:v>
                </c:pt>
                <c:pt idx="330">
                  <c:v>121246.32150000001</c:v>
                </c:pt>
                <c:pt idx="331">
                  <c:v>139210.63440000001</c:v>
                </c:pt>
                <c:pt idx="332">
                  <c:v>138792.04680000001</c:v>
                </c:pt>
                <c:pt idx="333">
                  <c:v>140016.75640000001</c:v>
                </c:pt>
                <c:pt idx="334">
                  <c:v>139872.84390000001</c:v>
                </c:pt>
                <c:pt idx="335">
                  <c:v>141246.34729999999</c:v>
                </c:pt>
                <c:pt idx="336">
                  <c:v>130853.2046</c:v>
                </c:pt>
                <c:pt idx="337">
                  <c:v>125524.42849999999</c:v>
                </c:pt>
                <c:pt idx="338">
                  <c:v>144438.08249999999</c:v>
                </c:pt>
                <c:pt idx="339">
                  <c:v>141499.25599999999</c:v>
                </c:pt>
                <c:pt idx="340">
                  <c:v>140937.16829999999</c:v>
                </c:pt>
                <c:pt idx="341">
                  <c:v>129013.4924</c:v>
                </c:pt>
                <c:pt idx="342">
                  <c:v>138521.2101</c:v>
                </c:pt>
                <c:pt idx="343">
                  <c:v>111184.01119999999</c:v>
                </c:pt>
                <c:pt idx="344">
                  <c:v>117808.5411</c:v>
                </c:pt>
                <c:pt idx="345">
                  <c:v>141034.11060000001</c:v>
                </c:pt>
                <c:pt idx="346">
                  <c:v>140699.47210000001</c:v>
                </c:pt>
                <c:pt idx="347">
                  <c:v>137458.90280000001</c:v>
                </c:pt>
                <c:pt idx="348">
                  <c:v>134064.5882</c:v>
                </c:pt>
                <c:pt idx="349">
                  <c:v>131378.17980000001</c:v>
                </c:pt>
                <c:pt idx="350">
                  <c:v>123889.95050000001</c:v>
                </c:pt>
                <c:pt idx="351">
                  <c:v>116147.2531</c:v>
                </c:pt>
                <c:pt idx="352">
                  <c:v>132364.4528</c:v>
                </c:pt>
                <c:pt idx="353">
                  <c:v>131219.24400000001</c:v>
                </c:pt>
                <c:pt idx="354">
                  <c:v>132751.39300000001</c:v>
                </c:pt>
                <c:pt idx="355">
                  <c:v>129745.08010000001</c:v>
                </c:pt>
                <c:pt idx="356">
                  <c:v>127108.8224</c:v>
                </c:pt>
                <c:pt idx="357">
                  <c:v>119242.8593</c:v>
                </c:pt>
                <c:pt idx="358">
                  <c:v>115724.9106</c:v>
                </c:pt>
                <c:pt idx="359">
                  <c:v>132325.81909999999</c:v>
                </c:pt>
                <c:pt idx="360">
                  <c:v>131735.11689999999</c:v>
                </c:pt>
                <c:pt idx="361">
                  <c:v>131255.36379999999</c:v>
                </c:pt>
                <c:pt idx="362">
                  <c:v>130900.7463</c:v>
                </c:pt>
                <c:pt idx="363">
                  <c:v>133096.0772</c:v>
                </c:pt>
                <c:pt idx="364">
                  <c:v>133201.7831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889-47A3-A4E7-6312376CF1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96845935"/>
        <c:axId val="1296844975"/>
      </c:lineChart>
      <c:dateAx>
        <c:axId val="12968353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842575"/>
        <c:crosses val="autoZero"/>
        <c:auto val="1"/>
        <c:lblOffset val="100"/>
        <c:baseTimeUnit val="days"/>
      </c:dateAx>
      <c:valAx>
        <c:axId val="1296842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Southern Region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835375"/>
        <c:crosses val="autoZero"/>
        <c:crossBetween val="between"/>
      </c:valAx>
      <c:valAx>
        <c:axId val="129684497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Voice Traffic Network (Erlang)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6845935"/>
        <c:crosses val="max"/>
        <c:crossBetween val="between"/>
      </c:valAx>
      <c:dateAx>
        <c:axId val="129684593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296844975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Total Voice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'Total Voice'!$B$1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Voice'!$B$2:$B$366</c:f>
              <c:numCache>
                <c:formatCode>General</c:formatCode>
                <c:ptCount val="365"/>
                <c:pt idx="0">
                  <c:v>21923.01</c:v>
                </c:pt>
                <c:pt idx="1">
                  <c:v>21301.704900000001</c:v>
                </c:pt>
                <c:pt idx="2">
                  <c:v>22883.3907</c:v>
                </c:pt>
                <c:pt idx="3">
                  <c:v>22980.148399999998</c:v>
                </c:pt>
                <c:pt idx="4">
                  <c:v>23055.3737</c:v>
                </c:pt>
                <c:pt idx="5">
                  <c:v>23150.995500000001</c:v>
                </c:pt>
                <c:pt idx="6">
                  <c:v>23117.328000000001</c:v>
                </c:pt>
                <c:pt idx="7">
                  <c:v>21824.3089</c:v>
                </c:pt>
                <c:pt idx="8">
                  <c:v>20862.7255</c:v>
                </c:pt>
                <c:pt idx="9">
                  <c:v>23072.5533</c:v>
                </c:pt>
                <c:pt idx="10">
                  <c:v>22852.317500000001</c:v>
                </c:pt>
                <c:pt idx="11">
                  <c:v>22559.947100000001</c:v>
                </c:pt>
                <c:pt idx="12">
                  <c:v>22712.4863</c:v>
                </c:pt>
                <c:pt idx="13">
                  <c:v>22741.275399999999</c:v>
                </c:pt>
                <c:pt idx="14">
                  <c:v>21654.265599999999</c:v>
                </c:pt>
                <c:pt idx="15">
                  <c:v>21301.9676</c:v>
                </c:pt>
                <c:pt idx="16">
                  <c:v>23177.528300000002</c:v>
                </c:pt>
                <c:pt idx="17">
                  <c:v>22839.000500000002</c:v>
                </c:pt>
                <c:pt idx="18">
                  <c:v>23572.513600000002</c:v>
                </c:pt>
                <c:pt idx="19">
                  <c:v>19723.334699999999</c:v>
                </c:pt>
                <c:pt idx="20">
                  <c:v>25397.4614</c:v>
                </c:pt>
                <c:pt idx="21">
                  <c:v>22521.972399999999</c:v>
                </c:pt>
                <c:pt idx="22">
                  <c:v>21608.32</c:v>
                </c:pt>
                <c:pt idx="23">
                  <c:v>23418.281200000001</c:v>
                </c:pt>
                <c:pt idx="24">
                  <c:v>23510.179599999999</c:v>
                </c:pt>
                <c:pt idx="25">
                  <c:v>23044.5252</c:v>
                </c:pt>
                <c:pt idx="26">
                  <c:v>23226.41</c:v>
                </c:pt>
                <c:pt idx="27">
                  <c:v>23120.742300000002</c:v>
                </c:pt>
                <c:pt idx="28">
                  <c:v>22014.206299999998</c:v>
                </c:pt>
                <c:pt idx="29">
                  <c:v>21216.218099999998</c:v>
                </c:pt>
                <c:pt idx="30">
                  <c:v>22702.742600000001</c:v>
                </c:pt>
                <c:pt idx="31">
                  <c:v>22709.397000000001</c:v>
                </c:pt>
                <c:pt idx="32">
                  <c:v>22752.9843</c:v>
                </c:pt>
                <c:pt idx="33">
                  <c:v>22991.371899999998</c:v>
                </c:pt>
                <c:pt idx="34">
                  <c:v>23036.7209</c:v>
                </c:pt>
                <c:pt idx="35">
                  <c:v>21481.133900000001</c:v>
                </c:pt>
                <c:pt idx="36">
                  <c:v>20668.470399999998</c:v>
                </c:pt>
                <c:pt idx="37">
                  <c:v>22815.921200000001</c:v>
                </c:pt>
                <c:pt idx="38">
                  <c:v>22687.43</c:v>
                </c:pt>
                <c:pt idx="39">
                  <c:v>22682.752999999997</c:v>
                </c:pt>
                <c:pt idx="40">
                  <c:v>22821.400300000001</c:v>
                </c:pt>
                <c:pt idx="41">
                  <c:v>22572.7621</c:v>
                </c:pt>
                <c:pt idx="42">
                  <c:v>21215.249100000001</c:v>
                </c:pt>
                <c:pt idx="43">
                  <c:v>20633.852699999999</c:v>
                </c:pt>
                <c:pt idx="44">
                  <c:v>22399.9205</c:v>
                </c:pt>
                <c:pt idx="45">
                  <c:v>22756.774599999997</c:v>
                </c:pt>
                <c:pt idx="46">
                  <c:v>22567.3007</c:v>
                </c:pt>
                <c:pt idx="47">
                  <c:v>22698.250500000002</c:v>
                </c:pt>
                <c:pt idx="48">
                  <c:v>19031.109700000001</c:v>
                </c:pt>
                <c:pt idx="49">
                  <c:v>21574.744200000001</c:v>
                </c:pt>
                <c:pt idx="50">
                  <c:v>21502.299500000001</c:v>
                </c:pt>
                <c:pt idx="51">
                  <c:v>22894.9287</c:v>
                </c:pt>
                <c:pt idx="52">
                  <c:v>22821.833299999998</c:v>
                </c:pt>
                <c:pt idx="53">
                  <c:v>22604.9997</c:v>
                </c:pt>
                <c:pt idx="54">
                  <c:v>22681.232499999998</c:v>
                </c:pt>
                <c:pt idx="55">
                  <c:v>22667.995199999998</c:v>
                </c:pt>
                <c:pt idx="56">
                  <c:v>21773.286700000001</c:v>
                </c:pt>
                <c:pt idx="57">
                  <c:v>21147.473300000001</c:v>
                </c:pt>
                <c:pt idx="58">
                  <c:v>22745.019200000002</c:v>
                </c:pt>
                <c:pt idx="59">
                  <c:v>22612.973999999998</c:v>
                </c:pt>
                <c:pt idx="60">
                  <c:v>22778.898100000002</c:v>
                </c:pt>
                <c:pt idx="61">
                  <c:v>22731.179499999998</c:v>
                </c:pt>
                <c:pt idx="62">
                  <c:v>22553.714799999998</c:v>
                </c:pt>
                <c:pt idx="63">
                  <c:v>21411.644199999999</c:v>
                </c:pt>
                <c:pt idx="64">
                  <c:v>21121.933700000001</c:v>
                </c:pt>
                <c:pt idx="65">
                  <c:v>22659.969400000002</c:v>
                </c:pt>
                <c:pt idx="66">
                  <c:v>22547.5448</c:v>
                </c:pt>
                <c:pt idx="67">
                  <c:v>22449.823700000001</c:v>
                </c:pt>
                <c:pt idx="68">
                  <c:v>22304.746599999999</c:v>
                </c:pt>
                <c:pt idx="69">
                  <c:v>22494.569600000003</c:v>
                </c:pt>
                <c:pt idx="70">
                  <c:v>21801.688900000001</c:v>
                </c:pt>
                <c:pt idx="71">
                  <c:v>21217.2176</c:v>
                </c:pt>
                <c:pt idx="72">
                  <c:v>22720.988400000002</c:v>
                </c:pt>
                <c:pt idx="73">
                  <c:v>22694.817800000001</c:v>
                </c:pt>
                <c:pt idx="74">
                  <c:v>22582.4817</c:v>
                </c:pt>
                <c:pt idx="75">
                  <c:v>23888.419600000001</c:v>
                </c:pt>
                <c:pt idx="76">
                  <c:v>21093.759099999999</c:v>
                </c:pt>
                <c:pt idx="77">
                  <c:v>20762.980599999999</c:v>
                </c:pt>
                <c:pt idx="78">
                  <c:v>18969.394700000001</c:v>
                </c:pt>
                <c:pt idx="79">
                  <c:v>22482.832399999999</c:v>
                </c:pt>
                <c:pt idx="80">
                  <c:v>22700.584500000001</c:v>
                </c:pt>
                <c:pt idx="81">
                  <c:v>22573.179100000001</c:v>
                </c:pt>
                <c:pt idx="82">
                  <c:v>22604.964100000001</c:v>
                </c:pt>
                <c:pt idx="83">
                  <c:v>22771.732400000001</c:v>
                </c:pt>
                <c:pt idx="84">
                  <c:v>21445.870800000001</c:v>
                </c:pt>
                <c:pt idx="85">
                  <c:v>20914.231400000001</c:v>
                </c:pt>
                <c:pt idx="86">
                  <c:v>22621.2212</c:v>
                </c:pt>
                <c:pt idx="87">
                  <c:v>22519.715</c:v>
                </c:pt>
                <c:pt idx="88">
                  <c:v>22490.710499999997</c:v>
                </c:pt>
                <c:pt idx="89">
                  <c:v>22067.269699999997</c:v>
                </c:pt>
                <c:pt idx="90">
                  <c:v>21700.839100000001</c:v>
                </c:pt>
                <c:pt idx="91">
                  <c:v>20808.554400000001</c:v>
                </c:pt>
                <c:pt idx="92">
                  <c:v>20741.956200000001</c:v>
                </c:pt>
                <c:pt idx="93">
                  <c:v>22385.133000000002</c:v>
                </c:pt>
                <c:pt idx="94">
                  <c:v>22276.463199999998</c:v>
                </c:pt>
                <c:pt idx="95">
                  <c:v>22239.184400000002</c:v>
                </c:pt>
                <c:pt idx="96">
                  <c:v>23018.240900000001</c:v>
                </c:pt>
                <c:pt idx="97">
                  <c:v>22358.361000000001</c:v>
                </c:pt>
                <c:pt idx="98">
                  <c:v>21258.464200000002</c:v>
                </c:pt>
                <c:pt idx="99">
                  <c:v>20630.551199999998</c:v>
                </c:pt>
                <c:pt idx="100">
                  <c:v>22827.413799999998</c:v>
                </c:pt>
                <c:pt idx="101">
                  <c:v>23414.382599999997</c:v>
                </c:pt>
                <c:pt idx="102">
                  <c:v>22724.419399999999</c:v>
                </c:pt>
                <c:pt idx="103">
                  <c:v>22645.948799999998</c:v>
                </c:pt>
                <c:pt idx="104">
                  <c:v>22838.374599999999</c:v>
                </c:pt>
                <c:pt idx="105">
                  <c:v>21629.3187</c:v>
                </c:pt>
                <c:pt idx="106">
                  <c:v>21016.3619</c:v>
                </c:pt>
                <c:pt idx="107">
                  <c:v>19078.245699999999</c:v>
                </c:pt>
                <c:pt idx="108">
                  <c:v>23142.030500000001</c:v>
                </c:pt>
                <c:pt idx="109">
                  <c:v>22447.186000000002</c:v>
                </c:pt>
                <c:pt idx="110">
                  <c:v>22610.790199999999</c:v>
                </c:pt>
                <c:pt idx="111">
                  <c:v>23013.2588</c:v>
                </c:pt>
                <c:pt idx="112">
                  <c:v>22126.522499999999</c:v>
                </c:pt>
                <c:pt idx="113">
                  <c:v>21138.538700000001</c:v>
                </c:pt>
                <c:pt idx="114">
                  <c:v>22623.1057</c:v>
                </c:pt>
                <c:pt idx="115">
                  <c:v>22709.318200000002</c:v>
                </c:pt>
                <c:pt idx="116">
                  <c:v>22787.5864</c:v>
                </c:pt>
                <c:pt idx="117">
                  <c:v>22607.289799999999</c:v>
                </c:pt>
                <c:pt idx="118">
                  <c:v>22592.952499999999</c:v>
                </c:pt>
                <c:pt idx="119">
                  <c:v>21165.4931</c:v>
                </c:pt>
                <c:pt idx="120">
                  <c:v>21503.050599999999</c:v>
                </c:pt>
                <c:pt idx="121">
                  <c:v>21707.191299999999</c:v>
                </c:pt>
                <c:pt idx="122">
                  <c:v>24128.892199999998</c:v>
                </c:pt>
                <c:pt idx="123">
                  <c:v>22808.696499999998</c:v>
                </c:pt>
                <c:pt idx="124">
                  <c:v>22847.952799999999</c:v>
                </c:pt>
                <c:pt idx="125">
                  <c:v>22627.728600000002</c:v>
                </c:pt>
                <c:pt idx="126">
                  <c:v>22109.109099999998</c:v>
                </c:pt>
                <c:pt idx="127">
                  <c:v>21102.0016</c:v>
                </c:pt>
                <c:pt idx="128">
                  <c:v>22744.570599999999</c:v>
                </c:pt>
                <c:pt idx="129">
                  <c:v>23025.359100000001</c:v>
                </c:pt>
                <c:pt idx="130">
                  <c:v>22855.0105</c:v>
                </c:pt>
                <c:pt idx="131">
                  <c:v>23250.068200000002</c:v>
                </c:pt>
                <c:pt idx="132">
                  <c:v>23358.7948</c:v>
                </c:pt>
                <c:pt idx="133">
                  <c:v>22209.207699999999</c:v>
                </c:pt>
                <c:pt idx="134">
                  <c:v>21236.820899999999</c:v>
                </c:pt>
                <c:pt idx="135">
                  <c:v>22770.498299999999</c:v>
                </c:pt>
                <c:pt idx="136">
                  <c:v>22919.951499999999</c:v>
                </c:pt>
                <c:pt idx="137">
                  <c:v>19484.440200000001</c:v>
                </c:pt>
                <c:pt idx="138">
                  <c:v>23165.676599999999</c:v>
                </c:pt>
                <c:pt idx="139">
                  <c:v>22948.339899999999</c:v>
                </c:pt>
                <c:pt idx="140">
                  <c:v>21295.1636</c:v>
                </c:pt>
                <c:pt idx="141">
                  <c:v>20742.810300000001</c:v>
                </c:pt>
                <c:pt idx="142">
                  <c:v>22670.3266</c:v>
                </c:pt>
                <c:pt idx="143">
                  <c:v>22486.785800000001</c:v>
                </c:pt>
                <c:pt idx="144">
                  <c:v>22030.850399999999</c:v>
                </c:pt>
                <c:pt idx="145">
                  <c:v>22254.627399999998</c:v>
                </c:pt>
                <c:pt idx="146">
                  <c:v>22293.877199999999</c:v>
                </c:pt>
                <c:pt idx="147">
                  <c:v>21568.330399999999</c:v>
                </c:pt>
                <c:pt idx="148">
                  <c:v>20633.320899999999</c:v>
                </c:pt>
                <c:pt idx="149">
                  <c:v>22097.0039</c:v>
                </c:pt>
                <c:pt idx="150">
                  <c:v>22226.796200000001</c:v>
                </c:pt>
                <c:pt idx="151">
                  <c:v>22466.406999999999</c:v>
                </c:pt>
                <c:pt idx="152">
                  <c:v>21784.98</c:v>
                </c:pt>
                <c:pt idx="153">
                  <c:v>20948.143</c:v>
                </c:pt>
                <c:pt idx="154">
                  <c:v>22409.442299999999</c:v>
                </c:pt>
                <c:pt idx="155">
                  <c:v>20997.915099999998</c:v>
                </c:pt>
                <c:pt idx="156">
                  <c:v>22498.461299999999</c:v>
                </c:pt>
                <c:pt idx="157">
                  <c:v>22797.202499999999</c:v>
                </c:pt>
                <c:pt idx="158">
                  <c:v>22718.0933</c:v>
                </c:pt>
                <c:pt idx="159">
                  <c:v>24599.955099999999</c:v>
                </c:pt>
                <c:pt idx="160">
                  <c:v>24262.669900000001</c:v>
                </c:pt>
                <c:pt idx="161">
                  <c:v>22407.325400000002</c:v>
                </c:pt>
                <c:pt idx="162">
                  <c:v>22303.094099999998</c:v>
                </c:pt>
                <c:pt idx="163">
                  <c:v>23354.3727</c:v>
                </c:pt>
                <c:pt idx="164">
                  <c:v>23305.869600000002</c:v>
                </c:pt>
                <c:pt idx="165">
                  <c:v>23138.886299999998</c:v>
                </c:pt>
                <c:pt idx="166">
                  <c:v>19636.0471</c:v>
                </c:pt>
                <c:pt idx="167">
                  <c:v>22643.747600000002</c:v>
                </c:pt>
                <c:pt idx="168">
                  <c:v>21832.7667</c:v>
                </c:pt>
                <c:pt idx="169">
                  <c:v>20322.663700000001</c:v>
                </c:pt>
                <c:pt idx="170">
                  <c:v>23014.663</c:v>
                </c:pt>
                <c:pt idx="171">
                  <c:v>22618.614000000001</c:v>
                </c:pt>
                <c:pt idx="172">
                  <c:v>22524.9941</c:v>
                </c:pt>
                <c:pt idx="173">
                  <c:v>22635.751800000002</c:v>
                </c:pt>
                <c:pt idx="174">
                  <c:v>22669.231899999999</c:v>
                </c:pt>
                <c:pt idx="175">
                  <c:v>21708.6191</c:v>
                </c:pt>
                <c:pt idx="176">
                  <c:v>21317.517800000001</c:v>
                </c:pt>
                <c:pt idx="177">
                  <c:v>23088.9643</c:v>
                </c:pt>
                <c:pt idx="178">
                  <c:v>23073.2474</c:v>
                </c:pt>
                <c:pt idx="179">
                  <c:v>22357.165700000001</c:v>
                </c:pt>
                <c:pt idx="180">
                  <c:v>22677.954099999999</c:v>
                </c:pt>
                <c:pt idx="181">
                  <c:v>22651.591700000001</c:v>
                </c:pt>
                <c:pt idx="182">
                  <c:v>21767.8197</c:v>
                </c:pt>
                <c:pt idx="183">
                  <c:v>21179.548900000002</c:v>
                </c:pt>
                <c:pt idx="184">
                  <c:v>22961.870900000002</c:v>
                </c:pt>
                <c:pt idx="185">
                  <c:v>22895.337799999998</c:v>
                </c:pt>
                <c:pt idx="186">
                  <c:v>22648.982399999997</c:v>
                </c:pt>
                <c:pt idx="187">
                  <c:v>20665.521000000001</c:v>
                </c:pt>
                <c:pt idx="188">
                  <c:v>22213.231100000001</c:v>
                </c:pt>
                <c:pt idx="189">
                  <c:v>21622.140299999999</c:v>
                </c:pt>
                <c:pt idx="190">
                  <c:v>21205.057199999999</c:v>
                </c:pt>
                <c:pt idx="191">
                  <c:v>22894.960500000001</c:v>
                </c:pt>
                <c:pt idx="192">
                  <c:v>23045.8066</c:v>
                </c:pt>
                <c:pt idx="193">
                  <c:v>23985.884399999999</c:v>
                </c:pt>
                <c:pt idx="194">
                  <c:v>25996.587899999999</c:v>
                </c:pt>
                <c:pt idx="195">
                  <c:v>22521.061700000002</c:v>
                </c:pt>
                <c:pt idx="196">
                  <c:v>19194.067599999998</c:v>
                </c:pt>
                <c:pt idx="197">
                  <c:v>21205.446</c:v>
                </c:pt>
                <c:pt idx="198">
                  <c:v>22913.5455</c:v>
                </c:pt>
                <c:pt idx="199">
                  <c:v>22753.785199999998</c:v>
                </c:pt>
                <c:pt idx="200">
                  <c:v>22413.556400000001</c:v>
                </c:pt>
                <c:pt idx="201">
                  <c:v>22256.888999999999</c:v>
                </c:pt>
                <c:pt idx="202">
                  <c:v>22430.124900000003</c:v>
                </c:pt>
                <c:pt idx="203">
                  <c:v>21795.2755</c:v>
                </c:pt>
                <c:pt idx="204">
                  <c:v>21148.0514</c:v>
                </c:pt>
                <c:pt idx="205">
                  <c:v>22640.1446</c:v>
                </c:pt>
                <c:pt idx="206">
                  <c:v>22491.659200000002</c:v>
                </c:pt>
                <c:pt idx="207">
                  <c:v>22502.078700000002</c:v>
                </c:pt>
                <c:pt idx="208">
                  <c:v>21662.860400000001</c:v>
                </c:pt>
                <c:pt idx="209">
                  <c:v>22281.788</c:v>
                </c:pt>
                <c:pt idx="210">
                  <c:v>21166.953699999998</c:v>
                </c:pt>
                <c:pt idx="211">
                  <c:v>20669.3999</c:v>
                </c:pt>
                <c:pt idx="212">
                  <c:v>22321.683099999998</c:v>
                </c:pt>
                <c:pt idx="213">
                  <c:v>22270.2477</c:v>
                </c:pt>
                <c:pt idx="214">
                  <c:v>22324.863999999998</c:v>
                </c:pt>
                <c:pt idx="215">
                  <c:v>22081.3904</c:v>
                </c:pt>
                <c:pt idx="216">
                  <c:v>22120.970999999998</c:v>
                </c:pt>
                <c:pt idx="217">
                  <c:v>20924.418699999998</c:v>
                </c:pt>
                <c:pt idx="218">
                  <c:v>20768.259700000002</c:v>
                </c:pt>
                <c:pt idx="219">
                  <c:v>22536.7356</c:v>
                </c:pt>
                <c:pt idx="220">
                  <c:v>22486.4467</c:v>
                </c:pt>
                <c:pt idx="221">
                  <c:v>22346.715099999998</c:v>
                </c:pt>
                <c:pt idx="222">
                  <c:v>21977.4755</c:v>
                </c:pt>
                <c:pt idx="223">
                  <c:v>22258.223399999999</c:v>
                </c:pt>
                <c:pt idx="224">
                  <c:v>21576.2706</c:v>
                </c:pt>
                <c:pt idx="225">
                  <c:v>19007.897000000001</c:v>
                </c:pt>
                <c:pt idx="226">
                  <c:v>22456.224599999998</c:v>
                </c:pt>
                <c:pt idx="227">
                  <c:v>22498.355800000001</c:v>
                </c:pt>
                <c:pt idx="228">
                  <c:v>20790.718499999999</c:v>
                </c:pt>
                <c:pt idx="229">
                  <c:v>22279.222099999999</c:v>
                </c:pt>
                <c:pt idx="230">
                  <c:v>22197.155599999998</c:v>
                </c:pt>
                <c:pt idx="231">
                  <c:v>20918.866399999999</c:v>
                </c:pt>
                <c:pt idx="232">
                  <c:v>20247.804899999999</c:v>
                </c:pt>
                <c:pt idx="233">
                  <c:v>22222.202400000002</c:v>
                </c:pt>
                <c:pt idx="234">
                  <c:v>22704.5913</c:v>
                </c:pt>
                <c:pt idx="235">
                  <c:v>22300.993399999999</c:v>
                </c:pt>
                <c:pt idx="236">
                  <c:v>22072.915199999999</c:v>
                </c:pt>
                <c:pt idx="237">
                  <c:v>22711.876200000002</c:v>
                </c:pt>
                <c:pt idx="238">
                  <c:v>21356.468000000001</c:v>
                </c:pt>
                <c:pt idx="239">
                  <c:v>20295.625500000002</c:v>
                </c:pt>
                <c:pt idx="240">
                  <c:v>21651.2497</c:v>
                </c:pt>
                <c:pt idx="241">
                  <c:v>21908.497100000001</c:v>
                </c:pt>
                <c:pt idx="242">
                  <c:v>21647.173200000001</c:v>
                </c:pt>
                <c:pt idx="243">
                  <c:v>21399.174899999998</c:v>
                </c:pt>
                <c:pt idx="244">
                  <c:v>21852.553</c:v>
                </c:pt>
                <c:pt idx="245">
                  <c:v>20945.479199999998</c:v>
                </c:pt>
                <c:pt idx="246">
                  <c:v>20660.025300000001</c:v>
                </c:pt>
                <c:pt idx="247">
                  <c:v>22144.546299999998</c:v>
                </c:pt>
                <c:pt idx="248">
                  <c:v>22054.680999999997</c:v>
                </c:pt>
                <c:pt idx="249">
                  <c:v>21969.593699999998</c:v>
                </c:pt>
                <c:pt idx="250">
                  <c:v>22430.795399999999</c:v>
                </c:pt>
                <c:pt idx="251">
                  <c:v>22250.203799999999</c:v>
                </c:pt>
                <c:pt idx="252">
                  <c:v>21552.8377</c:v>
                </c:pt>
                <c:pt idx="253">
                  <c:v>21270.9676</c:v>
                </c:pt>
                <c:pt idx="254">
                  <c:v>19118.6348</c:v>
                </c:pt>
                <c:pt idx="255">
                  <c:v>22499.415300000001</c:v>
                </c:pt>
                <c:pt idx="256">
                  <c:v>22276.013200000001</c:v>
                </c:pt>
                <c:pt idx="257">
                  <c:v>22075.117400000003</c:v>
                </c:pt>
                <c:pt idx="258">
                  <c:v>22173.4548</c:v>
                </c:pt>
                <c:pt idx="259">
                  <c:v>20946.872499999998</c:v>
                </c:pt>
                <c:pt idx="260">
                  <c:v>20348.526900000001</c:v>
                </c:pt>
                <c:pt idx="261">
                  <c:v>22420.964899999999</c:v>
                </c:pt>
                <c:pt idx="262">
                  <c:v>22873.317200000001</c:v>
                </c:pt>
                <c:pt idx="263">
                  <c:v>22662.9241</c:v>
                </c:pt>
                <c:pt idx="264">
                  <c:v>22412.315200000001</c:v>
                </c:pt>
                <c:pt idx="265">
                  <c:v>22280.3295</c:v>
                </c:pt>
                <c:pt idx="266">
                  <c:v>21416.296200000001</c:v>
                </c:pt>
                <c:pt idx="267">
                  <c:v>21532.375199999999</c:v>
                </c:pt>
                <c:pt idx="268">
                  <c:v>23031.8848</c:v>
                </c:pt>
                <c:pt idx="269">
                  <c:v>23315.640100000001</c:v>
                </c:pt>
                <c:pt idx="270">
                  <c:v>22327.033800000001</c:v>
                </c:pt>
                <c:pt idx="271">
                  <c:v>22678.914400000001</c:v>
                </c:pt>
                <c:pt idx="272">
                  <c:v>22566.460499999997</c:v>
                </c:pt>
                <c:pt idx="273">
                  <c:v>21409.5723</c:v>
                </c:pt>
                <c:pt idx="274">
                  <c:v>20903.8914</c:v>
                </c:pt>
                <c:pt idx="275">
                  <c:v>22216.441899999998</c:v>
                </c:pt>
                <c:pt idx="276">
                  <c:v>22270.073800000002</c:v>
                </c:pt>
                <c:pt idx="277">
                  <c:v>22007.174500000001</c:v>
                </c:pt>
                <c:pt idx="278">
                  <c:v>22785.968099999998</c:v>
                </c:pt>
                <c:pt idx="279">
                  <c:v>22447.775900000001</c:v>
                </c:pt>
                <c:pt idx="280">
                  <c:v>21553.904300000002</c:v>
                </c:pt>
                <c:pt idx="281">
                  <c:v>20411.598900000001</c:v>
                </c:pt>
                <c:pt idx="282">
                  <c:v>22669.631300000001</c:v>
                </c:pt>
                <c:pt idx="283">
                  <c:v>22875.678200000002</c:v>
                </c:pt>
                <c:pt idx="284">
                  <c:v>21209.614399999999</c:v>
                </c:pt>
                <c:pt idx="285">
                  <c:v>22594.4437</c:v>
                </c:pt>
                <c:pt idx="286">
                  <c:v>21470.5013</c:v>
                </c:pt>
                <c:pt idx="287">
                  <c:v>20944.398100000002</c:v>
                </c:pt>
                <c:pt idx="288">
                  <c:v>20571.350999999999</c:v>
                </c:pt>
                <c:pt idx="289">
                  <c:v>22536.269699999997</c:v>
                </c:pt>
                <c:pt idx="290">
                  <c:v>22559.9005</c:v>
                </c:pt>
                <c:pt idx="291">
                  <c:v>22779.103599999999</c:v>
                </c:pt>
                <c:pt idx="292">
                  <c:v>22964.350399999999</c:v>
                </c:pt>
                <c:pt idx="293">
                  <c:v>23130.3289</c:v>
                </c:pt>
                <c:pt idx="294">
                  <c:v>21596.131000000001</c:v>
                </c:pt>
                <c:pt idx="295">
                  <c:v>20645.342499999999</c:v>
                </c:pt>
                <c:pt idx="296">
                  <c:v>19092.986199999999</c:v>
                </c:pt>
                <c:pt idx="297">
                  <c:v>20115.754200000003</c:v>
                </c:pt>
                <c:pt idx="298">
                  <c:v>19325.519200000002</c:v>
                </c:pt>
                <c:pt idx="299">
                  <c:v>19500.618600000002</c:v>
                </c:pt>
                <c:pt idx="300">
                  <c:v>20014.190900000001</c:v>
                </c:pt>
                <c:pt idx="301">
                  <c:v>19927.028199999997</c:v>
                </c:pt>
                <c:pt idx="302">
                  <c:v>19889.0746</c:v>
                </c:pt>
                <c:pt idx="303">
                  <c:v>21316.151000000002</c:v>
                </c:pt>
                <c:pt idx="304">
                  <c:v>22722.937399999999</c:v>
                </c:pt>
                <c:pt idx="305">
                  <c:v>21469.172300000002</c:v>
                </c:pt>
                <c:pt idx="306">
                  <c:v>21945.412</c:v>
                </c:pt>
                <c:pt idx="307">
                  <c:v>22133.751</c:v>
                </c:pt>
                <c:pt idx="308">
                  <c:v>20791.497599999999</c:v>
                </c:pt>
                <c:pt idx="309">
                  <c:v>19869.121999999999</c:v>
                </c:pt>
                <c:pt idx="310">
                  <c:v>22058.158099999997</c:v>
                </c:pt>
                <c:pt idx="311">
                  <c:v>21946.7071</c:v>
                </c:pt>
                <c:pt idx="312">
                  <c:v>21755.714799999998</c:v>
                </c:pt>
                <c:pt idx="313">
                  <c:v>22305.535199999998</c:v>
                </c:pt>
                <c:pt idx="314">
                  <c:v>18648.594799999999</c:v>
                </c:pt>
                <c:pt idx="315">
                  <c:v>19950.496199999998</c:v>
                </c:pt>
                <c:pt idx="316">
                  <c:v>20434.355500000001</c:v>
                </c:pt>
                <c:pt idx="317">
                  <c:v>22163.2297</c:v>
                </c:pt>
                <c:pt idx="318">
                  <c:v>21941.7791</c:v>
                </c:pt>
                <c:pt idx="319">
                  <c:v>21847.801899999999</c:v>
                </c:pt>
                <c:pt idx="320">
                  <c:v>21227.752800000002</c:v>
                </c:pt>
                <c:pt idx="321">
                  <c:v>21811.426799999997</c:v>
                </c:pt>
                <c:pt idx="322">
                  <c:v>20984.462300000003</c:v>
                </c:pt>
                <c:pt idx="323">
                  <c:v>20052.331399999999</c:v>
                </c:pt>
                <c:pt idx="324">
                  <c:v>22020.589</c:v>
                </c:pt>
                <c:pt idx="325">
                  <c:v>21966.459299999999</c:v>
                </c:pt>
                <c:pt idx="326">
                  <c:v>22781.4954</c:v>
                </c:pt>
                <c:pt idx="327">
                  <c:v>21890.998500000002</c:v>
                </c:pt>
                <c:pt idx="328">
                  <c:v>21827.816800000001</c:v>
                </c:pt>
                <c:pt idx="329">
                  <c:v>20787.955600000001</c:v>
                </c:pt>
                <c:pt idx="330">
                  <c:v>20172.330600000001</c:v>
                </c:pt>
                <c:pt idx="331">
                  <c:v>22045.779899999998</c:v>
                </c:pt>
                <c:pt idx="332">
                  <c:v>22124.6149</c:v>
                </c:pt>
                <c:pt idx="333">
                  <c:v>22237.897799999999</c:v>
                </c:pt>
                <c:pt idx="334">
                  <c:v>22112.226699999999</c:v>
                </c:pt>
                <c:pt idx="335">
                  <c:v>22788.701099999998</c:v>
                </c:pt>
                <c:pt idx="336">
                  <c:v>20942.084800000001</c:v>
                </c:pt>
                <c:pt idx="337">
                  <c:v>20568.630100000002</c:v>
                </c:pt>
                <c:pt idx="338">
                  <c:v>22382.781700000003</c:v>
                </c:pt>
                <c:pt idx="339">
                  <c:v>22094.719399999998</c:v>
                </c:pt>
                <c:pt idx="340">
                  <c:v>22075.1764</c:v>
                </c:pt>
                <c:pt idx="341">
                  <c:v>20979.5108</c:v>
                </c:pt>
                <c:pt idx="342">
                  <c:v>22003.549800000001</c:v>
                </c:pt>
                <c:pt idx="343">
                  <c:v>16750.136600000002</c:v>
                </c:pt>
                <c:pt idx="344">
                  <c:v>19421.7412</c:v>
                </c:pt>
                <c:pt idx="345">
                  <c:v>22477.279599999998</c:v>
                </c:pt>
                <c:pt idx="346">
                  <c:v>22538.5226</c:v>
                </c:pt>
                <c:pt idx="347">
                  <c:v>22237.003199999999</c:v>
                </c:pt>
                <c:pt idx="348">
                  <c:v>21810.0792</c:v>
                </c:pt>
                <c:pt idx="349">
                  <c:v>21931.002400000001</c:v>
                </c:pt>
                <c:pt idx="350">
                  <c:v>20694.011200000001</c:v>
                </c:pt>
                <c:pt idx="351">
                  <c:v>20005.769</c:v>
                </c:pt>
                <c:pt idx="352">
                  <c:v>21744.086200000002</c:v>
                </c:pt>
                <c:pt idx="353">
                  <c:v>21461.051499999998</c:v>
                </c:pt>
                <c:pt idx="354">
                  <c:v>21549.359199999999</c:v>
                </c:pt>
                <c:pt idx="355">
                  <c:v>21292.823200000003</c:v>
                </c:pt>
                <c:pt idx="356">
                  <c:v>21499.629000000001</c:v>
                </c:pt>
                <c:pt idx="357">
                  <c:v>20226.3897</c:v>
                </c:pt>
                <c:pt idx="358">
                  <c:v>19258.1754</c:v>
                </c:pt>
                <c:pt idx="359">
                  <c:v>21229.254399999998</c:v>
                </c:pt>
                <c:pt idx="360">
                  <c:v>21387.533500000001</c:v>
                </c:pt>
                <c:pt idx="361">
                  <c:v>21075.185799999999</c:v>
                </c:pt>
                <c:pt idx="362">
                  <c:v>21162.958600000002</c:v>
                </c:pt>
                <c:pt idx="363">
                  <c:v>21350.521100000002</c:v>
                </c:pt>
                <c:pt idx="364">
                  <c:v>21524.251399999997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19-4A47-BE0B-B00DA3B1425A}"/>
            </c:ext>
          </c:extLst>
        </c:ser>
        <c:ser>
          <c:idx val="1"/>
          <c:order val="1"/>
          <c:tx>
            <c:strRef>
              <c:f>'Total Voice'!$C$1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Voice'!$C$2:$C$366</c:f>
              <c:numCache>
                <c:formatCode>General</c:formatCode>
                <c:ptCount val="365"/>
                <c:pt idx="0">
                  <c:v>17467.020100000002</c:v>
                </c:pt>
                <c:pt idx="1">
                  <c:v>16738.533800000001</c:v>
                </c:pt>
                <c:pt idx="2">
                  <c:v>18271.797999999999</c:v>
                </c:pt>
                <c:pt idx="3">
                  <c:v>17795.439200000001</c:v>
                </c:pt>
                <c:pt idx="4">
                  <c:v>18362.284800000001</c:v>
                </c:pt>
                <c:pt idx="5">
                  <c:v>18209.379699999998</c:v>
                </c:pt>
                <c:pt idx="6">
                  <c:v>18149.340199999999</c:v>
                </c:pt>
                <c:pt idx="7">
                  <c:v>17512.976199999997</c:v>
                </c:pt>
                <c:pt idx="8">
                  <c:v>17085.097099999999</c:v>
                </c:pt>
                <c:pt idx="9">
                  <c:v>18467.6276</c:v>
                </c:pt>
                <c:pt idx="10">
                  <c:v>18111.988499999999</c:v>
                </c:pt>
                <c:pt idx="11">
                  <c:v>18069.775999999998</c:v>
                </c:pt>
                <c:pt idx="12">
                  <c:v>18059.586199999998</c:v>
                </c:pt>
                <c:pt idx="13">
                  <c:v>17973.131300000001</c:v>
                </c:pt>
                <c:pt idx="14">
                  <c:v>17478.954000000002</c:v>
                </c:pt>
                <c:pt idx="15">
                  <c:v>17434.782200000001</c:v>
                </c:pt>
                <c:pt idx="16">
                  <c:v>18641.164199999999</c:v>
                </c:pt>
                <c:pt idx="17">
                  <c:v>18335.688000000002</c:v>
                </c:pt>
                <c:pt idx="18">
                  <c:v>18606.272799999999</c:v>
                </c:pt>
                <c:pt idx="19">
                  <c:v>16217.4463</c:v>
                </c:pt>
                <c:pt idx="20">
                  <c:v>20508.8439</c:v>
                </c:pt>
                <c:pt idx="21">
                  <c:v>17918.2556</c:v>
                </c:pt>
                <c:pt idx="22">
                  <c:v>17411.823</c:v>
                </c:pt>
                <c:pt idx="23">
                  <c:v>18835.279500000001</c:v>
                </c:pt>
                <c:pt idx="24">
                  <c:v>18324.128799999999</c:v>
                </c:pt>
                <c:pt idx="25">
                  <c:v>18208.294999999998</c:v>
                </c:pt>
                <c:pt idx="26">
                  <c:v>18107.106599999999</c:v>
                </c:pt>
                <c:pt idx="27">
                  <c:v>18280.0435</c:v>
                </c:pt>
                <c:pt idx="28">
                  <c:v>17242.826499999999</c:v>
                </c:pt>
                <c:pt idx="29">
                  <c:v>17082.371200000001</c:v>
                </c:pt>
                <c:pt idx="30">
                  <c:v>18130.1214</c:v>
                </c:pt>
                <c:pt idx="31">
                  <c:v>18082.733999999997</c:v>
                </c:pt>
                <c:pt idx="32">
                  <c:v>18110.7235</c:v>
                </c:pt>
                <c:pt idx="33">
                  <c:v>18341.521499999999</c:v>
                </c:pt>
                <c:pt idx="34">
                  <c:v>18108.668300000001</c:v>
                </c:pt>
                <c:pt idx="35">
                  <c:v>17185.218199999999</c:v>
                </c:pt>
                <c:pt idx="36">
                  <c:v>17254.231299999999</c:v>
                </c:pt>
                <c:pt idx="37">
                  <c:v>18357.011600000002</c:v>
                </c:pt>
                <c:pt idx="38">
                  <c:v>18291.6109</c:v>
                </c:pt>
                <c:pt idx="39">
                  <c:v>18204.5389</c:v>
                </c:pt>
                <c:pt idx="40">
                  <c:v>18113.8145</c:v>
                </c:pt>
                <c:pt idx="41">
                  <c:v>18234.063900000001</c:v>
                </c:pt>
                <c:pt idx="42">
                  <c:v>17462.861400000002</c:v>
                </c:pt>
                <c:pt idx="43">
                  <c:v>17129.3184</c:v>
                </c:pt>
                <c:pt idx="44">
                  <c:v>18102.323</c:v>
                </c:pt>
                <c:pt idx="45">
                  <c:v>18590.790099999998</c:v>
                </c:pt>
                <c:pt idx="46">
                  <c:v>18321.516100000001</c:v>
                </c:pt>
                <c:pt idx="47">
                  <c:v>18340.046000000002</c:v>
                </c:pt>
                <c:pt idx="48">
                  <c:v>15951.1407</c:v>
                </c:pt>
                <c:pt idx="49">
                  <c:v>17684.948899999999</c:v>
                </c:pt>
                <c:pt idx="50">
                  <c:v>17683.745599999998</c:v>
                </c:pt>
                <c:pt idx="51">
                  <c:v>18262.633699999998</c:v>
                </c:pt>
                <c:pt idx="52">
                  <c:v>18152.232400000001</c:v>
                </c:pt>
                <c:pt idx="53">
                  <c:v>17993.409299999999</c:v>
                </c:pt>
                <c:pt idx="54">
                  <c:v>18123.445199999998</c:v>
                </c:pt>
                <c:pt idx="55">
                  <c:v>18008.186600000001</c:v>
                </c:pt>
                <c:pt idx="56">
                  <c:v>17486.729900000002</c:v>
                </c:pt>
                <c:pt idx="57">
                  <c:v>17525.663</c:v>
                </c:pt>
                <c:pt idx="58">
                  <c:v>18352.192800000001</c:v>
                </c:pt>
                <c:pt idx="59">
                  <c:v>18050.420099999999</c:v>
                </c:pt>
                <c:pt idx="60">
                  <c:v>18239.4084</c:v>
                </c:pt>
                <c:pt idx="61">
                  <c:v>18422.3652</c:v>
                </c:pt>
                <c:pt idx="62">
                  <c:v>18369.866600000001</c:v>
                </c:pt>
                <c:pt idx="63">
                  <c:v>17421.654900000001</c:v>
                </c:pt>
                <c:pt idx="64">
                  <c:v>17142.645199999999</c:v>
                </c:pt>
                <c:pt idx="65">
                  <c:v>18281.7565</c:v>
                </c:pt>
                <c:pt idx="66">
                  <c:v>18105.662899999999</c:v>
                </c:pt>
                <c:pt idx="67">
                  <c:v>17942.469100000002</c:v>
                </c:pt>
                <c:pt idx="68">
                  <c:v>18397.486800000002</c:v>
                </c:pt>
                <c:pt idx="69">
                  <c:v>17952.405899999998</c:v>
                </c:pt>
                <c:pt idx="70">
                  <c:v>17477.554700000001</c:v>
                </c:pt>
                <c:pt idx="71">
                  <c:v>17326.217000000001</c:v>
                </c:pt>
                <c:pt idx="72">
                  <c:v>18109.088</c:v>
                </c:pt>
                <c:pt idx="73">
                  <c:v>18161.540099999998</c:v>
                </c:pt>
                <c:pt idx="74">
                  <c:v>18228.955600000001</c:v>
                </c:pt>
                <c:pt idx="75">
                  <c:v>19339.881500000003</c:v>
                </c:pt>
                <c:pt idx="76">
                  <c:v>17695.857100000001</c:v>
                </c:pt>
                <c:pt idx="77">
                  <c:v>17352.4735</c:v>
                </c:pt>
                <c:pt idx="78">
                  <c:v>15758.239700000002</c:v>
                </c:pt>
                <c:pt idx="79">
                  <c:v>17498.375599999999</c:v>
                </c:pt>
                <c:pt idx="80">
                  <c:v>17871.517599999999</c:v>
                </c:pt>
                <c:pt idx="81">
                  <c:v>17857.215400000001</c:v>
                </c:pt>
                <c:pt idx="82">
                  <c:v>17870.115099999999</c:v>
                </c:pt>
                <c:pt idx="83">
                  <c:v>17601.097900000001</c:v>
                </c:pt>
                <c:pt idx="84">
                  <c:v>17284.0651</c:v>
                </c:pt>
                <c:pt idx="85">
                  <c:v>16827.555400000001</c:v>
                </c:pt>
                <c:pt idx="86">
                  <c:v>17737.385999999999</c:v>
                </c:pt>
                <c:pt idx="87">
                  <c:v>17745.9067</c:v>
                </c:pt>
                <c:pt idx="88">
                  <c:v>17644.109800000002</c:v>
                </c:pt>
                <c:pt idx="89">
                  <c:v>17568.4941</c:v>
                </c:pt>
                <c:pt idx="90">
                  <c:v>17722.770199999999</c:v>
                </c:pt>
                <c:pt idx="91">
                  <c:v>17133.210599999999</c:v>
                </c:pt>
                <c:pt idx="92">
                  <c:v>16906.6005</c:v>
                </c:pt>
                <c:pt idx="93">
                  <c:v>17731.572800000002</c:v>
                </c:pt>
                <c:pt idx="94">
                  <c:v>17431.689899999998</c:v>
                </c:pt>
                <c:pt idx="95">
                  <c:v>17389.185600000001</c:v>
                </c:pt>
                <c:pt idx="96">
                  <c:v>17390.281199999998</c:v>
                </c:pt>
                <c:pt idx="97">
                  <c:v>17181.886500000001</c:v>
                </c:pt>
                <c:pt idx="98">
                  <c:v>16719.605199999998</c:v>
                </c:pt>
                <c:pt idx="99">
                  <c:v>16585.433499999999</c:v>
                </c:pt>
                <c:pt idx="100">
                  <c:v>17604.48</c:v>
                </c:pt>
                <c:pt idx="101">
                  <c:v>18038.135199999997</c:v>
                </c:pt>
                <c:pt idx="102">
                  <c:v>17449.188600000001</c:v>
                </c:pt>
                <c:pt idx="103">
                  <c:v>17461.852800000001</c:v>
                </c:pt>
                <c:pt idx="104">
                  <c:v>17618.695200000002</c:v>
                </c:pt>
                <c:pt idx="105">
                  <c:v>16815.208500000001</c:v>
                </c:pt>
                <c:pt idx="106">
                  <c:v>16704.5419</c:v>
                </c:pt>
                <c:pt idx="107">
                  <c:v>15375.095099999999</c:v>
                </c:pt>
                <c:pt idx="108">
                  <c:v>17640.105100000001</c:v>
                </c:pt>
                <c:pt idx="109">
                  <c:v>17321.094799999999</c:v>
                </c:pt>
                <c:pt idx="110">
                  <c:v>17533.852500000001</c:v>
                </c:pt>
                <c:pt idx="111">
                  <c:v>17453.923000000003</c:v>
                </c:pt>
                <c:pt idx="112">
                  <c:v>16848.619600000002</c:v>
                </c:pt>
                <c:pt idx="113">
                  <c:v>16063.913699999999</c:v>
                </c:pt>
                <c:pt idx="114">
                  <c:v>17218.438099999999</c:v>
                </c:pt>
                <c:pt idx="115">
                  <c:v>17323.377399999998</c:v>
                </c:pt>
                <c:pt idx="116">
                  <c:v>17268.671399999999</c:v>
                </c:pt>
                <c:pt idx="117">
                  <c:v>17059.446</c:v>
                </c:pt>
                <c:pt idx="118">
                  <c:v>17161.457699999999</c:v>
                </c:pt>
                <c:pt idx="119">
                  <c:v>15543.2289</c:v>
                </c:pt>
                <c:pt idx="120">
                  <c:v>16259.653200000001</c:v>
                </c:pt>
                <c:pt idx="121">
                  <c:v>16155.0898</c:v>
                </c:pt>
                <c:pt idx="122">
                  <c:v>17004.621299999999</c:v>
                </c:pt>
                <c:pt idx="123">
                  <c:v>17149.681700000001</c:v>
                </c:pt>
                <c:pt idx="124">
                  <c:v>16859.277699999999</c:v>
                </c:pt>
                <c:pt idx="125">
                  <c:v>16439.104500000001</c:v>
                </c:pt>
                <c:pt idx="126">
                  <c:v>16824.497300000003</c:v>
                </c:pt>
                <c:pt idx="127">
                  <c:v>16006.2482</c:v>
                </c:pt>
                <c:pt idx="128">
                  <c:v>16695.497100000001</c:v>
                </c:pt>
                <c:pt idx="129">
                  <c:v>17164.8308</c:v>
                </c:pt>
                <c:pt idx="130">
                  <c:v>16736.3177</c:v>
                </c:pt>
                <c:pt idx="131">
                  <c:v>17188.663</c:v>
                </c:pt>
                <c:pt idx="132">
                  <c:v>17532.340899999999</c:v>
                </c:pt>
                <c:pt idx="133">
                  <c:v>16764.704700000002</c:v>
                </c:pt>
                <c:pt idx="134">
                  <c:v>15878.063700000002</c:v>
                </c:pt>
                <c:pt idx="135">
                  <c:v>17592.750599999999</c:v>
                </c:pt>
                <c:pt idx="136">
                  <c:v>17911.012600000002</c:v>
                </c:pt>
                <c:pt idx="137">
                  <c:v>15830.735499999999</c:v>
                </c:pt>
                <c:pt idx="138">
                  <c:v>12907.472599999999</c:v>
                </c:pt>
                <c:pt idx="139">
                  <c:v>16614.0085</c:v>
                </c:pt>
                <c:pt idx="140">
                  <c:v>16651.718400000002</c:v>
                </c:pt>
                <c:pt idx="141">
                  <c:v>16261.2839</c:v>
                </c:pt>
                <c:pt idx="142">
                  <c:v>17332.602599999998</c:v>
                </c:pt>
                <c:pt idx="143">
                  <c:v>16964.236199999999</c:v>
                </c:pt>
                <c:pt idx="144">
                  <c:v>17168.744599999998</c:v>
                </c:pt>
                <c:pt idx="145">
                  <c:v>16950.128600000004</c:v>
                </c:pt>
                <c:pt idx="146">
                  <c:v>16725.999400000001</c:v>
                </c:pt>
                <c:pt idx="147">
                  <c:v>16479.049299999999</c:v>
                </c:pt>
                <c:pt idx="148">
                  <c:v>15831.0448</c:v>
                </c:pt>
                <c:pt idx="149">
                  <c:v>16945.481899999999</c:v>
                </c:pt>
                <c:pt idx="150">
                  <c:v>16989.5877</c:v>
                </c:pt>
                <c:pt idx="151">
                  <c:v>17189.477200000001</c:v>
                </c:pt>
                <c:pt idx="152">
                  <c:v>16940.956999999999</c:v>
                </c:pt>
                <c:pt idx="153">
                  <c:v>16944.295400000003</c:v>
                </c:pt>
                <c:pt idx="154">
                  <c:v>16847.249200000002</c:v>
                </c:pt>
                <c:pt idx="155">
                  <c:v>16321.462799999999</c:v>
                </c:pt>
                <c:pt idx="156">
                  <c:v>16879.355499999998</c:v>
                </c:pt>
                <c:pt idx="157">
                  <c:v>17215.7876</c:v>
                </c:pt>
                <c:pt idx="158">
                  <c:v>17269.017899999999</c:v>
                </c:pt>
                <c:pt idx="159">
                  <c:v>18929.8724</c:v>
                </c:pt>
                <c:pt idx="160">
                  <c:v>18375.7948</c:v>
                </c:pt>
                <c:pt idx="161">
                  <c:v>17398.357500000002</c:v>
                </c:pt>
                <c:pt idx="162">
                  <c:v>17386.745999999999</c:v>
                </c:pt>
                <c:pt idx="163">
                  <c:v>18163.7111</c:v>
                </c:pt>
                <c:pt idx="164">
                  <c:v>18351.850200000001</c:v>
                </c:pt>
                <c:pt idx="165">
                  <c:v>17924.974900000001</c:v>
                </c:pt>
                <c:pt idx="166">
                  <c:v>15668.3357</c:v>
                </c:pt>
                <c:pt idx="167">
                  <c:v>17843.109899999999</c:v>
                </c:pt>
                <c:pt idx="168">
                  <c:v>16929.416100000002</c:v>
                </c:pt>
                <c:pt idx="169">
                  <c:v>16431.639200000001</c:v>
                </c:pt>
                <c:pt idx="170">
                  <c:v>17270.239000000001</c:v>
                </c:pt>
                <c:pt idx="171">
                  <c:v>17199.939599999998</c:v>
                </c:pt>
                <c:pt idx="172">
                  <c:v>16674.635000000002</c:v>
                </c:pt>
                <c:pt idx="173">
                  <c:v>17267.194299999999</c:v>
                </c:pt>
                <c:pt idx="174">
                  <c:v>17226.128700000001</c:v>
                </c:pt>
                <c:pt idx="175">
                  <c:v>16360.476900000001</c:v>
                </c:pt>
                <c:pt idx="176">
                  <c:v>16568.369200000001</c:v>
                </c:pt>
                <c:pt idx="177">
                  <c:v>17346.1024</c:v>
                </c:pt>
                <c:pt idx="178">
                  <c:v>17237.725900000001</c:v>
                </c:pt>
                <c:pt idx="179">
                  <c:v>17008.593000000001</c:v>
                </c:pt>
                <c:pt idx="180">
                  <c:v>17147.091499999999</c:v>
                </c:pt>
                <c:pt idx="181">
                  <c:v>17093.412899999999</c:v>
                </c:pt>
                <c:pt idx="182">
                  <c:v>16344.713899999999</c:v>
                </c:pt>
                <c:pt idx="183">
                  <c:v>16119.348300000001</c:v>
                </c:pt>
                <c:pt idx="184">
                  <c:v>17237.536199999999</c:v>
                </c:pt>
                <c:pt idx="185">
                  <c:v>17265.3796</c:v>
                </c:pt>
                <c:pt idx="186">
                  <c:v>17050.735700000001</c:v>
                </c:pt>
                <c:pt idx="187">
                  <c:v>16203.6662</c:v>
                </c:pt>
                <c:pt idx="188">
                  <c:v>17254.191200000001</c:v>
                </c:pt>
                <c:pt idx="189">
                  <c:v>16601.872900000002</c:v>
                </c:pt>
                <c:pt idx="190">
                  <c:v>16207.0262</c:v>
                </c:pt>
                <c:pt idx="191">
                  <c:v>17108.131300000001</c:v>
                </c:pt>
                <c:pt idx="192">
                  <c:v>17680.626700000001</c:v>
                </c:pt>
                <c:pt idx="193">
                  <c:v>17808.836299999999</c:v>
                </c:pt>
                <c:pt idx="194">
                  <c:v>20325.4758</c:v>
                </c:pt>
                <c:pt idx="195">
                  <c:v>17117.961500000001</c:v>
                </c:pt>
                <c:pt idx="196">
                  <c:v>14943.644399999997</c:v>
                </c:pt>
                <c:pt idx="197">
                  <c:v>16504.787900000003</c:v>
                </c:pt>
                <c:pt idx="198">
                  <c:v>17214.658899999999</c:v>
                </c:pt>
                <c:pt idx="199">
                  <c:v>16954.9061</c:v>
                </c:pt>
                <c:pt idx="200">
                  <c:v>16698.216699999997</c:v>
                </c:pt>
                <c:pt idx="201">
                  <c:v>16579.037</c:v>
                </c:pt>
                <c:pt idx="202">
                  <c:v>16729.0304</c:v>
                </c:pt>
                <c:pt idx="203">
                  <c:v>15779.537100000001</c:v>
                </c:pt>
                <c:pt idx="204">
                  <c:v>16070.4218</c:v>
                </c:pt>
                <c:pt idx="205">
                  <c:v>16814.877800000002</c:v>
                </c:pt>
                <c:pt idx="206">
                  <c:v>16760.216</c:v>
                </c:pt>
                <c:pt idx="207">
                  <c:v>17018.039100000002</c:v>
                </c:pt>
                <c:pt idx="208">
                  <c:v>16399.121299999999</c:v>
                </c:pt>
                <c:pt idx="209">
                  <c:v>16749.027399999999</c:v>
                </c:pt>
                <c:pt idx="210">
                  <c:v>16078.9424</c:v>
                </c:pt>
                <c:pt idx="211">
                  <c:v>15681.155200000001</c:v>
                </c:pt>
                <c:pt idx="212">
                  <c:v>16906.4637</c:v>
                </c:pt>
                <c:pt idx="213">
                  <c:v>16881.333599999998</c:v>
                </c:pt>
                <c:pt idx="214">
                  <c:v>16935.8894</c:v>
                </c:pt>
                <c:pt idx="215">
                  <c:v>16836.614600000001</c:v>
                </c:pt>
                <c:pt idx="216">
                  <c:v>16757.960500000001</c:v>
                </c:pt>
                <c:pt idx="217">
                  <c:v>16060.6932</c:v>
                </c:pt>
                <c:pt idx="218">
                  <c:v>16280.2567</c:v>
                </c:pt>
                <c:pt idx="219">
                  <c:v>17171.532599999999</c:v>
                </c:pt>
                <c:pt idx="220">
                  <c:v>16949.533100000001</c:v>
                </c:pt>
                <c:pt idx="221">
                  <c:v>16926.8923</c:v>
                </c:pt>
                <c:pt idx="222">
                  <c:v>15848.749200000002</c:v>
                </c:pt>
                <c:pt idx="223">
                  <c:v>16943.376700000001</c:v>
                </c:pt>
                <c:pt idx="224">
                  <c:v>16358.769199999999</c:v>
                </c:pt>
                <c:pt idx="225">
                  <c:v>14867.713</c:v>
                </c:pt>
                <c:pt idx="226">
                  <c:v>17094.1319</c:v>
                </c:pt>
                <c:pt idx="227">
                  <c:v>16959.307499999999</c:v>
                </c:pt>
                <c:pt idx="228">
                  <c:v>16054.764799999999</c:v>
                </c:pt>
                <c:pt idx="229">
                  <c:v>16768.459900000002</c:v>
                </c:pt>
                <c:pt idx="230">
                  <c:v>16731.984100000001</c:v>
                </c:pt>
                <c:pt idx="231">
                  <c:v>16025.6077</c:v>
                </c:pt>
                <c:pt idx="232">
                  <c:v>15788.1967</c:v>
                </c:pt>
                <c:pt idx="233">
                  <c:v>16534.175500000001</c:v>
                </c:pt>
                <c:pt idx="234">
                  <c:v>16976.300599999999</c:v>
                </c:pt>
                <c:pt idx="235">
                  <c:v>17083.922899999998</c:v>
                </c:pt>
                <c:pt idx="236">
                  <c:v>16729.612499999999</c:v>
                </c:pt>
                <c:pt idx="237">
                  <c:v>16959.7251</c:v>
                </c:pt>
                <c:pt idx="238">
                  <c:v>16451.490900000001</c:v>
                </c:pt>
                <c:pt idx="239">
                  <c:v>15849.551899999999</c:v>
                </c:pt>
                <c:pt idx="240">
                  <c:v>16482.4787</c:v>
                </c:pt>
                <c:pt idx="241">
                  <c:v>16675.775099999999</c:v>
                </c:pt>
                <c:pt idx="242">
                  <c:v>16259.988399999998</c:v>
                </c:pt>
                <c:pt idx="243">
                  <c:v>16176.886400000001</c:v>
                </c:pt>
                <c:pt idx="244">
                  <c:v>16333.442299999999</c:v>
                </c:pt>
                <c:pt idx="245">
                  <c:v>15749.810000000001</c:v>
                </c:pt>
                <c:pt idx="246">
                  <c:v>15514.065799999998</c:v>
                </c:pt>
                <c:pt idx="247">
                  <c:v>16163.717700000001</c:v>
                </c:pt>
                <c:pt idx="248">
                  <c:v>16381.7328</c:v>
                </c:pt>
                <c:pt idx="249">
                  <c:v>16319.778300000002</c:v>
                </c:pt>
                <c:pt idx="250">
                  <c:v>16555.3351</c:v>
                </c:pt>
                <c:pt idx="251">
                  <c:v>16453.268600000003</c:v>
                </c:pt>
                <c:pt idx="252">
                  <c:v>16147.1132</c:v>
                </c:pt>
                <c:pt idx="253">
                  <c:v>16076.388500000001</c:v>
                </c:pt>
                <c:pt idx="254">
                  <c:v>14498.600199999999</c:v>
                </c:pt>
                <c:pt idx="255">
                  <c:v>16669.837800000001</c:v>
                </c:pt>
                <c:pt idx="256">
                  <c:v>16314.0164</c:v>
                </c:pt>
                <c:pt idx="257">
                  <c:v>16208.1278</c:v>
                </c:pt>
                <c:pt idx="258">
                  <c:v>16379.445599999999</c:v>
                </c:pt>
                <c:pt idx="259">
                  <c:v>15774.377500000001</c:v>
                </c:pt>
                <c:pt idx="260">
                  <c:v>15754.321500000002</c:v>
                </c:pt>
                <c:pt idx="261">
                  <c:v>16594.909600000003</c:v>
                </c:pt>
                <c:pt idx="262">
                  <c:v>16530.891599999999</c:v>
                </c:pt>
                <c:pt idx="263">
                  <c:v>16605.632300000001</c:v>
                </c:pt>
                <c:pt idx="264">
                  <c:v>16971.969499999999</c:v>
                </c:pt>
                <c:pt idx="265">
                  <c:v>16830.244299999998</c:v>
                </c:pt>
                <c:pt idx="266">
                  <c:v>16240.996999999999</c:v>
                </c:pt>
                <c:pt idx="267">
                  <c:v>16637.259399999999</c:v>
                </c:pt>
                <c:pt idx="268">
                  <c:v>17838.633099999999</c:v>
                </c:pt>
                <c:pt idx="269">
                  <c:v>17922.780500000001</c:v>
                </c:pt>
                <c:pt idx="270">
                  <c:v>17482.248899999999</c:v>
                </c:pt>
                <c:pt idx="271">
                  <c:v>17503.2857</c:v>
                </c:pt>
                <c:pt idx="272">
                  <c:v>17325.211900000002</c:v>
                </c:pt>
                <c:pt idx="273">
                  <c:v>16378.066899999998</c:v>
                </c:pt>
                <c:pt idx="274">
                  <c:v>16534.793699999998</c:v>
                </c:pt>
                <c:pt idx="275">
                  <c:v>17308.256799999999</c:v>
                </c:pt>
                <c:pt idx="276">
                  <c:v>17314.238700000002</c:v>
                </c:pt>
                <c:pt idx="277">
                  <c:v>17194.122100000001</c:v>
                </c:pt>
                <c:pt idx="278">
                  <c:v>17415.136600000002</c:v>
                </c:pt>
                <c:pt idx="279">
                  <c:v>17065.774000000001</c:v>
                </c:pt>
                <c:pt idx="280">
                  <c:v>16183.376100000001</c:v>
                </c:pt>
                <c:pt idx="281">
                  <c:v>15841.2106</c:v>
                </c:pt>
                <c:pt idx="282">
                  <c:v>17013.783800000001</c:v>
                </c:pt>
                <c:pt idx="283">
                  <c:v>17354.049500000001</c:v>
                </c:pt>
                <c:pt idx="284">
                  <c:v>16748.208500000001</c:v>
                </c:pt>
                <c:pt idx="285">
                  <c:v>17115.9512</c:v>
                </c:pt>
                <c:pt idx="286">
                  <c:v>16297.826799999999</c:v>
                </c:pt>
                <c:pt idx="287">
                  <c:v>16013.240000000002</c:v>
                </c:pt>
                <c:pt idx="288">
                  <c:v>15850.312600000001</c:v>
                </c:pt>
                <c:pt idx="289">
                  <c:v>17390.2441</c:v>
                </c:pt>
                <c:pt idx="290">
                  <c:v>17195.819800000001</c:v>
                </c:pt>
                <c:pt idx="291">
                  <c:v>17039.115099999999</c:v>
                </c:pt>
                <c:pt idx="292">
                  <c:v>17308.964400000001</c:v>
                </c:pt>
                <c:pt idx="293">
                  <c:v>17481.419900000001</c:v>
                </c:pt>
                <c:pt idx="294">
                  <c:v>17151.695</c:v>
                </c:pt>
                <c:pt idx="295">
                  <c:v>16783.058199999999</c:v>
                </c:pt>
                <c:pt idx="296">
                  <c:v>15815.630799999999</c:v>
                </c:pt>
                <c:pt idx="297">
                  <c:v>17109.448100000001</c:v>
                </c:pt>
                <c:pt idx="298">
                  <c:v>16363.997100000001</c:v>
                </c:pt>
                <c:pt idx="299">
                  <c:v>16427.798899999998</c:v>
                </c:pt>
                <c:pt idx="300">
                  <c:v>16503.992699999999</c:v>
                </c:pt>
                <c:pt idx="301">
                  <c:v>16256.189999999999</c:v>
                </c:pt>
                <c:pt idx="302">
                  <c:v>15777.1041</c:v>
                </c:pt>
                <c:pt idx="303">
                  <c:v>16677.286599999999</c:v>
                </c:pt>
                <c:pt idx="304">
                  <c:v>17241.6829</c:v>
                </c:pt>
                <c:pt idx="305">
                  <c:v>16730.734499999999</c:v>
                </c:pt>
                <c:pt idx="306">
                  <c:v>16924.691699999999</c:v>
                </c:pt>
                <c:pt idx="307">
                  <c:v>17090.500599999999</c:v>
                </c:pt>
                <c:pt idx="308">
                  <c:v>16087.644499999999</c:v>
                </c:pt>
                <c:pt idx="309">
                  <c:v>15768.495499999999</c:v>
                </c:pt>
                <c:pt idx="310">
                  <c:v>16637.422999999999</c:v>
                </c:pt>
                <c:pt idx="311">
                  <c:v>16890.523999999998</c:v>
                </c:pt>
                <c:pt idx="312">
                  <c:v>16945.0602</c:v>
                </c:pt>
                <c:pt idx="313">
                  <c:v>17098.142499999998</c:v>
                </c:pt>
                <c:pt idx="314">
                  <c:v>14927.268100000001</c:v>
                </c:pt>
                <c:pt idx="315">
                  <c:v>15981.2456</c:v>
                </c:pt>
                <c:pt idx="316">
                  <c:v>15907.479800000001</c:v>
                </c:pt>
                <c:pt idx="317">
                  <c:v>16932.8498</c:v>
                </c:pt>
                <c:pt idx="318">
                  <c:v>16676.597699999998</c:v>
                </c:pt>
                <c:pt idx="319">
                  <c:v>16571.881400000002</c:v>
                </c:pt>
                <c:pt idx="320">
                  <c:v>16455.616600000001</c:v>
                </c:pt>
                <c:pt idx="321">
                  <c:v>16686.317899999998</c:v>
                </c:pt>
                <c:pt idx="322">
                  <c:v>16032.857500000002</c:v>
                </c:pt>
                <c:pt idx="323">
                  <c:v>15570.8305</c:v>
                </c:pt>
                <c:pt idx="324">
                  <c:v>16797.285799999998</c:v>
                </c:pt>
                <c:pt idx="325">
                  <c:v>16675.691899999998</c:v>
                </c:pt>
                <c:pt idx="326">
                  <c:v>17063.0975</c:v>
                </c:pt>
                <c:pt idx="327">
                  <c:v>16454.3184</c:v>
                </c:pt>
                <c:pt idx="328">
                  <c:v>16614.309800000003</c:v>
                </c:pt>
                <c:pt idx="329">
                  <c:v>15778.901600000001</c:v>
                </c:pt>
                <c:pt idx="330">
                  <c:v>15678.907300000001</c:v>
                </c:pt>
                <c:pt idx="331">
                  <c:v>16569.3832</c:v>
                </c:pt>
                <c:pt idx="332">
                  <c:v>16670.642599999999</c:v>
                </c:pt>
                <c:pt idx="333">
                  <c:v>16830.237300000001</c:v>
                </c:pt>
                <c:pt idx="334">
                  <c:v>16653.699500000002</c:v>
                </c:pt>
                <c:pt idx="335">
                  <c:v>16881.542300000001</c:v>
                </c:pt>
                <c:pt idx="336">
                  <c:v>16150.1391</c:v>
                </c:pt>
                <c:pt idx="337">
                  <c:v>16035.0959</c:v>
                </c:pt>
                <c:pt idx="338">
                  <c:v>16540.656500000001</c:v>
                </c:pt>
                <c:pt idx="339">
                  <c:v>16671.367200000001</c:v>
                </c:pt>
                <c:pt idx="340">
                  <c:v>16750.552599999999</c:v>
                </c:pt>
                <c:pt idx="341">
                  <c:v>16374.6054</c:v>
                </c:pt>
                <c:pt idx="342">
                  <c:v>17269.6806</c:v>
                </c:pt>
                <c:pt idx="343">
                  <c:v>14105.136699999999</c:v>
                </c:pt>
                <c:pt idx="344">
                  <c:v>15830.420999999998</c:v>
                </c:pt>
                <c:pt idx="345">
                  <c:v>17645.1993</c:v>
                </c:pt>
                <c:pt idx="346">
                  <c:v>17565.972600000001</c:v>
                </c:pt>
                <c:pt idx="347">
                  <c:v>17202.244500000001</c:v>
                </c:pt>
                <c:pt idx="348">
                  <c:v>16881.275300000001</c:v>
                </c:pt>
                <c:pt idx="349">
                  <c:v>16703.2366</c:v>
                </c:pt>
                <c:pt idx="350">
                  <c:v>16071.618</c:v>
                </c:pt>
                <c:pt idx="351">
                  <c:v>15553.077800000001</c:v>
                </c:pt>
                <c:pt idx="352">
                  <c:v>16498.783600000002</c:v>
                </c:pt>
                <c:pt idx="353">
                  <c:v>16294.961299999999</c:v>
                </c:pt>
                <c:pt idx="354">
                  <c:v>16559.085200000001</c:v>
                </c:pt>
                <c:pt idx="355">
                  <c:v>16146.059799999999</c:v>
                </c:pt>
                <c:pt idx="356">
                  <c:v>16154.058300000001</c:v>
                </c:pt>
                <c:pt idx="357">
                  <c:v>15339.270499999999</c:v>
                </c:pt>
                <c:pt idx="358">
                  <c:v>14990.673599999998</c:v>
                </c:pt>
                <c:pt idx="359">
                  <c:v>16195.978300000001</c:v>
                </c:pt>
                <c:pt idx="360">
                  <c:v>16141.266900000002</c:v>
                </c:pt>
                <c:pt idx="361">
                  <c:v>15942.7084</c:v>
                </c:pt>
                <c:pt idx="362">
                  <c:v>16125.396000000001</c:v>
                </c:pt>
                <c:pt idx="363">
                  <c:v>16410.173999999999</c:v>
                </c:pt>
                <c:pt idx="364">
                  <c:v>16972.295700000002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19-4A47-BE0B-B00DA3B1425A}"/>
            </c:ext>
          </c:extLst>
        </c:ser>
        <c:ser>
          <c:idx val="2"/>
          <c:order val="2"/>
          <c:tx>
            <c:strRef>
              <c:f>'Total Voice'!$D$1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Voice'!$D$2:$D$366</c:f>
              <c:numCache>
                <c:formatCode>General</c:formatCode>
                <c:ptCount val="365"/>
                <c:pt idx="0">
                  <c:v>20951.212200000002</c:v>
                </c:pt>
                <c:pt idx="1">
                  <c:v>20382.808100000002</c:v>
                </c:pt>
                <c:pt idx="2">
                  <c:v>21609.668299999998</c:v>
                </c:pt>
                <c:pt idx="3">
                  <c:v>21458.844100000002</c:v>
                </c:pt>
                <c:pt idx="4">
                  <c:v>22364.664099999998</c:v>
                </c:pt>
                <c:pt idx="5">
                  <c:v>22113.618999999999</c:v>
                </c:pt>
                <c:pt idx="6">
                  <c:v>21682.056499999999</c:v>
                </c:pt>
                <c:pt idx="7">
                  <c:v>21073.651900000001</c:v>
                </c:pt>
                <c:pt idx="8">
                  <c:v>20551.487099999998</c:v>
                </c:pt>
                <c:pt idx="9">
                  <c:v>22250.057399999998</c:v>
                </c:pt>
                <c:pt idx="10">
                  <c:v>21970.204100000003</c:v>
                </c:pt>
                <c:pt idx="11">
                  <c:v>21944.246800000001</c:v>
                </c:pt>
                <c:pt idx="12">
                  <c:v>22083.2785</c:v>
                </c:pt>
                <c:pt idx="13">
                  <c:v>21823.533600000002</c:v>
                </c:pt>
                <c:pt idx="14">
                  <c:v>20932.670000000002</c:v>
                </c:pt>
                <c:pt idx="15">
                  <c:v>20653.732599999999</c:v>
                </c:pt>
                <c:pt idx="16">
                  <c:v>22460.495999999999</c:v>
                </c:pt>
                <c:pt idx="17">
                  <c:v>22111.9575</c:v>
                </c:pt>
                <c:pt idx="18">
                  <c:v>22269.454299999998</c:v>
                </c:pt>
                <c:pt idx="19">
                  <c:v>18786.907899999998</c:v>
                </c:pt>
                <c:pt idx="20">
                  <c:v>24857.6381</c:v>
                </c:pt>
                <c:pt idx="21">
                  <c:v>21451.6986</c:v>
                </c:pt>
                <c:pt idx="22">
                  <c:v>21032.618300000002</c:v>
                </c:pt>
                <c:pt idx="23">
                  <c:v>22982.458699999999</c:v>
                </c:pt>
                <c:pt idx="24">
                  <c:v>22843.446</c:v>
                </c:pt>
                <c:pt idx="25">
                  <c:v>22272.797299999998</c:v>
                </c:pt>
                <c:pt idx="26">
                  <c:v>22475.8626</c:v>
                </c:pt>
                <c:pt idx="27">
                  <c:v>22368.066299999999</c:v>
                </c:pt>
                <c:pt idx="28">
                  <c:v>21142.717799999999</c:v>
                </c:pt>
                <c:pt idx="29">
                  <c:v>20668.087200000002</c:v>
                </c:pt>
                <c:pt idx="30">
                  <c:v>22426.6476</c:v>
                </c:pt>
                <c:pt idx="31">
                  <c:v>22206.3406</c:v>
                </c:pt>
                <c:pt idx="32">
                  <c:v>22244.290499999999</c:v>
                </c:pt>
                <c:pt idx="33">
                  <c:v>22123.319599999999</c:v>
                </c:pt>
                <c:pt idx="34">
                  <c:v>21941.225100000003</c:v>
                </c:pt>
                <c:pt idx="35">
                  <c:v>20803.7009</c:v>
                </c:pt>
                <c:pt idx="36">
                  <c:v>20745.979800000001</c:v>
                </c:pt>
                <c:pt idx="37">
                  <c:v>22445.2196</c:v>
                </c:pt>
                <c:pt idx="38">
                  <c:v>22145.6371</c:v>
                </c:pt>
                <c:pt idx="39">
                  <c:v>22301.7408</c:v>
                </c:pt>
                <c:pt idx="40">
                  <c:v>22215.5213</c:v>
                </c:pt>
                <c:pt idx="41">
                  <c:v>22230.966999999997</c:v>
                </c:pt>
                <c:pt idx="42">
                  <c:v>20844.174299999999</c:v>
                </c:pt>
                <c:pt idx="43">
                  <c:v>20749.517800000001</c:v>
                </c:pt>
                <c:pt idx="44">
                  <c:v>22129.831900000001</c:v>
                </c:pt>
                <c:pt idx="45">
                  <c:v>22482.104599999999</c:v>
                </c:pt>
                <c:pt idx="46">
                  <c:v>22165.517199999998</c:v>
                </c:pt>
                <c:pt idx="47">
                  <c:v>22607.191599999998</c:v>
                </c:pt>
                <c:pt idx="48">
                  <c:v>18868.084200000001</c:v>
                </c:pt>
                <c:pt idx="49">
                  <c:v>21256.2621</c:v>
                </c:pt>
                <c:pt idx="50">
                  <c:v>20833.343100000002</c:v>
                </c:pt>
                <c:pt idx="51">
                  <c:v>22197.6721</c:v>
                </c:pt>
                <c:pt idx="52">
                  <c:v>21766.1466</c:v>
                </c:pt>
                <c:pt idx="53">
                  <c:v>21766.420399999999</c:v>
                </c:pt>
                <c:pt idx="54">
                  <c:v>21600.165099999998</c:v>
                </c:pt>
                <c:pt idx="55">
                  <c:v>21794.650799999999</c:v>
                </c:pt>
                <c:pt idx="56">
                  <c:v>21163.468199999999</c:v>
                </c:pt>
                <c:pt idx="57">
                  <c:v>21127.337500000001</c:v>
                </c:pt>
                <c:pt idx="58">
                  <c:v>22241.3557</c:v>
                </c:pt>
                <c:pt idx="59">
                  <c:v>22178.702700000002</c:v>
                </c:pt>
                <c:pt idx="60">
                  <c:v>22094.2693</c:v>
                </c:pt>
                <c:pt idx="61">
                  <c:v>22423.275600000001</c:v>
                </c:pt>
                <c:pt idx="62">
                  <c:v>21764.295300000002</c:v>
                </c:pt>
                <c:pt idx="63">
                  <c:v>20681.829299999998</c:v>
                </c:pt>
                <c:pt idx="64">
                  <c:v>20362.5664</c:v>
                </c:pt>
                <c:pt idx="65">
                  <c:v>21762.4974</c:v>
                </c:pt>
                <c:pt idx="66">
                  <c:v>21698.427799999998</c:v>
                </c:pt>
                <c:pt idx="67">
                  <c:v>21543.720699999998</c:v>
                </c:pt>
                <c:pt idx="68">
                  <c:v>21889.292600000001</c:v>
                </c:pt>
                <c:pt idx="69">
                  <c:v>21551.348999999998</c:v>
                </c:pt>
                <c:pt idx="70">
                  <c:v>20756.9018</c:v>
                </c:pt>
                <c:pt idx="71">
                  <c:v>20492.349200000001</c:v>
                </c:pt>
                <c:pt idx="72">
                  <c:v>22159.517199999998</c:v>
                </c:pt>
                <c:pt idx="73">
                  <c:v>22080.7075</c:v>
                </c:pt>
                <c:pt idx="74">
                  <c:v>22007.689399999999</c:v>
                </c:pt>
                <c:pt idx="75">
                  <c:v>23709.981899999999</c:v>
                </c:pt>
                <c:pt idx="76">
                  <c:v>20721.548699999999</c:v>
                </c:pt>
                <c:pt idx="77">
                  <c:v>20830.317600000002</c:v>
                </c:pt>
                <c:pt idx="78">
                  <c:v>19102.485499999999</c:v>
                </c:pt>
                <c:pt idx="79">
                  <c:v>21959.013200000001</c:v>
                </c:pt>
                <c:pt idx="80">
                  <c:v>21681.057399999998</c:v>
                </c:pt>
                <c:pt idx="81">
                  <c:v>21872.375899999999</c:v>
                </c:pt>
                <c:pt idx="82">
                  <c:v>21991.294699999999</c:v>
                </c:pt>
                <c:pt idx="83">
                  <c:v>21660.6489</c:v>
                </c:pt>
                <c:pt idx="84">
                  <c:v>20661.8449</c:v>
                </c:pt>
                <c:pt idx="85">
                  <c:v>20393.1312</c:v>
                </c:pt>
                <c:pt idx="86">
                  <c:v>21455.1486</c:v>
                </c:pt>
                <c:pt idx="87">
                  <c:v>21601.168400000002</c:v>
                </c:pt>
                <c:pt idx="88">
                  <c:v>21414.297500000001</c:v>
                </c:pt>
                <c:pt idx="89">
                  <c:v>21272.019</c:v>
                </c:pt>
                <c:pt idx="90">
                  <c:v>20874.91</c:v>
                </c:pt>
                <c:pt idx="91">
                  <c:v>20141.028600000001</c:v>
                </c:pt>
                <c:pt idx="92">
                  <c:v>20042.3249</c:v>
                </c:pt>
                <c:pt idx="93">
                  <c:v>21271.236700000001</c:v>
                </c:pt>
                <c:pt idx="94">
                  <c:v>21188.000700000001</c:v>
                </c:pt>
                <c:pt idx="95">
                  <c:v>21042.158199999998</c:v>
                </c:pt>
                <c:pt idx="96">
                  <c:v>21728.657500000001</c:v>
                </c:pt>
                <c:pt idx="97">
                  <c:v>21157.806499999999</c:v>
                </c:pt>
                <c:pt idx="98">
                  <c:v>19869.2094</c:v>
                </c:pt>
                <c:pt idx="99">
                  <c:v>19924.469300000001</c:v>
                </c:pt>
                <c:pt idx="100">
                  <c:v>21541.993900000001</c:v>
                </c:pt>
                <c:pt idx="101">
                  <c:v>22188.391800000001</c:v>
                </c:pt>
                <c:pt idx="102">
                  <c:v>21653.633900000001</c:v>
                </c:pt>
                <c:pt idx="103">
                  <c:v>21682.128799999999</c:v>
                </c:pt>
                <c:pt idx="104">
                  <c:v>21464.120000000003</c:v>
                </c:pt>
                <c:pt idx="105">
                  <c:v>20593.235200000003</c:v>
                </c:pt>
                <c:pt idx="106">
                  <c:v>20290.0196</c:v>
                </c:pt>
                <c:pt idx="107">
                  <c:v>18172.017400000001</c:v>
                </c:pt>
                <c:pt idx="108">
                  <c:v>21751.322400000001</c:v>
                </c:pt>
                <c:pt idx="109">
                  <c:v>21386.0232</c:v>
                </c:pt>
                <c:pt idx="110">
                  <c:v>21747.277199999997</c:v>
                </c:pt>
                <c:pt idx="111">
                  <c:v>21630.750700000001</c:v>
                </c:pt>
                <c:pt idx="112">
                  <c:v>20777.232400000001</c:v>
                </c:pt>
                <c:pt idx="113">
                  <c:v>19587.1587</c:v>
                </c:pt>
                <c:pt idx="114">
                  <c:v>21530.350399999999</c:v>
                </c:pt>
                <c:pt idx="115">
                  <c:v>21694.350999999999</c:v>
                </c:pt>
                <c:pt idx="116">
                  <c:v>21685.439200000001</c:v>
                </c:pt>
                <c:pt idx="117">
                  <c:v>21419.123199999998</c:v>
                </c:pt>
                <c:pt idx="118">
                  <c:v>21419.336600000002</c:v>
                </c:pt>
                <c:pt idx="119">
                  <c:v>19942.062099999999</c:v>
                </c:pt>
                <c:pt idx="120">
                  <c:v>20063.6541</c:v>
                </c:pt>
                <c:pt idx="121">
                  <c:v>20450.893899999999</c:v>
                </c:pt>
                <c:pt idx="122">
                  <c:v>21978.804599999999</c:v>
                </c:pt>
                <c:pt idx="123">
                  <c:v>21783.836500000001</c:v>
                </c:pt>
                <c:pt idx="124">
                  <c:v>21253.718499999999</c:v>
                </c:pt>
                <c:pt idx="125">
                  <c:v>21059.621599999999</c:v>
                </c:pt>
                <c:pt idx="126">
                  <c:v>20932.949100000002</c:v>
                </c:pt>
                <c:pt idx="127">
                  <c:v>19879.900399999999</c:v>
                </c:pt>
                <c:pt idx="128">
                  <c:v>20975.429</c:v>
                </c:pt>
                <c:pt idx="129">
                  <c:v>21827.21</c:v>
                </c:pt>
                <c:pt idx="130">
                  <c:v>21099.6731</c:v>
                </c:pt>
                <c:pt idx="131">
                  <c:v>22007.609100000001</c:v>
                </c:pt>
                <c:pt idx="132">
                  <c:v>21935.063499999997</c:v>
                </c:pt>
                <c:pt idx="133">
                  <c:v>20608.068500000001</c:v>
                </c:pt>
                <c:pt idx="134">
                  <c:v>20011.634900000001</c:v>
                </c:pt>
                <c:pt idx="135">
                  <c:v>21855.727500000001</c:v>
                </c:pt>
                <c:pt idx="136">
                  <c:v>21601.0219</c:v>
                </c:pt>
                <c:pt idx="137">
                  <c:v>18471.140899999999</c:v>
                </c:pt>
                <c:pt idx="138">
                  <c:v>18286.9872</c:v>
                </c:pt>
                <c:pt idx="139">
                  <c:v>20957.427500000002</c:v>
                </c:pt>
                <c:pt idx="140">
                  <c:v>20053.284299999999</c:v>
                </c:pt>
                <c:pt idx="141">
                  <c:v>19548.010400000003</c:v>
                </c:pt>
                <c:pt idx="142">
                  <c:v>21037.4908</c:v>
                </c:pt>
                <c:pt idx="143">
                  <c:v>20994.810100000002</c:v>
                </c:pt>
                <c:pt idx="144">
                  <c:v>20797.7336</c:v>
                </c:pt>
                <c:pt idx="145">
                  <c:v>20719.299000000003</c:v>
                </c:pt>
                <c:pt idx="146">
                  <c:v>20755.433699999998</c:v>
                </c:pt>
                <c:pt idx="147">
                  <c:v>20374.859200000003</c:v>
                </c:pt>
                <c:pt idx="148">
                  <c:v>19535.532399999996</c:v>
                </c:pt>
                <c:pt idx="149">
                  <c:v>20820.126199999999</c:v>
                </c:pt>
                <c:pt idx="150">
                  <c:v>20790.7726</c:v>
                </c:pt>
                <c:pt idx="151">
                  <c:v>20735.006999999998</c:v>
                </c:pt>
                <c:pt idx="152">
                  <c:v>20543.9712</c:v>
                </c:pt>
                <c:pt idx="153">
                  <c:v>19663.0622</c:v>
                </c:pt>
                <c:pt idx="154">
                  <c:v>20900.169600000001</c:v>
                </c:pt>
                <c:pt idx="155">
                  <c:v>19702.7729</c:v>
                </c:pt>
                <c:pt idx="156">
                  <c:v>20913.081900000001</c:v>
                </c:pt>
                <c:pt idx="157">
                  <c:v>21202.616699999999</c:v>
                </c:pt>
                <c:pt idx="158">
                  <c:v>21427.961199999998</c:v>
                </c:pt>
                <c:pt idx="159">
                  <c:v>23257.146900000003</c:v>
                </c:pt>
                <c:pt idx="160">
                  <c:v>22797.875500000002</c:v>
                </c:pt>
                <c:pt idx="161">
                  <c:v>21084.695599999999</c:v>
                </c:pt>
                <c:pt idx="162">
                  <c:v>21235.983999999997</c:v>
                </c:pt>
                <c:pt idx="163">
                  <c:v>21787.084799999997</c:v>
                </c:pt>
                <c:pt idx="164">
                  <c:v>21837.856599999999</c:v>
                </c:pt>
                <c:pt idx="165">
                  <c:v>21651.611800000002</c:v>
                </c:pt>
                <c:pt idx="166">
                  <c:v>18166.397000000001</c:v>
                </c:pt>
                <c:pt idx="167">
                  <c:v>21195.354899999998</c:v>
                </c:pt>
                <c:pt idx="168">
                  <c:v>20158.808000000001</c:v>
                </c:pt>
                <c:pt idx="169">
                  <c:v>19609.795099999999</c:v>
                </c:pt>
                <c:pt idx="170">
                  <c:v>20958.928</c:v>
                </c:pt>
                <c:pt idx="171">
                  <c:v>21065.255700000002</c:v>
                </c:pt>
                <c:pt idx="172">
                  <c:v>20805.626999999997</c:v>
                </c:pt>
                <c:pt idx="173">
                  <c:v>21098.196</c:v>
                </c:pt>
                <c:pt idx="174">
                  <c:v>21321.853200000001</c:v>
                </c:pt>
                <c:pt idx="175">
                  <c:v>19699.732599999999</c:v>
                </c:pt>
                <c:pt idx="176">
                  <c:v>20070.877500000002</c:v>
                </c:pt>
                <c:pt idx="177">
                  <c:v>21170.297899999998</c:v>
                </c:pt>
                <c:pt idx="178">
                  <c:v>21094.5903</c:v>
                </c:pt>
                <c:pt idx="179">
                  <c:v>20969.281600000002</c:v>
                </c:pt>
                <c:pt idx="180">
                  <c:v>21128.497200000002</c:v>
                </c:pt>
                <c:pt idx="181">
                  <c:v>21160.697400000001</c:v>
                </c:pt>
                <c:pt idx="182">
                  <c:v>20179.748899999999</c:v>
                </c:pt>
                <c:pt idx="183">
                  <c:v>19855.791999999998</c:v>
                </c:pt>
                <c:pt idx="184">
                  <c:v>21067.692799999997</c:v>
                </c:pt>
                <c:pt idx="185">
                  <c:v>21127.959199999998</c:v>
                </c:pt>
                <c:pt idx="186">
                  <c:v>20958.370399999996</c:v>
                </c:pt>
                <c:pt idx="187">
                  <c:v>19203.470499999999</c:v>
                </c:pt>
                <c:pt idx="188">
                  <c:v>21025.1273</c:v>
                </c:pt>
                <c:pt idx="189">
                  <c:v>20142.937999999998</c:v>
                </c:pt>
                <c:pt idx="190">
                  <c:v>19627.7228</c:v>
                </c:pt>
                <c:pt idx="191">
                  <c:v>21077.829400000002</c:v>
                </c:pt>
                <c:pt idx="192">
                  <c:v>21538.936499999996</c:v>
                </c:pt>
                <c:pt idx="193">
                  <c:v>22068.451399999998</c:v>
                </c:pt>
                <c:pt idx="194">
                  <c:v>24735.253500000003</c:v>
                </c:pt>
                <c:pt idx="195">
                  <c:v>21330.702499999999</c:v>
                </c:pt>
                <c:pt idx="196">
                  <c:v>17860.4427</c:v>
                </c:pt>
                <c:pt idx="197">
                  <c:v>19692.860499999999</c:v>
                </c:pt>
                <c:pt idx="198">
                  <c:v>21058.245200000001</c:v>
                </c:pt>
                <c:pt idx="199">
                  <c:v>20933.460299999999</c:v>
                </c:pt>
                <c:pt idx="200">
                  <c:v>20641.604899999998</c:v>
                </c:pt>
                <c:pt idx="201">
                  <c:v>20887.8073</c:v>
                </c:pt>
                <c:pt idx="202">
                  <c:v>20838.286100000001</c:v>
                </c:pt>
                <c:pt idx="203">
                  <c:v>19704.3554</c:v>
                </c:pt>
                <c:pt idx="204">
                  <c:v>19705.245999999999</c:v>
                </c:pt>
                <c:pt idx="205">
                  <c:v>21060.2909</c:v>
                </c:pt>
                <c:pt idx="206">
                  <c:v>20677.1721</c:v>
                </c:pt>
                <c:pt idx="207">
                  <c:v>20669.099000000002</c:v>
                </c:pt>
                <c:pt idx="208">
                  <c:v>20017.120599999998</c:v>
                </c:pt>
                <c:pt idx="209">
                  <c:v>20568.489400000002</c:v>
                </c:pt>
                <c:pt idx="210">
                  <c:v>19735.422200000001</c:v>
                </c:pt>
                <c:pt idx="211">
                  <c:v>19607.6162</c:v>
                </c:pt>
                <c:pt idx="212">
                  <c:v>20790.716899999999</c:v>
                </c:pt>
                <c:pt idx="213">
                  <c:v>20943.650299999998</c:v>
                </c:pt>
                <c:pt idx="214">
                  <c:v>20792.287299999996</c:v>
                </c:pt>
                <c:pt idx="215">
                  <c:v>20776.617600000001</c:v>
                </c:pt>
                <c:pt idx="216">
                  <c:v>20589.561399999999</c:v>
                </c:pt>
                <c:pt idx="217">
                  <c:v>19705.171299999998</c:v>
                </c:pt>
                <c:pt idx="218">
                  <c:v>19424.233099999998</c:v>
                </c:pt>
                <c:pt idx="219">
                  <c:v>21012.5412</c:v>
                </c:pt>
                <c:pt idx="220">
                  <c:v>20972.763000000003</c:v>
                </c:pt>
                <c:pt idx="221">
                  <c:v>20769.115699999998</c:v>
                </c:pt>
                <c:pt idx="222">
                  <c:v>20157.939300000002</c:v>
                </c:pt>
                <c:pt idx="223">
                  <c:v>20814.203699999998</c:v>
                </c:pt>
                <c:pt idx="224">
                  <c:v>20258.314200000001</c:v>
                </c:pt>
                <c:pt idx="225">
                  <c:v>17995.791400000002</c:v>
                </c:pt>
                <c:pt idx="226">
                  <c:v>20488.025300000001</c:v>
                </c:pt>
                <c:pt idx="227">
                  <c:v>20980.5524</c:v>
                </c:pt>
                <c:pt idx="228">
                  <c:v>19258.568599999999</c:v>
                </c:pt>
                <c:pt idx="229">
                  <c:v>20706.800900000002</c:v>
                </c:pt>
                <c:pt idx="230">
                  <c:v>20696.802500000002</c:v>
                </c:pt>
                <c:pt idx="231">
                  <c:v>19453.797900000001</c:v>
                </c:pt>
                <c:pt idx="232">
                  <c:v>19245.206099999999</c:v>
                </c:pt>
                <c:pt idx="233">
                  <c:v>20484.100999999999</c:v>
                </c:pt>
                <c:pt idx="234">
                  <c:v>20701.945599999999</c:v>
                </c:pt>
                <c:pt idx="235">
                  <c:v>20683.441799999997</c:v>
                </c:pt>
                <c:pt idx="236">
                  <c:v>20000.025000000001</c:v>
                </c:pt>
                <c:pt idx="237">
                  <c:v>20974.407500000001</c:v>
                </c:pt>
                <c:pt idx="238">
                  <c:v>19770.373199999998</c:v>
                </c:pt>
                <c:pt idx="239">
                  <c:v>19036.862499999999</c:v>
                </c:pt>
                <c:pt idx="240">
                  <c:v>19936.4722</c:v>
                </c:pt>
                <c:pt idx="241">
                  <c:v>20187.348699999999</c:v>
                </c:pt>
                <c:pt idx="242">
                  <c:v>19861.390800000001</c:v>
                </c:pt>
                <c:pt idx="243">
                  <c:v>19548.9421</c:v>
                </c:pt>
                <c:pt idx="244">
                  <c:v>19702.8433</c:v>
                </c:pt>
                <c:pt idx="245">
                  <c:v>19226.6895</c:v>
                </c:pt>
                <c:pt idx="246">
                  <c:v>19125.267</c:v>
                </c:pt>
                <c:pt idx="247">
                  <c:v>19955.575500000003</c:v>
                </c:pt>
                <c:pt idx="248">
                  <c:v>19808.844599999997</c:v>
                </c:pt>
                <c:pt idx="249">
                  <c:v>19628.0687</c:v>
                </c:pt>
                <c:pt idx="250">
                  <c:v>20064.972700000002</c:v>
                </c:pt>
                <c:pt idx="251">
                  <c:v>20434.309700000002</c:v>
                </c:pt>
                <c:pt idx="252">
                  <c:v>19581.648699999998</c:v>
                </c:pt>
                <c:pt idx="253">
                  <c:v>19725.164799999999</c:v>
                </c:pt>
                <c:pt idx="254">
                  <c:v>17498.6008</c:v>
                </c:pt>
                <c:pt idx="255">
                  <c:v>20800.788200000003</c:v>
                </c:pt>
                <c:pt idx="256">
                  <c:v>20493.373999999996</c:v>
                </c:pt>
                <c:pt idx="257">
                  <c:v>20192.826200000003</c:v>
                </c:pt>
                <c:pt idx="258">
                  <c:v>20408.672299999998</c:v>
                </c:pt>
                <c:pt idx="259">
                  <c:v>19599.7827</c:v>
                </c:pt>
                <c:pt idx="260">
                  <c:v>18967.264900000002</c:v>
                </c:pt>
                <c:pt idx="261">
                  <c:v>20553.253699999997</c:v>
                </c:pt>
                <c:pt idx="262">
                  <c:v>20958.182699999998</c:v>
                </c:pt>
                <c:pt idx="263">
                  <c:v>20878.855300000003</c:v>
                </c:pt>
                <c:pt idx="264">
                  <c:v>20758.4172</c:v>
                </c:pt>
                <c:pt idx="265">
                  <c:v>20931.4051</c:v>
                </c:pt>
                <c:pt idx="266">
                  <c:v>20198.967199999999</c:v>
                </c:pt>
                <c:pt idx="267">
                  <c:v>20126.483</c:v>
                </c:pt>
                <c:pt idx="268">
                  <c:v>21536.448899999999</c:v>
                </c:pt>
                <c:pt idx="269">
                  <c:v>21448.228500000001</c:v>
                </c:pt>
                <c:pt idx="270">
                  <c:v>20809.5566</c:v>
                </c:pt>
                <c:pt idx="271">
                  <c:v>21145.662800000002</c:v>
                </c:pt>
                <c:pt idx="272">
                  <c:v>20976.277499999997</c:v>
                </c:pt>
                <c:pt idx="273">
                  <c:v>19851.408199999998</c:v>
                </c:pt>
                <c:pt idx="274">
                  <c:v>19606.323799999998</c:v>
                </c:pt>
                <c:pt idx="275">
                  <c:v>20987.497199999998</c:v>
                </c:pt>
                <c:pt idx="276">
                  <c:v>20836.5177</c:v>
                </c:pt>
                <c:pt idx="277">
                  <c:v>20222.1312</c:v>
                </c:pt>
                <c:pt idx="278">
                  <c:v>20978.779399999999</c:v>
                </c:pt>
                <c:pt idx="279">
                  <c:v>20422.824999999997</c:v>
                </c:pt>
                <c:pt idx="280">
                  <c:v>19146.998799999998</c:v>
                </c:pt>
                <c:pt idx="281">
                  <c:v>19048.7896</c:v>
                </c:pt>
                <c:pt idx="282">
                  <c:v>20575.605599999999</c:v>
                </c:pt>
                <c:pt idx="283">
                  <c:v>20935.880499999999</c:v>
                </c:pt>
                <c:pt idx="284">
                  <c:v>19796.730599999999</c:v>
                </c:pt>
                <c:pt idx="285">
                  <c:v>20674.338899999999</c:v>
                </c:pt>
                <c:pt idx="286">
                  <c:v>19639.039099999998</c:v>
                </c:pt>
                <c:pt idx="287">
                  <c:v>18984.6774</c:v>
                </c:pt>
                <c:pt idx="288">
                  <c:v>18896.2611</c:v>
                </c:pt>
                <c:pt idx="289">
                  <c:v>20396.840499999998</c:v>
                </c:pt>
                <c:pt idx="290">
                  <c:v>20742.193700000003</c:v>
                </c:pt>
                <c:pt idx="291">
                  <c:v>20456.450800000002</c:v>
                </c:pt>
                <c:pt idx="292">
                  <c:v>20946.835899999998</c:v>
                </c:pt>
                <c:pt idx="293">
                  <c:v>21071.464400000001</c:v>
                </c:pt>
                <c:pt idx="294">
                  <c:v>20160.961600000002</c:v>
                </c:pt>
                <c:pt idx="295">
                  <c:v>19774.0023</c:v>
                </c:pt>
                <c:pt idx="296">
                  <c:v>18684.528699999999</c:v>
                </c:pt>
                <c:pt idx="297">
                  <c:v>19448.568800000001</c:v>
                </c:pt>
                <c:pt idx="298">
                  <c:v>18888.366900000001</c:v>
                </c:pt>
                <c:pt idx="299">
                  <c:v>18732.086900000002</c:v>
                </c:pt>
                <c:pt idx="300">
                  <c:v>19047.559300000001</c:v>
                </c:pt>
                <c:pt idx="301">
                  <c:v>18865.923900000002</c:v>
                </c:pt>
                <c:pt idx="302">
                  <c:v>18713.499</c:v>
                </c:pt>
                <c:pt idx="303">
                  <c:v>19936.708299999998</c:v>
                </c:pt>
                <c:pt idx="304">
                  <c:v>20988.5242</c:v>
                </c:pt>
                <c:pt idx="305">
                  <c:v>19997.795600000001</c:v>
                </c:pt>
                <c:pt idx="306">
                  <c:v>20380.374599999999</c:v>
                </c:pt>
                <c:pt idx="307">
                  <c:v>20793.718199999999</c:v>
                </c:pt>
                <c:pt idx="308">
                  <c:v>19452.9267</c:v>
                </c:pt>
                <c:pt idx="309">
                  <c:v>18847.537100000001</c:v>
                </c:pt>
                <c:pt idx="310">
                  <c:v>20436.128000000001</c:v>
                </c:pt>
                <c:pt idx="311">
                  <c:v>20539.584000000003</c:v>
                </c:pt>
                <c:pt idx="312">
                  <c:v>20634.123800000001</c:v>
                </c:pt>
                <c:pt idx="313">
                  <c:v>20954.732199999999</c:v>
                </c:pt>
                <c:pt idx="314">
                  <c:v>17293.668400000002</c:v>
                </c:pt>
                <c:pt idx="315">
                  <c:v>19000.151099999999</c:v>
                </c:pt>
                <c:pt idx="316">
                  <c:v>19143.4087</c:v>
                </c:pt>
                <c:pt idx="317">
                  <c:v>20855.619299999998</c:v>
                </c:pt>
                <c:pt idx="318">
                  <c:v>20580.872600000002</c:v>
                </c:pt>
                <c:pt idx="319">
                  <c:v>20354.498899999999</c:v>
                </c:pt>
                <c:pt idx="320">
                  <c:v>19834.271199999999</c:v>
                </c:pt>
                <c:pt idx="321">
                  <c:v>20012.281299999999</c:v>
                </c:pt>
                <c:pt idx="322">
                  <c:v>19402.506799999999</c:v>
                </c:pt>
                <c:pt idx="323">
                  <c:v>18844.7147</c:v>
                </c:pt>
                <c:pt idx="324">
                  <c:v>20471.533500000001</c:v>
                </c:pt>
                <c:pt idx="325">
                  <c:v>20063.186799999999</c:v>
                </c:pt>
                <c:pt idx="326">
                  <c:v>20971.002</c:v>
                </c:pt>
                <c:pt idx="327">
                  <c:v>20071.570200000002</c:v>
                </c:pt>
                <c:pt idx="328">
                  <c:v>20232.897400000002</c:v>
                </c:pt>
                <c:pt idx="329">
                  <c:v>19088.683499999999</c:v>
                </c:pt>
                <c:pt idx="330">
                  <c:v>18651.133399999999</c:v>
                </c:pt>
                <c:pt idx="331">
                  <c:v>20375.710599999999</c:v>
                </c:pt>
                <c:pt idx="332">
                  <c:v>20740.429200000002</c:v>
                </c:pt>
                <c:pt idx="333">
                  <c:v>20679.646700000001</c:v>
                </c:pt>
                <c:pt idx="334">
                  <c:v>20499.8014</c:v>
                </c:pt>
                <c:pt idx="335">
                  <c:v>20525.713300000003</c:v>
                </c:pt>
                <c:pt idx="336">
                  <c:v>19198.071599999999</c:v>
                </c:pt>
                <c:pt idx="337">
                  <c:v>19025.162100000001</c:v>
                </c:pt>
                <c:pt idx="338">
                  <c:v>20707.833900000001</c:v>
                </c:pt>
                <c:pt idx="339">
                  <c:v>20612.346599999997</c:v>
                </c:pt>
                <c:pt idx="340">
                  <c:v>20314.718999999997</c:v>
                </c:pt>
                <c:pt idx="341">
                  <c:v>19620.1865</c:v>
                </c:pt>
                <c:pt idx="342">
                  <c:v>20899.366700000002</c:v>
                </c:pt>
                <c:pt idx="343">
                  <c:v>17638.361000000001</c:v>
                </c:pt>
                <c:pt idx="344">
                  <c:v>19763.503100000002</c:v>
                </c:pt>
                <c:pt idx="345">
                  <c:v>22402.543300000001</c:v>
                </c:pt>
                <c:pt idx="346">
                  <c:v>21615.174300000002</c:v>
                </c:pt>
                <c:pt idx="347">
                  <c:v>21074.363499999999</c:v>
                </c:pt>
                <c:pt idx="348">
                  <c:v>20779.0497</c:v>
                </c:pt>
                <c:pt idx="349">
                  <c:v>20468.420900000001</c:v>
                </c:pt>
                <c:pt idx="350">
                  <c:v>19493.775300000001</c:v>
                </c:pt>
                <c:pt idx="351">
                  <c:v>19093.488099999999</c:v>
                </c:pt>
                <c:pt idx="352">
                  <c:v>20243.697100000001</c:v>
                </c:pt>
                <c:pt idx="353">
                  <c:v>19972.769700000001</c:v>
                </c:pt>
                <c:pt idx="354">
                  <c:v>20325.008099999999</c:v>
                </c:pt>
                <c:pt idx="355">
                  <c:v>20022.546500000004</c:v>
                </c:pt>
                <c:pt idx="356">
                  <c:v>19772.842400000001</c:v>
                </c:pt>
                <c:pt idx="357">
                  <c:v>18816.853500000001</c:v>
                </c:pt>
                <c:pt idx="358">
                  <c:v>18250.805700000001</c:v>
                </c:pt>
                <c:pt idx="359">
                  <c:v>19945.139000000003</c:v>
                </c:pt>
                <c:pt idx="360">
                  <c:v>19993.401699999999</c:v>
                </c:pt>
                <c:pt idx="361">
                  <c:v>19586.713100000001</c:v>
                </c:pt>
                <c:pt idx="362">
                  <c:v>19976.592899999996</c:v>
                </c:pt>
                <c:pt idx="363">
                  <c:v>19807.544099999999</c:v>
                </c:pt>
                <c:pt idx="364">
                  <c:v>20235.352699999999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19-4A47-BE0B-B00DA3B1425A}"/>
            </c:ext>
          </c:extLst>
        </c:ser>
        <c:ser>
          <c:idx val="3"/>
          <c:order val="3"/>
          <c:tx>
            <c:strRef>
              <c:f>'Total Voice'!$E$1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Voice'!$E$2:$E$366</c:f>
              <c:numCache>
                <c:formatCode>General</c:formatCode>
                <c:ptCount val="365"/>
                <c:pt idx="0">
                  <c:v>24274.428399999997</c:v>
                </c:pt>
                <c:pt idx="1">
                  <c:v>23638.787199999999</c:v>
                </c:pt>
                <c:pt idx="2">
                  <c:v>25314.0527</c:v>
                </c:pt>
                <c:pt idx="3">
                  <c:v>25643.036</c:v>
                </c:pt>
                <c:pt idx="4">
                  <c:v>25954.3393</c:v>
                </c:pt>
                <c:pt idx="5">
                  <c:v>26093.614699999998</c:v>
                </c:pt>
                <c:pt idx="6">
                  <c:v>25794.735700000001</c:v>
                </c:pt>
                <c:pt idx="7">
                  <c:v>24772.774999999998</c:v>
                </c:pt>
                <c:pt idx="8">
                  <c:v>24431.807799999995</c:v>
                </c:pt>
                <c:pt idx="9">
                  <c:v>26379.8541</c:v>
                </c:pt>
                <c:pt idx="10">
                  <c:v>26422.462899999999</c:v>
                </c:pt>
                <c:pt idx="11">
                  <c:v>26647.578299999997</c:v>
                </c:pt>
                <c:pt idx="12">
                  <c:v>26427.954000000002</c:v>
                </c:pt>
                <c:pt idx="13">
                  <c:v>26632.5864</c:v>
                </c:pt>
                <c:pt idx="14">
                  <c:v>25884.241299999998</c:v>
                </c:pt>
                <c:pt idx="15">
                  <c:v>25222.718499999999</c:v>
                </c:pt>
                <c:pt idx="16">
                  <c:v>26703.583999999995</c:v>
                </c:pt>
                <c:pt idx="17">
                  <c:v>26723.9611</c:v>
                </c:pt>
                <c:pt idx="18">
                  <c:v>27002.562699999999</c:v>
                </c:pt>
                <c:pt idx="19">
                  <c:v>23912.922200000001</c:v>
                </c:pt>
                <c:pt idx="20">
                  <c:v>28983.399399999998</c:v>
                </c:pt>
                <c:pt idx="21">
                  <c:v>25006.3171</c:v>
                </c:pt>
                <c:pt idx="22">
                  <c:v>24294.683799999999</c:v>
                </c:pt>
                <c:pt idx="23">
                  <c:v>25792.503499999999</c:v>
                </c:pt>
                <c:pt idx="24">
                  <c:v>26030.241300000002</c:v>
                </c:pt>
                <c:pt idx="25">
                  <c:v>24759.585299999999</c:v>
                </c:pt>
                <c:pt idx="26">
                  <c:v>25571.873500000002</c:v>
                </c:pt>
                <c:pt idx="27">
                  <c:v>25690.331300000002</c:v>
                </c:pt>
                <c:pt idx="28">
                  <c:v>24469.043399999999</c:v>
                </c:pt>
                <c:pt idx="29">
                  <c:v>23804.964799999998</c:v>
                </c:pt>
                <c:pt idx="30">
                  <c:v>25341.387899999998</c:v>
                </c:pt>
                <c:pt idx="31">
                  <c:v>25409.411400000001</c:v>
                </c:pt>
                <c:pt idx="32">
                  <c:v>25345.624299999996</c:v>
                </c:pt>
                <c:pt idx="33">
                  <c:v>25404.535</c:v>
                </c:pt>
                <c:pt idx="34">
                  <c:v>25617.27</c:v>
                </c:pt>
                <c:pt idx="35">
                  <c:v>24308.842899999996</c:v>
                </c:pt>
                <c:pt idx="36">
                  <c:v>24029.701399999998</c:v>
                </c:pt>
                <c:pt idx="37">
                  <c:v>25650.919900000001</c:v>
                </c:pt>
                <c:pt idx="38">
                  <c:v>25353.035199999998</c:v>
                </c:pt>
                <c:pt idx="39">
                  <c:v>25320.554800000002</c:v>
                </c:pt>
                <c:pt idx="40">
                  <c:v>25437.8053</c:v>
                </c:pt>
                <c:pt idx="41">
                  <c:v>25377.864600000001</c:v>
                </c:pt>
                <c:pt idx="42">
                  <c:v>23638.082700000003</c:v>
                </c:pt>
                <c:pt idx="43">
                  <c:v>23539.796999999999</c:v>
                </c:pt>
                <c:pt idx="44">
                  <c:v>25363.2199</c:v>
                </c:pt>
                <c:pt idx="45">
                  <c:v>25458.116099999999</c:v>
                </c:pt>
                <c:pt idx="46">
                  <c:v>25161.486400000002</c:v>
                </c:pt>
                <c:pt idx="47">
                  <c:v>25583.926200000002</c:v>
                </c:pt>
                <c:pt idx="48">
                  <c:v>22952.194299999996</c:v>
                </c:pt>
                <c:pt idx="49">
                  <c:v>24605.64</c:v>
                </c:pt>
                <c:pt idx="50">
                  <c:v>24369.431400000001</c:v>
                </c:pt>
                <c:pt idx="51">
                  <c:v>25669.691500000001</c:v>
                </c:pt>
                <c:pt idx="52">
                  <c:v>25242.731899999999</c:v>
                </c:pt>
                <c:pt idx="53">
                  <c:v>25099.3285</c:v>
                </c:pt>
                <c:pt idx="54">
                  <c:v>25101.012999999999</c:v>
                </c:pt>
                <c:pt idx="55">
                  <c:v>25330.547100000003</c:v>
                </c:pt>
                <c:pt idx="56">
                  <c:v>24401.686500000003</c:v>
                </c:pt>
                <c:pt idx="57">
                  <c:v>23690.116300000002</c:v>
                </c:pt>
                <c:pt idx="58">
                  <c:v>25556.553</c:v>
                </c:pt>
                <c:pt idx="59">
                  <c:v>25419.149199999996</c:v>
                </c:pt>
                <c:pt idx="60">
                  <c:v>25368.550900000002</c:v>
                </c:pt>
                <c:pt idx="61">
                  <c:v>25019.658700000004</c:v>
                </c:pt>
                <c:pt idx="62">
                  <c:v>24849.0412</c:v>
                </c:pt>
                <c:pt idx="63">
                  <c:v>23939.784200000002</c:v>
                </c:pt>
                <c:pt idx="64">
                  <c:v>23669.6901</c:v>
                </c:pt>
                <c:pt idx="65">
                  <c:v>24863.526300000001</c:v>
                </c:pt>
                <c:pt idx="66">
                  <c:v>25354.153200000001</c:v>
                </c:pt>
                <c:pt idx="67">
                  <c:v>25239.237500000003</c:v>
                </c:pt>
                <c:pt idx="68">
                  <c:v>24908.216200000003</c:v>
                </c:pt>
                <c:pt idx="69">
                  <c:v>24973.995399999996</c:v>
                </c:pt>
                <c:pt idx="70">
                  <c:v>24365.8325</c:v>
                </c:pt>
                <c:pt idx="71">
                  <c:v>24147.4764</c:v>
                </c:pt>
                <c:pt idx="72">
                  <c:v>25167.693900000002</c:v>
                </c:pt>
                <c:pt idx="73">
                  <c:v>25446.580100000003</c:v>
                </c:pt>
                <c:pt idx="74">
                  <c:v>25373.7487</c:v>
                </c:pt>
                <c:pt idx="75">
                  <c:v>27402.212599999999</c:v>
                </c:pt>
                <c:pt idx="76">
                  <c:v>24640.359800000002</c:v>
                </c:pt>
                <c:pt idx="77">
                  <c:v>23823.189199999997</c:v>
                </c:pt>
                <c:pt idx="78">
                  <c:v>22523.701500000003</c:v>
                </c:pt>
                <c:pt idx="79">
                  <c:v>24538.247600000002</c:v>
                </c:pt>
                <c:pt idx="80">
                  <c:v>25050.611299999997</c:v>
                </c:pt>
                <c:pt idx="81">
                  <c:v>24854.628499999999</c:v>
                </c:pt>
                <c:pt idx="82">
                  <c:v>25449.084899999998</c:v>
                </c:pt>
                <c:pt idx="83">
                  <c:v>25036.743700000003</c:v>
                </c:pt>
                <c:pt idx="84">
                  <c:v>24402.311899999997</c:v>
                </c:pt>
                <c:pt idx="85">
                  <c:v>24032.319899999999</c:v>
                </c:pt>
                <c:pt idx="86">
                  <c:v>25049.322899999999</c:v>
                </c:pt>
                <c:pt idx="87">
                  <c:v>25007.757599999997</c:v>
                </c:pt>
                <c:pt idx="88">
                  <c:v>24730.271799999999</c:v>
                </c:pt>
                <c:pt idx="89">
                  <c:v>24835.906599999998</c:v>
                </c:pt>
                <c:pt idx="90">
                  <c:v>24953.534200000002</c:v>
                </c:pt>
                <c:pt idx="91">
                  <c:v>24120.094100000002</c:v>
                </c:pt>
                <c:pt idx="92">
                  <c:v>24045.333699999999</c:v>
                </c:pt>
                <c:pt idx="93">
                  <c:v>25214.503799999999</c:v>
                </c:pt>
                <c:pt idx="94">
                  <c:v>24905.9653</c:v>
                </c:pt>
                <c:pt idx="95">
                  <c:v>25061.7327</c:v>
                </c:pt>
                <c:pt idx="96">
                  <c:v>24928.350200000001</c:v>
                </c:pt>
                <c:pt idx="97">
                  <c:v>24510.471400000002</c:v>
                </c:pt>
                <c:pt idx="98">
                  <c:v>23629.191200000001</c:v>
                </c:pt>
                <c:pt idx="99">
                  <c:v>23797.8806</c:v>
                </c:pt>
                <c:pt idx="100">
                  <c:v>25353.447900000003</c:v>
                </c:pt>
                <c:pt idx="101">
                  <c:v>25788.388200000001</c:v>
                </c:pt>
                <c:pt idx="102">
                  <c:v>25294.6296</c:v>
                </c:pt>
                <c:pt idx="103">
                  <c:v>25115.346799999999</c:v>
                </c:pt>
                <c:pt idx="104">
                  <c:v>24979.722999999998</c:v>
                </c:pt>
                <c:pt idx="105">
                  <c:v>23748.160000000003</c:v>
                </c:pt>
                <c:pt idx="106">
                  <c:v>23620.240600000001</c:v>
                </c:pt>
                <c:pt idx="107">
                  <c:v>22167.304499999998</c:v>
                </c:pt>
                <c:pt idx="108">
                  <c:v>25054.474200000004</c:v>
                </c:pt>
                <c:pt idx="109">
                  <c:v>24598.871800000001</c:v>
                </c:pt>
                <c:pt idx="110">
                  <c:v>24759.145700000001</c:v>
                </c:pt>
                <c:pt idx="111">
                  <c:v>24787.1741</c:v>
                </c:pt>
                <c:pt idx="112">
                  <c:v>23783.609899999999</c:v>
                </c:pt>
                <c:pt idx="113">
                  <c:v>23355.865900000001</c:v>
                </c:pt>
                <c:pt idx="114">
                  <c:v>24382.928</c:v>
                </c:pt>
                <c:pt idx="115">
                  <c:v>25084.899899999997</c:v>
                </c:pt>
                <c:pt idx="116">
                  <c:v>24855.059000000001</c:v>
                </c:pt>
                <c:pt idx="117">
                  <c:v>24985.316499999997</c:v>
                </c:pt>
                <c:pt idx="118">
                  <c:v>24618.471300000001</c:v>
                </c:pt>
                <c:pt idx="119">
                  <c:v>23414.9378</c:v>
                </c:pt>
                <c:pt idx="120">
                  <c:v>22724.926299999999</c:v>
                </c:pt>
                <c:pt idx="121">
                  <c:v>22785.323100000001</c:v>
                </c:pt>
                <c:pt idx="122">
                  <c:v>24766.936200000004</c:v>
                </c:pt>
                <c:pt idx="123">
                  <c:v>24655.131600000001</c:v>
                </c:pt>
                <c:pt idx="124">
                  <c:v>24496.8092</c:v>
                </c:pt>
                <c:pt idx="125">
                  <c:v>24508.929100000001</c:v>
                </c:pt>
                <c:pt idx="126">
                  <c:v>24018.961299999999</c:v>
                </c:pt>
                <c:pt idx="127">
                  <c:v>22075.3266</c:v>
                </c:pt>
                <c:pt idx="128">
                  <c:v>24693.1486</c:v>
                </c:pt>
                <c:pt idx="129">
                  <c:v>24938.1031</c:v>
                </c:pt>
                <c:pt idx="130">
                  <c:v>24608.698499999999</c:v>
                </c:pt>
                <c:pt idx="131">
                  <c:v>24854.166100000002</c:v>
                </c:pt>
                <c:pt idx="132">
                  <c:v>25119.8861</c:v>
                </c:pt>
                <c:pt idx="133">
                  <c:v>23997.6119</c:v>
                </c:pt>
                <c:pt idx="134">
                  <c:v>23115.3747</c:v>
                </c:pt>
                <c:pt idx="135">
                  <c:v>25053.595200000003</c:v>
                </c:pt>
                <c:pt idx="136">
                  <c:v>24739.354299999999</c:v>
                </c:pt>
                <c:pt idx="137">
                  <c:v>22445.250199999999</c:v>
                </c:pt>
                <c:pt idx="138">
                  <c:v>24654.468400000002</c:v>
                </c:pt>
                <c:pt idx="139">
                  <c:v>24118.914700000001</c:v>
                </c:pt>
                <c:pt idx="140">
                  <c:v>22388.554699999997</c:v>
                </c:pt>
                <c:pt idx="141">
                  <c:v>23424.613799999999</c:v>
                </c:pt>
                <c:pt idx="142">
                  <c:v>24269.708699999999</c:v>
                </c:pt>
                <c:pt idx="143">
                  <c:v>24032.949300000004</c:v>
                </c:pt>
                <c:pt idx="144">
                  <c:v>23839.789700000001</c:v>
                </c:pt>
                <c:pt idx="145">
                  <c:v>24209.609799999998</c:v>
                </c:pt>
                <c:pt idx="146">
                  <c:v>24093.530500000001</c:v>
                </c:pt>
                <c:pt idx="147">
                  <c:v>23457.524100000002</c:v>
                </c:pt>
                <c:pt idx="148">
                  <c:v>22654.362299999997</c:v>
                </c:pt>
                <c:pt idx="149">
                  <c:v>24123.405200000001</c:v>
                </c:pt>
                <c:pt idx="150">
                  <c:v>24127.3812</c:v>
                </c:pt>
                <c:pt idx="151">
                  <c:v>24041.9673</c:v>
                </c:pt>
                <c:pt idx="152">
                  <c:v>24303.339899999999</c:v>
                </c:pt>
                <c:pt idx="153">
                  <c:v>23729.487300000001</c:v>
                </c:pt>
                <c:pt idx="154">
                  <c:v>23310.637500000001</c:v>
                </c:pt>
                <c:pt idx="155">
                  <c:v>22771.151599999997</c:v>
                </c:pt>
                <c:pt idx="156">
                  <c:v>24478.957599999998</c:v>
                </c:pt>
                <c:pt idx="157">
                  <c:v>25450.987500000003</c:v>
                </c:pt>
                <c:pt idx="158">
                  <c:v>25545.492000000002</c:v>
                </c:pt>
                <c:pt idx="159">
                  <c:v>27118.035200000002</c:v>
                </c:pt>
                <c:pt idx="160">
                  <c:v>20193.6895</c:v>
                </c:pt>
                <c:pt idx="161">
                  <c:v>21246.905400000003</c:v>
                </c:pt>
                <c:pt idx="162">
                  <c:v>24863.1083</c:v>
                </c:pt>
                <c:pt idx="163">
                  <c:v>26276.758999999998</c:v>
                </c:pt>
                <c:pt idx="164">
                  <c:v>25704.488000000001</c:v>
                </c:pt>
                <c:pt idx="165">
                  <c:v>26052.560700000002</c:v>
                </c:pt>
                <c:pt idx="166">
                  <c:v>23121.438399999999</c:v>
                </c:pt>
                <c:pt idx="167">
                  <c:v>25226.6528</c:v>
                </c:pt>
                <c:pt idx="168">
                  <c:v>24451.593399999998</c:v>
                </c:pt>
                <c:pt idx="169">
                  <c:v>23543.936900000001</c:v>
                </c:pt>
                <c:pt idx="170">
                  <c:v>25127.9218</c:v>
                </c:pt>
                <c:pt idx="171">
                  <c:v>24559.282799999997</c:v>
                </c:pt>
                <c:pt idx="172">
                  <c:v>24655.604300000003</c:v>
                </c:pt>
                <c:pt idx="173">
                  <c:v>24534.783599999999</c:v>
                </c:pt>
                <c:pt idx="174">
                  <c:v>24565.318899999998</c:v>
                </c:pt>
                <c:pt idx="175">
                  <c:v>23755.068899999998</c:v>
                </c:pt>
                <c:pt idx="176">
                  <c:v>23537.9241</c:v>
                </c:pt>
                <c:pt idx="177">
                  <c:v>24689.423500000004</c:v>
                </c:pt>
                <c:pt idx="178">
                  <c:v>24759.665799999999</c:v>
                </c:pt>
                <c:pt idx="179">
                  <c:v>24828.7333</c:v>
                </c:pt>
                <c:pt idx="180">
                  <c:v>24902.815599999998</c:v>
                </c:pt>
                <c:pt idx="181">
                  <c:v>24573.723699999999</c:v>
                </c:pt>
                <c:pt idx="182">
                  <c:v>23903.167600000001</c:v>
                </c:pt>
                <c:pt idx="183">
                  <c:v>23174.595800000003</c:v>
                </c:pt>
                <c:pt idx="184">
                  <c:v>24483.816800000004</c:v>
                </c:pt>
                <c:pt idx="185">
                  <c:v>24651.649699999998</c:v>
                </c:pt>
                <c:pt idx="186">
                  <c:v>24584.435000000001</c:v>
                </c:pt>
                <c:pt idx="187">
                  <c:v>23219.049599999998</c:v>
                </c:pt>
                <c:pt idx="188">
                  <c:v>24947.590499999998</c:v>
                </c:pt>
                <c:pt idx="189">
                  <c:v>23938.390899999999</c:v>
                </c:pt>
                <c:pt idx="190">
                  <c:v>23516.1391</c:v>
                </c:pt>
                <c:pt idx="191">
                  <c:v>24932.488900000004</c:v>
                </c:pt>
                <c:pt idx="192">
                  <c:v>25048.8446</c:v>
                </c:pt>
                <c:pt idx="193">
                  <c:v>24764.048699999999</c:v>
                </c:pt>
                <c:pt idx="194">
                  <c:v>28698.1417</c:v>
                </c:pt>
                <c:pt idx="195">
                  <c:v>24774.1021</c:v>
                </c:pt>
                <c:pt idx="196">
                  <c:v>22011.584300000002</c:v>
                </c:pt>
                <c:pt idx="197">
                  <c:v>23102.2922</c:v>
                </c:pt>
                <c:pt idx="198">
                  <c:v>24778.4221</c:v>
                </c:pt>
                <c:pt idx="199">
                  <c:v>25018.382600000004</c:v>
                </c:pt>
                <c:pt idx="200">
                  <c:v>24106.1826</c:v>
                </c:pt>
                <c:pt idx="201">
                  <c:v>24177.243600000002</c:v>
                </c:pt>
                <c:pt idx="202">
                  <c:v>24738.396500000003</c:v>
                </c:pt>
                <c:pt idx="203">
                  <c:v>22705.220399999998</c:v>
                </c:pt>
                <c:pt idx="204">
                  <c:v>22919.756099999999</c:v>
                </c:pt>
                <c:pt idx="205">
                  <c:v>24514.089500000002</c:v>
                </c:pt>
                <c:pt idx="206">
                  <c:v>23876.648100000002</c:v>
                </c:pt>
                <c:pt idx="207">
                  <c:v>24033.238999999998</c:v>
                </c:pt>
                <c:pt idx="208">
                  <c:v>23478.998600000003</c:v>
                </c:pt>
                <c:pt idx="209">
                  <c:v>23290.427799999998</c:v>
                </c:pt>
                <c:pt idx="210">
                  <c:v>22666.077699999998</c:v>
                </c:pt>
                <c:pt idx="211">
                  <c:v>22439.723900000001</c:v>
                </c:pt>
                <c:pt idx="212">
                  <c:v>23672.654200000001</c:v>
                </c:pt>
                <c:pt idx="213">
                  <c:v>23667.951000000001</c:v>
                </c:pt>
                <c:pt idx="214">
                  <c:v>23601.112499999999</c:v>
                </c:pt>
                <c:pt idx="215">
                  <c:v>23329.718599999997</c:v>
                </c:pt>
                <c:pt idx="216">
                  <c:v>23620.932700000001</c:v>
                </c:pt>
                <c:pt idx="217">
                  <c:v>22675.401900000001</c:v>
                </c:pt>
                <c:pt idx="218">
                  <c:v>22556.251100000001</c:v>
                </c:pt>
                <c:pt idx="219">
                  <c:v>23906.414799999999</c:v>
                </c:pt>
                <c:pt idx="220">
                  <c:v>23698.979699999996</c:v>
                </c:pt>
                <c:pt idx="221">
                  <c:v>23734.9666</c:v>
                </c:pt>
                <c:pt idx="222">
                  <c:v>23354.354200000002</c:v>
                </c:pt>
                <c:pt idx="223">
                  <c:v>23832.620599999998</c:v>
                </c:pt>
                <c:pt idx="224">
                  <c:v>22904.876900000003</c:v>
                </c:pt>
                <c:pt idx="225">
                  <c:v>21152.690199999997</c:v>
                </c:pt>
                <c:pt idx="226">
                  <c:v>24147.802100000001</c:v>
                </c:pt>
                <c:pt idx="227">
                  <c:v>23678.455300000001</c:v>
                </c:pt>
                <c:pt idx="228">
                  <c:v>22504.557199999999</c:v>
                </c:pt>
                <c:pt idx="229">
                  <c:v>23530.624400000001</c:v>
                </c:pt>
                <c:pt idx="230">
                  <c:v>23417.913600000003</c:v>
                </c:pt>
                <c:pt idx="231">
                  <c:v>22358.797500000001</c:v>
                </c:pt>
                <c:pt idx="232">
                  <c:v>21713.184300000001</c:v>
                </c:pt>
                <c:pt idx="233">
                  <c:v>23206.321199999998</c:v>
                </c:pt>
                <c:pt idx="234">
                  <c:v>23383.907299999999</c:v>
                </c:pt>
                <c:pt idx="235">
                  <c:v>23572.8171</c:v>
                </c:pt>
                <c:pt idx="236">
                  <c:v>23560.666499999999</c:v>
                </c:pt>
                <c:pt idx="237">
                  <c:v>23784.4948</c:v>
                </c:pt>
                <c:pt idx="238">
                  <c:v>23283.979899999998</c:v>
                </c:pt>
                <c:pt idx="239">
                  <c:v>22878.430900000003</c:v>
                </c:pt>
                <c:pt idx="240">
                  <c:v>23184.826699999998</c:v>
                </c:pt>
                <c:pt idx="241">
                  <c:v>23978.269</c:v>
                </c:pt>
                <c:pt idx="242">
                  <c:v>22846.102999999999</c:v>
                </c:pt>
                <c:pt idx="243">
                  <c:v>22717.293700000002</c:v>
                </c:pt>
                <c:pt idx="244">
                  <c:v>23093.466799999998</c:v>
                </c:pt>
                <c:pt idx="245">
                  <c:v>22066.5612</c:v>
                </c:pt>
                <c:pt idx="246">
                  <c:v>21918.831500000004</c:v>
                </c:pt>
                <c:pt idx="247">
                  <c:v>23062.182500000003</c:v>
                </c:pt>
                <c:pt idx="248">
                  <c:v>23463.418400000002</c:v>
                </c:pt>
                <c:pt idx="249">
                  <c:v>23221.261399999999</c:v>
                </c:pt>
                <c:pt idx="250">
                  <c:v>23697.160200000002</c:v>
                </c:pt>
                <c:pt idx="251">
                  <c:v>23848.362300000001</c:v>
                </c:pt>
                <c:pt idx="252">
                  <c:v>23258.203400000002</c:v>
                </c:pt>
                <c:pt idx="253">
                  <c:v>22903.4277</c:v>
                </c:pt>
                <c:pt idx="254">
                  <c:v>21118.774799999999</c:v>
                </c:pt>
                <c:pt idx="255">
                  <c:v>23945.134099999999</c:v>
                </c:pt>
                <c:pt idx="256">
                  <c:v>23664.661699999997</c:v>
                </c:pt>
                <c:pt idx="257">
                  <c:v>23426.583300000002</c:v>
                </c:pt>
                <c:pt idx="258">
                  <c:v>23473.449400000001</c:v>
                </c:pt>
                <c:pt idx="259">
                  <c:v>22578.104899999998</c:v>
                </c:pt>
                <c:pt idx="260">
                  <c:v>22073.0144</c:v>
                </c:pt>
                <c:pt idx="261">
                  <c:v>23623.366699999999</c:v>
                </c:pt>
                <c:pt idx="262">
                  <c:v>24115.579099999999</c:v>
                </c:pt>
                <c:pt idx="263">
                  <c:v>24385.998300000003</c:v>
                </c:pt>
                <c:pt idx="264">
                  <c:v>23875.082800000004</c:v>
                </c:pt>
                <c:pt idx="265">
                  <c:v>23786.833899999998</c:v>
                </c:pt>
                <c:pt idx="266">
                  <c:v>22631.773399999998</c:v>
                </c:pt>
                <c:pt idx="267">
                  <c:v>22764.813999999998</c:v>
                </c:pt>
                <c:pt idx="268">
                  <c:v>24018.198300000004</c:v>
                </c:pt>
                <c:pt idx="269">
                  <c:v>24569.049200000001</c:v>
                </c:pt>
                <c:pt idx="270">
                  <c:v>23450.997000000003</c:v>
                </c:pt>
                <c:pt idx="271">
                  <c:v>23970.767400000004</c:v>
                </c:pt>
                <c:pt idx="272">
                  <c:v>23717.2834</c:v>
                </c:pt>
                <c:pt idx="273">
                  <c:v>22952.636500000001</c:v>
                </c:pt>
                <c:pt idx="274">
                  <c:v>22602.6008</c:v>
                </c:pt>
                <c:pt idx="275">
                  <c:v>24263.138600000002</c:v>
                </c:pt>
                <c:pt idx="276">
                  <c:v>23977.560699999998</c:v>
                </c:pt>
                <c:pt idx="277">
                  <c:v>23706.691100000004</c:v>
                </c:pt>
                <c:pt idx="278">
                  <c:v>24274.328600000001</c:v>
                </c:pt>
                <c:pt idx="279">
                  <c:v>24004.990900000001</c:v>
                </c:pt>
                <c:pt idx="280">
                  <c:v>22609.8001</c:v>
                </c:pt>
                <c:pt idx="281">
                  <c:v>22481.779500000001</c:v>
                </c:pt>
                <c:pt idx="282">
                  <c:v>23896.434499999999</c:v>
                </c:pt>
                <c:pt idx="283">
                  <c:v>24274.319000000003</c:v>
                </c:pt>
                <c:pt idx="284">
                  <c:v>23472.396099999998</c:v>
                </c:pt>
                <c:pt idx="285">
                  <c:v>23866.6368</c:v>
                </c:pt>
                <c:pt idx="286">
                  <c:v>22177.784600000003</c:v>
                </c:pt>
                <c:pt idx="287">
                  <c:v>22402.476300000002</c:v>
                </c:pt>
                <c:pt idx="288">
                  <c:v>21875.071199999998</c:v>
                </c:pt>
                <c:pt idx="289">
                  <c:v>23155.216099999998</c:v>
                </c:pt>
                <c:pt idx="290">
                  <c:v>24119.9552</c:v>
                </c:pt>
                <c:pt idx="291">
                  <c:v>23922.8073</c:v>
                </c:pt>
                <c:pt idx="292">
                  <c:v>23873.758399999999</c:v>
                </c:pt>
                <c:pt idx="293">
                  <c:v>24375.936699999998</c:v>
                </c:pt>
                <c:pt idx="294">
                  <c:v>23499.736700000001</c:v>
                </c:pt>
                <c:pt idx="295">
                  <c:v>22690.672200000001</c:v>
                </c:pt>
                <c:pt idx="296">
                  <c:v>20475.866299999998</c:v>
                </c:pt>
                <c:pt idx="297">
                  <c:v>22489.463400000001</c:v>
                </c:pt>
                <c:pt idx="298">
                  <c:v>21218.953300000001</c:v>
                </c:pt>
                <c:pt idx="299">
                  <c:v>21731.994599999998</c:v>
                </c:pt>
                <c:pt idx="300">
                  <c:v>22227.534499999998</c:v>
                </c:pt>
                <c:pt idx="301">
                  <c:v>22029.382000000001</c:v>
                </c:pt>
                <c:pt idx="302">
                  <c:v>22029.918099999999</c:v>
                </c:pt>
                <c:pt idx="303">
                  <c:v>22590.4719</c:v>
                </c:pt>
                <c:pt idx="304">
                  <c:v>23707.5422</c:v>
                </c:pt>
                <c:pt idx="305">
                  <c:v>23266.4107</c:v>
                </c:pt>
                <c:pt idx="306">
                  <c:v>22817.807400000002</c:v>
                </c:pt>
                <c:pt idx="307">
                  <c:v>23398.691900000002</c:v>
                </c:pt>
                <c:pt idx="308">
                  <c:v>22255.736600000004</c:v>
                </c:pt>
                <c:pt idx="309">
                  <c:v>21831.473299999998</c:v>
                </c:pt>
                <c:pt idx="310">
                  <c:v>23030.043999999998</c:v>
                </c:pt>
                <c:pt idx="311">
                  <c:v>23386.525499999996</c:v>
                </c:pt>
                <c:pt idx="312">
                  <c:v>23370.204900000001</c:v>
                </c:pt>
                <c:pt idx="313">
                  <c:v>23556.037200000002</c:v>
                </c:pt>
                <c:pt idx="314">
                  <c:v>20423.535400000001</c:v>
                </c:pt>
                <c:pt idx="315">
                  <c:v>22106.860199999999</c:v>
                </c:pt>
                <c:pt idx="316">
                  <c:v>22087.755999999998</c:v>
                </c:pt>
                <c:pt idx="317">
                  <c:v>23407.1888</c:v>
                </c:pt>
                <c:pt idx="318">
                  <c:v>23045.876900000003</c:v>
                </c:pt>
                <c:pt idx="319">
                  <c:v>22965.354899999998</c:v>
                </c:pt>
                <c:pt idx="320">
                  <c:v>22286.2736</c:v>
                </c:pt>
                <c:pt idx="321">
                  <c:v>23002.696400000001</c:v>
                </c:pt>
                <c:pt idx="322">
                  <c:v>22118.363600000001</c:v>
                </c:pt>
                <c:pt idx="323">
                  <c:v>21598.6515</c:v>
                </c:pt>
                <c:pt idx="324">
                  <c:v>22877.9287</c:v>
                </c:pt>
                <c:pt idx="325">
                  <c:v>22635.674299999999</c:v>
                </c:pt>
                <c:pt idx="326">
                  <c:v>23236.840700000001</c:v>
                </c:pt>
                <c:pt idx="327">
                  <c:v>22833.316799999997</c:v>
                </c:pt>
                <c:pt idx="328">
                  <c:v>22672.783900000002</c:v>
                </c:pt>
                <c:pt idx="329">
                  <c:v>21813.3285</c:v>
                </c:pt>
                <c:pt idx="330">
                  <c:v>21370.466199999999</c:v>
                </c:pt>
                <c:pt idx="331">
                  <c:v>23213.988600000001</c:v>
                </c:pt>
                <c:pt idx="332">
                  <c:v>23187.6309</c:v>
                </c:pt>
                <c:pt idx="333">
                  <c:v>23153.3596</c:v>
                </c:pt>
                <c:pt idx="334">
                  <c:v>23268.2297</c:v>
                </c:pt>
                <c:pt idx="335">
                  <c:v>23047.147999999997</c:v>
                </c:pt>
                <c:pt idx="336">
                  <c:v>22162.756399999998</c:v>
                </c:pt>
                <c:pt idx="337">
                  <c:v>21721.927299999999</c:v>
                </c:pt>
                <c:pt idx="338">
                  <c:v>23402.9355</c:v>
                </c:pt>
                <c:pt idx="339">
                  <c:v>23431.601100000003</c:v>
                </c:pt>
                <c:pt idx="340">
                  <c:v>23204.9395</c:v>
                </c:pt>
                <c:pt idx="341">
                  <c:v>22617.745699999999</c:v>
                </c:pt>
                <c:pt idx="342">
                  <c:v>23305</c:v>
                </c:pt>
                <c:pt idx="343">
                  <c:v>17982.096700000002</c:v>
                </c:pt>
                <c:pt idx="344">
                  <c:v>21477.635699999999</c:v>
                </c:pt>
                <c:pt idx="345">
                  <c:v>23858.068500000001</c:v>
                </c:pt>
                <c:pt idx="346">
                  <c:v>23897.008099999999</c:v>
                </c:pt>
                <c:pt idx="347">
                  <c:v>23803.774699999998</c:v>
                </c:pt>
                <c:pt idx="348">
                  <c:v>23505.359899999999</c:v>
                </c:pt>
                <c:pt idx="349">
                  <c:v>23195.205299999998</c:v>
                </c:pt>
                <c:pt idx="350">
                  <c:v>22232.980299999999</c:v>
                </c:pt>
                <c:pt idx="351">
                  <c:v>21693.454099999999</c:v>
                </c:pt>
                <c:pt idx="352">
                  <c:v>23274.102999999999</c:v>
                </c:pt>
                <c:pt idx="353">
                  <c:v>22880.438099999999</c:v>
                </c:pt>
                <c:pt idx="354">
                  <c:v>23242.719300000001</c:v>
                </c:pt>
                <c:pt idx="355">
                  <c:v>22771.993199999997</c:v>
                </c:pt>
                <c:pt idx="356">
                  <c:v>22516.516800000001</c:v>
                </c:pt>
                <c:pt idx="357">
                  <c:v>21763.4375</c:v>
                </c:pt>
                <c:pt idx="358">
                  <c:v>21336.9316</c:v>
                </c:pt>
                <c:pt idx="359">
                  <c:v>22782.398000000001</c:v>
                </c:pt>
                <c:pt idx="360">
                  <c:v>22733.491100000003</c:v>
                </c:pt>
                <c:pt idx="361">
                  <c:v>22538.657999999999</c:v>
                </c:pt>
                <c:pt idx="362">
                  <c:v>22526.615099999999</c:v>
                </c:pt>
                <c:pt idx="363">
                  <c:v>23022.560399999998</c:v>
                </c:pt>
                <c:pt idx="364">
                  <c:v>24207.399000000001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19-4A47-BE0B-B00DA3B1425A}"/>
            </c:ext>
          </c:extLst>
        </c:ser>
        <c:ser>
          <c:idx val="4"/>
          <c:order val="4"/>
          <c:tx>
            <c:strRef>
              <c:f>'Total Voice'!$F$1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'Total Voice'!$A$2:$A$366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Voice'!$F$2:$F$366</c:f>
              <c:numCache>
                <c:formatCode>General</c:formatCode>
                <c:ptCount val="365"/>
                <c:pt idx="0">
                  <c:v>22660.0641</c:v>
                </c:pt>
                <c:pt idx="1">
                  <c:v>22201.319</c:v>
                </c:pt>
                <c:pt idx="2">
                  <c:v>24063.935999999998</c:v>
                </c:pt>
                <c:pt idx="3">
                  <c:v>23383.415300000001</c:v>
                </c:pt>
                <c:pt idx="4">
                  <c:v>24576.139300000003</c:v>
                </c:pt>
                <c:pt idx="5">
                  <c:v>24286.674800000001</c:v>
                </c:pt>
                <c:pt idx="6">
                  <c:v>23883.947</c:v>
                </c:pt>
                <c:pt idx="7">
                  <c:v>23317.5105</c:v>
                </c:pt>
                <c:pt idx="8">
                  <c:v>22758.270499999999</c:v>
                </c:pt>
                <c:pt idx="9">
                  <c:v>24659.339200000002</c:v>
                </c:pt>
                <c:pt idx="10">
                  <c:v>24232.964999999997</c:v>
                </c:pt>
                <c:pt idx="11">
                  <c:v>24269.5674</c:v>
                </c:pt>
                <c:pt idx="12">
                  <c:v>24411.531900000002</c:v>
                </c:pt>
                <c:pt idx="13">
                  <c:v>24349.734900000003</c:v>
                </c:pt>
                <c:pt idx="14">
                  <c:v>23114.353299999999</c:v>
                </c:pt>
                <c:pt idx="15">
                  <c:v>22880.063500000004</c:v>
                </c:pt>
                <c:pt idx="16">
                  <c:v>24540.966099999998</c:v>
                </c:pt>
                <c:pt idx="17">
                  <c:v>24246.4372</c:v>
                </c:pt>
                <c:pt idx="18">
                  <c:v>24791.3773</c:v>
                </c:pt>
                <c:pt idx="19">
                  <c:v>20819.302299999999</c:v>
                </c:pt>
                <c:pt idx="20">
                  <c:v>27184.9372</c:v>
                </c:pt>
                <c:pt idx="21">
                  <c:v>23977.522900000004</c:v>
                </c:pt>
                <c:pt idx="22">
                  <c:v>23562.966200000003</c:v>
                </c:pt>
                <c:pt idx="23">
                  <c:v>25179.3874</c:v>
                </c:pt>
                <c:pt idx="24">
                  <c:v>25062.692199999998</c:v>
                </c:pt>
                <c:pt idx="25">
                  <c:v>24490.7317</c:v>
                </c:pt>
                <c:pt idx="26">
                  <c:v>24361.999400000001</c:v>
                </c:pt>
                <c:pt idx="27">
                  <c:v>24747.340400000001</c:v>
                </c:pt>
                <c:pt idx="28">
                  <c:v>23166.183000000001</c:v>
                </c:pt>
                <c:pt idx="29">
                  <c:v>22981.821300000003</c:v>
                </c:pt>
                <c:pt idx="30">
                  <c:v>24224.728899999998</c:v>
                </c:pt>
                <c:pt idx="31">
                  <c:v>24069.598099999999</c:v>
                </c:pt>
                <c:pt idx="32">
                  <c:v>24159.7919</c:v>
                </c:pt>
                <c:pt idx="33">
                  <c:v>24236.349000000002</c:v>
                </c:pt>
                <c:pt idx="34">
                  <c:v>24440.013800000001</c:v>
                </c:pt>
                <c:pt idx="35">
                  <c:v>22996.867200000001</c:v>
                </c:pt>
                <c:pt idx="36">
                  <c:v>22561.018700000001</c:v>
                </c:pt>
                <c:pt idx="37">
                  <c:v>24061.5903</c:v>
                </c:pt>
                <c:pt idx="38">
                  <c:v>24103.589599999999</c:v>
                </c:pt>
                <c:pt idx="39">
                  <c:v>24128.900600000001</c:v>
                </c:pt>
                <c:pt idx="40">
                  <c:v>24228.179600000003</c:v>
                </c:pt>
                <c:pt idx="41">
                  <c:v>23936.725399999999</c:v>
                </c:pt>
                <c:pt idx="42">
                  <c:v>22990.230799999998</c:v>
                </c:pt>
                <c:pt idx="43">
                  <c:v>23086.421999999999</c:v>
                </c:pt>
                <c:pt idx="44">
                  <c:v>24171.418100000003</c:v>
                </c:pt>
                <c:pt idx="45">
                  <c:v>24365.201400000002</c:v>
                </c:pt>
                <c:pt idx="46">
                  <c:v>24178.900699999998</c:v>
                </c:pt>
                <c:pt idx="47">
                  <c:v>24520.798500000001</c:v>
                </c:pt>
                <c:pt idx="48">
                  <c:v>20732.407500000001</c:v>
                </c:pt>
                <c:pt idx="49">
                  <c:v>23087.3567</c:v>
                </c:pt>
                <c:pt idx="50">
                  <c:v>23308.243799999997</c:v>
                </c:pt>
                <c:pt idx="51">
                  <c:v>24784.651300000001</c:v>
                </c:pt>
                <c:pt idx="52">
                  <c:v>24429.5131</c:v>
                </c:pt>
                <c:pt idx="53">
                  <c:v>23755.042099999999</c:v>
                </c:pt>
                <c:pt idx="54">
                  <c:v>24073.088299999999</c:v>
                </c:pt>
                <c:pt idx="55">
                  <c:v>24164.529699999999</c:v>
                </c:pt>
                <c:pt idx="56">
                  <c:v>23029.101699999999</c:v>
                </c:pt>
                <c:pt idx="57">
                  <c:v>23169.648400000002</c:v>
                </c:pt>
                <c:pt idx="58">
                  <c:v>24756.409899999999</c:v>
                </c:pt>
                <c:pt idx="59">
                  <c:v>24340.860399999998</c:v>
                </c:pt>
                <c:pt idx="60">
                  <c:v>24547.550199999998</c:v>
                </c:pt>
                <c:pt idx="61">
                  <c:v>24111.031600000002</c:v>
                </c:pt>
                <c:pt idx="62">
                  <c:v>24408.870200000001</c:v>
                </c:pt>
                <c:pt idx="63">
                  <c:v>22744.749</c:v>
                </c:pt>
                <c:pt idx="64">
                  <c:v>22902.6499</c:v>
                </c:pt>
                <c:pt idx="65">
                  <c:v>24526.8069</c:v>
                </c:pt>
                <c:pt idx="66">
                  <c:v>24231.807499999999</c:v>
                </c:pt>
                <c:pt idx="67">
                  <c:v>24205.1607</c:v>
                </c:pt>
                <c:pt idx="68">
                  <c:v>24320.427899999999</c:v>
                </c:pt>
                <c:pt idx="69">
                  <c:v>23913.834600000002</c:v>
                </c:pt>
                <c:pt idx="70">
                  <c:v>22933.226699999999</c:v>
                </c:pt>
                <c:pt idx="71">
                  <c:v>22711.087700000004</c:v>
                </c:pt>
                <c:pt idx="72">
                  <c:v>24289.628600000004</c:v>
                </c:pt>
                <c:pt idx="73">
                  <c:v>24278.884699999999</c:v>
                </c:pt>
                <c:pt idx="74">
                  <c:v>24205.299500000001</c:v>
                </c:pt>
                <c:pt idx="75">
                  <c:v>26003.919900000001</c:v>
                </c:pt>
                <c:pt idx="76">
                  <c:v>22966.098699999999</c:v>
                </c:pt>
                <c:pt idx="77">
                  <c:v>22687.47</c:v>
                </c:pt>
                <c:pt idx="78">
                  <c:v>20928.150000000001</c:v>
                </c:pt>
                <c:pt idx="79">
                  <c:v>23702.870299999999</c:v>
                </c:pt>
                <c:pt idx="80">
                  <c:v>24264.286999999997</c:v>
                </c:pt>
                <c:pt idx="81">
                  <c:v>24468.253700000001</c:v>
                </c:pt>
                <c:pt idx="82">
                  <c:v>24582.136400000003</c:v>
                </c:pt>
                <c:pt idx="83">
                  <c:v>24326.895</c:v>
                </c:pt>
                <c:pt idx="84">
                  <c:v>23312.103799999997</c:v>
                </c:pt>
                <c:pt idx="85">
                  <c:v>22848.849600000001</c:v>
                </c:pt>
                <c:pt idx="86">
                  <c:v>24553.484100000001</c:v>
                </c:pt>
                <c:pt idx="87">
                  <c:v>24304.6898</c:v>
                </c:pt>
                <c:pt idx="88">
                  <c:v>23981.564200000001</c:v>
                </c:pt>
                <c:pt idx="89">
                  <c:v>23856.267200000002</c:v>
                </c:pt>
                <c:pt idx="90">
                  <c:v>23661.629499999999</c:v>
                </c:pt>
                <c:pt idx="91">
                  <c:v>22345.615900000001</c:v>
                </c:pt>
                <c:pt idx="92">
                  <c:v>22410.620200000001</c:v>
                </c:pt>
                <c:pt idx="93">
                  <c:v>24002.3927</c:v>
                </c:pt>
                <c:pt idx="94">
                  <c:v>23992.3832</c:v>
                </c:pt>
                <c:pt idx="95">
                  <c:v>24127.314999999999</c:v>
                </c:pt>
                <c:pt idx="96">
                  <c:v>24161.8151</c:v>
                </c:pt>
                <c:pt idx="97">
                  <c:v>23771.631099999999</c:v>
                </c:pt>
                <c:pt idx="98">
                  <c:v>22415.178800000002</c:v>
                </c:pt>
                <c:pt idx="99">
                  <c:v>22497.035499999998</c:v>
                </c:pt>
                <c:pt idx="100">
                  <c:v>24409.292700000002</c:v>
                </c:pt>
                <c:pt idx="101">
                  <c:v>24909.839399999997</c:v>
                </c:pt>
                <c:pt idx="102">
                  <c:v>24164.616000000002</c:v>
                </c:pt>
                <c:pt idx="103">
                  <c:v>24111.484199999999</c:v>
                </c:pt>
                <c:pt idx="104">
                  <c:v>23782.000599999999</c:v>
                </c:pt>
                <c:pt idx="105">
                  <c:v>22650.527900000001</c:v>
                </c:pt>
                <c:pt idx="106">
                  <c:v>22743.843199999999</c:v>
                </c:pt>
                <c:pt idx="107">
                  <c:v>20648.338199999998</c:v>
                </c:pt>
                <c:pt idx="108">
                  <c:v>24455.439900000001</c:v>
                </c:pt>
                <c:pt idx="109">
                  <c:v>24347.331200000001</c:v>
                </c:pt>
                <c:pt idx="110">
                  <c:v>24339.708899999998</c:v>
                </c:pt>
                <c:pt idx="111">
                  <c:v>24172.6394</c:v>
                </c:pt>
                <c:pt idx="112">
                  <c:v>23400.913399999998</c:v>
                </c:pt>
                <c:pt idx="113">
                  <c:v>22737.1535</c:v>
                </c:pt>
                <c:pt idx="114">
                  <c:v>23438.8318</c:v>
                </c:pt>
                <c:pt idx="115">
                  <c:v>24257.722999999998</c:v>
                </c:pt>
                <c:pt idx="116">
                  <c:v>24284.8076</c:v>
                </c:pt>
                <c:pt idx="117">
                  <c:v>24068.910900000003</c:v>
                </c:pt>
                <c:pt idx="118">
                  <c:v>23391.579299999998</c:v>
                </c:pt>
                <c:pt idx="119">
                  <c:v>21826.855100000001</c:v>
                </c:pt>
                <c:pt idx="120">
                  <c:v>22280.247100000001</c:v>
                </c:pt>
                <c:pt idx="121">
                  <c:v>22552.541300000001</c:v>
                </c:pt>
                <c:pt idx="122">
                  <c:v>23973.231500000002</c:v>
                </c:pt>
                <c:pt idx="123">
                  <c:v>23934.343999999997</c:v>
                </c:pt>
                <c:pt idx="124">
                  <c:v>23304.481400000001</c:v>
                </c:pt>
                <c:pt idx="125">
                  <c:v>22147.424200000001</c:v>
                </c:pt>
                <c:pt idx="126">
                  <c:v>22717.603299999999</c:v>
                </c:pt>
                <c:pt idx="127">
                  <c:v>21998.606399999997</c:v>
                </c:pt>
                <c:pt idx="128">
                  <c:v>22641.944899999999</c:v>
                </c:pt>
                <c:pt idx="129">
                  <c:v>24019.2513</c:v>
                </c:pt>
                <c:pt idx="130">
                  <c:v>22907.804100000001</c:v>
                </c:pt>
                <c:pt idx="131">
                  <c:v>24105.053500000002</c:v>
                </c:pt>
                <c:pt idx="132">
                  <c:v>24382.445299999999</c:v>
                </c:pt>
                <c:pt idx="133">
                  <c:v>22678.116300000002</c:v>
                </c:pt>
                <c:pt idx="134">
                  <c:v>22022.004800000002</c:v>
                </c:pt>
                <c:pt idx="135">
                  <c:v>24191.266199999998</c:v>
                </c:pt>
                <c:pt idx="136">
                  <c:v>24604.687300000001</c:v>
                </c:pt>
                <c:pt idx="137">
                  <c:v>21139.1103</c:v>
                </c:pt>
                <c:pt idx="138">
                  <c:v>15762.7184</c:v>
                </c:pt>
                <c:pt idx="139">
                  <c:v>22678.403300000002</c:v>
                </c:pt>
                <c:pt idx="140">
                  <c:v>22293.2523</c:v>
                </c:pt>
                <c:pt idx="141">
                  <c:v>22248.0275</c:v>
                </c:pt>
                <c:pt idx="142">
                  <c:v>23808.178400000001</c:v>
                </c:pt>
                <c:pt idx="143">
                  <c:v>23291.295700000002</c:v>
                </c:pt>
                <c:pt idx="144">
                  <c:v>23503.213500000002</c:v>
                </c:pt>
                <c:pt idx="145">
                  <c:v>23422.441899999998</c:v>
                </c:pt>
                <c:pt idx="146">
                  <c:v>22770.106199999998</c:v>
                </c:pt>
                <c:pt idx="147">
                  <c:v>22530.921699999999</c:v>
                </c:pt>
                <c:pt idx="148">
                  <c:v>21630.820200000002</c:v>
                </c:pt>
                <c:pt idx="149">
                  <c:v>22917.721100000002</c:v>
                </c:pt>
                <c:pt idx="150">
                  <c:v>23262.628100000002</c:v>
                </c:pt>
                <c:pt idx="151">
                  <c:v>22999.8557</c:v>
                </c:pt>
                <c:pt idx="152">
                  <c:v>23017.6751</c:v>
                </c:pt>
                <c:pt idx="153">
                  <c:v>22248.453600000001</c:v>
                </c:pt>
                <c:pt idx="154">
                  <c:v>22972.557199999999</c:v>
                </c:pt>
                <c:pt idx="155">
                  <c:v>22089.736499999999</c:v>
                </c:pt>
                <c:pt idx="156">
                  <c:v>23202.488499999999</c:v>
                </c:pt>
                <c:pt idx="157">
                  <c:v>23567.446100000001</c:v>
                </c:pt>
                <c:pt idx="158">
                  <c:v>24036.3917</c:v>
                </c:pt>
                <c:pt idx="159">
                  <c:v>25524.9548</c:v>
                </c:pt>
                <c:pt idx="160">
                  <c:v>26402.582399999999</c:v>
                </c:pt>
                <c:pt idx="161">
                  <c:v>22030.622599999999</c:v>
                </c:pt>
                <c:pt idx="162">
                  <c:v>22420.293999999998</c:v>
                </c:pt>
                <c:pt idx="163">
                  <c:v>24402.393700000001</c:v>
                </c:pt>
                <c:pt idx="164">
                  <c:v>24442.864999999998</c:v>
                </c:pt>
                <c:pt idx="165">
                  <c:v>24385.886599999998</c:v>
                </c:pt>
                <c:pt idx="166">
                  <c:v>20334.984699999997</c:v>
                </c:pt>
                <c:pt idx="167">
                  <c:v>23195.516</c:v>
                </c:pt>
                <c:pt idx="168">
                  <c:v>22160.480899999999</c:v>
                </c:pt>
                <c:pt idx="169">
                  <c:v>21436.5419</c:v>
                </c:pt>
                <c:pt idx="170">
                  <c:v>23399.711900000002</c:v>
                </c:pt>
                <c:pt idx="171">
                  <c:v>23306.6391</c:v>
                </c:pt>
                <c:pt idx="172">
                  <c:v>22876.172699999999</c:v>
                </c:pt>
                <c:pt idx="173">
                  <c:v>23545.2582</c:v>
                </c:pt>
                <c:pt idx="174">
                  <c:v>23381.474699999999</c:v>
                </c:pt>
                <c:pt idx="175">
                  <c:v>22532.566500000001</c:v>
                </c:pt>
                <c:pt idx="176">
                  <c:v>22639.113000000001</c:v>
                </c:pt>
                <c:pt idx="177">
                  <c:v>23760.605500000001</c:v>
                </c:pt>
                <c:pt idx="178">
                  <c:v>23699.626400000001</c:v>
                </c:pt>
                <c:pt idx="179">
                  <c:v>23531.988700000002</c:v>
                </c:pt>
                <c:pt idx="180">
                  <c:v>23669.223000000002</c:v>
                </c:pt>
                <c:pt idx="181">
                  <c:v>23635.805899999999</c:v>
                </c:pt>
                <c:pt idx="182">
                  <c:v>22691.6145</c:v>
                </c:pt>
                <c:pt idx="183">
                  <c:v>22030.3999</c:v>
                </c:pt>
                <c:pt idx="184">
                  <c:v>23702.894399999997</c:v>
                </c:pt>
                <c:pt idx="185">
                  <c:v>23503.3109</c:v>
                </c:pt>
                <c:pt idx="186">
                  <c:v>23370.684500000003</c:v>
                </c:pt>
                <c:pt idx="187">
                  <c:v>21502.844700000001</c:v>
                </c:pt>
                <c:pt idx="188">
                  <c:v>23253.334300000002</c:v>
                </c:pt>
                <c:pt idx="189">
                  <c:v>22421.604599999999</c:v>
                </c:pt>
                <c:pt idx="190">
                  <c:v>22113.3429</c:v>
                </c:pt>
                <c:pt idx="191">
                  <c:v>23135.964799999998</c:v>
                </c:pt>
                <c:pt idx="192">
                  <c:v>23571.168699999998</c:v>
                </c:pt>
                <c:pt idx="193">
                  <c:v>24338.377899999999</c:v>
                </c:pt>
                <c:pt idx="194">
                  <c:v>27191.991999999998</c:v>
                </c:pt>
                <c:pt idx="195">
                  <c:v>23603.2644</c:v>
                </c:pt>
                <c:pt idx="196">
                  <c:v>19870.312600000001</c:v>
                </c:pt>
                <c:pt idx="197">
                  <c:v>22475.063900000001</c:v>
                </c:pt>
                <c:pt idx="198">
                  <c:v>23600.3891</c:v>
                </c:pt>
                <c:pt idx="199">
                  <c:v>23382.5867</c:v>
                </c:pt>
                <c:pt idx="200">
                  <c:v>23146.525600000001</c:v>
                </c:pt>
                <c:pt idx="201">
                  <c:v>22844.628199999999</c:v>
                </c:pt>
                <c:pt idx="202">
                  <c:v>23172.0324</c:v>
                </c:pt>
                <c:pt idx="203">
                  <c:v>21438.598599999998</c:v>
                </c:pt>
                <c:pt idx="204">
                  <c:v>22262.023699999998</c:v>
                </c:pt>
                <c:pt idx="205">
                  <c:v>23619.0141</c:v>
                </c:pt>
                <c:pt idx="206">
                  <c:v>23583.707699999999</c:v>
                </c:pt>
                <c:pt idx="207">
                  <c:v>23607.273000000001</c:v>
                </c:pt>
                <c:pt idx="208">
                  <c:v>22188.787800000002</c:v>
                </c:pt>
                <c:pt idx="209">
                  <c:v>23214.612099999998</c:v>
                </c:pt>
                <c:pt idx="210">
                  <c:v>22397.733400000001</c:v>
                </c:pt>
                <c:pt idx="211">
                  <c:v>22060.2713</c:v>
                </c:pt>
                <c:pt idx="212">
                  <c:v>23399.428100000001</c:v>
                </c:pt>
                <c:pt idx="213">
                  <c:v>23546.941500000001</c:v>
                </c:pt>
                <c:pt idx="214">
                  <c:v>23570.475700000003</c:v>
                </c:pt>
                <c:pt idx="215">
                  <c:v>23248.419000000002</c:v>
                </c:pt>
                <c:pt idx="216">
                  <c:v>23511.526300000001</c:v>
                </c:pt>
                <c:pt idx="217">
                  <c:v>22438.3269</c:v>
                </c:pt>
                <c:pt idx="218">
                  <c:v>22536.9509</c:v>
                </c:pt>
                <c:pt idx="219">
                  <c:v>23834.261500000001</c:v>
                </c:pt>
                <c:pt idx="220">
                  <c:v>23616.038500000002</c:v>
                </c:pt>
                <c:pt idx="221">
                  <c:v>24046.139300000003</c:v>
                </c:pt>
                <c:pt idx="222">
                  <c:v>22367.8842</c:v>
                </c:pt>
                <c:pt idx="223">
                  <c:v>23631.533599999999</c:v>
                </c:pt>
                <c:pt idx="224">
                  <c:v>23068.1518</c:v>
                </c:pt>
                <c:pt idx="225">
                  <c:v>20236.966799999998</c:v>
                </c:pt>
                <c:pt idx="226">
                  <c:v>23725.426100000001</c:v>
                </c:pt>
                <c:pt idx="227">
                  <c:v>23579.646499999999</c:v>
                </c:pt>
                <c:pt idx="228">
                  <c:v>21554.239000000001</c:v>
                </c:pt>
                <c:pt idx="229">
                  <c:v>23293.563099999999</c:v>
                </c:pt>
                <c:pt idx="230">
                  <c:v>23231.3233</c:v>
                </c:pt>
                <c:pt idx="231">
                  <c:v>22287.576699999998</c:v>
                </c:pt>
                <c:pt idx="232">
                  <c:v>21693.156300000002</c:v>
                </c:pt>
                <c:pt idx="233">
                  <c:v>23485.568800000001</c:v>
                </c:pt>
                <c:pt idx="234">
                  <c:v>23746.090400000001</c:v>
                </c:pt>
                <c:pt idx="235">
                  <c:v>23704.467499999999</c:v>
                </c:pt>
                <c:pt idx="236">
                  <c:v>23352.209299999999</c:v>
                </c:pt>
                <c:pt idx="237">
                  <c:v>23749.8007</c:v>
                </c:pt>
                <c:pt idx="238">
                  <c:v>22690.990400000002</c:v>
                </c:pt>
                <c:pt idx="239">
                  <c:v>22035.836499999998</c:v>
                </c:pt>
                <c:pt idx="240">
                  <c:v>23016.865100000003</c:v>
                </c:pt>
                <c:pt idx="241">
                  <c:v>23526.1702</c:v>
                </c:pt>
                <c:pt idx="242">
                  <c:v>23110.128499999999</c:v>
                </c:pt>
                <c:pt idx="243">
                  <c:v>22707.8073</c:v>
                </c:pt>
                <c:pt idx="244">
                  <c:v>23034.0219</c:v>
                </c:pt>
                <c:pt idx="245">
                  <c:v>21661.8</c:v>
                </c:pt>
                <c:pt idx="246">
                  <c:v>21964.249899999999</c:v>
                </c:pt>
                <c:pt idx="247">
                  <c:v>22768.372900000002</c:v>
                </c:pt>
                <c:pt idx="248">
                  <c:v>22863.326699999998</c:v>
                </c:pt>
                <c:pt idx="249">
                  <c:v>22801.049000000003</c:v>
                </c:pt>
                <c:pt idx="250">
                  <c:v>22906.055</c:v>
                </c:pt>
                <c:pt idx="251">
                  <c:v>23077.6702</c:v>
                </c:pt>
                <c:pt idx="252">
                  <c:v>22500.307199999999</c:v>
                </c:pt>
                <c:pt idx="253">
                  <c:v>22188.453399999999</c:v>
                </c:pt>
                <c:pt idx="254">
                  <c:v>19637.970400000002</c:v>
                </c:pt>
                <c:pt idx="255">
                  <c:v>23195.648099999999</c:v>
                </c:pt>
                <c:pt idx="256">
                  <c:v>23091.491099999999</c:v>
                </c:pt>
                <c:pt idx="257">
                  <c:v>22737.375599999999</c:v>
                </c:pt>
                <c:pt idx="258">
                  <c:v>22859.3501</c:v>
                </c:pt>
                <c:pt idx="259">
                  <c:v>21844.018100000001</c:v>
                </c:pt>
                <c:pt idx="260">
                  <c:v>21452.500100000001</c:v>
                </c:pt>
                <c:pt idx="261">
                  <c:v>23132.851999999999</c:v>
                </c:pt>
                <c:pt idx="262">
                  <c:v>23512.3933</c:v>
                </c:pt>
                <c:pt idx="263">
                  <c:v>23256.948199999999</c:v>
                </c:pt>
                <c:pt idx="264">
                  <c:v>23406.977599999998</c:v>
                </c:pt>
                <c:pt idx="265">
                  <c:v>24273.945699999997</c:v>
                </c:pt>
                <c:pt idx="266">
                  <c:v>23746.499</c:v>
                </c:pt>
                <c:pt idx="267">
                  <c:v>24063.2611</c:v>
                </c:pt>
                <c:pt idx="268">
                  <c:v>25477.393899999999</c:v>
                </c:pt>
                <c:pt idx="269">
                  <c:v>25812.4827</c:v>
                </c:pt>
                <c:pt idx="270">
                  <c:v>24581.4764</c:v>
                </c:pt>
                <c:pt idx="271">
                  <c:v>25125.301899999999</c:v>
                </c:pt>
                <c:pt idx="272">
                  <c:v>25245.030100000004</c:v>
                </c:pt>
                <c:pt idx="273">
                  <c:v>23828.004000000001</c:v>
                </c:pt>
                <c:pt idx="274">
                  <c:v>23705.811099999999</c:v>
                </c:pt>
                <c:pt idx="275">
                  <c:v>25179.1479</c:v>
                </c:pt>
                <c:pt idx="276">
                  <c:v>24888.849099999999</c:v>
                </c:pt>
                <c:pt idx="277">
                  <c:v>24499.999400000001</c:v>
                </c:pt>
                <c:pt idx="278">
                  <c:v>24729.5749</c:v>
                </c:pt>
                <c:pt idx="279">
                  <c:v>24798.872199999998</c:v>
                </c:pt>
                <c:pt idx="280">
                  <c:v>23527.493699999999</c:v>
                </c:pt>
                <c:pt idx="281">
                  <c:v>23176.907500000001</c:v>
                </c:pt>
                <c:pt idx="282">
                  <c:v>25067.177199999998</c:v>
                </c:pt>
                <c:pt idx="283">
                  <c:v>25091.075100000002</c:v>
                </c:pt>
                <c:pt idx="284">
                  <c:v>23681.756300000001</c:v>
                </c:pt>
                <c:pt idx="285">
                  <c:v>24572.773400000002</c:v>
                </c:pt>
                <c:pt idx="286">
                  <c:v>23244.459000000003</c:v>
                </c:pt>
                <c:pt idx="287">
                  <c:v>22849.599499999997</c:v>
                </c:pt>
                <c:pt idx="288">
                  <c:v>22963.810699999998</c:v>
                </c:pt>
                <c:pt idx="289">
                  <c:v>24727.532599999999</c:v>
                </c:pt>
                <c:pt idx="290">
                  <c:v>24948.037900000003</c:v>
                </c:pt>
                <c:pt idx="291">
                  <c:v>24763.164100000002</c:v>
                </c:pt>
                <c:pt idx="292">
                  <c:v>25279.230300000003</c:v>
                </c:pt>
                <c:pt idx="293">
                  <c:v>25801.2922</c:v>
                </c:pt>
                <c:pt idx="294">
                  <c:v>25112.985500000003</c:v>
                </c:pt>
                <c:pt idx="295">
                  <c:v>23402.093199999999</c:v>
                </c:pt>
                <c:pt idx="296">
                  <c:v>21569.750899999999</c:v>
                </c:pt>
                <c:pt idx="297">
                  <c:v>21704.4022</c:v>
                </c:pt>
                <c:pt idx="298">
                  <c:v>21282.495999999999</c:v>
                </c:pt>
                <c:pt idx="299">
                  <c:v>22304.665499999999</c:v>
                </c:pt>
                <c:pt idx="300">
                  <c:v>22847.2284</c:v>
                </c:pt>
                <c:pt idx="301">
                  <c:v>22586.129999999997</c:v>
                </c:pt>
                <c:pt idx="302">
                  <c:v>22660.279199999997</c:v>
                </c:pt>
                <c:pt idx="303">
                  <c:v>23844.092400000001</c:v>
                </c:pt>
                <c:pt idx="304">
                  <c:v>25212.055800000002</c:v>
                </c:pt>
                <c:pt idx="305">
                  <c:v>24462.0965</c:v>
                </c:pt>
                <c:pt idx="306">
                  <c:v>24639.9126</c:v>
                </c:pt>
                <c:pt idx="307">
                  <c:v>24861.332399999999</c:v>
                </c:pt>
                <c:pt idx="308">
                  <c:v>23337.7107</c:v>
                </c:pt>
                <c:pt idx="309">
                  <c:v>22285.3328</c:v>
                </c:pt>
                <c:pt idx="310">
                  <c:v>24580.364600000001</c:v>
                </c:pt>
                <c:pt idx="311">
                  <c:v>24507.405299999999</c:v>
                </c:pt>
                <c:pt idx="312">
                  <c:v>24328.6623</c:v>
                </c:pt>
                <c:pt idx="313">
                  <c:v>24741.854899999998</c:v>
                </c:pt>
                <c:pt idx="314">
                  <c:v>20996.449100000002</c:v>
                </c:pt>
                <c:pt idx="315">
                  <c:v>22754.417699999998</c:v>
                </c:pt>
                <c:pt idx="316">
                  <c:v>22949.967799999999</c:v>
                </c:pt>
                <c:pt idx="317">
                  <c:v>24531.787</c:v>
                </c:pt>
                <c:pt idx="318">
                  <c:v>24685.1613</c:v>
                </c:pt>
                <c:pt idx="319">
                  <c:v>24292.293299999998</c:v>
                </c:pt>
                <c:pt idx="320">
                  <c:v>24072.163</c:v>
                </c:pt>
                <c:pt idx="321">
                  <c:v>23970.752700000001</c:v>
                </c:pt>
                <c:pt idx="322">
                  <c:v>23296.617700000003</c:v>
                </c:pt>
                <c:pt idx="323">
                  <c:v>22837.669699999999</c:v>
                </c:pt>
                <c:pt idx="324">
                  <c:v>24540.484799999998</c:v>
                </c:pt>
                <c:pt idx="325">
                  <c:v>24261.441800000001</c:v>
                </c:pt>
                <c:pt idx="326">
                  <c:v>25219.527000000002</c:v>
                </c:pt>
                <c:pt idx="327">
                  <c:v>23965.842000000001</c:v>
                </c:pt>
                <c:pt idx="328">
                  <c:v>23726.391799999998</c:v>
                </c:pt>
                <c:pt idx="329">
                  <c:v>22468.328399999999</c:v>
                </c:pt>
                <c:pt idx="330">
                  <c:v>22179.332399999999</c:v>
                </c:pt>
                <c:pt idx="331">
                  <c:v>23885.783100000001</c:v>
                </c:pt>
                <c:pt idx="332">
                  <c:v>24158.792000000001</c:v>
                </c:pt>
                <c:pt idx="333">
                  <c:v>24662.421000000002</c:v>
                </c:pt>
                <c:pt idx="334">
                  <c:v>24165.604599999999</c:v>
                </c:pt>
                <c:pt idx="335">
                  <c:v>26541.967000000001</c:v>
                </c:pt>
                <c:pt idx="336">
                  <c:v>22828.498599999999</c:v>
                </c:pt>
                <c:pt idx="337">
                  <c:v>22824.356599999999</c:v>
                </c:pt>
                <c:pt idx="338">
                  <c:v>24620.606099999997</c:v>
                </c:pt>
                <c:pt idx="339">
                  <c:v>24683.457300000002</c:v>
                </c:pt>
                <c:pt idx="340">
                  <c:v>24393.191599999998</c:v>
                </c:pt>
                <c:pt idx="341">
                  <c:v>23792.014600000002</c:v>
                </c:pt>
                <c:pt idx="342">
                  <c:v>24857.630700000002</c:v>
                </c:pt>
                <c:pt idx="343">
                  <c:v>18821.122299999999</c:v>
                </c:pt>
                <c:pt idx="344">
                  <c:v>21667.0399</c:v>
                </c:pt>
                <c:pt idx="345">
                  <c:v>25411.078600000001</c:v>
                </c:pt>
                <c:pt idx="346">
                  <c:v>25634.897700000001</c:v>
                </c:pt>
                <c:pt idx="347">
                  <c:v>25262.150900000001</c:v>
                </c:pt>
                <c:pt idx="348">
                  <c:v>24529.129999999997</c:v>
                </c:pt>
                <c:pt idx="349">
                  <c:v>23765.226900000001</c:v>
                </c:pt>
                <c:pt idx="350">
                  <c:v>22951.952700000002</c:v>
                </c:pt>
                <c:pt idx="351">
                  <c:v>22321.9012</c:v>
                </c:pt>
                <c:pt idx="352">
                  <c:v>23790.528200000001</c:v>
                </c:pt>
                <c:pt idx="353">
                  <c:v>23493.1976</c:v>
                </c:pt>
                <c:pt idx="354">
                  <c:v>23584.1299</c:v>
                </c:pt>
                <c:pt idx="355">
                  <c:v>23263.5939</c:v>
                </c:pt>
                <c:pt idx="356">
                  <c:v>23169.145499999999</c:v>
                </c:pt>
                <c:pt idx="357">
                  <c:v>22378.632400000002</c:v>
                </c:pt>
                <c:pt idx="358">
                  <c:v>21831.9244</c:v>
                </c:pt>
                <c:pt idx="359">
                  <c:v>23429.2248</c:v>
                </c:pt>
                <c:pt idx="360">
                  <c:v>23542.599699999999</c:v>
                </c:pt>
                <c:pt idx="361">
                  <c:v>23196.388899999998</c:v>
                </c:pt>
                <c:pt idx="362">
                  <c:v>23701.104899999998</c:v>
                </c:pt>
                <c:pt idx="363">
                  <c:v>23818.6116</c:v>
                </c:pt>
                <c:pt idx="364">
                  <c:v>24423.4827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E19-4A47-BE0B-B00DA3B14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01392751"/>
        <c:axId val="1301393231"/>
      </c:lineChart>
      <c:dateAx>
        <c:axId val="13013927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1393231"/>
        <c:crosses val="autoZero"/>
        <c:auto val="1"/>
        <c:lblOffset val="100"/>
        <c:baseTimeUnit val="days"/>
      </c:dateAx>
      <c:valAx>
        <c:axId val="1301393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Total Voice Traffic (Erl)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1392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4G Data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'4G Data'!$B$1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'4G Data'!$B$2:$B$366</c:f>
              <c:numCache>
                <c:formatCode>General</c:formatCode>
                <c:ptCount val="365"/>
                <c:pt idx="0">
                  <c:v>59983.301500000001</c:v>
                </c:pt>
                <c:pt idx="1">
                  <c:v>62599.849399999999</c:v>
                </c:pt>
                <c:pt idx="2">
                  <c:v>63084.1921</c:v>
                </c:pt>
                <c:pt idx="3">
                  <c:v>58502.842199999999</c:v>
                </c:pt>
                <c:pt idx="4">
                  <c:v>58924.358899999999</c:v>
                </c:pt>
                <c:pt idx="5">
                  <c:v>59281.825700000001</c:v>
                </c:pt>
                <c:pt idx="6">
                  <c:v>60235.798600000002</c:v>
                </c:pt>
                <c:pt idx="7">
                  <c:v>61072.976600000002</c:v>
                </c:pt>
                <c:pt idx="8">
                  <c:v>63160.617200000001</c:v>
                </c:pt>
                <c:pt idx="9">
                  <c:v>62777.166299999997</c:v>
                </c:pt>
                <c:pt idx="10">
                  <c:v>58043.090400000001</c:v>
                </c:pt>
                <c:pt idx="11">
                  <c:v>59736.384700000002</c:v>
                </c:pt>
                <c:pt idx="12">
                  <c:v>59913.078999999998</c:v>
                </c:pt>
                <c:pt idx="13">
                  <c:v>58930.419399999999</c:v>
                </c:pt>
                <c:pt idx="14">
                  <c:v>59974.339699999997</c:v>
                </c:pt>
                <c:pt idx="15">
                  <c:v>62215.898000000001</c:v>
                </c:pt>
                <c:pt idx="16">
                  <c:v>61061.013200000001</c:v>
                </c:pt>
                <c:pt idx="17">
                  <c:v>57757.688199999997</c:v>
                </c:pt>
                <c:pt idx="18">
                  <c:v>59266.470999999998</c:v>
                </c:pt>
                <c:pt idx="19">
                  <c:v>58103.878700000001</c:v>
                </c:pt>
                <c:pt idx="20">
                  <c:v>63307.851000000002</c:v>
                </c:pt>
                <c:pt idx="21">
                  <c:v>60087.944000000003</c:v>
                </c:pt>
                <c:pt idx="22">
                  <c:v>63050.856800000001</c:v>
                </c:pt>
                <c:pt idx="23">
                  <c:v>63946.167300000001</c:v>
                </c:pt>
                <c:pt idx="24">
                  <c:v>58568.624799999998</c:v>
                </c:pt>
                <c:pt idx="25">
                  <c:v>59043.9611</c:v>
                </c:pt>
                <c:pt idx="26">
                  <c:v>59048.903100000003</c:v>
                </c:pt>
                <c:pt idx="27">
                  <c:v>59294.597099999999</c:v>
                </c:pt>
                <c:pt idx="28">
                  <c:v>58952.314899999998</c:v>
                </c:pt>
                <c:pt idx="29">
                  <c:v>61529.618300000002</c:v>
                </c:pt>
                <c:pt idx="30">
                  <c:v>62843.474399999999</c:v>
                </c:pt>
                <c:pt idx="31">
                  <c:v>58802.694499999998</c:v>
                </c:pt>
                <c:pt idx="32">
                  <c:v>59465.1973</c:v>
                </c:pt>
                <c:pt idx="33">
                  <c:v>57996.7307</c:v>
                </c:pt>
                <c:pt idx="34">
                  <c:v>59179.048199999997</c:v>
                </c:pt>
                <c:pt idx="35">
                  <c:v>61942.747900000002</c:v>
                </c:pt>
                <c:pt idx="36">
                  <c:v>62233.268700000001</c:v>
                </c:pt>
                <c:pt idx="37">
                  <c:v>63289.361299999997</c:v>
                </c:pt>
                <c:pt idx="38">
                  <c:v>60099.367299999998</c:v>
                </c:pt>
                <c:pt idx="39">
                  <c:v>60495.94</c:v>
                </c:pt>
                <c:pt idx="40">
                  <c:v>61226.078999999998</c:v>
                </c:pt>
                <c:pt idx="41">
                  <c:v>59310.131999999998</c:v>
                </c:pt>
                <c:pt idx="42">
                  <c:v>59964.053</c:v>
                </c:pt>
                <c:pt idx="43">
                  <c:v>63006.585800000001</c:v>
                </c:pt>
                <c:pt idx="44">
                  <c:v>65128.708700000003</c:v>
                </c:pt>
                <c:pt idx="45">
                  <c:v>60499.6342</c:v>
                </c:pt>
                <c:pt idx="46">
                  <c:v>58966.722300000001</c:v>
                </c:pt>
                <c:pt idx="47">
                  <c:v>57185.794099999999</c:v>
                </c:pt>
                <c:pt idx="48">
                  <c:v>61562.482300000003</c:v>
                </c:pt>
                <c:pt idx="49">
                  <c:v>67551.236300000004</c:v>
                </c:pt>
                <c:pt idx="50">
                  <c:v>65064.691099999996</c:v>
                </c:pt>
                <c:pt idx="51">
                  <c:v>64616.909899999999</c:v>
                </c:pt>
                <c:pt idx="52">
                  <c:v>62413.733999999997</c:v>
                </c:pt>
                <c:pt idx="53">
                  <c:v>60924.977200000001</c:v>
                </c:pt>
                <c:pt idx="54">
                  <c:v>62130.122900000002</c:v>
                </c:pt>
                <c:pt idx="55">
                  <c:v>61796.720699999998</c:v>
                </c:pt>
                <c:pt idx="56">
                  <c:v>63259.5484</c:v>
                </c:pt>
                <c:pt idx="57">
                  <c:v>64457.548999999999</c:v>
                </c:pt>
                <c:pt idx="58">
                  <c:v>64538.104700000004</c:v>
                </c:pt>
                <c:pt idx="59">
                  <c:v>61540.287799999998</c:v>
                </c:pt>
                <c:pt idx="60">
                  <c:v>61145.577400000002</c:v>
                </c:pt>
                <c:pt idx="61">
                  <c:v>60652.972199999997</c:v>
                </c:pt>
                <c:pt idx="62">
                  <c:v>60964.7981</c:v>
                </c:pt>
                <c:pt idx="63">
                  <c:v>61401.270400000001</c:v>
                </c:pt>
                <c:pt idx="64">
                  <c:v>64509.259899999997</c:v>
                </c:pt>
                <c:pt idx="65">
                  <c:v>64634.332300000002</c:v>
                </c:pt>
                <c:pt idx="66">
                  <c:v>60004.814899999998</c:v>
                </c:pt>
                <c:pt idx="67">
                  <c:v>61018.821300000003</c:v>
                </c:pt>
                <c:pt idx="68">
                  <c:v>60765.804300000003</c:v>
                </c:pt>
                <c:pt idx="69">
                  <c:v>59958.455699999999</c:v>
                </c:pt>
                <c:pt idx="70">
                  <c:v>61897.549800000001</c:v>
                </c:pt>
                <c:pt idx="71">
                  <c:v>64204.886100000003</c:v>
                </c:pt>
                <c:pt idx="72">
                  <c:v>66159.696599999996</c:v>
                </c:pt>
                <c:pt idx="73">
                  <c:v>60070.264799999997</c:v>
                </c:pt>
                <c:pt idx="74">
                  <c:v>60045.552100000001</c:v>
                </c:pt>
                <c:pt idx="75">
                  <c:v>61261.928500000002</c:v>
                </c:pt>
                <c:pt idx="76">
                  <c:v>61279.837500000001</c:v>
                </c:pt>
                <c:pt idx="77">
                  <c:v>66083.008799999996</c:v>
                </c:pt>
                <c:pt idx="78">
                  <c:v>65589.950200000007</c:v>
                </c:pt>
                <c:pt idx="79">
                  <c:v>67895.911399999997</c:v>
                </c:pt>
                <c:pt idx="80">
                  <c:v>61295.703099999999</c:v>
                </c:pt>
                <c:pt idx="81">
                  <c:v>60880.693899999998</c:v>
                </c:pt>
                <c:pt idx="82">
                  <c:v>61223.789199999999</c:v>
                </c:pt>
                <c:pt idx="83">
                  <c:v>61808.063499999997</c:v>
                </c:pt>
                <c:pt idx="84">
                  <c:v>63259.460500000001</c:v>
                </c:pt>
                <c:pt idx="85">
                  <c:v>67281.563399999999</c:v>
                </c:pt>
                <c:pt idx="86">
                  <c:v>66690.655799999993</c:v>
                </c:pt>
                <c:pt idx="87">
                  <c:v>62109.873699999996</c:v>
                </c:pt>
                <c:pt idx="88">
                  <c:v>62753.168599999997</c:v>
                </c:pt>
                <c:pt idx="89">
                  <c:v>64293.118300000002</c:v>
                </c:pt>
                <c:pt idx="90">
                  <c:v>65910.134600000005</c:v>
                </c:pt>
                <c:pt idx="91">
                  <c:v>63753.186199999996</c:v>
                </c:pt>
                <c:pt idx="92">
                  <c:v>67904.112599999993</c:v>
                </c:pt>
                <c:pt idx="93">
                  <c:v>67644.379700000005</c:v>
                </c:pt>
                <c:pt idx="94">
                  <c:v>60942.1682</c:v>
                </c:pt>
                <c:pt idx="95">
                  <c:v>63025.2719</c:v>
                </c:pt>
                <c:pt idx="96">
                  <c:v>63089.706200000001</c:v>
                </c:pt>
                <c:pt idx="97">
                  <c:v>62789.072699999997</c:v>
                </c:pt>
                <c:pt idx="98">
                  <c:v>64654.8269</c:v>
                </c:pt>
                <c:pt idx="99">
                  <c:v>67182.651500000007</c:v>
                </c:pt>
                <c:pt idx="100">
                  <c:v>67227.708499999993</c:v>
                </c:pt>
                <c:pt idx="101">
                  <c:v>61496.907500000001</c:v>
                </c:pt>
                <c:pt idx="102">
                  <c:v>62400.160799999998</c:v>
                </c:pt>
                <c:pt idx="103">
                  <c:v>62709.8485</c:v>
                </c:pt>
                <c:pt idx="104">
                  <c:v>63194.276400000002</c:v>
                </c:pt>
                <c:pt idx="105">
                  <c:v>64513.577499999999</c:v>
                </c:pt>
                <c:pt idx="106">
                  <c:v>67550.911200000002</c:v>
                </c:pt>
                <c:pt idx="107">
                  <c:v>68817.526500000007</c:v>
                </c:pt>
                <c:pt idx="108">
                  <c:v>69124.294999999998</c:v>
                </c:pt>
                <c:pt idx="109">
                  <c:v>63472.868699999999</c:v>
                </c:pt>
                <c:pt idx="110">
                  <c:v>62579.176700000004</c:v>
                </c:pt>
                <c:pt idx="111">
                  <c:v>62295.272599999997</c:v>
                </c:pt>
                <c:pt idx="112">
                  <c:v>64889.677799999998</c:v>
                </c:pt>
                <c:pt idx="113">
                  <c:v>67936.206099999996</c:v>
                </c:pt>
                <c:pt idx="114">
                  <c:v>67994.417199999996</c:v>
                </c:pt>
                <c:pt idx="115">
                  <c:v>62745.552499999998</c:v>
                </c:pt>
                <c:pt idx="116">
                  <c:v>63264.731</c:v>
                </c:pt>
                <c:pt idx="117">
                  <c:v>64428.5167</c:v>
                </c:pt>
                <c:pt idx="118">
                  <c:v>63943.4283</c:v>
                </c:pt>
                <c:pt idx="119">
                  <c:v>65053.966899999999</c:v>
                </c:pt>
                <c:pt idx="120">
                  <c:v>67124.092099999994</c:v>
                </c:pt>
                <c:pt idx="121">
                  <c:v>70436.266399999993</c:v>
                </c:pt>
                <c:pt idx="122">
                  <c:v>67508.053400000004</c:v>
                </c:pt>
                <c:pt idx="123">
                  <c:v>67243.710000000006</c:v>
                </c:pt>
                <c:pt idx="124">
                  <c:v>64887.687100000003</c:v>
                </c:pt>
                <c:pt idx="125">
                  <c:v>63317.825199999999</c:v>
                </c:pt>
                <c:pt idx="126">
                  <c:v>65259.457000000002</c:v>
                </c:pt>
                <c:pt idx="127">
                  <c:v>68442.885599999994</c:v>
                </c:pt>
                <c:pt idx="128">
                  <c:v>68259.570800000001</c:v>
                </c:pt>
                <c:pt idx="129">
                  <c:v>63128.72</c:v>
                </c:pt>
                <c:pt idx="130">
                  <c:v>64604.091699999997</c:v>
                </c:pt>
                <c:pt idx="131">
                  <c:v>64971.128599999996</c:v>
                </c:pt>
                <c:pt idx="132">
                  <c:v>65228.994100000004</c:v>
                </c:pt>
                <c:pt idx="133">
                  <c:v>65063.6895</c:v>
                </c:pt>
                <c:pt idx="134">
                  <c:v>68168.689799999993</c:v>
                </c:pt>
                <c:pt idx="135">
                  <c:v>68510.506599999993</c:v>
                </c:pt>
                <c:pt idx="136">
                  <c:v>64967.5864</c:v>
                </c:pt>
                <c:pt idx="137">
                  <c:v>67433.423200000005</c:v>
                </c:pt>
                <c:pt idx="138">
                  <c:v>74200.363899999997</c:v>
                </c:pt>
                <c:pt idx="139">
                  <c:v>68669.601599999995</c:v>
                </c:pt>
                <c:pt idx="140">
                  <c:v>70821.3891</c:v>
                </c:pt>
                <c:pt idx="141">
                  <c:v>71585.099400000006</c:v>
                </c:pt>
                <c:pt idx="142">
                  <c:v>71119.535000000003</c:v>
                </c:pt>
                <c:pt idx="143">
                  <c:v>67434.4663</c:v>
                </c:pt>
                <c:pt idx="144">
                  <c:v>68966.8505</c:v>
                </c:pt>
                <c:pt idx="145">
                  <c:v>68720.100600000005</c:v>
                </c:pt>
                <c:pt idx="146">
                  <c:v>68347.578299999994</c:v>
                </c:pt>
                <c:pt idx="147">
                  <c:v>71335.251799999998</c:v>
                </c:pt>
                <c:pt idx="148">
                  <c:v>70083.180399999997</c:v>
                </c:pt>
                <c:pt idx="149">
                  <c:v>73627.730800000005</c:v>
                </c:pt>
                <c:pt idx="150">
                  <c:v>69804.527600000001</c:v>
                </c:pt>
                <c:pt idx="151">
                  <c:v>70371.544699999999</c:v>
                </c:pt>
                <c:pt idx="152">
                  <c:v>70119.551800000001</c:v>
                </c:pt>
                <c:pt idx="153">
                  <c:v>69875.963399999993</c:v>
                </c:pt>
                <c:pt idx="154">
                  <c:v>68455.876099999994</c:v>
                </c:pt>
                <c:pt idx="155">
                  <c:v>72511.507100000003</c:v>
                </c:pt>
                <c:pt idx="156">
                  <c:v>75415.829199999993</c:v>
                </c:pt>
                <c:pt idx="157">
                  <c:v>70652.649600000004</c:v>
                </c:pt>
                <c:pt idx="158">
                  <c:v>72090.135200000004</c:v>
                </c:pt>
                <c:pt idx="159">
                  <c:v>69560.455900000001</c:v>
                </c:pt>
                <c:pt idx="160">
                  <c:v>70514.284799999994</c:v>
                </c:pt>
                <c:pt idx="161">
                  <c:v>75989.626499999998</c:v>
                </c:pt>
                <c:pt idx="162">
                  <c:v>77365.635299999994</c:v>
                </c:pt>
                <c:pt idx="163">
                  <c:v>77449.910399999993</c:v>
                </c:pt>
                <c:pt idx="164">
                  <c:v>76154.256800000003</c:v>
                </c:pt>
                <c:pt idx="165">
                  <c:v>75889.713300000003</c:v>
                </c:pt>
                <c:pt idx="166">
                  <c:v>76252.203099999999</c:v>
                </c:pt>
                <c:pt idx="167">
                  <c:v>79176.7497</c:v>
                </c:pt>
                <c:pt idx="168">
                  <c:v>74205.299499999994</c:v>
                </c:pt>
                <c:pt idx="169">
                  <c:v>77128.875499999995</c:v>
                </c:pt>
                <c:pt idx="170">
                  <c:v>74027.264800000004</c:v>
                </c:pt>
                <c:pt idx="171">
                  <c:v>72651.880499999999</c:v>
                </c:pt>
                <c:pt idx="172">
                  <c:v>74513.394499999995</c:v>
                </c:pt>
                <c:pt idx="173">
                  <c:v>73718.580700000006</c:v>
                </c:pt>
                <c:pt idx="174">
                  <c:v>75250.631899999993</c:v>
                </c:pt>
                <c:pt idx="175">
                  <c:v>74776.5625</c:v>
                </c:pt>
                <c:pt idx="176">
                  <c:v>73195.236399999994</c:v>
                </c:pt>
                <c:pt idx="177">
                  <c:v>76263.969299999997</c:v>
                </c:pt>
                <c:pt idx="178">
                  <c:v>72840.676500000001</c:v>
                </c:pt>
                <c:pt idx="179">
                  <c:v>72647.805800000002</c:v>
                </c:pt>
                <c:pt idx="180">
                  <c:v>73725.205400000006</c:v>
                </c:pt>
                <c:pt idx="181">
                  <c:v>74595.039199999999</c:v>
                </c:pt>
                <c:pt idx="182">
                  <c:v>75531.053599999999</c:v>
                </c:pt>
                <c:pt idx="183">
                  <c:v>77247.837899999999</c:v>
                </c:pt>
                <c:pt idx="184">
                  <c:v>77396.650500000003</c:v>
                </c:pt>
                <c:pt idx="185">
                  <c:v>73821.507199999993</c:v>
                </c:pt>
                <c:pt idx="186">
                  <c:v>73866.126000000004</c:v>
                </c:pt>
                <c:pt idx="187">
                  <c:v>74639.427500000005</c:v>
                </c:pt>
                <c:pt idx="188">
                  <c:v>78139.987200000003</c:v>
                </c:pt>
                <c:pt idx="189">
                  <c:v>76159.722800000003</c:v>
                </c:pt>
                <c:pt idx="190">
                  <c:v>75605.282300000006</c:v>
                </c:pt>
                <c:pt idx="191">
                  <c:v>76018.081099999996</c:v>
                </c:pt>
                <c:pt idx="192">
                  <c:v>73610.909100000004</c:v>
                </c:pt>
                <c:pt idx="193">
                  <c:v>73138.039900000003</c:v>
                </c:pt>
                <c:pt idx="194">
                  <c:v>71387.581600000005</c:v>
                </c:pt>
                <c:pt idx="195">
                  <c:v>77126.488400000002</c:v>
                </c:pt>
                <c:pt idx="196">
                  <c:v>74384.4617</c:v>
                </c:pt>
                <c:pt idx="197">
                  <c:v>77260.210500000001</c:v>
                </c:pt>
                <c:pt idx="198">
                  <c:v>74441.580300000001</c:v>
                </c:pt>
                <c:pt idx="199">
                  <c:v>68838.7932</c:v>
                </c:pt>
                <c:pt idx="200">
                  <c:v>69978.104999999996</c:v>
                </c:pt>
                <c:pt idx="201">
                  <c:v>70740.676699999996</c:v>
                </c:pt>
                <c:pt idx="202">
                  <c:v>70677.174100000004</c:v>
                </c:pt>
                <c:pt idx="203">
                  <c:v>72218.147599999997</c:v>
                </c:pt>
                <c:pt idx="204">
                  <c:v>74944.690100000007</c:v>
                </c:pt>
                <c:pt idx="205">
                  <c:v>76596.727299999999</c:v>
                </c:pt>
                <c:pt idx="206">
                  <c:v>72387.008000000002</c:v>
                </c:pt>
                <c:pt idx="207">
                  <c:v>72692.479500000001</c:v>
                </c:pt>
                <c:pt idx="208">
                  <c:v>75042.907399999996</c:v>
                </c:pt>
                <c:pt idx="209">
                  <c:v>75147.606499999994</c:v>
                </c:pt>
                <c:pt idx="210">
                  <c:v>75204.118499999997</c:v>
                </c:pt>
                <c:pt idx="211">
                  <c:v>75974.116299999994</c:v>
                </c:pt>
                <c:pt idx="212">
                  <c:v>77754.779699999999</c:v>
                </c:pt>
                <c:pt idx="213">
                  <c:v>72934.463000000003</c:v>
                </c:pt>
                <c:pt idx="214">
                  <c:v>71752.642600000006</c:v>
                </c:pt>
                <c:pt idx="215">
                  <c:v>71351.672500000001</c:v>
                </c:pt>
                <c:pt idx="216">
                  <c:v>72647.128899999996</c:v>
                </c:pt>
                <c:pt idx="217">
                  <c:v>72160.907999999996</c:v>
                </c:pt>
                <c:pt idx="218">
                  <c:v>76540.722999999998</c:v>
                </c:pt>
                <c:pt idx="219">
                  <c:v>74926.634999999995</c:v>
                </c:pt>
                <c:pt idx="220">
                  <c:v>72725.838499999998</c:v>
                </c:pt>
                <c:pt idx="221">
                  <c:v>74517.910099999994</c:v>
                </c:pt>
                <c:pt idx="222">
                  <c:v>72304.554999999993</c:v>
                </c:pt>
                <c:pt idx="223">
                  <c:v>73274.519100000005</c:v>
                </c:pt>
                <c:pt idx="224">
                  <c:v>74952.040999999997</c:v>
                </c:pt>
                <c:pt idx="225">
                  <c:v>77757.521800000002</c:v>
                </c:pt>
                <c:pt idx="226">
                  <c:v>80783.2255</c:v>
                </c:pt>
                <c:pt idx="227">
                  <c:v>71407.781000000003</c:v>
                </c:pt>
                <c:pt idx="228">
                  <c:v>73154.409299999999</c:v>
                </c:pt>
                <c:pt idx="229">
                  <c:v>79405.732600000003</c:v>
                </c:pt>
                <c:pt idx="230">
                  <c:v>73261.394100000005</c:v>
                </c:pt>
                <c:pt idx="231">
                  <c:v>74514.007700000002</c:v>
                </c:pt>
                <c:pt idx="232">
                  <c:v>77790.032300000006</c:v>
                </c:pt>
                <c:pt idx="233">
                  <c:v>80138.685200000007</c:v>
                </c:pt>
                <c:pt idx="234">
                  <c:v>73457.8894</c:v>
                </c:pt>
                <c:pt idx="235">
                  <c:v>72132.956399999995</c:v>
                </c:pt>
                <c:pt idx="236">
                  <c:v>73064.179699999993</c:v>
                </c:pt>
                <c:pt idx="237">
                  <c:v>74784.434299999994</c:v>
                </c:pt>
                <c:pt idx="238">
                  <c:v>75269.044800000003</c:v>
                </c:pt>
                <c:pt idx="239">
                  <c:v>78978.176600000006</c:v>
                </c:pt>
                <c:pt idx="240">
                  <c:v>80657.6302</c:v>
                </c:pt>
                <c:pt idx="241">
                  <c:v>76291.410600000003</c:v>
                </c:pt>
                <c:pt idx="242">
                  <c:v>75233.4274</c:v>
                </c:pt>
                <c:pt idx="243">
                  <c:v>74945.424299999999</c:v>
                </c:pt>
                <c:pt idx="244">
                  <c:v>77424.007700000002</c:v>
                </c:pt>
                <c:pt idx="245">
                  <c:v>75234.725099999996</c:v>
                </c:pt>
                <c:pt idx="246">
                  <c:v>76319.842900000003</c:v>
                </c:pt>
                <c:pt idx="247">
                  <c:v>79923.03</c:v>
                </c:pt>
                <c:pt idx="248">
                  <c:v>74177.989199999996</c:v>
                </c:pt>
                <c:pt idx="249">
                  <c:v>75408.027199999997</c:v>
                </c:pt>
                <c:pt idx="250">
                  <c:v>75616.415500000003</c:v>
                </c:pt>
                <c:pt idx="251">
                  <c:v>75273.064799999993</c:v>
                </c:pt>
                <c:pt idx="252">
                  <c:v>77058.844299999997</c:v>
                </c:pt>
                <c:pt idx="253">
                  <c:v>78368.643200000006</c:v>
                </c:pt>
                <c:pt idx="254">
                  <c:v>80226.878100000002</c:v>
                </c:pt>
                <c:pt idx="255">
                  <c:v>81415.504499999995</c:v>
                </c:pt>
                <c:pt idx="256">
                  <c:v>74217.463199999998</c:v>
                </c:pt>
                <c:pt idx="257">
                  <c:v>74774.004199999996</c:v>
                </c:pt>
                <c:pt idx="258">
                  <c:v>74523.503700000001</c:v>
                </c:pt>
                <c:pt idx="259">
                  <c:v>75806.818499999994</c:v>
                </c:pt>
                <c:pt idx="260">
                  <c:v>79003.532500000001</c:v>
                </c:pt>
                <c:pt idx="261">
                  <c:v>80158.794699999999</c:v>
                </c:pt>
                <c:pt idx="262">
                  <c:v>74327.150399999999</c:v>
                </c:pt>
                <c:pt idx="263">
                  <c:v>71939.360100000005</c:v>
                </c:pt>
                <c:pt idx="264">
                  <c:v>73754.336500000005</c:v>
                </c:pt>
                <c:pt idx="265">
                  <c:v>74116.361699999994</c:v>
                </c:pt>
                <c:pt idx="266">
                  <c:v>75302.285099999994</c:v>
                </c:pt>
                <c:pt idx="267">
                  <c:v>78182.369000000006</c:v>
                </c:pt>
                <c:pt idx="268">
                  <c:v>78593.607699999993</c:v>
                </c:pt>
                <c:pt idx="269">
                  <c:v>74403.960800000001</c:v>
                </c:pt>
                <c:pt idx="270">
                  <c:v>72648.238700000002</c:v>
                </c:pt>
                <c:pt idx="271">
                  <c:v>78658.497199999998</c:v>
                </c:pt>
                <c:pt idx="272">
                  <c:v>76198.959799999997</c:v>
                </c:pt>
                <c:pt idx="273">
                  <c:v>76482.763399999996</c:v>
                </c:pt>
                <c:pt idx="274">
                  <c:v>79594.425900000002</c:v>
                </c:pt>
                <c:pt idx="275">
                  <c:v>80802.597699999998</c:v>
                </c:pt>
                <c:pt idx="276">
                  <c:v>74934.221900000004</c:v>
                </c:pt>
                <c:pt idx="277">
                  <c:v>77598.324600000007</c:v>
                </c:pt>
                <c:pt idx="278">
                  <c:v>79141.442500000005</c:v>
                </c:pt>
                <c:pt idx="279">
                  <c:v>75263.845100000006</c:v>
                </c:pt>
                <c:pt idx="280">
                  <c:v>76828.6492</c:v>
                </c:pt>
                <c:pt idx="281">
                  <c:v>79411.100900000005</c:v>
                </c:pt>
                <c:pt idx="282">
                  <c:v>79398.060700000002</c:v>
                </c:pt>
                <c:pt idx="283">
                  <c:v>75459.801600000006</c:v>
                </c:pt>
                <c:pt idx="284">
                  <c:v>75699.709499999997</c:v>
                </c:pt>
                <c:pt idx="285">
                  <c:v>80837.333599999998</c:v>
                </c:pt>
                <c:pt idx="286">
                  <c:v>76842.667799999996</c:v>
                </c:pt>
                <c:pt idx="287">
                  <c:v>79347.837299999999</c:v>
                </c:pt>
                <c:pt idx="288">
                  <c:v>79501.922099999996</c:v>
                </c:pt>
                <c:pt idx="289">
                  <c:v>78828.689100000003</c:v>
                </c:pt>
                <c:pt idx="290">
                  <c:v>74992.891699999993</c:v>
                </c:pt>
                <c:pt idx="291">
                  <c:v>74861.065499999997</c:v>
                </c:pt>
                <c:pt idx="292">
                  <c:v>77123.847099999999</c:v>
                </c:pt>
                <c:pt idx="293">
                  <c:v>74807.377399999998</c:v>
                </c:pt>
                <c:pt idx="294">
                  <c:v>75596.995500000005</c:v>
                </c:pt>
                <c:pt idx="295">
                  <c:v>76494.536999999997</c:v>
                </c:pt>
                <c:pt idx="296">
                  <c:v>78969.049899999998</c:v>
                </c:pt>
                <c:pt idx="297">
                  <c:v>81715.7114</c:v>
                </c:pt>
                <c:pt idx="298">
                  <c:v>85410.013999999996</c:v>
                </c:pt>
                <c:pt idx="299">
                  <c:v>80997.906499999997</c:v>
                </c:pt>
                <c:pt idx="300">
                  <c:v>80491.7022</c:v>
                </c:pt>
                <c:pt idx="301">
                  <c:v>80212.501199999999</c:v>
                </c:pt>
                <c:pt idx="302">
                  <c:v>79931.967099999994</c:v>
                </c:pt>
                <c:pt idx="303">
                  <c:v>77121.530700000003</c:v>
                </c:pt>
                <c:pt idx="304">
                  <c:v>73709.748300000007</c:v>
                </c:pt>
                <c:pt idx="305">
                  <c:v>75590.500599999999</c:v>
                </c:pt>
                <c:pt idx="306">
                  <c:v>74954.923800000004</c:v>
                </c:pt>
                <c:pt idx="307">
                  <c:v>76123.990399999995</c:v>
                </c:pt>
                <c:pt idx="308">
                  <c:v>79345.299400000004</c:v>
                </c:pt>
                <c:pt idx="309">
                  <c:v>78937.477299999999</c:v>
                </c:pt>
                <c:pt idx="310">
                  <c:v>78892.136499999993</c:v>
                </c:pt>
                <c:pt idx="311">
                  <c:v>75181.656300000002</c:v>
                </c:pt>
                <c:pt idx="312">
                  <c:v>75953.4614</c:v>
                </c:pt>
                <c:pt idx="313">
                  <c:v>75727.318100000004</c:v>
                </c:pt>
                <c:pt idx="314">
                  <c:v>75882.272200000007</c:v>
                </c:pt>
                <c:pt idx="315">
                  <c:v>84923.610400000005</c:v>
                </c:pt>
                <c:pt idx="316">
                  <c:v>78807.259600000005</c:v>
                </c:pt>
                <c:pt idx="317">
                  <c:v>76569.754400000005</c:v>
                </c:pt>
                <c:pt idx="318">
                  <c:v>74392.636899999998</c:v>
                </c:pt>
                <c:pt idx="319">
                  <c:v>74044.529599999994</c:v>
                </c:pt>
                <c:pt idx="320">
                  <c:v>74531.212599999999</c:v>
                </c:pt>
                <c:pt idx="321">
                  <c:v>72934.124599999996</c:v>
                </c:pt>
                <c:pt idx="322">
                  <c:v>76185.593099999998</c:v>
                </c:pt>
                <c:pt idx="323">
                  <c:v>80397.123000000007</c:v>
                </c:pt>
                <c:pt idx="324">
                  <c:v>81236.280499999993</c:v>
                </c:pt>
                <c:pt idx="325">
                  <c:v>75306.696500000005</c:v>
                </c:pt>
                <c:pt idx="326">
                  <c:v>75896.105899999995</c:v>
                </c:pt>
                <c:pt idx="327">
                  <c:v>78706.754199999996</c:v>
                </c:pt>
                <c:pt idx="328">
                  <c:v>76842.092799999999</c:v>
                </c:pt>
                <c:pt idx="329">
                  <c:v>76226.250499999995</c:v>
                </c:pt>
                <c:pt idx="330">
                  <c:v>80226.420599999998</c:v>
                </c:pt>
                <c:pt idx="331">
                  <c:v>81175.304199999999</c:v>
                </c:pt>
                <c:pt idx="332">
                  <c:v>75268.602700000003</c:v>
                </c:pt>
                <c:pt idx="333">
                  <c:v>75517.211200000005</c:v>
                </c:pt>
                <c:pt idx="334">
                  <c:v>73976.405299999999</c:v>
                </c:pt>
                <c:pt idx="335">
                  <c:v>75075.037100000001</c:v>
                </c:pt>
                <c:pt idx="336">
                  <c:v>79620.159199999995</c:v>
                </c:pt>
                <c:pt idx="337">
                  <c:v>79099.674299999999</c:v>
                </c:pt>
                <c:pt idx="338">
                  <c:v>79852.313399999999</c:v>
                </c:pt>
                <c:pt idx="339">
                  <c:v>73674.138000000006</c:v>
                </c:pt>
                <c:pt idx="340">
                  <c:v>74828.1247</c:v>
                </c:pt>
                <c:pt idx="341">
                  <c:v>76782.931599999996</c:v>
                </c:pt>
                <c:pt idx="342">
                  <c:v>80226.353300000002</c:v>
                </c:pt>
                <c:pt idx="343">
                  <c:v>77070.236999999994</c:v>
                </c:pt>
                <c:pt idx="344">
                  <c:v>78584.493700000006</c:v>
                </c:pt>
                <c:pt idx="345">
                  <c:v>81531.381800000003</c:v>
                </c:pt>
                <c:pt idx="346">
                  <c:v>77720.802899999995</c:v>
                </c:pt>
                <c:pt idx="347">
                  <c:v>74249.486000000004</c:v>
                </c:pt>
                <c:pt idx="348">
                  <c:v>75124.642099999997</c:v>
                </c:pt>
                <c:pt idx="349">
                  <c:v>74942.941200000001</c:v>
                </c:pt>
                <c:pt idx="350">
                  <c:v>75683.149399999995</c:v>
                </c:pt>
                <c:pt idx="351">
                  <c:v>80202.158800000005</c:v>
                </c:pt>
                <c:pt idx="352">
                  <c:v>81015.647200000007</c:v>
                </c:pt>
                <c:pt idx="353">
                  <c:v>74847.416299999997</c:v>
                </c:pt>
                <c:pt idx="354">
                  <c:v>75853.409400000004</c:v>
                </c:pt>
                <c:pt idx="355">
                  <c:v>75709.215299999996</c:v>
                </c:pt>
                <c:pt idx="356">
                  <c:v>74717.471600000004</c:v>
                </c:pt>
                <c:pt idx="357">
                  <c:v>76134.729200000002</c:v>
                </c:pt>
                <c:pt idx="358">
                  <c:v>79680.192200000005</c:v>
                </c:pt>
                <c:pt idx="359">
                  <c:v>82514.401299999998</c:v>
                </c:pt>
                <c:pt idx="360">
                  <c:v>76716.686499999996</c:v>
                </c:pt>
                <c:pt idx="361">
                  <c:v>75236.463900000002</c:v>
                </c:pt>
                <c:pt idx="362">
                  <c:v>76589.465400000001</c:v>
                </c:pt>
                <c:pt idx="363">
                  <c:v>75517.499899999995</c:v>
                </c:pt>
                <c:pt idx="364">
                  <c:v>76399.868199999997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BF-4175-8D26-919E8902E174}"/>
            </c:ext>
          </c:extLst>
        </c:ser>
        <c:ser>
          <c:idx val="1"/>
          <c:order val="1"/>
          <c:tx>
            <c:strRef>
              <c:f>'4G Data'!$C$1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'4G Data'!$C$2:$C$366</c:f>
              <c:numCache>
                <c:formatCode>General</c:formatCode>
                <c:ptCount val="365"/>
                <c:pt idx="0">
                  <c:v>31500.227500000001</c:v>
                </c:pt>
                <c:pt idx="1">
                  <c:v>31897.121999999999</c:v>
                </c:pt>
                <c:pt idx="2">
                  <c:v>31856.838400000001</c:v>
                </c:pt>
                <c:pt idx="3">
                  <c:v>30698.201499999999</c:v>
                </c:pt>
                <c:pt idx="4">
                  <c:v>30635.6747</c:v>
                </c:pt>
                <c:pt idx="5">
                  <c:v>30912.626</c:v>
                </c:pt>
                <c:pt idx="6">
                  <c:v>31001.9398</c:v>
                </c:pt>
                <c:pt idx="7">
                  <c:v>31267.716100000001</c:v>
                </c:pt>
                <c:pt idx="8">
                  <c:v>32096.8819</c:v>
                </c:pt>
                <c:pt idx="9">
                  <c:v>32370.465700000001</c:v>
                </c:pt>
                <c:pt idx="10">
                  <c:v>30473.8469</c:v>
                </c:pt>
                <c:pt idx="11">
                  <c:v>30759.0062</c:v>
                </c:pt>
                <c:pt idx="12">
                  <c:v>31163.947899999999</c:v>
                </c:pt>
                <c:pt idx="13">
                  <c:v>30465.872200000002</c:v>
                </c:pt>
                <c:pt idx="14">
                  <c:v>31130.5645</c:v>
                </c:pt>
                <c:pt idx="15">
                  <c:v>31623.6374</c:v>
                </c:pt>
                <c:pt idx="16">
                  <c:v>31908.978800000001</c:v>
                </c:pt>
                <c:pt idx="17">
                  <c:v>30370.870999999999</c:v>
                </c:pt>
                <c:pt idx="18">
                  <c:v>31485.003499999999</c:v>
                </c:pt>
                <c:pt idx="19">
                  <c:v>31184.6417</c:v>
                </c:pt>
                <c:pt idx="20">
                  <c:v>32928.107100000001</c:v>
                </c:pt>
                <c:pt idx="21">
                  <c:v>31480.971000000001</c:v>
                </c:pt>
                <c:pt idx="22">
                  <c:v>32118.7291</c:v>
                </c:pt>
                <c:pt idx="23">
                  <c:v>32950.936699999998</c:v>
                </c:pt>
                <c:pt idx="24">
                  <c:v>30864.529500000001</c:v>
                </c:pt>
                <c:pt idx="25">
                  <c:v>30523.254400000002</c:v>
                </c:pt>
                <c:pt idx="26">
                  <c:v>30647.827300000001</c:v>
                </c:pt>
                <c:pt idx="27">
                  <c:v>30604.829000000002</c:v>
                </c:pt>
                <c:pt idx="28">
                  <c:v>30483.3822</c:v>
                </c:pt>
                <c:pt idx="29">
                  <c:v>31512.593099999998</c:v>
                </c:pt>
                <c:pt idx="30">
                  <c:v>32409.7</c:v>
                </c:pt>
                <c:pt idx="31">
                  <c:v>31317.5118</c:v>
                </c:pt>
                <c:pt idx="32">
                  <c:v>31151.896100000002</c:v>
                </c:pt>
                <c:pt idx="33">
                  <c:v>30853.724099999999</c:v>
                </c:pt>
                <c:pt idx="34">
                  <c:v>31489.910599999999</c:v>
                </c:pt>
                <c:pt idx="35">
                  <c:v>32413.933099999998</c:v>
                </c:pt>
                <c:pt idx="36">
                  <c:v>32896.541499999999</c:v>
                </c:pt>
                <c:pt idx="37">
                  <c:v>33188.912600000003</c:v>
                </c:pt>
                <c:pt idx="38">
                  <c:v>31607.438999999998</c:v>
                </c:pt>
                <c:pt idx="39">
                  <c:v>32038.4928</c:v>
                </c:pt>
                <c:pt idx="40">
                  <c:v>32444.905699999999</c:v>
                </c:pt>
                <c:pt idx="41">
                  <c:v>31687.4022</c:v>
                </c:pt>
                <c:pt idx="42">
                  <c:v>31517.628799999999</c:v>
                </c:pt>
                <c:pt idx="43">
                  <c:v>32247.8354</c:v>
                </c:pt>
                <c:pt idx="44">
                  <c:v>33092.734900000003</c:v>
                </c:pt>
                <c:pt idx="45">
                  <c:v>31771.2088</c:v>
                </c:pt>
                <c:pt idx="46">
                  <c:v>31784.831699999999</c:v>
                </c:pt>
                <c:pt idx="47">
                  <c:v>30682.531900000002</c:v>
                </c:pt>
                <c:pt idx="48">
                  <c:v>32150.857</c:v>
                </c:pt>
                <c:pt idx="49">
                  <c:v>35432.011200000001</c:v>
                </c:pt>
                <c:pt idx="50">
                  <c:v>34307.523300000001</c:v>
                </c:pt>
                <c:pt idx="51">
                  <c:v>34198.708500000001</c:v>
                </c:pt>
                <c:pt idx="52">
                  <c:v>32628.319100000001</c:v>
                </c:pt>
                <c:pt idx="53">
                  <c:v>32447.9771</c:v>
                </c:pt>
                <c:pt idx="54">
                  <c:v>33130.123200000002</c:v>
                </c:pt>
                <c:pt idx="55">
                  <c:v>33103.812100000003</c:v>
                </c:pt>
                <c:pt idx="56">
                  <c:v>33275.696400000001</c:v>
                </c:pt>
                <c:pt idx="57">
                  <c:v>33253.968200000003</c:v>
                </c:pt>
                <c:pt idx="58">
                  <c:v>33033.927300000003</c:v>
                </c:pt>
                <c:pt idx="59">
                  <c:v>32783.256200000003</c:v>
                </c:pt>
                <c:pt idx="60">
                  <c:v>32427.889299999999</c:v>
                </c:pt>
                <c:pt idx="61">
                  <c:v>32208.505499999999</c:v>
                </c:pt>
                <c:pt idx="62">
                  <c:v>32565.7366</c:v>
                </c:pt>
                <c:pt idx="63">
                  <c:v>32084.363000000001</c:v>
                </c:pt>
                <c:pt idx="64">
                  <c:v>33661.592199999999</c:v>
                </c:pt>
                <c:pt idx="65">
                  <c:v>33831.912700000001</c:v>
                </c:pt>
                <c:pt idx="66">
                  <c:v>31991.255799999999</c:v>
                </c:pt>
                <c:pt idx="67">
                  <c:v>32355.659899999999</c:v>
                </c:pt>
                <c:pt idx="68">
                  <c:v>32221.360000000001</c:v>
                </c:pt>
                <c:pt idx="69">
                  <c:v>32402.667399999998</c:v>
                </c:pt>
                <c:pt idx="70">
                  <c:v>33123.899599999997</c:v>
                </c:pt>
                <c:pt idx="71">
                  <c:v>34019.586199999998</c:v>
                </c:pt>
                <c:pt idx="72">
                  <c:v>34622.714599999999</c:v>
                </c:pt>
                <c:pt idx="73">
                  <c:v>32232.492300000002</c:v>
                </c:pt>
                <c:pt idx="74">
                  <c:v>31795.504700000001</c:v>
                </c:pt>
                <c:pt idx="75">
                  <c:v>32493.146700000001</c:v>
                </c:pt>
                <c:pt idx="76">
                  <c:v>32392.809099999999</c:v>
                </c:pt>
                <c:pt idx="77">
                  <c:v>35176.1253</c:v>
                </c:pt>
                <c:pt idx="78">
                  <c:v>35225.942999999999</c:v>
                </c:pt>
                <c:pt idx="79">
                  <c:v>36135.850400000003</c:v>
                </c:pt>
                <c:pt idx="80">
                  <c:v>32530.2562</c:v>
                </c:pt>
                <c:pt idx="81">
                  <c:v>32849.716500000002</c:v>
                </c:pt>
                <c:pt idx="82">
                  <c:v>32781.035600000003</c:v>
                </c:pt>
                <c:pt idx="83">
                  <c:v>32928.5245</c:v>
                </c:pt>
                <c:pt idx="84">
                  <c:v>33316.654300000002</c:v>
                </c:pt>
                <c:pt idx="85">
                  <c:v>34860.1057</c:v>
                </c:pt>
                <c:pt idx="86">
                  <c:v>34730.0481</c:v>
                </c:pt>
                <c:pt idx="87">
                  <c:v>33497.449800000002</c:v>
                </c:pt>
                <c:pt idx="88">
                  <c:v>32830.317199999998</c:v>
                </c:pt>
                <c:pt idx="89">
                  <c:v>33980.100700000003</c:v>
                </c:pt>
                <c:pt idx="90">
                  <c:v>34458.070699999997</c:v>
                </c:pt>
                <c:pt idx="91">
                  <c:v>33761.4038</c:v>
                </c:pt>
                <c:pt idx="92">
                  <c:v>35534.453999999998</c:v>
                </c:pt>
                <c:pt idx="93">
                  <c:v>35167.654600000002</c:v>
                </c:pt>
                <c:pt idx="94">
                  <c:v>32909.2192</c:v>
                </c:pt>
                <c:pt idx="95">
                  <c:v>33524.351199999997</c:v>
                </c:pt>
                <c:pt idx="96">
                  <c:v>33743.2837</c:v>
                </c:pt>
                <c:pt idx="97">
                  <c:v>33065.517999999996</c:v>
                </c:pt>
                <c:pt idx="98">
                  <c:v>34645.730300000003</c:v>
                </c:pt>
                <c:pt idx="99">
                  <c:v>34916.672100000003</c:v>
                </c:pt>
                <c:pt idx="100">
                  <c:v>34742.6636</c:v>
                </c:pt>
                <c:pt idx="101">
                  <c:v>32834.7399</c:v>
                </c:pt>
                <c:pt idx="102">
                  <c:v>32326.457299999998</c:v>
                </c:pt>
                <c:pt idx="103">
                  <c:v>32844.560599999997</c:v>
                </c:pt>
                <c:pt idx="104">
                  <c:v>33422.658100000001</c:v>
                </c:pt>
                <c:pt idx="105">
                  <c:v>34235.085200000001</c:v>
                </c:pt>
                <c:pt idx="106">
                  <c:v>35140.415800000002</c:v>
                </c:pt>
                <c:pt idx="107">
                  <c:v>35397.319199999998</c:v>
                </c:pt>
                <c:pt idx="108">
                  <c:v>36217.074999999997</c:v>
                </c:pt>
                <c:pt idx="109">
                  <c:v>33402.779600000002</c:v>
                </c:pt>
                <c:pt idx="110">
                  <c:v>33542.106500000002</c:v>
                </c:pt>
                <c:pt idx="111">
                  <c:v>31928.825199999999</c:v>
                </c:pt>
                <c:pt idx="112">
                  <c:v>33012.211499999998</c:v>
                </c:pt>
                <c:pt idx="113">
                  <c:v>34871.6607</c:v>
                </c:pt>
                <c:pt idx="114">
                  <c:v>35097.391600000003</c:v>
                </c:pt>
                <c:pt idx="115">
                  <c:v>33447.4185</c:v>
                </c:pt>
                <c:pt idx="116">
                  <c:v>33547.187700000002</c:v>
                </c:pt>
                <c:pt idx="117">
                  <c:v>33650.370900000002</c:v>
                </c:pt>
                <c:pt idx="118">
                  <c:v>33778.612500000003</c:v>
                </c:pt>
                <c:pt idx="119">
                  <c:v>34118.299400000004</c:v>
                </c:pt>
                <c:pt idx="120">
                  <c:v>34196.013700000003</c:v>
                </c:pt>
                <c:pt idx="121">
                  <c:v>34864.261400000003</c:v>
                </c:pt>
                <c:pt idx="122">
                  <c:v>35202.169099999999</c:v>
                </c:pt>
                <c:pt idx="123">
                  <c:v>33255.358200000002</c:v>
                </c:pt>
                <c:pt idx="124">
                  <c:v>34200.276899999997</c:v>
                </c:pt>
                <c:pt idx="125">
                  <c:v>33376.176099999997</c:v>
                </c:pt>
                <c:pt idx="126">
                  <c:v>33645.4643</c:v>
                </c:pt>
                <c:pt idx="127">
                  <c:v>35837.8724</c:v>
                </c:pt>
                <c:pt idx="128">
                  <c:v>34822.603799999997</c:v>
                </c:pt>
                <c:pt idx="129">
                  <c:v>32595.515599999999</c:v>
                </c:pt>
                <c:pt idx="130">
                  <c:v>34329.9591</c:v>
                </c:pt>
                <c:pt idx="131">
                  <c:v>34031.386899999998</c:v>
                </c:pt>
                <c:pt idx="132">
                  <c:v>34195.769399999997</c:v>
                </c:pt>
                <c:pt idx="133">
                  <c:v>34715.931700000001</c:v>
                </c:pt>
                <c:pt idx="134">
                  <c:v>34873.804799999998</c:v>
                </c:pt>
                <c:pt idx="135">
                  <c:v>36330.977200000001</c:v>
                </c:pt>
                <c:pt idx="136">
                  <c:v>34245.436699999998</c:v>
                </c:pt>
                <c:pt idx="137">
                  <c:v>34854.344499999999</c:v>
                </c:pt>
                <c:pt idx="138">
                  <c:v>37809.463499999998</c:v>
                </c:pt>
                <c:pt idx="139">
                  <c:v>34754.906999999999</c:v>
                </c:pt>
                <c:pt idx="140">
                  <c:v>34910.478600000002</c:v>
                </c:pt>
                <c:pt idx="141">
                  <c:v>35759.518100000001</c:v>
                </c:pt>
                <c:pt idx="142">
                  <c:v>35749.815600000002</c:v>
                </c:pt>
                <c:pt idx="143">
                  <c:v>34636.713400000001</c:v>
                </c:pt>
                <c:pt idx="144">
                  <c:v>35100.699099999998</c:v>
                </c:pt>
                <c:pt idx="145">
                  <c:v>34705.683900000004</c:v>
                </c:pt>
                <c:pt idx="146">
                  <c:v>34780.743000000002</c:v>
                </c:pt>
                <c:pt idx="147">
                  <c:v>35504.220399999998</c:v>
                </c:pt>
                <c:pt idx="148">
                  <c:v>35510.150300000001</c:v>
                </c:pt>
                <c:pt idx="149">
                  <c:v>36595.849099999999</c:v>
                </c:pt>
                <c:pt idx="150">
                  <c:v>35381.9087</c:v>
                </c:pt>
                <c:pt idx="151">
                  <c:v>36610.219899999996</c:v>
                </c:pt>
                <c:pt idx="152">
                  <c:v>35799.9352</c:v>
                </c:pt>
                <c:pt idx="153">
                  <c:v>36274.335800000001</c:v>
                </c:pt>
                <c:pt idx="154">
                  <c:v>36231.177799999998</c:v>
                </c:pt>
                <c:pt idx="155">
                  <c:v>36785.833599999998</c:v>
                </c:pt>
                <c:pt idx="156">
                  <c:v>37742.385900000001</c:v>
                </c:pt>
                <c:pt idx="157">
                  <c:v>35249.783799999997</c:v>
                </c:pt>
                <c:pt idx="158">
                  <c:v>36283.452599999997</c:v>
                </c:pt>
                <c:pt idx="159">
                  <c:v>35446.266199999998</c:v>
                </c:pt>
                <c:pt idx="160">
                  <c:v>36320.203300000001</c:v>
                </c:pt>
                <c:pt idx="161">
                  <c:v>34889.3367</c:v>
                </c:pt>
                <c:pt idx="162">
                  <c:v>36988.794000000002</c:v>
                </c:pt>
                <c:pt idx="163">
                  <c:v>36050.4539</c:v>
                </c:pt>
                <c:pt idx="164">
                  <c:v>37400.070599999999</c:v>
                </c:pt>
                <c:pt idx="165">
                  <c:v>38023.506099999999</c:v>
                </c:pt>
                <c:pt idx="166">
                  <c:v>37519.606099999997</c:v>
                </c:pt>
                <c:pt idx="167">
                  <c:v>39028.572999999997</c:v>
                </c:pt>
                <c:pt idx="168">
                  <c:v>36638.563900000001</c:v>
                </c:pt>
                <c:pt idx="169">
                  <c:v>38144.661099999998</c:v>
                </c:pt>
                <c:pt idx="170">
                  <c:v>37941.220500000003</c:v>
                </c:pt>
                <c:pt idx="171">
                  <c:v>37027.521500000003</c:v>
                </c:pt>
                <c:pt idx="172">
                  <c:v>37842.232900000003</c:v>
                </c:pt>
                <c:pt idx="173">
                  <c:v>37012.394999999997</c:v>
                </c:pt>
                <c:pt idx="174">
                  <c:v>36427.670700000002</c:v>
                </c:pt>
                <c:pt idx="175">
                  <c:v>37263.836900000002</c:v>
                </c:pt>
                <c:pt idx="176">
                  <c:v>38060.309000000001</c:v>
                </c:pt>
                <c:pt idx="177">
                  <c:v>38483.958899999998</c:v>
                </c:pt>
                <c:pt idx="178">
                  <c:v>36680.765800000001</c:v>
                </c:pt>
                <c:pt idx="179">
                  <c:v>36557.436000000002</c:v>
                </c:pt>
                <c:pt idx="180">
                  <c:v>37148.652600000001</c:v>
                </c:pt>
                <c:pt idx="181">
                  <c:v>38018.214699999997</c:v>
                </c:pt>
                <c:pt idx="182">
                  <c:v>38211.509599999998</c:v>
                </c:pt>
                <c:pt idx="183">
                  <c:v>37953.003400000001</c:v>
                </c:pt>
                <c:pt idx="184">
                  <c:v>38585.227400000003</c:v>
                </c:pt>
                <c:pt idx="185">
                  <c:v>37418.0507</c:v>
                </c:pt>
                <c:pt idx="186">
                  <c:v>37634.385499999997</c:v>
                </c:pt>
                <c:pt idx="187">
                  <c:v>38057.989800000003</c:v>
                </c:pt>
                <c:pt idx="188">
                  <c:v>39756.662400000001</c:v>
                </c:pt>
                <c:pt idx="189">
                  <c:v>39244.577299999997</c:v>
                </c:pt>
                <c:pt idx="190">
                  <c:v>38518.472399999999</c:v>
                </c:pt>
                <c:pt idx="191">
                  <c:v>38317.325499999999</c:v>
                </c:pt>
                <c:pt idx="192">
                  <c:v>37055.315600000002</c:v>
                </c:pt>
                <c:pt idx="193">
                  <c:v>37748.947899999999</c:v>
                </c:pt>
                <c:pt idx="194">
                  <c:v>36474.368799999997</c:v>
                </c:pt>
                <c:pt idx="195">
                  <c:v>38428.789900000003</c:v>
                </c:pt>
                <c:pt idx="196">
                  <c:v>37403.709000000003</c:v>
                </c:pt>
                <c:pt idx="197">
                  <c:v>39142.848299999998</c:v>
                </c:pt>
                <c:pt idx="198">
                  <c:v>36339.713000000003</c:v>
                </c:pt>
                <c:pt idx="199">
                  <c:v>35184.6757</c:v>
                </c:pt>
                <c:pt idx="200">
                  <c:v>35690.025600000001</c:v>
                </c:pt>
                <c:pt idx="201">
                  <c:v>35857.940300000002</c:v>
                </c:pt>
                <c:pt idx="202">
                  <c:v>36623.267699999997</c:v>
                </c:pt>
                <c:pt idx="203">
                  <c:v>36142.107199999999</c:v>
                </c:pt>
                <c:pt idx="204">
                  <c:v>37871.269200000002</c:v>
                </c:pt>
                <c:pt idx="205">
                  <c:v>37560.907800000001</c:v>
                </c:pt>
                <c:pt idx="206">
                  <c:v>37244.638500000001</c:v>
                </c:pt>
                <c:pt idx="207">
                  <c:v>36837.513200000001</c:v>
                </c:pt>
                <c:pt idx="208">
                  <c:v>37723.2719</c:v>
                </c:pt>
                <c:pt idx="209">
                  <c:v>37374.138299999999</c:v>
                </c:pt>
                <c:pt idx="210">
                  <c:v>37230.854700000004</c:v>
                </c:pt>
                <c:pt idx="211">
                  <c:v>38379.6247</c:v>
                </c:pt>
                <c:pt idx="212">
                  <c:v>38189.124799999998</c:v>
                </c:pt>
                <c:pt idx="213">
                  <c:v>36514.955699999999</c:v>
                </c:pt>
                <c:pt idx="214">
                  <c:v>36510.107499999998</c:v>
                </c:pt>
                <c:pt idx="215">
                  <c:v>36332.061900000001</c:v>
                </c:pt>
                <c:pt idx="216">
                  <c:v>36322.2281</c:v>
                </c:pt>
                <c:pt idx="217">
                  <c:v>36379.751900000003</c:v>
                </c:pt>
                <c:pt idx="218">
                  <c:v>37007.860500000003</c:v>
                </c:pt>
                <c:pt idx="219">
                  <c:v>37728.531900000002</c:v>
                </c:pt>
                <c:pt idx="220">
                  <c:v>36485.403400000003</c:v>
                </c:pt>
                <c:pt idx="221">
                  <c:v>37545.113599999997</c:v>
                </c:pt>
                <c:pt idx="222">
                  <c:v>36328.137799999997</c:v>
                </c:pt>
                <c:pt idx="223">
                  <c:v>36154.713400000001</c:v>
                </c:pt>
                <c:pt idx="224">
                  <c:v>37338.759299999998</c:v>
                </c:pt>
                <c:pt idx="225">
                  <c:v>38843.6227</c:v>
                </c:pt>
                <c:pt idx="226">
                  <c:v>40293.934999999998</c:v>
                </c:pt>
                <c:pt idx="227">
                  <c:v>36381.206299999998</c:v>
                </c:pt>
                <c:pt idx="228">
                  <c:v>37299.945699999997</c:v>
                </c:pt>
                <c:pt idx="229">
                  <c:v>39531.8914</c:v>
                </c:pt>
                <c:pt idx="230">
                  <c:v>36323.296900000001</c:v>
                </c:pt>
                <c:pt idx="231">
                  <c:v>37253.650699999998</c:v>
                </c:pt>
                <c:pt idx="232">
                  <c:v>38636.589699999997</c:v>
                </c:pt>
                <c:pt idx="233">
                  <c:v>39310.138700000003</c:v>
                </c:pt>
                <c:pt idx="234">
                  <c:v>36599.026700000002</c:v>
                </c:pt>
                <c:pt idx="235">
                  <c:v>36722.548600000002</c:v>
                </c:pt>
                <c:pt idx="236">
                  <c:v>37270.650300000001</c:v>
                </c:pt>
                <c:pt idx="237">
                  <c:v>38191.784699999997</c:v>
                </c:pt>
                <c:pt idx="238">
                  <c:v>38021.542699999998</c:v>
                </c:pt>
                <c:pt idx="239">
                  <c:v>39554.416599999997</c:v>
                </c:pt>
                <c:pt idx="240">
                  <c:v>39993.333500000001</c:v>
                </c:pt>
                <c:pt idx="241">
                  <c:v>38244.197500000002</c:v>
                </c:pt>
                <c:pt idx="242">
                  <c:v>38503.107900000003</c:v>
                </c:pt>
                <c:pt idx="243">
                  <c:v>37873.830699999999</c:v>
                </c:pt>
                <c:pt idx="244">
                  <c:v>38453.044800000003</c:v>
                </c:pt>
                <c:pt idx="245">
                  <c:v>38156.345500000003</c:v>
                </c:pt>
                <c:pt idx="246">
                  <c:v>38148.564700000003</c:v>
                </c:pt>
                <c:pt idx="247">
                  <c:v>40140.498399999997</c:v>
                </c:pt>
                <c:pt idx="248">
                  <c:v>38179.175999999999</c:v>
                </c:pt>
                <c:pt idx="249">
                  <c:v>38608.306100000002</c:v>
                </c:pt>
                <c:pt idx="250">
                  <c:v>39126.556700000001</c:v>
                </c:pt>
                <c:pt idx="251">
                  <c:v>38824.341699999997</c:v>
                </c:pt>
                <c:pt idx="252">
                  <c:v>38345.463900000002</c:v>
                </c:pt>
                <c:pt idx="253">
                  <c:v>39753.451399999998</c:v>
                </c:pt>
                <c:pt idx="254">
                  <c:v>40432.318599999999</c:v>
                </c:pt>
                <c:pt idx="255">
                  <c:v>40846.309500000003</c:v>
                </c:pt>
                <c:pt idx="256">
                  <c:v>38596.933900000004</c:v>
                </c:pt>
                <c:pt idx="257">
                  <c:v>38467.012799999997</c:v>
                </c:pt>
                <c:pt idx="258">
                  <c:v>38616.171900000001</c:v>
                </c:pt>
                <c:pt idx="259">
                  <c:v>38989.721799999999</c:v>
                </c:pt>
                <c:pt idx="260">
                  <c:v>40047.915399999998</c:v>
                </c:pt>
                <c:pt idx="261">
                  <c:v>40152.531199999998</c:v>
                </c:pt>
                <c:pt idx="262">
                  <c:v>38182.364399999999</c:v>
                </c:pt>
                <c:pt idx="263">
                  <c:v>35515.642999999996</c:v>
                </c:pt>
                <c:pt idx="264">
                  <c:v>35755.919199999997</c:v>
                </c:pt>
                <c:pt idx="265">
                  <c:v>38226.142800000001</c:v>
                </c:pt>
                <c:pt idx="266">
                  <c:v>38451.441899999998</c:v>
                </c:pt>
                <c:pt idx="267">
                  <c:v>39271.034800000001</c:v>
                </c:pt>
                <c:pt idx="268">
                  <c:v>39644.1878</c:v>
                </c:pt>
                <c:pt idx="269">
                  <c:v>38498.431799999998</c:v>
                </c:pt>
                <c:pt idx="270">
                  <c:v>38569.5821</c:v>
                </c:pt>
                <c:pt idx="271">
                  <c:v>40453.5196</c:v>
                </c:pt>
                <c:pt idx="272">
                  <c:v>39175.554199999999</c:v>
                </c:pt>
                <c:pt idx="273">
                  <c:v>39601.68</c:v>
                </c:pt>
                <c:pt idx="274">
                  <c:v>40880.790999999997</c:v>
                </c:pt>
                <c:pt idx="275">
                  <c:v>41112.625399999997</c:v>
                </c:pt>
                <c:pt idx="276">
                  <c:v>38438.917500000003</c:v>
                </c:pt>
                <c:pt idx="277">
                  <c:v>39792.147100000002</c:v>
                </c:pt>
                <c:pt idx="278">
                  <c:v>40251.482499999998</c:v>
                </c:pt>
                <c:pt idx="279">
                  <c:v>39159.929499999998</c:v>
                </c:pt>
                <c:pt idx="280">
                  <c:v>39386.150500000003</c:v>
                </c:pt>
                <c:pt idx="281">
                  <c:v>40683.622199999998</c:v>
                </c:pt>
                <c:pt idx="282">
                  <c:v>40504.650600000001</c:v>
                </c:pt>
                <c:pt idx="283">
                  <c:v>38976.433599999997</c:v>
                </c:pt>
                <c:pt idx="284">
                  <c:v>39466.321600000003</c:v>
                </c:pt>
                <c:pt idx="285">
                  <c:v>42219.522599999997</c:v>
                </c:pt>
                <c:pt idx="286">
                  <c:v>40238.764199999998</c:v>
                </c:pt>
                <c:pt idx="287">
                  <c:v>40948.981099999997</c:v>
                </c:pt>
                <c:pt idx="288">
                  <c:v>40999.384700000002</c:v>
                </c:pt>
                <c:pt idx="289">
                  <c:v>40193.512600000002</c:v>
                </c:pt>
                <c:pt idx="290">
                  <c:v>37194.674599999998</c:v>
                </c:pt>
                <c:pt idx="291">
                  <c:v>38813.757599999997</c:v>
                </c:pt>
                <c:pt idx="292">
                  <c:v>39834.7405</c:v>
                </c:pt>
                <c:pt idx="293">
                  <c:v>39078.883099999999</c:v>
                </c:pt>
                <c:pt idx="294">
                  <c:v>39748.203600000001</c:v>
                </c:pt>
                <c:pt idx="295">
                  <c:v>39590.171499999997</c:v>
                </c:pt>
                <c:pt idx="296">
                  <c:v>41847.770299999996</c:v>
                </c:pt>
                <c:pt idx="297">
                  <c:v>42838.5144</c:v>
                </c:pt>
                <c:pt idx="298">
                  <c:v>45297.1757</c:v>
                </c:pt>
                <c:pt idx="299">
                  <c:v>43984.358099999998</c:v>
                </c:pt>
                <c:pt idx="300">
                  <c:v>43637.750599999999</c:v>
                </c:pt>
                <c:pt idx="301">
                  <c:v>43992.280599999998</c:v>
                </c:pt>
                <c:pt idx="302">
                  <c:v>43142.231500000002</c:v>
                </c:pt>
                <c:pt idx="303">
                  <c:v>41654.67</c:v>
                </c:pt>
                <c:pt idx="304">
                  <c:v>40021.470600000001</c:v>
                </c:pt>
                <c:pt idx="305">
                  <c:v>40195.068700000003</c:v>
                </c:pt>
                <c:pt idx="306">
                  <c:v>39926.969700000001</c:v>
                </c:pt>
                <c:pt idx="307">
                  <c:v>40426.071199999998</c:v>
                </c:pt>
                <c:pt idx="308">
                  <c:v>41512.0959</c:v>
                </c:pt>
                <c:pt idx="309">
                  <c:v>41330.858899999999</c:v>
                </c:pt>
                <c:pt idx="310">
                  <c:v>41331.684099999999</c:v>
                </c:pt>
                <c:pt idx="311">
                  <c:v>40018.046900000001</c:v>
                </c:pt>
                <c:pt idx="312">
                  <c:v>40033.405200000001</c:v>
                </c:pt>
                <c:pt idx="313">
                  <c:v>40184.708899999998</c:v>
                </c:pt>
                <c:pt idx="314">
                  <c:v>39667.571300000003</c:v>
                </c:pt>
                <c:pt idx="315">
                  <c:v>43688.371800000001</c:v>
                </c:pt>
                <c:pt idx="316">
                  <c:v>42383.283600000002</c:v>
                </c:pt>
                <c:pt idx="317">
                  <c:v>41239.223700000002</c:v>
                </c:pt>
                <c:pt idx="318">
                  <c:v>39296.716200000003</c:v>
                </c:pt>
                <c:pt idx="319">
                  <c:v>39366.442300000002</c:v>
                </c:pt>
                <c:pt idx="320">
                  <c:v>39956.261100000003</c:v>
                </c:pt>
                <c:pt idx="321">
                  <c:v>39395.948700000001</c:v>
                </c:pt>
                <c:pt idx="322">
                  <c:v>39831.096700000002</c:v>
                </c:pt>
                <c:pt idx="323">
                  <c:v>42310.287400000001</c:v>
                </c:pt>
                <c:pt idx="324">
                  <c:v>41771.289400000001</c:v>
                </c:pt>
                <c:pt idx="325">
                  <c:v>39499.589899999999</c:v>
                </c:pt>
                <c:pt idx="326">
                  <c:v>40243.676399999997</c:v>
                </c:pt>
                <c:pt idx="327">
                  <c:v>41097.987399999998</c:v>
                </c:pt>
                <c:pt idx="328">
                  <c:v>40028.181600000004</c:v>
                </c:pt>
                <c:pt idx="329">
                  <c:v>40143.456700000002</c:v>
                </c:pt>
                <c:pt idx="330">
                  <c:v>42016.7474</c:v>
                </c:pt>
                <c:pt idx="331">
                  <c:v>41121.3102</c:v>
                </c:pt>
                <c:pt idx="332">
                  <c:v>39376.1319</c:v>
                </c:pt>
                <c:pt idx="333">
                  <c:v>39773.1587</c:v>
                </c:pt>
                <c:pt idx="334">
                  <c:v>39835.074500000002</c:v>
                </c:pt>
                <c:pt idx="335">
                  <c:v>39046.618300000002</c:v>
                </c:pt>
                <c:pt idx="336">
                  <c:v>39473.522900000004</c:v>
                </c:pt>
                <c:pt idx="337">
                  <c:v>40825.014499999997</c:v>
                </c:pt>
                <c:pt idx="338">
                  <c:v>40211.818099999997</c:v>
                </c:pt>
                <c:pt idx="339">
                  <c:v>38250.231699999997</c:v>
                </c:pt>
                <c:pt idx="340">
                  <c:v>39657.779799999997</c:v>
                </c:pt>
                <c:pt idx="341">
                  <c:v>40107.534200000002</c:v>
                </c:pt>
                <c:pt idx="342">
                  <c:v>41750.413099999998</c:v>
                </c:pt>
                <c:pt idx="343">
                  <c:v>40602.506800000003</c:v>
                </c:pt>
                <c:pt idx="344">
                  <c:v>39679.042699999998</c:v>
                </c:pt>
                <c:pt idx="345">
                  <c:v>43685.351699999999</c:v>
                </c:pt>
                <c:pt idx="346">
                  <c:v>41022.747900000002</c:v>
                </c:pt>
                <c:pt idx="347">
                  <c:v>40822.0982</c:v>
                </c:pt>
                <c:pt idx="348">
                  <c:v>40743.737399999998</c:v>
                </c:pt>
                <c:pt idx="349">
                  <c:v>40291.830199999997</c:v>
                </c:pt>
                <c:pt idx="350">
                  <c:v>40335.364300000001</c:v>
                </c:pt>
                <c:pt idx="351">
                  <c:v>42146.927600000003</c:v>
                </c:pt>
                <c:pt idx="352">
                  <c:v>41739.587500000001</c:v>
                </c:pt>
                <c:pt idx="353">
                  <c:v>40159.884599999998</c:v>
                </c:pt>
                <c:pt idx="354">
                  <c:v>40551.178</c:v>
                </c:pt>
                <c:pt idx="355">
                  <c:v>40798.945299999999</c:v>
                </c:pt>
                <c:pt idx="356">
                  <c:v>40190.301200000002</c:v>
                </c:pt>
                <c:pt idx="357">
                  <c:v>38695.911899999999</c:v>
                </c:pt>
                <c:pt idx="358">
                  <c:v>41477.098400000003</c:v>
                </c:pt>
                <c:pt idx="359">
                  <c:v>42277.314400000003</c:v>
                </c:pt>
                <c:pt idx="360">
                  <c:v>40544.445500000002</c:v>
                </c:pt>
                <c:pt idx="361">
                  <c:v>40275.4545</c:v>
                </c:pt>
                <c:pt idx="362">
                  <c:v>40437.0599</c:v>
                </c:pt>
                <c:pt idx="363">
                  <c:v>40918.593000000001</c:v>
                </c:pt>
                <c:pt idx="364">
                  <c:v>41182.9666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BF-4175-8D26-919E8902E174}"/>
            </c:ext>
          </c:extLst>
        </c:ser>
        <c:ser>
          <c:idx val="2"/>
          <c:order val="2"/>
          <c:tx>
            <c:strRef>
              <c:f>'4G Data'!$D$1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'4G Data'!$D$2:$D$366</c:f>
              <c:numCache>
                <c:formatCode>General</c:formatCode>
                <c:ptCount val="365"/>
                <c:pt idx="0">
                  <c:v>48303.0795</c:v>
                </c:pt>
                <c:pt idx="1">
                  <c:v>48761.844499999999</c:v>
                </c:pt>
                <c:pt idx="2">
                  <c:v>48927.990299999998</c:v>
                </c:pt>
                <c:pt idx="3">
                  <c:v>46961.791599999997</c:v>
                </c:pt>
                <c:pt idx="4">
                  <c:v>47450.358399999997</c:v>
                </c:pt>
                <c:pt idx="5">
                  <c:v>47432.5478</c:v>
                </c:pt>
                <c:pt idx="6">
                  <c:v>47964.560400000002</c:v>
                </c:pt>
                <c:pt idx="7">
                  <c:v>48341.4548</c:v>
                </c:pt>
                <c:pt idx="8">
                  <c:v>49926.520900000003</c:v>
                </c:pt>
                <c:pt idx="9">
                  <c:v>50184.2713</c:v>
                </c:pt>
                <c:pt idx="10">
                  <c:v>47235.532299999999</c:v>
                </c:pt>
                <c:pt idx="11">
                  <c:v>47538.241800000003</c:v>
                </c:pt>
                <c:pt idx="12">
                  <c:v>47966.136299999998</c:v>
                </c:pt>
                <c:pt idx="13">
                  <c:v>47535.687100000003</c:v>
                </c:pt>
                <c:pt idx="14">
                  <c:v>48177.870199999998</c:v>
                </c:pt>
                <c:pt idx="15">
                  <c:v>49661.740700000002</c:v>
                </c:pt>
                <c:pt idx="16">
                  <c:v>48838.6302</c:v>
                </c:pt>
                <c:pt idx="17">
                  <c:v>46779.570099999997</c:v>
                </c:pt>
                <c:pt idx="18">
                  <c:v>47845.662100000001</c:v>
                </c:pt>
                <c:pt idx="19">
                  <c:v>46195.222900000001</c:v>
                </c:pt>
                <c:pt idx="20">
                  <c:v>51295.336799999997</c:v>
                </c:pt>
                <c:pt idx="21">
                  <c:v>48195.539900000003</c:v>
                </c:pt>
                <c:pt idx="22">
                  <c:v>49361.107900000003</c:v>
                </c:pt>
                <c:pt idx="23">
                  <c:v>50792.914299999997</c:v>
                </c:pt>
                <c:pt idx="24">
                  <c:v>45718.130400000002</c:v>
                </c:pt>
                <c:pt idx="25">
                  <c:v>46998.536899999999</c:v>
                </c:pt>
                <c:pt idx="26">
                  <c:v>47042.229599999999</c:v>
                </c:pt>
                <c:pt idx="27">
                  <c:v>47263.974199999997</c:v>
                </c:pt>
                <c:pt idx="28">
                  <c:v>48133.853499999997</c:v>
                </c:pt>
                <c:pt idx="29">
                  <c:v>49567.716699999997</c:v>
                </c:pt>
                <c:pt idx="30">
                  <c:v>50727.548300000002</c:v>
                </c:pt>
                <c:pt idx="31">
                  <c:v>47563.2497</c:v>
                </c:pt>
                <c:pt idx="32">
                  <c:v>46967.167099999999</c:v>
                </c:pt>
                <c:pt idx="33">
                  <c:v>46379.264499999997</c:v>
                </c:pt>
                <c:pt idx="34">
                  <c:v>47030.073600000003</c:v>
                </c:pt>
                <c:pt idx="35">
                  <c:v>48873.289100000002</c:v>
                </c:pt>
                <c:pt idx="36">
                  <c:v>49247.439400000003</c:v>
                </c:pt>
                <c:pt idx="37">
                  <c:v>50458.033600000002</c:v>
                </c:pt>
                <c:pt idx="38">
                  <c:v>47889.827799999999</c:v>
                </c:pt>
                <c:pt idx="39">
                  <c:v>47134.240700000002</c:v>
                </c:pt>
                <c:pt idx="40">
                  <c:v>49188.779699999999</c:v>
                </c:pt>
                <c:pt idx="41">
                  <c:v>47899.6708</c:v>
                </c:pt>
                <c:pt idx="42">
                  <c:v>48201.286699999997</c:v>
                </c:pt>
                <c:pt idx="43">
                  <c:v>48918.364699999998</c:v>
                </c:pt>
                <c:pt idx="44">
                  <c:v>51062.170400000003</c:v>
                </c:pt>
                <c:pt idx="45">
                  <c:v>47965.770400000001</c:v>
                </c:pt>
                <c:pt idx="46">
                  <c:v>48001.529699999999</c:v>
                </c:pt>
                <c:pt idx="47">
                  <c:v>45913.883399999999</c:v>
                </c:pt>
                <c:pt idx="48">
                  <c:v>49189.3413</c:v>
                </c:pt>
                <c:pt idx="49">
                  <c:v>53912.541599999997</c:v>
                </c:pt>
                <c:pt idx="50">
                  <c:v>52368.659800000001</c:v>
                </c:pt>
                <c:pt idx="51">
                  <c:v>51900.781000000003</c:v>
                </c:pt>
                <c:pt idx="52">
                  <c:v>49722.853000000003</c:v>
                </c:pt>
                <c:pt idx="53">
                  <c:v>48348.870300000002</c:v>
                </c:pt>
                <c:pt idx="54">
                  <c:v>49860.827400000002</c:v>
                </c:pt>
                <c:pt idx="55">
                  <c:v>48510.5429</c:v>
                </c:pt>
                <c:pt idx="56">
                  <c:v>49885.511299999998</c:v>
                </c:pt>
                <c:pt idx="57">
                  <c:v>49924.282500000001</c:v>
                </c:pt>
                <c:pt idx="58">
                  <c:v>51331.763299999999</c:v>
                </c:pt>
                <c:pt idx="59">
                  <c:v>48493.868300000002</c:v>
                </c:pt>
                <c:pt idx="60">
                  <c:v>49220.721700000002</c:v>
                </c:pt>
                <c:pt idx="61">
                  <c:v>48455.7739</c:v>
                </c:pt>
                <c:pt idx="62">
                  <c:v>48353.674400000004</c:v>
                </c:pt>
                <c:pt idx="63">
                  <c:v>49421.214500000002</c:v>
                </c:pt>
                <c:pt idx="64">
                  <c:v>51811.958200000001</c:v>
                </c:pt>
                <c:pt idx="65">
                  <c:v>52069.181799999998</c:v>
                </c:pt>
                <c:pt idx="66">
                  <c:v>48016.640200000002</c:v>
                </c:pt>
                <c:pt idx="67">
                  <c:v>49416.069600000003</c:v>
                </c:pt>
                <c:pt idx="68">
                  <c:v>48493.096799999999</c:v>
                </c:pt>
                <c:pt idx="69">
                  <c:v>48692.592499999999</c:v>
                </c:pt>
                <c:pt idx="70">
                  <c:v>50097.195299999999</c:v>
                </c:pt>
                <c:pt idx="71">
                  <c:v>52337.202899999997</c:v>
                </c:pt>
                <c:pt idx="72">
                  <c:v>53114.042200000004</c:v>
                </c:pt>
                <c:pt idx="73">
                  <c:v>48309.937299999998</c:v>
                </c:pt>
                <c:pt idx="74">
                  <c:v>47935.806900000003</c:v>
                </c:pt>
                <c:pt idx="75">
                  <c:v>48562.884899999997</c:v>
                </c:pt>
                <c:pt idx="76">
                  <c:v>49129.2716</c:v>
                </c:pt>
                <c:pt idx="77">
                  <c:v>53043.282599999999</c:v>
                </c:pt>
                <c:pt idx="78">
                  <c:v>52077.484400000001</c:v>
                </c:pt>
                <c:pt idx="79">
                  <c:v>54310.373800000001</c:v>
                </c:pt>
                <c:pt idx="80">
                  <c:v>49297.6325</c:v>
                </c:pt>
                <c:pt idx="81">
                  <c:v>49122.574399999998</c:v>
                </c:pt>
                <c:pt idx="82">
                  <c:v>49302.122000000003</c:v>
                </c:pt>
                <c:pt idx="83">
                  <c:v>49516.554100000001</c:v>
                </c:pt>
                <c:pt idx="84">
                  <c:v>50582.0461</c:v>
                </c:pt>
                <c:pt idx="85">
                  <c:v>53435.101900000001</c:v>
                </c:pt>
                <c:pt idx="86">
                  <c:v>53380.4542</c:v>
                </c:pt>
                <c:pt idx="87">
                  <c:v>50535.0262</c:v>
                </c:pt>
                <c:pt idx="88">
                  <c:v>49893.100299999998</c:v>
                </c:pt>
                <c:pt idx="89">
                  <c:v>50627.748899999999</c:v>
                </c:pt>
                <c:pt idx="90">
                  <c:v>52272.655700000003</c:v>
                </c:pt>
                <c:pt idx="91">
                  <c:v>50583.1031</c:v>
                </c:pt>
                <c:pt idx="92">
                  <c:v>53769.861900000004</c:v>
                </c:pt>
                <c:pt idx="93">
                  <c:v>53432.350899999998</c:v>
                </c:pt>
                <c:pt idx="94">
                  <c:v>49497.5412</c:v>
                </c:pt>
                <c:pt idx="95">
                  <c:v>50000.157299999999</c:v>
                </c:pt>
                <c:pt idx="96">
                  <c:v>49774.129200000003</c:v>
                </c:pt>
                <c:pt idx="97">
                  <c:v>49815.892200000002</c:v>
                </c:pt>
                <c:pt idx="98">
                  <c:v>51729.087099999997</c:v>
                </c:pt>
                <c:pt idx="99">
                  <c:v>52713.9905</c:v>
                </c:pt>
                <c:pt idx="100">
                  <c:v>53462.850599999998</c:v>
                </c:pt>
                <c:pt idx="101">
                  <c:v>49472.1774</c:v>
                </c:pt>
                <c:pt idx="102">
                  <c:v>48043.290099999998</c:v>
                </c:pt>
                <c:pt idx="103">
                  <c:v>49749.570899999999</c:v>
                </c:pt>
                <c:pt idx="104">
                  <c:v>50021.615599999997</c:v>
                </c:pt>
                <c:pt idx="105">
                  <c:v>51656.007700000002</c:v>
                </c:pt>
                <c:pt idx="106">
                  <c:v>53594.462099999997</c:v>
                </c:pt>
                <c:pt idx="107">
                  <c:v>53001.345800000003</c:v>
                </c:pt>
                <c:pt idx="108">
                  <c:v>54156.791499999999</c:v>
                </c:pt>
                <c:pt idx="109">
                  <c:v>50081.733099999998</c:v>
                </c:pt>
                <c:pt idx="110">
                  <c:v>49667.009299999998</c:v>
                </c:pt>
                <c:pt idx="111">
                  <c:v>48801.088900000002</c:v>
                </c:pt>
                <c:pt idx="112">
                  <c:v>50993.649700000002</c:v>
                </c:pt>
                <c:pt idx="113">
                  <c:v>53171.817000000003</c:v>
                </c:pt>
                <c:pt idx="114">
                  <c:v>52320.170299999998</c:v>
                </c:pt>
                <c:pt idx="115">
                  <c:v>49917.498500000002</c:v>
                </c:pt>
                <c:pt idx="116">
                  <c:v>50889.069499999998</c:v>
                </c:pt>
                <c:pt idx="117">
                  <c:v>51291.720099999999</c:v>
                </c:pt>
                <c:pt idx="118">
                  <c:v>50640.848599999998</c:v>
                </c:pt>
                <c:pt idx="119">
                  <c:v>50899.957499999997</c:v>
                </c:pt>
                <c:pt idx="120">
                  <c:v>53045.339899999999</c:v>
                </c:pt>
                <c:pt idx="121">
                  <c:v>54043.814100000003</c:v>
                </c:pt>
                <c:pt idx="122">
                  <c:v>53442.756999999998</c:v>
                </c:pt>
                <c:pt idx="123">
                  <c:v>51802.1417</c:v>
                </c:pt>
                <c:pt idx="124">
                  <c:v>51768.373</c:v>
                </c:pt>
                <c:pt idx="125">
                  <c:v>49758.8292</c:v>
                </c:pt>
                <c:pt idx="126">
                  <c:v>51567.6155</c:v>
                </c:pt>
                <c:pt idx="127">
                  <c:v>54009.412400000001</c:v>
                </c:pt>
                <c:pt idx="128">
                  <c:v>54638.272700000001</c:v>
                </c:pt>
                <c:pt idx="129">
                  <c:v>50603.832300000002</c:v>
                </c:pt>
                <c:pt idx="130">
                  <c:v>51946.275199999996</c:v>
                </c:pt>
                <c:pt idx="131">
                  <c:v>52400.424599999998</c:v>
                </c:pt>
                <c:pt idx="132">
                  <c:v>52816.564700000003</c:v>
                </c:pt>
                <c:pt idx="133">
                  <c:v>53140.243300000002</c:v>
                </c:pt>
                <c:pt idx="134">
                  <c:v>54403.536899999999</c:v>
                </c:pt>
                <c:pt idx="135">
                  <c:v>54960.777199999997</c:v>
                </c:pt>
                <c:pt idx="136">
                  <c:v>52006.9859</c:v>
                </c:pt>
                <c:pt idx="137">
                  <c:v>53087</c:v>
                </c:pt>
                <c:pt idx="138">
                  <c:v>58116.204100000003</c:v>
                </c:pt>
                <c:pt idx="139">
                  <c:v>54469.119200000001</c:v>
                </c:pt>
                <c:pt idx="140">
                  <c:v>54940.323400000001</c:v>
                </c:pt>
                <c:pt idx="141">
                  <c:v>54468.288099999998</c:v>
                </c:pt>
                <c:pt idx="142">
                  <c:v>55255.155400000003</c:v>
                </c:pt>
                <c:pt idx="143">
                  <c:v>53007.681799999998</c:v>
                </c:pt>
                <c:pt idx="144">
                  <c:v>54674.033499999998</c:v>
                </c:pt>
                <c:pt idx="145">
                  <c:v>54506.895100000002</c:v>
                </c:pt>
                <c:pt idx="146">
                  <c:v>54440.607199999999</c:v>
                </c:pt>
                <c:pt idx="147">
                  <c:v>55715.502800000002</c:v>
                </c:pt>
                <c:pt idx="148">
                  <c:v>55777.422299999998</c:v>
                </c:pt>
                <c:pt idx="149">
                  <c:v>57027.052199999998</c:v>
                </c:pt>
                <c:pt idx="150">
                  <c:v>55315.074699999997</c:v>
                </c:pt>
                <c:pt idx="151">
                  <c:v>55840.563399999999</c:v>
                </c:pt>
                <c:pt idx="152">
                  <c:v>54443.323700000001</c:v>
                </c:pt>
                <c:pt idx="153">
                  <c:v>55638.375999999997</c:v>
                </c:pt>
                <c:pt idx="154">
                  <c:v>54424.300300000003</c:v>
                </c:pt>
                <c:pt idx="155">
                  <c:v>57367.805699999997</c:v>
                </c:pt>
                <c:pt idx="156">
                  <c:v>59111.145199999999</c:v>
                </c:pt>
                <c:pt idx="157">
                  <c:v>55542.6921</c:v>
                </c:pt>
                <c:pt idx="158">
                  <c:v>56370.781900000002</c:v>
                </c:pt>
                <c:pt idx="159">
                  <c:v>55029.805500000002</c:v>
                </c:pt>
                <c:pt idx="160">
                  <c:v>56463.352200000001</c:v>
                </c:pt>
                <c:pt idx="161">
                  <c:v>56973.322099999998</c:v>
                </c:pt>
                <c:pt idx="162">
                  <c:v>59610.002500000002</c:v>
                </c:pt>
                <c:pt idx="163">
                  <c:v>59751.949699999997</c:v>
                </c:pt>
                <c:pt idx="164">
                  <c:v>58311.885399999999</c:v>
                </c:pt>
                <c:pt idx="165">
                  <c:v>58250.246700000003</c:v>
                </c:pt>
                <c:pt idx="166">
                  <c:v>58252.259100000003</c:v>
                </c:pt>
                <c:pt idx="167">
                  <c:v>60598.800600000002</c:v>
                </c:pt>
                <c:pt idx="168">
                  <c:v>58290.928999999996</c:v>
                </c:pt>
                <c:pt idx="169">
                  <c:v>59158.349300000002</c:v>
                </c:pt>
                <c:pt idx="170">
                  <c:v>58248.659899999999</c:v>
                </c:pt>
                <c:pt idx="171">
                  <c:v>56258.644399999997</c:v>
                </c:pt>
                <c:pt idx="172">
                  <c:v>56638.6011</c:v>
                </c:pt>
                <c:pt idx="173">
                  <c:v>56292.679100000001</c:v>
                </c:pt>
                <c:pt idx="174">
                  <c:v>56741.407800000001</c:v>
                </c:pt>
                <c:pt idx="175">
                  <c:v>56826.336300000003</c:v>
                </c:pt>
                <c:pt idx="176">
                  <c:v>58273.392899999999</c:v>
                </c:pt>
                <c:pt idx="177">
                  <c:v>59108.042300000001</c:v>
                </c:pt>
                <c:pt idx="178">
                  <c:v>56711.726900000001</c:v>
                </c:pt>
                <c:pt idx="179">
                  <c:v>56958.477299999999</c:v>
                </c:pt>
                <c:pt idx="180">
                  <c:v>57123.468500000003</c:v>
                </c:pt>
                <c:pt idx="181">
                  <c:v>59163.123599999999</c:v>
                </c:pt>
                <c:pt idx="182">
                  <c:v>58172.629300000001</c:v>
                </c:pt>
                <c:pt idx="183">
                  <c:v>59933.278899999998</c:v>
                </c:pt>
                <c:pt idx="184">
                  <c:v>60558.9182</c:v>
                </c:pt>
                <c:pt idx="185">
                  <c:v>58118.752200000003</c:v>
                </c:pt>
                <c:pt idx="186">
                  <c:v>58047.962599999999</c:v>
                </c:pt>
                <c:pt idx="187">
                  <c:v>57877.875099999997</c:v>
                </c:pt>
                <c:pt idx="188">
                  <c:v>60638.887900000002</c:v>
                </c:pt>
                <c:pt idx="189">
                  <c:v>59243.353999999999</c:v>
                </c:pt>
                <c:pt idx="190">
                  <c:v>59152.243799999997</c:v>
                </c:pt>
                <c:pt idx="191">
                  <c:v>59377.101499999997</c:v>
                </c:pt>
                <c:pt idx="192">
                  <c:v>58158.232100000001</c:v>
                </c:pt>
                <c:pt idx="193">
                  <c:v>57780.669199999997</c:v>
                </c:pt>
                <c:pt idx="194">
                  <c:v>56610.450599999996</c:v>
                </c:pt>
                <c:pt idx="195">
                  <c:v>60832.701000000001</c:v>
                </c:pt>
                <c:pt idx="196">
                  <c:v>57828.433900000004</c:v>
                </c:pt>
                <c:pt idx="197">
                  <c:v>60434.973100000003</c:v>
                </c:pt>
                <c:pt idx="198">
                  <c:v>57757.413200000003</c:v>
                </c:pt>
                <c:pt idx="199">
                  <c:v>55039.903599999998</c:v>
                </c:pt>
                <c:pt idx="200">
                  <c:v>54999.604899999998</c:v>
                </c:pt>
                <c:pt idx="201">
                  <c:v>56066.823499999999</c:v>
                </c:pt>
                <c:pt idx="202">
                  <c:v>55910.504699999998</c:v>
                </c:pt>
                <c:pt idx="203">
                  <c:v>56258.199699999997</c:v>
                </c:pt>
                <c:pt idx="204">
                  <c:v>58491.492899999997</c:v>
                </c:pt>
                <c:pt idx="205">
                  <c:v>59014.926800000001</c:v>
                </c:pt>
                <c:pt idx="206">
                  <c:v>57153.8514</c:v>
                </c:pt>
                <c:pt idx="207">
                  <c:v>56840.495999999999</c:v>
                </c:pt>
                <c:pt idx="208">
                  <c:v>58064.316400000003</c:v>
                </c:pt>
                <c:pt idx="209">
                  <c:v>58754.545899999997</c:v>
                </c:pt>
                <c:pt idx="210">
                  <c:v>58565.289299999997</c:v>
                </c:pt>
                <c:pt idx="211">
                  <c:v>59028.848400000003</c:v>
                </c:pt>
                <c:pt idx="212">
                  <c:v>60096.760199999997</c:v>
                </c:pt>
                <c:pt idx="213">
                  <c:v>57736.331899999997</c:v>
                </c:pt>
                <c:pt idx="214">
                  <c:v>57054.310799999999</c:v>
                </c:pt>
                <c:pt idx="215">
                  <c:v>55911.801700000004</c:v>
                </c:pt>
                <c:pt idx="216">
                  <c:v>56479.218800000002</c:v>
                </c:pt>
                <c:pt idx="217">
                  <c:v>56243.343999999997</c:v>
                </c:pt>
                <c:pt idx="218">
                  <c:v>60027.965900000003</c:v>
                </c:pt>
                <c:pt idx="219">
                  <c:v>58555.251400000001</c:v>
                </c:pt>
                <c:pt idx="220">
                  <c:v>56530.8269</c:v>
                </c:pt>
                <c:pt idx="221">
                  <c:v>57725.969700000001</c:v>
                </c:pt>
                <c:pt idx="222">
                  <c:v>56528.729700000004</c:v>
                </c:pt>
                <c:pt idx="223">
                  <c:v>57096.1656</c:v>
                </c:pt>
                <c:pt idx="224">
                  <c:v>57766.517099999997</c:v>
                </c:pt>
                <c:pt idx="225">
                  <c:v>60373.453500000003</c:v>
                </c:pt>
                <c:pt idx="226">
                  <c:v>62476.665800000002</c:v>
                </c:pt>
                <c:pt idx="227">
                  <c:v>55079.745600000002</c:v>
                </c:pt>
                <c:pt idx="228">
                  <c:v>57993.315699999999</c:v>
                </c:pt>
                <c:pt idx="229">
                  <c:v>61364.434399999998</c:v>
                </c:pt>
                <c:pt idx="230">
                  <c:v>56009.687899999997</c:v>
                </c:pt>
                <c:pt idx="231">
                  <c:v>56853.4447</c:v>
                </c:pt>
                <c:pt idx="232">
                  <c:v>59703.6181</c:v>
                </c:pt>
                <c:pt idx="233">
                  <c:v>59920.190699999999</c:v>
                </c:pt>
                <c:pt idx="234">
                  <c:v>56249.5317</c:v>
                </c:pt>
                <c:pt idx="235">
                  <c:v>55857.6875</c:v>
                </c:pt>
                <c:pt idx="236">
                  <c:v>56515.142699999997</c:v>
                </c:pt>
                <c:pt idx="237">
                  <c:v>57553.225100000003</c:v>
                </c:pt>
                <c:pt idx="238">
                  <c:v>57799.848299999998</c:v>
                </c:pt>
                <c:pt idx="239">
                  <c:v>60530.726699999999</c:v>
                </c:pt>
                <c:pt idx="240">
                  <c:v>61849.9548</c:v>
                </c:pt>
                <c:pt idx="241">
                  <c:v>59014.958100000003</c:v>
                </c:pt>
                <c:pt idx="242">
                  <c:v>58122.1463</c:v>
                </c:pt>
                <c:pt idx="243">
                  <c:v>57901.643100000001</c:v>
                </c:pt>
                <c:pt idx="244">
                  <c:v>60112.722900000001</c:v>
                </c:pt>
                <c:pt idx="245">
                  <c:v>58089.622100000001</c:v>
                </c:pt>
                <c:pt idx="246">
                  <c:v>58901.484900000003</c:v>
                </c:pt>
                <c:pt idx="247">
                  <c:v>61860.511899999998</c:v>
                </c:pt>
                <c:pt idx="248">
                  <c:v>57602.983999999997</c:v>
                </c:pt>
                <c:pt idx="249">
                  <c:v>58868.164199999999</c:v>
                </c:pt>
                <c:pt idx="250">
                  <c:v>59076.1299</c:v>
                </c:pt>
                <c:pt idx="251">
                  <c:v>58577.639300000003</c:v>
                </c:pt>
                <c:pt idx="252">
                  <c:v>59971.062400000003</c:v>
                </c:pt>
                <c:pt idx="253">
                  <c:v>61222.253900000003</c:v>
                </c:pt>
                <c:pt idx="254">
                  <c:v>61746.151599999997</c:v>
                </c:pt>
                <c:pt idx="255">
                  <c:v>63037.932800000002</c:v>
                </c:pt>
                <c:pt idx="256">
                  <c:v>58631.605300000003</c:v>
                </c:pt>
                <c:pt idx="257">
                  <c:v>58895.5452</c:v>
                </c:pt>
                <c:pt idx="258">
                  <c:v>58667.175000000003</c:v>
                </c:pt>
                <c:pt idx="259">
                  <c:v>59630.893600000003</c:v>
                </c:pt>
                <c:pt idx="260">
                  <c:v>60393.012699999999</c:v>
                </c:pt>
                <c:pt idx="261">
                  <c:v>62216.198900000003</c:v>
                </c:pt>
                <c:pt idx="262">
                  <c:v>57945.559200000003</c:v>
                </c:pt>
                <c:pt idx="263">
                  <c:v>57640.974800000004</c:v>
                </c:pt>
                <c:pt idx="264">
                  <c:v>56987.856299999999</c:v>
                </c:pt>
                <c:pt idx="265">
                  <c:v>58483.9781</c:v>
                </c:pt>
                <c:pt idx="266">
                  <c:v>59205.0962</c:v>
                </c:pt>
                <c:pt idx="267">
                  <c:v>59847.222399999999</c:v>
                </c:pt>
                <c:pt idx="268">
                  <c:v>62065.384299999998</c:v>
                </c:pt>
                <c:pt idx="269">
                  <c:v>58722.881600000001</c:v>
                </c:pt>
                <c:pt idx="270">
                  <c:v>58707.770799999998</c:v>
                </c:pt>
                <c:pt idx="271">
                  <c:v>61833.363799999999</c:v>
                </c:pt>
                <c:pt idx="272">
                  <c:v>58924.339599999999</c:v>
                </c:pt>
                <c:pt idx="273">
                  <c:v>60106.043100000003</c:v>
                </c:pt>
                <c:pt idx="274">
                  <c:v>63130.832699999999</c:v>
                </c:pt>
                <c:pt idx="275">
                  <c:v>62894.069000000003</c:v>
                </c:pt>
                <c:pt idx="276">
                  <c:v>59549.013200000001</c:v>
                </c:pt>
                <c:pt idx="277">
                  <c:v>60490.742599999998</c:v>
                </c:pt>
                <c:pt idx="278">
                  <c:v>61421.437899999997</c:v>
                </c:pt>
                <c:pt idx="279">
                  <c:v>59029.874300000003</c:v>
                </c:pt>
                <c:pt idx="280">
                  <c:v>59530.995699999999</c:v>
                </c:pt>
                <c:pt idx="281">
                  <c:v>61281.275099999999</c:v>
                </c:pt>
                <c:pt idx="282">
                  <c:v>61420.256600000001</c:v>
                </c:pt>
                <c:pt idx="283">
                  <c:v>57706.791599999997</c:v>
                </c:pt>
                <c:pt idx="284">
                  <c:v>58994.172599999998</c:v>
                </c:pt>
                <c:pt idx="285">
                  <c:v>63619.366800000003</c:v>
                </c:pt>
                <c:pt idx="286">
                  <c:v>59245.368900000001</c:v>
                </c:pt>
                <c:pt idx="287">
                  <c:v>61605.921999999999</c:v>
                </c:pt>
                <c:pt idx="288">
                  <c:v>61211.431600000004</c:v>
                </c:pt>
                <c:pt idx="289">
                  <c:v>61183.022400000002</c:v>
                </c:pt>
                <c:pt idx="290">
                  <c:v>57483.6152</c:v>
                </c:pt>
                <c:pt idx="291">
                  <c:v>58402.714599999999</c:v>
                </c:pt>
                <c:pt idx="292">
                  <c:v>59122.489600000001</c:v>
                </c:pt>
                <c:pt idx="293">
                  <c:v>58032.818700000003</c:v>
                </c:pt>
                <c:pt idx="294">
                  <c:v>58220.2042</c:v>
                </c:pt>
                <c:pt idx="295">
                  <c:v>60605.036599999999</c:v>
                </c:pt>
                <c:pt idx="296">
                  <c:v>62878.067499999997</c:v>
                </c:pt>
                <c:pt idx="297">
                  <c:v>64929.403700000003</c:v>
                </c:pt>
                <c:pt idx="298">
                  <c:v>67849.4951</c:v>
                </c:pt>
                <c:pt idx="299">
                  <c:v>64550.542000000001</c:v>
                </c:pt>
                <c:pt idx="300">
                  <c:v>64762.892699999997</c:v>
                </c:pt>
                <c:pt idx="301">
                  <c:v>65672.278099999996</c:v>
                </c:pt>
                <c:pt idx="302">
                  <c:v>64974.498099999997</c:v>
                </c:pt>
                <c:pt idx="303">
                  <c:v>62482.823700000001</c:v>
                </c:pt>
                <c:pt idx="304">
                  <c:v>59856.392399999997</c:v>
                </c:pt>
                <c:pt idx="305">
                  <c:v>61034.290699999998</c:v>
                </c:pt>
                <c:pt idx="306">
                  <c:v>60562.868199999997</c:v>
                </c:pt>
                <c:pt idx="307">
                  <c:v>60513.944300000003</c:v>
                </c:pt>
                <c:pt idx="308">
                  <c:v>63120.717499999999</c:v>
                </c:pt>
                <c:pt idx="309">
                  <c:v>62440.458200000001</c:v>
                </c:pt>
                <c:pt idx="310">
                  <c:v>63432.3658</c:v>
                </c:pt>
                <c:pt idx="311">
                  <c:v>60898.1077</c:v>
                </c:pt>
                <c:pt idx="312">
                  <c:v>60217.690799999997</c:v>
                </c:pt>
                <c:pt idx="313">
                  <c:v>61076.106899999999</c:v>
                </c:pt>
                <c:pt idx="314">
                  <c:v>60676.856599999999</c:v>
                </c:pt>
                <c:pt idx="315">
                  <c:v>66986.202499999999</c:v>
                </c:pt>
                <c:pt idx="316">
                  <c:v>65246.686800000003</c:v>
                </c:pt>
                <c:pt idx="317">
                  <c:v>63738.366800000003</c:v>
                </c:pt>
                <c:pt idx="318">
                  <c:v>59987.744899999998</c:v>
                </c:pt>
                <c:pt idx="319">
                  <c:v>59060.7359</c:v>
                </c:pt>
                <c:pt idx="320">
                  <c:v>59584.701000000001</c:v>
                </c:pt>
                <c:pt idx="321">
                  <c:v>59227.567999999999</c:v>
                </c:pt>
                <c:pt idx="322">
                  <c:v>60407.3439</c:v>
                </c:pt>
                <c:pt idx="323">
                  <c:v>64027.925499999998</c:v>
                </c:pt>
                <c:pt idx="324">
                  <c:v>64254.472999999998</c:v>
                </c:pt>
                <c:pt idx="325">
                  <c:v>60888.7883</c:v>
                </c:pt>
                <c:pt idx="326">
                  <c:v>59660.925600000002</c:v>
                </c:pt>
                <c:pt idx="327">
                  <c:v>62933.360699999997</c:v>
                </c:pt>
                <c:pt idx="328">
                  <c:v>60954.370900000002</c:v>
                </c:pt>
                <c:pt idx="329">
                  <c:v>61316.289799999999</c:v>
                </c:pt>
                <c:pt idx="330">
                  <c:v>64707.673999999999</c:v>
                </c:pt>
                <c:pt idx="331">
                  <c:v>62274.6754</c:v>
                </c:pt>
                <c:pt idx="332">
                  <c:v>60041.8603</c:v>
                </c:pt>
                <c:pt idx="333">
                  <c:v>59281.094700000001</c:v>
                </c:pt>
                <c:pt idx="334">
                  <c:v>59376.448799999998</c:v>
                </c:pt>
                <c:pt idx="335">
                  <c:v>59494.5052</c:v>
                </c:pt>
                <c:pt idx="336">
                  <c:v>60617.169900000001</c:v>
                </c:pt>
                <c:pt idx="337">
                  <c:v>62649.992899999997</c:v>
                </c:pt>
                <c:pt idx="338">
                  <c:v>63151.023099999999</c:v>
                </c:pt>
                <c:pt idx="339">
                  <c:v>59924.650099999999</c:v>
                </c:pt>
                <c:pt idx="340">
                  <c:v>59453.503799999999</c:v>
                </c:pt>
                <c:pt idx="341">
                  <c:v>60912.125500000002</c:v>
                </c:pt>
                <c:pt idx="342">
                  <c:v>63614.521999999997</c:v>
                </c:pt>
                <c:pt idx="343">
                  <c:v>61527.595699999998</c:v>
                </c:pt>
                <c:pt idx="344">
                  <c:v>61167.050300000003</c:v>
                </c:pt>
                <c:pt idx="345">
                  <c:v>64881.772599999997</c:v>
                </c:pt>
                <c:pt idx="346">
                  <c:v>62989.263899999998</c:v>
                </c:pt>
                <c:pt idx="347">
                  <c:v>62213.301099999997</c:v>
                </c:pt>
                <c:pt idx="348">
                  <c:v>60579.982900000003</c:v>
                </c:pt>
                <c:pt idx="349">
                  <c:v>60216.774299999997</c:v>
                </c:pt>
                <c:pt idx="350">
                  <c:v>60934.505700000002</c:v>
                </c:pt>
                <c:pt idx="351">
                  <c:v>64431.242200000001</c:v>
                </c:pt>
                <c:pt idx="352">
                  <c:v>64455.565699999999</c:v>
                </c:pt>
                <c:pt idx="353">
                  <c:v>60473.101600000002</c:v>
                </c:pt>
                <c:pt idx="354">
                  <c:v>59437.73</c:v>
                </c:pt>
                <c:pt idx="355">
                  <c:v>61624.986900000004</c:v>
                </c:pt>
                <c:pt idx="356">
                  <c:v>60113.052900000002</c:v>
                </c:pt>
                <c:pt idx="357">
                  <c:v>61473.182800000002</c:v>
                </c:pt>
                <c:pt idx="358">
                  <c:v>64986.008699999998</c:v>
                </c:pt>
                <c:pt idx="359">
                  <c:v>65280.176200000002</c:v>
                </c:pt>
                <c:pt idx="360">
                  <c:v>62251.187899999997</c:v>
                </c:pt>
                <c:pt idx="361">
                  <c:v>60750.236599999997</c:v>
                </c:pt>
                <c:pt idx="362">
                  <c:v>61990.458200000001</c:v>
                </c:pt>
                <c:pt idx="363">
                  <c:v>61740.745999999999</c:v>
                </c:pt>
                <c:pt idx="364">
                  <c:v>61839.495900000002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BF-4175-8D26-919E8902E174}"/>
            </c:ext>
          </c:extLst>
        </c:ser>
        <c:ser>
          <c:idx val="3"/>
          <c:order val="3"/>
          <c:tx>
            <c:strRef>
              <c:f>'4G Data'!$E$1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'4G Data'!$E$2:$E$366</c:f>
              <c:numCache>
                <c:formatCode>General</c:formatCode>
                <c:ptCount val="365"/>
                <c:pt idx="0">
                  <c:v>27014.465800000002</c:v>
                </c:pt>
                <c:pt idx="1">
                  <c:v>27446.2137</c:v>
                </c:pt>
                <c:pt idx="2">
                  <c:v>27729.1476</c:v>
                </c:pt>
                <c:pt idx="3">
                  <c:v>26321.220600000001</c:v>
                </c:pt>
                <c:pt idx="4">
                  <c:v>27084.114699999998</c:v>
                </c:pt>
                <c:pt idx="5">
                  <c:v>27368.255700000002</c:v>
                </c:pt>
                <c:pt idx="6">
                  <c:v>27504.8498</c:v>
                </c:pt>
                <c:pt idx="7">
                  <c:v>27818.5635</c:v>
                </c:pt>
                <c:pt idx="8">
                  <c:v>27937.455900000001</c:v>
                </c:pt>
                <c:pt idx="9">
                  <c:v>28054.864300000001</c:v>
                </c:pt>
                <c:pt idx="10">
                  <c:v>27131.245699999999</c:v>
                </c:pt>
                <c:pt idx="11">
                  <c:v>27341.539700000001</c:v>
                </c:pt>
                <c:pt idx="12">
                  <c:v>27736.5877</c:v>
                </c:pt>
                <c:pt idx="13">
                  <c:v>27371.1751</c:v>
                </c:pt>
                <c:pt idx="14">
                  <c:v>27076.163499999999</c:v>
                </c:pt>
                <c:pt idx="15">
                  <c:v>28628.4944</c:v>
                </c:pt>
                <c:pt idx="16">
                  <c:v>27937.880099999998</c:v>
                </c:pt>
                <c:pt idx="17">
                  <c:v>27018.790499999999</c:v>
                </c:pt>
                <c:pt idx="18">
                  <c:v>28102.1672</c:v>
                </c:pt>
                <c:pt idx="19">
                  <c:v>27377.124</c:v>
                </c:pt>
                <c:pt idx="20">
                  <c:v>29104.706900000001</c:v>
                </c:pt>
                <c:pt idx="21">
                  <c:v>27697.661800000002</c:v>
                </c:pt>
                <c:pt idx="22">
                  <c:v>28480.432499999999</c:v>
                </c:pt>
                <c:pt idx="23">
                  <c:v>28209.246999999999</c:v>
                </c:pt>
                <c:pt idx="24">
                  <c:v>25823.843700000001</c:v>
                </c:pt>
                <c:pt idx="25">
                  <c:v>26373.855500000001</c:v>
                </c:pt>
                <c:pt idx="26">
                  <c:v>25931.9231</c:v>
                </c:pt>
                <c:pt idx="27">
                  <c:v>26346.104500000001</c:v>
                </c:pt>
                <c:pt idx="28">
                  <c:v>26655.887999999999</c:v>
                </c:pt>
                <c:pt idx="29">
                  <c:v>27385.619600000002</c:v>
                </c:pt>
                <c:pt idx="30">
                  <c:v>27625.548900000002</c:v>
                </c:pt>
                <c:pt idx="31">
                  <c:v>25883.233499999998</c:v>
                </c:pt>
                <c:pt idx="32">
                  <c:v>26880.188099999999</c:v>
                </c:pt>
                <c:pt idx="33">
                  <c:v>26238.462500000001</c:v>
                </c:pt>
                <c:pt idx="34">
                  <c:v>26596.840100000001</c:v>
                </c:pt>
                <c:pt idx="35">
                  <c:v>26899.920999999998</c:v>
                </c:pt>
                <c:pt idx="36">
                  <c:v>27974.805700000001</c:v>
                </c:pt>
                <c:pt idx="37">
                  <c:v>28620.448499999999</c:v>
                </c:pt>
                <c:pt idx="38">
                  <c:v>26763.164199999999</c:v>
                </c:pt>
                <c:pt idx="39">
                  <c:v>27146.744299999998</c:v>
                </c:pt>
                <c:pt idx="40">
                  <c:v>27668.028699999999</c:v>
                </c:pt>
                <c:pt idx="41">
                  <c:v>27190.258999999998</c:v>
                </c:pt>
                <c:pt idx="42">
                  <c:v>27228.141599999999</c:v>
                </c:pt>
                <c:pt idx="43">
                  <c:v>28186.293600000001</c:v>
                </c:pt>
                <c:pt idx="44">
                  <c:v>29130.1018</c:v>
                </c:pt>
                <c:pt idx="45">
                  <c:v>27307.068599999999</c:v>
                </c:pt>
                <c:pt idx="46">
                  <c:v>26932.458999999999</c:v>
                </c:pt>
                <c:pt idx="47">
                  <c:v>25892.8914</c:v>
                </c:pt>
                <c:pt idx="48">
                  <c:v>27548.094400000002</c:v>
                </c:pt>
                <c:pt idx="49">
                  <c:v>30507.193599999999</c:v>
                </c:pt>
                <c:pt idx="50">
                  <c:v>29515.066699999999</c:v>
                </c:pt>
                <c:pt idx="51">
                  <c:v>29692.0092</c:v>
                </c:pt>
                <c:pt idx="52">
                  <c:v>28278.145799999998</c:v>
                </c:pt>
                <c:pt idx="53">
                  <c:v>28618.165700000001</c:v>
                </c:pt>
                <c:pt idx="54">
                  <c:v>28673.721399999999</c:v>
                </c:pt>
                <c:pt idx="55">
                  <c:v>28530.941200000001</c:v>
                </c:pt>
                <c:pt idx="56">
                  <c:v>28997.583699999999</c:v>
                </c:pt>
                <c:pt idx="57">
                  <c:v>29190.3518</c:v>
                </c:pt>
                <c:pt idx="58">
                  <c:v>28865.8796</c:v>
                </c:pt>
                <c:pt idx="59">
                  <c:v>27324.009399999999</c:v>
                </c:pt>
                <c:pt idx="60">
                  <c:v>27679.307199999999</c:v>
                </c:pt>
                <c:pt idx="61">
                  <c:v>27961.058199999999</c:v>
                </c:pt>
                <c:pt idx="62">
                  <c:v>27827.034800000001</c:v>
                </c:pt>
                <c:pt idx="63">
                  <c:v>27927.535899999999</c:v>
                </c:pt>
                <c:pt idx="64">
                  <c:v>28739.090899999999</c:v>
                </c:pt>
                <c:pt idx="65">
                  <c:v>28671.469400000002</c:v>
                </c:pt>
                <c:pt idx="66">
                  <c:v>26924.918900000001</c:v>
                </c:pt>
                <c:pt idx="67">
                  <c:v>27706.212299999999</c:v>
                </c:pt>
                <c:pt idx="68">
                  <c:v>27649.4817</c:v>
                </c:pt>
                <c:pt idx="69">
                  <c:v>27910.047600000002</c:v>
                </c:pt>
                <c:pt idx="70">
                  <c:v>28822.668600000001</c:v>
                </c:pt>
                <c:pt idx="71">
                  <c:v>29260.453099999999</c:v>
                </c:pt>
                <c:pt idx="72">
                  <c:v>29420.283100000001</c:v>
                </c:pt>
                <c:pt idx="73">
                  <c:v>27488.369200000001</c:v>
                </c:pt>
                <c:pt idx="74">
                  <c:v>27861.0285</c:v>
                </c:pt>
                <c:pt idx="75">
                  <c:v>28232.452399999998</c:v>
                </c:pt>
                <c:pt idx="76">
                  <c:v>27949.394</c:v>
                </c:pt>
                <c:pt idx="77">
                  <c:v>30433.971099999999</c:v>
                </c:pt>
                <c:pt idx="78">
                  <c:v>30123.416099999999</c:v>
                </c:pt>
                <c:pt idx="79">
                  <c:v>30575.633000000002</c:v>
                </c:pt>
                <c:pt idx="80">
                  <c:v>27708.498800000001</c:v>
                </c:pt>
                <c:pt idx="81">
                  <c:v>28395.850999999999</c:v>
                </c:pt>
                <c:pt idx="82">
                  <c:v>28086.350399999999</c:v>
                </c:pt>
                <c:pt idx="83">
                  <c:v>28220.636299999998</c:v>
                </c:pt>
                <c:pt idx="84">
                  <c:v>28522.9378</c:v>
                </c:pt>
                <c:pt idx="85">
                  <c:v>30285.6715</c:v>
                </c:pt>
                <c:pt idx="86">
                  <c:v>29811.4827</c:v>
                </c:pt>
                <c:pt idx="87">
                  <c:v>28621.536700000001</c:v>
                </c:pt>
                <c:pt idx="88">
                  <c:v>28889.339100000001</c:v>
                </c:pt>
                <c:pt idx="89">
                  <c:v>28675.07</c:v>
                </c:pt>
                <c:pt idx="90">
                  <c:v>29460.9817</c:v>
                </c:pt>
                <c:pt idx="91">
                  <c:v>28874.198100000001</c:v>
                </c:pt>
                <c:pt idx="92">
                  <c:v>30926.662</c:v>
                </c:pt>
                <c:pt idx="93">
                  <c:v>29712.0111</c:v>
                </c:pt>
                <c:pt idx="94">
                  <c:v>27960.988000000001</c:v>
                </c:pt>
                <c:pt idx="95">
                  <c:v>28699.658500000001</c:v>
                </c:pt>
                <c:pt idx="96">
                  <c:v>28325.766299999999</c:v>
                </c:pt>
                <c:pt idx="97">
                  <c:v>27285.143700000001</c:v>
                </c:pt>
                <c:pt idx="98">
                  <c:v>28848.151999999998</c:v>
                </c:pt>
                <c:pt idx="99">
                  <c:v>29225.067500000001</c:v>
                </c:pt>
                <c:pt idx="100">
                  <c:v>30165.2294</c:v>
                </c:pt>
                <c:pt idx="101">
                  <c:v>27967.530200000001</c:v>
                </c:pt>
                <c:pt idx="102">
                  <c:v>28817.7255</c:v>
                </c:pt>
                <c:pt idx="103">
                  <c:v>28514.933400000002</c:v>
                </c:pt>
                <c:pt idx="104">
                  <c:v>28314.350699999999</c:v>
                </c:pt>
                <c:pt idx="105">
                  <c:v>28908.045900000001</c:v>
                </c:pt>
                <c:pt idx="106">
                  <c:v>29531.0802</c:v>
                </c:pt>
                <c:pt idx="107">
                  <c:v>29294.088199999998</c:v>
                </c:pt>
                <c:pt idx="108">
                  <c:v>29577.970399999998</c:v>
                </c:pt>
                <c:pt idx="109">
                  <c:v>28325.915499999999</c:v>
                </c:pt>
                <c:pt idx="110">
                  <c:v>28035.0108</c:v>
                </c:pt>
                <c:pt idx="111">
                  <c:v>27273.702600000001</c:v>
                </c:pt>
                <c:pt idx="112">
                  <c:v>28397.567299999999</c:v>
                </c:pt>
                <c:pt idx="113">
                  <c:v>29872.269100000001</c:v>
                </c:pt>
                <c:pt idx="114">
                  <c:v>29928.312900000001</c:v>
                </c:pt>
                <c:pt idx="115">
                  <c:v>27626.645700000001</c:v>
                </c:pt>
                <c:pt idx="116">
                  <c:v>28206.940699999999</c:v>
                </c:pt>
                <c:pt idx="117">
                  <c:v>28287.293600000001</c:v>
                </c:pt>
                <c:pt idx="118">
                  <c:v>28137.714</c:v>
                </c:pt>
                <c:pt idx="119">
                  <c:v>28648.646700000001</c:v>
                </c:pt>
                <c:pt idx="120">
                  <c:v>29459.735799999999</c:v>
                </c:pt>
                <c:pt idx="121">
                  <c:v>29749.785800000001</c:v>
                </c:pt>
                <c:pt idx="122">
                  <c:v>29099.893400000001</c:v>
                </c:pt>
                <c:pt idx="123">
                  <c:v>27861.503000000001</c:v>
                </c:pt>
                <c:pt idx="124">
                  <c:v>28123.334599999998</c:v>
                </c:pt>
                <c:pt idx="125">
                  <c:v>28216.969400000002</c:v>
                </c:pt>
                <c:pt idx="126">
                  <c:v>28778.635699999999</c:v>
                </c:pt>
                <c:pt idx="127">
                  <c:v>29863.901099999999</c:v>
                </c:pt>
                <c:pt idx="128">
                  <c:v>28732.766</c:v>
                </c:pt>
                <c:pt idx="129">
                  <c:v>27578.1967</c:v>
                </c:pt>
                <c:pt idx="130">
                  <c:v>28597.7598</c:v>
                </c:pt>
                <c:pt idx="131">
                  <c:v>28995.819</c:v>
                </c:pt>
                <c:pt idx="132">
                  <c:v>29345.0206</c:v>
                </c:pt>
                <c:pt idx="133">
                  <c:v>29724.9689</c:v>
                </c:pt>
                <c:pt idx="134">
                  <c:v>30797.634300000002</c:v>
                </c:pt>
                <c:pt idx="135">
                  <c:v>30295.3462</c:v>
                </c:pt>
                <c:pt idx="136">
                  <c:v>29216.943800000001</c:v>
                </c:pt>
                <c:pt idx="137">
                  <c:v>29626.815399999999</c:v>
                </c:pt>
                <c:pt idx="138">
                  <c:v>31772.0527</c:v>
                </c:pt>
                <c:pt idx="139">
                  <c:v>29917.553199999998</c:v>
                </c:pt>
                <c:pt idx="140">
                  <c:v>30149.885300000002</c:v>
                </c:pt>
                <c:pt idx="141">
                  <c:v>29483.725399999999</c:v>
                </c:pt>
                <c:pt idx="142">
                  <c:v>30452.02</c:v>
                </c:pt>
                <c:pt idx="143">
                  <c:v>29341.6819</c:v>
                </c:pt>
                <c:pt idx="144">
                  <c:v>30423.4683</c:v>
                </c:pt>
                <c:pt idx="145">
                  <c:v>29610.3541</c:v>
                </c:pt>
                <c:pt idx="146">
                  <c:v>29557.9185</c:v>
                </c:pt>
                <c:pt idx="147">
                  <c:v>30664.374400000001</c:v>
                </c:pt>
                <c:pt idx="148">
                  <c:v>30600.2448</c:v>
                </c:pt>
                <c:pt idx="149">
                  <c:v>30999.683799999999</c:v>
                </c:pt>
                <c:pt idx="150">
                  <c:v>29970.8789</c:v>
                </c:pt>
                <c:pt idx="151">
                  <c:v>30591.207200000001</c:v>
                </c:pt>
                <c:pt idx="152">
                  <c:v>30041.963500000002</c:v>
                </c:pt>
                <c:pt idx="153">
                  <c:v>30914.766100000001</c:v>
                </c:pt>
                <c:pt idx="154">
                  <c:v>30554.312300000001</c:v>
                </c:pt>
                <c:pt idx="155">
                  <c:v>31139.2611</c:v>
                </c:pt>
                <c:pt idx="156">
                  <c:v>31000.2952</c:v>
                </c:pt>
                <c:pt idx="157">
                  <c:v>29788.235499999999</c:v>
                </c:pt>
                <c:pt idx="158">
                  <c:v>30984.169399999999</c:v>
                </c:pt>
                <c:pt idx="159">
                  <c:v>30040.284800000001</c:v>
                </c:pt>
                <c:pt idx="160">
                  <c:v>28492.908500000001</c:v>
                </c:pt>
                <c:pt idx="161">
                  <c:v>22310.5985</c:v>
                </c:pt>
                <c:pt idx="162">
                  <c:v>22802.4791</c:v>
                </c:pt>
                <c:pt idx="163">
                  <c:v>29608.493600000002</c:v>
                </c:pt>
                <c:pt idx="164">
                  <c:v>30454.9326</c:v>
                </c:pt>
                <c:pt idx="165">
                  <c:v>30624.821</c:v>
                </c:pt>
                <c:pt idx="166">
                  <c:v>32321.727299999999</c:v>
                </c:pt>
                <c:pt idx="167">
                  <c:v>33019.952299999997</c:v>
                </c:pt>
                <c:pt idx="168">
                  <c:v>31754.386500000001</c:v>
                </c:pt>
                <c:pt idx="169">
                  <c:v>32341.607400000001</c:v>
                </c:pt>
                <c:pt idx="170">
                  <c:v>32665.3433</c:v>
                </c:pt>
                <c:pt idx="171">
                  <c:v>32017.819599999999</c:v>
                </c:pt>
                <c:pt idx="172">
                  <c:v>31387.218700000001</c:v>
                </c:pt>
                <c:pt idx="173">
                  <c:v>31422.384600000001</c:v>
                </c:pt>
                <c:pt idx="174">
                  <c:v>31800.2009</c:v>
                </c:pt>
                <c:pt idx="175">
                  <c:v>31830.674200000001</c:v>
                </c:pt>
                <c:pt idx="176">
                  <c:v>31866.984499999999</c:v>
                </c:pt>
                <c:pt idx="177">
                  <c:v>32315.092400000001</c:v>
                </c:pt>
                <c:pt idx="178">
                  <c:v>30444.015100000001</c:v>
                </c:pt>
                <c:pt idx="179">
                  <c:v>30802.2598</c:v>
                </c:pt>
                <c:pt idx="180">
                  <c:v>31409.1198</c:v>
                </c:pt>
                <c:pt idx="181">
                  <c:v>31402.750499999998</c:v>
                </c:pt>
                <c:pt idx="182">
                  <c:v>31864.0409</c:v>
                </c:pt>
                <c:pt idx="183">
                  <c:v>32020.440200000001</c:v>
                </c:pt>
                <c:pt idx="184">
                  <c:v>32264.8557</c:v>
                </c:pt>
                <c:pt idx="185">
                  <c:v>30763.261500000001</c:v>
                </c:pt>
                <c:pt idx="186">
                  <c:v>32099.9444</c:v>
                </c:pt>
                <c:pt idx="187">
                  <c:v>31901.149700000002</c:v>
                </c:pt>
                <c:pt idx="188">
                  <c:v>32836.097900000001</c:v>
                </c:pt>
                <c:pt idx="189">
                  <c:v>32320.305100000001</c:v>
                </c:pt>
                <c:pt idx="190">
                  <c:v>32276.127199999999</c:v>
                </c:pt>
                <c:pt idx="191">
                  <c:v>31674.4234</c:v>
                </c:pt>
                <c:pt idx="192">
                  <c:v>31015.629700000001</c:v>
                </c:pt>
                <c:pt idx="193">
                  <c:v>31187.355</c:v>
                </c:pt>
                <c:pt idx="194">
                  <c:v>30353.021199999999</c:v>
                </c:pt>
                <c:pt idx="195">
                  <c:v>32614.955600000001</c:v>
                </c:pt>
                <c:pt idx="196">
                  <c:v>31400.698</c:v>
                </c:pt>
                <c:pt idx="197">
                  <c:v>31897.543300000001</c:v>
                </c:pt>
                <c:pt idx="198">
                  <c:v>31146.290199999999</c:v>
                </c:pt>
                <c:pt idx="199">
                  <c:v>29489.467199999999</c:v>
                </c:pt>
                <c:pt idx="200">
                  <c:v>30569.797600000002</c:v>
                </c:pt>
                <c:pt idx="201">
                  <c:v>29194.4084</c:v>
                </c:pt>
                <c:pt idx="202">
                  <c:v>30157.6234</c:v>
                </c:pt>
                <c:pt idx="203">
                  <c:v>30613.251700000001</c:v>
                </c:pt>
                <c:pt idx="204">
                  <c:v>29105.5124</c:v>
                </c:pt>
                <c:pt idx="205">
                  <c:v>32462.442500000001</c:v>
                </c:pt>
                <c:pt idx="206">
                  <c:v>31760.071899999999</c:v>
                </c:pt>
                <c:pt idx="207">
                  <c:v>31361.396499999999</c:v>
                </c:pt>
                <c:pt idx="208">
                  <c:v>32335.063600000001</c:v>
                </c:pt>
                <c:pt idx="209">
                  <c:v>32300.991099999999</c:v>
                </c:pt>
                <c:pt idx="210">
                  <c:v>32941.741600000001</c:v>
                </c:pt>
                <c:pt idx="211">
                  <c:v>33233.0527</c:v>
                </c:pt>
                <c:pt idx="212">
                  <c:v>33819.418100000003</c:v>
                </c:pt>
                <c:pt idx="213">
                  <c:v>32496.080099999999</c:v>
                </c:pt>
                <c:pt idx="214">
                  <c:v>32202.824199999999</c:v>
                </c:pt>
                <c:pt idx="215">
                  <c:v>30990.616000000002</c:v>
                </c:pt>
                <c:pt idx="216">
                  <c:v>31510.8213</c:v>
                </c:pt>
                <c:pt idx="217">
                  <c:v>31910.019700000001</c:v>
                </c:pt>
                <c:pt idx="218">
                  <c:v>33866.935700000002</c:v>
                </c:pt>
                <c:pt idx="219">
                  <c:v>33002.976900000001</c:v>
                </c:pt>
                <c:pt idx="220">
                  <c:v>31662.148000000001</c:v>
                </c:pt>
                <c:pt idx="221">
                  <c:v>32857.189899999998</c:v>
                </c:pt>
                <c:pt idx="222">
                  <c:v>31163.742200000001</c:v>
                </c:pt>
                <c:pt idx="223">
                  <c:v>31400.3658</c:v>
                </c:pt>
                <c:pt idx="224">
                  <c:v>33507.792000000001</c:v>
                </c:pt>
                <c:pt idx="225">
                  <c:v>32529.448199999999</c:v>
                </c:pt>
                <c:pt idx="226">
                  <c:v>35237.954899999997</c:v>
                </c:pt>
                <c:pt idx="227">
                  <c:v>31360.009099999999</c:v>
                </c:pt>
                <c:pt idx="228">
                  <c:v>33004.804199999999</c:v>
                </c:pt>
                <c:pt idx="229">
                  <c:v>33246.333100000003</c:v>
                </c:pt>
                <c:pt idx="230">
                  <c:v>32186.470799999999</c:v>
                </c:pt>
                <c:pt idx="231">
                  <c:v>32702.917300000001</c:v>
                </c:pt>
                <c:pt idx="232">
                  <c:v>34219.475599999998</c:v>
                </c:pt>
                <c:pt idx="233">
                  <c:v>33422.121700000003</c:v>
                </c:pt>
                <c:pt idx="234">
                  <c:v>31844.625599999999</c:v>
                </c:pt>
                <c:pt idx="235">
                  <c:v>31797.2847</c:v>
                </c:pt>
                <c:pt idx="236">
                  <c:v>32211.3177</c:v>
                </c:pt>
                <c:pt idx="237">
                  <c:v>33135.9185</c:v>
                </c:pt>
                <c:pt idx="238">
                  <c:v>33730.335099999997</c:v>
                </c:pt>
                <c:pt idx="239">
                  <c:v>35445.604200000002</c:v>
                </c:pt>
                <c:pt idx="240">
                  <c:v>35053.598700000002</c:v>
                </c:pt>
                <c:pt idx="241">
                  <c:v>34231.767</c:v>
                </c:pt>
                <c:pt idx="242">
                  <c:v>34408.890800000001</c:v>
                </c:pt>
                <c:pt idx="243">
                  <c:v>33809.438600000001</c:v>
                </c:pt>
                <c:pt idx="244">
                  <c:v>34481.380299999997</c:v>
                </c:pt>
                <c:pt idx="245">
                  <c:v>33467.746700000003</c:v>
                </c:pt>
                <c:pt idx="246">
                  <c:v>34243.6607</c:v>
                </c:pt>
                <c:pt idx="247">
                  <c:v>35666.538099999998</c:v>
                </c:pt>
                <c:pt idx="248">
                  <c:v>33332.281000000003</c:v>
                </c:pt>
                <c:pt idx="249">
                  <c:v>33277.698199999999</c:v>
                </c:pt>
                <c:pt idx="250">
                  <c:v>33825.5262</c:v>
                </c:pt>
                <c:pt idx="251">
                  <c:v>33372.498500000002</c:v>
                </c:pt>
                <c:pt idx="252">
                  <c:v>33598.0605</c:v>
                </c:pt>
                <c:pt idx="253">
                  <c:v>35209.114600000001</c:v>
                </c:pt>
                <c:pt idx="254">
                  <c:v>34212.348599999998</c:v>
                </c:pt>
                <c:pt idx="255">
                  <c:v>34268.743999999999</c:v>
                </c:pt>
                <c:pt idx="256">
                  <c:v>32911.679799999998</c:v>
                </c:pt>
                <c:pt idx="257">
                  <c:v>33100.558599999997</c:v>
                </c:pt>
                <c:pt idx="258">
                  <c:v>33343.881000000001</c:v>
                </c:pt>
                <c:pt idx="259">
                  <c:v>33330.883199999997</c:v>
                </c:pt>
                <c:pt idx="260">
                  <c:v>34239.775699999998</c:v>
                </c:pt>
                <c:pt idx="261">
                  <c:v>34538.650099999999</c:v>
                </c:pt>
                <c:pt idx="262">
                  <c:v>32038.264200000001</c:v>
                </c:pt>
                <c:pt idx="263">
                  <c:v>32443.236199999999</c:v>
                </c:pt>
                <c:pt idx="264">
                  <c:v>33112.932800000002</c:v>
                </c:pt>
                <c:pt idx="265">
                  <c:v>33019.287300000004</c:v>
                </c:pt>
                <c:pt idx="266">
                  <c:v>33723.409</c:v>
                </c:pt>
                <c:pt idx="267">
                  <c:v>34282.601999999999</c:v>
                </c:pt>
                <c:pt idx="268">
                  <c:v>34379.534099999997</c:v>
                </c:pt>
                <c:pt idx="269">
                  <c:v>32560.395199999999</c:v>
                </c:pt>
                <c:pt idx="270">
                  <c:v>33646.095200000003</c:v>
                </c:pt>
                <c:pt idx="271">
                  <c:v>34493.990400000002</c:v>
                </c:pt>
                <c:pt idx="272">
                  <c:v>33200.5769</c:v>
                </c:pt>
                <c:pt idx="273">
                  <c:v>33670.125800000002</c:v>
                </c:pt>
                <c:pt idx="274">
                  <c:v>35397.928800000002</c:v>
                </c:pt>
                <c:pt idx="275">
                  <c:v>34737.748099999997</c:v>
                </c:pt>
                <c:pt idx="276">
                  <c:v>33507.9401</c:v>
                </c:pt>
                <c:pt idx="277">
                  <c:v>34171.975700000003</c:v>
                </c:pt>
                <c:pt idx="278">
                  <c:v>34644.996200000001</c:v>
                </c:pt>
                <c:pt idx="279">
                  <c:v>33855.746899999998</c:v>
                </c:pt>
                <c:pt idx="280">
                  <c:v>34083.4712</c:v>
                </c:pt>
                <c:pt idx="281">
                  <c:v>35361.597600000001</c:v>
                </c:pt>
                <c:pt idx="282">
                  <c:v>35127.936300000001</c:v>
                </c:pt>
                <c:pt idx="283">
                  <c:v>33665.938000000002</c:v>
                </c:pt>
                <c:pt idx="284">
                  <c:v>33863.573700000001</c:v>
                </c:pt>
                <c:pt idx="285">
                  <c:v>35725.0101</c:v>
                </c:pt>
                <c:pt idx="286">
                  <c:v>34305.813900000001</c:v>
                </c:pt>
                <c:pt idx="287">
                  <c:v>35021.773000000001</c:v>
                </c:pt>
                <c:pt idx="288">
                  <c:v>35018.112200000003</c:v>
                </c:pt>
                <c:pt idx="289">
                  <c:v>34420.999400000001</c:v>
                </c:pt>
                <c:pt idx="290">
                  <c:v>32824.709199999998</c:v>
                </c:pt>
                <c:pt idx="291">
                  <c:v>33898.048799999997</c:v>
                </c:pt>
                <c:pt idx="292">
                  <c:v>34423.852299999999</c:v>
                </c:pt>
                <c:pt idx="293">
                  <c:v>34127.470300000001</c:v>
                </c:pt>
                <c:pt idx="294">
                  <c:v>34973.318299999999</c:v>
                </c:pt>
                <c:pt idx="295">
                  <c:v>36385.234199999999</c:v>
                </c:pt>
                <c:pt idx="296">
                  <c:v>36422.976799999997</c:v>
                </c:pt>
                <c:pt idx="297">
                  <c:v>37373.376600000003</c:v>
                </c:pt>
                <c:pt idx="298">
                  <c:v>38478.318899999998</c:v>
                </c:pt>
                <c:pt idx="299">
                  <c:v>38085.328999999998</c:v>
                </c:pt>
                <c:pt idx="300">
                  <c:v>38331.959000000003</c:v>
                </c:pt>
                <c:pt idx="301">
                  <c:v>38428.979700000004</c:v>
                </c:pt>
                <c:pt idx="302">
                  <c:v>38238.016300000003</c:v>
                </c:pt>
                <c:pt idx="303">
                  <c:v>36263.048199999997</c:v>
                </c:pt>
                <c:pt idx="304">
                  <c:v>34905.069900000002</c:v>
                </c:pt>
                <c:pt idx="305">
                  <c:v>35288.2399</c:v>
                </c:pt>
                <c:pt idx="306">
                  <c:v>34682.983200000002</c:v>
                </c:pt>
                <c:pt idx="307">
                  <c:v>35013.839800000002</c:v>
                </c:pt>
                <c:pt idx="308">
                  <c:v>35850.902000000002</c:v>
                </c:pt>
                <c:pt idx="309">
                  <c:v>36804.830800000003</c:v>
                </c:pt>
                <c:pt idx="310">
                  <c:v>36477.528599999998</c:v>
                </c:pt>
                <c:pt idx="311">
                  <c:v>34727.4948</c:v>
                </c:pt>
                <c:pt idx="312">
                  <c:v>34685.073299999996</c:v>
                </c:pt>
                <c:pt idx="313">
                  <c:v>34827.382400000002</c:v>
                </c:pt>
                <c:pt idx="314">
                  <c:v>35023.881800000003</c:v>
                </c:pt>
                <c:pt idx="315">
                  <c:v>37548.220399999998</c:v>
                </c:pt>
                <c:pt idx="316">
                  <c:v>36968.115100000003</c:v>
                </c:pt>
                <c:pt idx="317">
                  <c:v>36631.648000000001</c:v>
                </c:pt>
                <c:pt idx="318">
                  <c:v>34562.686900000001</c:v>
                </c:pt>
                <c:pt idx="319">
                  <c:v>34368.014000000003</c:v>
                </c:pt>
                <c:pt idx="320">
                  <c:v>35175.931700000001</c:v>
                </c:pt>
                <c:pt idx="321">
                  <c:v>34034.468399999998</c:v>
                </c:pt>
                <c:pt idx="322">
                  <c:v>34922.032299999999</c:v>
                </c:pt>
                <c:pt idx="323">
                  <c:v>35964.587099999997</c:v>
                </c:pt>
                <c:pt idx="324">
                  <c:v>36097.136200000001</c:v>
                </c:pt>
                <c:pt idx="325">
                  <c:v>34251.131399999998</c:v>
                </c:pt>
                <c:pt idx="326">
                  <c:v>34999.749000000003</c:v>
                </c:pt>
                <c:pt idx="327">
                  <c:v>35865.715499999998</c:v>
                </c:pt>
                <c:pt idx="328">
                  <c:v>35345.751900000003</c:v>
                </c:pt>
                <c:pt idx="329">
                  <c:v>36210.536599999999</c:v>
                </c:pt>
                <c:pt idx="330">
                  <c:v>36620.0285</c:v>
                </c:pt>
                <c:pt idx="331">
                  <c:v>36496.971899999997</c:v>
                </c:pt>
                <c:pt idx="332">
                  <c:v>34335.144800000002</c:v>
                </c:pt>
                <c:pt idx="333">
                  <c:v>34986.440699999999</c:v>
                </c:pt>
                <c:pt idx="334">
                  <c:v>34717.640800000001</c:v>
                </c:pt>
                <c:pt idx="335">
                  <c:v>34745.938600000001</c:v>
                </c:pt>
                <c:pt idx="336">
                  <c:v>34634.055800000002</c:v>
                </c:pt>
                <c:pt idx="337">
                  <c:v>36521.435299999997</c:v>
                </c:pt>
                <c:pt idx="338">
                  <c:v>36058.577100000002</c:v>
                </c:pt>
                <c:pt idx="339">
                  <c:v>33968.833899999998</c:v>
                </c:pt>
                <c:pt idx="340">
                  <c:v>34711.117299999998</c:v>
                </c:pt>
                <c:pt idx="341">
                  <c:v>34864.286399999997</c:v>
                </c:pt>
                <c:pt idx="342">
                  <c:v>36377.123599999999</c:v>
                </c:pt>
                <c:pt idx="343">
                  <c:v>35901.510499999997</c:v>
                </c:pt>
                <c:pt idx="344">
                  <c:v>33965.210700000003</c:v>
                </c:pt>
                <c:pt idx="345">
                  <c:v>38325.797500000001</c:v>
                </c:pt>
                <c:pt idx="346">
                  <c:v>36560.823700000001</c:v>
                </c:pt>
                <c:pt idx="347">
                  <c:v>36326.501900000003</c:v>
                </c:pt>
                <c:pt idx="348">
                  <c:v>36517.157899999998</c:v>
                </c:pt>
                <c:pt idx="349">
                  <c:v>35831.159899999999</c:v>
                </c:pt>
                <c:pt idx="350">
                  <c:v>35948.468699999998</c:v>
                </c:pt>
                <c:pt idx="351">
                  <c:v>37064.8033</c:v>
                </c:pt>
                <c:pt idx="352">
                  <c:v>36907.798499999997</c:v>
                </c:pt>
                <c:pt idx="353">
                  <c:v>35079.005599999997</c:v>
                </c:pt>
                <c:pt idx="354">
                  <c:v>35353.051200000002</c:v>
                </c:pt>
                <c:pt idx="355">
                  <c:v>35680.3341</c:v>
                </c:pt>
                <c:pt idx="356">
                  <c:v>34502.359400000001</c:v>
                </c:pt>
                <c:pt idx="357">
                  <c:v>35096.841</c:v>
                </c:pt>
                <c:pt idx="358">
                  <c:v>36487.861100000002</c:v>
                </c:pt>
                <c:pt idx="359">
                  <c:v>37741.393100000001</c:v>
                </c:pt>
                <c:pt idx="360">
                  <c:v>36002.073199999999</c:v>
                </c:pt>
                <c:pt idx="361">
                  <c:v>35906.409500000002</c:v>
                </c:pt>
                <c:pt idx="362">
                  <c:v>35575.581200000001</c:v>
                </c:pt>
                <c:pt idx="363">
                  <c:v>34968.762699999999</c:v>
                </c:pt>
                <c:pt idx="364">
                  <c:v>36415.719599999997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7BF-4175-8D26-919E8902E174}"/>
            </c:ext>
          </c:extLst>
        </c:ser>
        <c:ser>
          <c:idx val="4"/>
          <c:order val="4"/>
          <c:tx>
            <c:strRef>
              <c:f>'4G Data'!$F$1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'4G Data'!$F$2:$F$366</c:f>
              <c:numCache>
                <c:formatCode>General</c:formatCode>
                <c:ptCount val="365"/>
                <c:pt idx="0">
                  <c:v>36884.015200000002</c:v>
                </c:pt>
                <c:pt idx="1">
                  <c:v>38051.913</c:v>
                </c:pt>
                <c:pt idx="2">
                  <c:v>39359.443299999999</c:v>
                </c:pt>
                <c:pt idx="3">
                  <c:v>36205.788399999998</c:v>
                </c:pt>
                <c:pt idx="4">
                  <c:v>36762.643900000003</c:v>
                </c:pt>
                <c:pt idx="5">
                  <c:v>37484.483200000002</c:v>
                </c:pt>
                <c:pt idx="6">
                  <c:v>36987.764900000002</c:v>
                </c:pt>
                <c:pt idx="7">
                  <c:v>37765.655899999998</c:v>
                </c:pt>
                <c:pt idx="8">
                  <c:v>39493.735699999997</c:v>
                </c:pt>
                <c:pt idx="9">
                  <c:v>38862.650999999998</c:v>
                </c:pt>
                <c:pt idx="10">
                  <c:v>36259.205900000001</c:v>
                </c:pt>
                <c:pt idx="11">
                  <c:v>36730.788999999997</c:v>
                </c:pt>
                <c:pt idx="12">
                  <c:v>37063.679600000003</c:v>
                </c:pt>
                <c:pt idx="13">
                  <c:v>37089.1057</c:v>
                </c:pt>
                <c:pt idx="14">
                  <c:v>36812.930500000002</c:v>
                </c:pt>
                <c:pt idx="15">
                  <c:v>37906.275999999998</c:v>
                </c:pt>
                <c:pt idx="16">
                  <c:v>38034.994299999998</c:v>
                </c:pt>
                <c:pt idx="17">
                  <c:v>35952.200900000003</c:v>
                </c:pt>
                <c:pt idx="18">
                  <c:v>37158.391900000002</c:v>
                </c:pt>
                <c:pt idx="19">
                  <c:v>36390.001600000003</c:v>
                </c:pt>
                <c:pt idx="20">
                  <c:v>40516.068899999998</c:v>
                </c:pt>
                <c:pt idx="21">
                  <c:v>37503.6322</c:v>
                </c:pt>
                <c:pt idx="22">
                  <c:v>38764.787799999998</c:v>
                </c:pt>
                <c:pt idx="23">
                  <c:v>39879.514900000002</c:v>
                </c:pt>
                <c:pt idx="24">
                  <c:v>36696.889300000003</c:v>
                </c:pt>
                <c:pt idx="25">
                  <c:v>36156.510499999997</c:v>
                </c:pt>
                <c:pt idx="26">
                  <c:v>36734.335599999999</c:v>
                </c:pt>
                <c:pt idx="27">
                  <c:v>36333.9565</c:v>
                </c:pt>
                <c:pt idx="28">
                  <c:v>36929.0196</c:v>
                </c:pt>
                <c:pt idx="29">
                  <c:v>38357.129699999998</c:v>
                </c:pt>
                <c:pt idx="30">
                  <c:v>39598.792999999998</c:v>
                </c:pt>
                <c:pt idx="31">
                  <c:v>36457.592900000003</c:v>
                </c:pt>
                <c:pt idx="32">
                  <c:v>36981.535000000003</c:v>
                </c:pt>
                <c:pt idx="33">
                  <c:v>36039.592700000001</c:v>
                </c:pt>
                <c:pt idx="34">
                  <c:v>36495.360500000003</c:v>
                </c:pt>
                <c:pt idx="35">
                  <c:v>36918.486799999999</c:v>
                </c:pt>
                <c:pt idx="36">
                  <c:v>37910.920899999997</c:v>
                </c:pt>
                <c:pt idx="37">
                  <c:v>39009.359799999998</c:v>
                </c:pt>
                <c:pt idx="38">
                  <c:v>36636.7304</c:v>
                </c:pt>
                <c:pt idx="39">
                  <c:v>36803.582799999996</c:v>
                </c:pt>
                <c:pt idx="40">
                  <c:v>37890.786999999997</c:v>
                </c:pt>
                <c:pt idx="41">
                  <c:v>37678.946900000003</c:v>
                </c:pt>
                <c:pt idx="42">
                  <c:v>37197.630799999999</c:v>
                </c:pt>
                <c:pt idx="43">
                  <c:v>39847.258099999999</c:v>
                </c:pt>
                <c:pt idx="44">
                  <c:v>41333.982499999998</c:v>
                </c:pt>
                <c:pt idx="45">
                  <c:v>37057.673300000002</c:v>
                </c:pt>
                <c:pt idx="46">
                  <c:v>37394.707000000002</c:v>
                </c:pt>
                <c:pt idx="47">
                  <c:v>34800.218800000002</c:v>
                </c:pt>
                <c:pt idx="48">
                  <c:v>37964.227700000003</c:v>
                </c:pt>
                <c:pt idx="49">
                  <c:v>42765.2454</c:v>
                </c:pt>
                <c:pt idx="50">
                  <c:v>41235.313999999998</c:v>
                </c:pt>
                <c:pt idx="51">
                  <c:v>40936.783100000001</c:v>
                </c:pt>
                <c:pt idx="52">
                  <c:v>39717.875999999997</c:v>
                </c:pt>
                <c:pt idx="53">
                  <c:v>39696.065600000002</c:v>
                </c:pt>
                <c:pt idx="54">
                  <c:v>39617.892699999997</c:v>
                </c:pt>
                <c:pt idx="55">
                  <c:v>39585.661200000002</c:v>
                </c:pt>
                <c:pt idx="56">
                  <c:v>40236.194900000002</c:v>
                </c:pt>
                <c:pt idx="57">
                  <c:v>40646.994400000003</c:v>
                </c:pt>
                <c:pt idx="58">
                  <c:v>41383.6558</c:v>
                </c:pt>
                <c:pt idx="59">
                  <c:v>38514.892099999997</c:v>
                </c:pt>
                <c:pt idx="60">
                  <c:v>38390.680099999998</c:v>
                </c:pt>
                <c:pt idx="61">
                  <c:v>38299.003199999999</c:v>
                </c:pt>
                <c:pt idx="62">
                  <c:v>37401.955399999999</c:v>
                </c:pt>
                <c:pt idx="63">
                  <c:v>38716.8361</c:v>
                </c:pt>
                <c:pt idx="64">
                  <c:v>40887.2955</c:v>
                </c:pt>
                <c:pt idx="65">
                  <c:v>41260.647900000004</c:v>
                </c:pt>
                <c:pt idx="66">
                  <c:v>38217.844100000002</c:v>
                </c:pt>
                <c:pt idx="67">
                  <c:v>38910.587200000002</c:v>
                </c:pt>
                <c:pt idx="68">
                  <c:v>38439.698600000003</c:v>
                </c:pt>
                <c:pt idx="69">
                  <c:v>37973.511599999998</c:v>
                </c:pt>
                <c:pt idx="70">
                  <c:v>39131.463499999998</c:v>
                </c:pt>
                <c:pt idx="71">
                  <c:v>40697.193299999999</c:v>
                </c:pt>
                <c:pt idx="72">
                  <c:v>42002.473599999998</c:v>
                </c:pt>
                <c:pt idx="73">
                  <c:v>38260.443500000001</c:v>
                </c:pt>
                <c:pt idx="74">
                  <c:v>38148.428399999997</c:v>
                </c:pt>
                <c:pt idx="75">
                  <c:v>39135.377999999997</c:v>
                </c:pt>
                <c:pt idx="76">
                  <c:v>38494.286699999997</c:v>
                </c:pt>
                <c:pt idx="77">
                  <c:v>41866.867299999998</c:v>
                </c:pt>
                <c:pt idx="78">
                  <c:v>41228.531799999997</c:v>
                </c:pt>
                <c:pt idx="79">
                  <c:v>43352.766199999998</c:v>
                </c:pt>
                <c:pt idx="80">
                  <c:v>38812.637199999997</c:v>
                </c:pt>
                <c:pt idx="81">
                  <c:v>39573.666899999997</c:v>
                </c:pt>
                <c:pt idx="82">
                  <c:v>39424.445500000002</c:v>
                </c:pt>
                <c:pt idx="83">
                  <c:v>39771.5576</c:v>
                </c:pt>
                <c:pt idx="84">
                  <c:v>39765.394699999997</c:v>
                </c:pt>
                <c:pt idx="85">
                  <c:v>43101.273800000003</c:v>
                </c:pt>
                <c:pt idx="86">
                  <c:v>42962.970399999998</c:v>
                </c:pt>
                <c:pt idx="87">
                  <c:v>40366.585899999998</c:v>
                </c:pt>
                <c:pt idx="88">
                  <c:v>39832.328600000001</c:v>
                </c:pt>
                <c:pt idx="89">
                  <c:v>41296.4375</c:v>
                </c:pt>
                <c:pt idx="90">
                  <c:v>41295.574399999998</c:v>
                </c:pt>
                <c:pt idx="91">
                  <c:v>40959.592900000003</c:v>
                </c:pt>
                <c:pt idx="92">
                  <c:v>42946.979800000001</c:v>
                </c:pt>
                <c:pt idx="93">
                  <c:v>43245.3649</c:v>
                </c:pt>
                <c:pt idx="94">
                  <c:v>39021.964399999997</c:v>
                </c:pt>
                <c:pt idx="95">
                  <c:v>39762.791700000002</c:v>
                </c:pt>
                <c:pt idx="96">
                  <c:v>40406.150600000001</c:v>
                </c:pt>
                <c:pt idx="97">
                  <c:v>39294.374000000003</c:v>
                </c:pt>
                <c:pt idx="98">
                  <c:v>41150.9133</c:v>
                </c:pt>
                <c:pt idx="99">
                  <c:v>42469.000699999997</c:v>
                </c:pt>
                <c:pt idx="100">
                  <c:v>42182.688699999999</c:v>
                </c:pt>
                <c:pt idx="101">
                  <c:v>39824.1656</c:v>
                </c:pt>
                <c:pt idx="102">
                  <c:v>39102.496599999999</c:v>
                </c:pt>
                <c:pt idx="103">
                  <c:v>39194.956400000003</c:v>
                </c:pt>
                <c:pt idx="104">
                  <c:v>39454.478799999997</c:v>
                </c:pt>
                <c:pt idx="105">
                  <c:v>39676.430200000003</c:v>
                </c:pt>
                <c:pt idx="106">
                  <c:v>42203.3226</c:v>
                </c:pt>
                <c:pt idx="107">
                  <c:v>43023.332799999996</c:v>
                </c:pt>
                <c:pt idx="108">
                  <c:v>42838.082399999999</c:v>
                </c:pt>
                <c:pt idx="109">
                  <c:v>40378.779300000002</c:v>
                </c:pt>
                <c:pt idx="110">
                  <c:v>39958.253299999997</c:v>
                </c:pt>
                <c:pt idx="111">
                  <c:v>38277.398999999998</c:v>
                </c:pt>
                <c:pt idx="112">
                  <c:v>39844.080999999998</c:v>
                </c:pt>
                <c:pt idx="113">
                  <c:v>42769.279900000001</c:v>
                </c:pt>
                <c:pt idx="114">
                  <c:v>42958.583899999998</c:v>
                </c:pt>
                <c:pt idx="115">
                  <c:v>38973.342299999997</c:v>
                </c:pt>
                <c:pt idx="116">
                  <c:v>40207.304400000001</c:v>
                </c:pt>
                <c:pt idx="117">
                  <c:v>40781.013299999999</c:v>
                </c:pt>
                <c:pt idx="118">
                  <c:v>39782.711799999997</c:v>
                </c:pt>
                <c:pt idx="119">
                  <c:v>40935.431199999999</c:v>
                </c:pt>
                <c:pt idx="120">
                  <c:v>42338.536599999999</c:v>
                </c:pt>
                <c:pt idx="121">
                  <c:v>43679.145199999999</c:v>
                </c:pt>
                <c:pt idx="122">
                  <c:v>41980.813800000004</c:v>
                </c:pt>
                <c:pt idx="123">
                  <c:v>40688.833299999998</c:v>
                </c:pt>
                <c:pt idx="124">
                  <c:v>41259.220800000003</c:v>
                </c:pt>
                <c:pt idx="125">
                  <c:v>40184.386400000003</c:v>
                </c:pt>
                <c:pt idx="126">
                  <c:v>40836.749900000003</c:v>
                </c:pt>
                <c:pt idx="127">
                  <c:v>43407.943099999997</c:v>
                </c:pt>
                <c:pt idx="128">
                  <c:v>43060.531999999999</c:v>
                </c:pt>
                <c:pt idx="129">
                  <c:v>40111.093999999997</c:v>
                </c:pt>
                <c:pt idx="130">
                  <c:v>40593.855499999998</c:v>
                </c:pt>
                <c:pt idx="131">
                  <c:v>40908.005100000002</c:v>
                </c:pt>
                <c:pt idx="132">
                  <c:v>41203.846899999997</c:v>
                </c:pt>
                <c:pt idx="133">
                  <c:v>41420.0452</c:v>
                </c:pt>
                <c:pt idx="134">
                  <c:v>41912.585500000001</c:v>
                </c:pt>
                <c:pt idx="135">
                  <c:v>44137.090300000003</c:v>
                </c:pt>
                <c:pt idx="136">
                  <c:v>40867.088199999998</c:v>
                </c:pt>
                <c:pt idx="137">
                  <c:v>40956.025099999999</c:v>
                </c:pt>
                <c:pt idx="138">
                  <c:v>44798.175199999998</c:v>
                </c:pt>
                <c:pt idx="139">
                  <c:v>41805.3986</c:v>
                </c:pt>
                <c:pt idx="140">
                  <c:v>41961.289799999999</c:v>
                </c:pt>
                <c:pt idx="141">
                  <c:v>42130.106399999997</c:v>
                </c:pt>
                <c:pt idx="142">
                  <c:v>42795.771699999998</c:v>
                </c:pt>
                <c:pt idx="143">
                  <c:v>40539.994299999998</c:v>
                </c:pt>
                <c:pt idx="144">
                  <c:v>40704.209799999997</c:v>
                </c:pt>
                <c:pt idx="145">
                  <c:v>41302.485999999997</c:v>
                </c:pt>
                <c:pt idx="146">
                  <c:v>41238.074500000002</c:v>
                </c:pt>
                <c:pt idx="147">
                  <c:v>42083.984199999999</c:v>
                </c:pt>
                <c:pt idx="148">
                  <c:v>42714.017399999997</c:v>
                </c:pt>
                <c:pt idx="149">
                  <c:v>44115.574500000002</c:v>
                </c:pt>
                <c:pt idx="150">
                  <c:v>42207.544199999997</c:v>
                </c:pt>
                <c:pt idx="151">
                  <c:v>42753.329299999998</c:v>
                </c:pt>
                <c:pt idx="152">
                  <c:v>42014.656199999998</c:v>
                </c:pt>
                <c:pt idx="153">
                  <c:v>42627.471799999999</c:v>
                </c:pt>
                <c:pt idx="154">
                  <c:v>42392.686900000001</c:v>
                </c:pt>
                <c:pt idx="155">
                  <c:v>44274.1587</c:v>
                </c:pt>
                <c:pt idx="156">
                  <c:v>44219.230300000003</c:v>
                </c:pt>
                <c:pt idx="157">
                  <c:v>42167.332399999999</c:v>
                </c:pt>
                <c:pt idx="158">
                  <c:v>43325.331400000003</c:v>
                </c:pt>
                <c:pt idx="159">
                  <c:v>43660.952100000002</c:v>
                </c:pt>
                <c:pt idx="160">
                  <c:v>41643.529000000002</c:v>
                </c:pt>
                <c:pt idx="161">
                  <c:v>35085.506000000001</c:v>
                </c:pt>
                <c:pt idx="162">
                  <c:v>39859.356200000002</c:v>
                </c:pt>
                <c:pt idx="163">
                  <c:v>41182.595500000003</c:v>
                </c:pt>
                <c:pt idx="164">
                  <c:v>43481.2883</c:v>
                </c:pt>
                <c:pt idx="165">
                  <c:v>44146.9902</c:v>
                </c:pt>
                <c:pt idx="166">
                  <c:v>45137.5602</c:v>
                </c:pt>
                <c:pt idx="167">
                  <c:v>47381.839399999997</c:v>
                </c:pt>
                <c:pt idx="168">
                  <c:v>45016.826699999998</c:v>
                </c:pt>
                <c:pt idx="169">
                  <c:v>45421.3249</c:v>
                </c:pt>
                <c:pt idx="170">
                  <c:v>45393.373899999999</c:v>
                </c:pt>
                <c:pt idx="171">
                  <c:v>43687.063399999999</c:v>
                </c:pt>
                <c:pt idx="172">
                  <c:v>44542.807699999998</c:v>
                </c:pt>
                <c:pt idx="173">
                  <c:v>44193.272700000001</c:v>
                </c:pt>
                <c:pt idx="174">
                  <c:v>44461.736799999999</c:v>
                </c:pt>
                <c:pt idx="175">
                  <c:v>44467.580199999997</c:v>
                </c:pt>
                <c:pt idx="176">
                  <c:v>45634.942999999999</c:v>
                </c:pt>
                <c:pt idx="177">
                  <c:v>46116.079100000003</c:v>
                </c:pt>
                <c:pt idx="178">
                  <c:v>42303.194799999997</c:v>
                </c:pt>
                <c:pt idx="179">
                  <c:v>42896.975899999998</c:v>
                </c:pt>
                <c:pt idx="180">
                  <c:v>43725.5452</c:v>
                </c:pt>
                <c:pt idx="181">
                  <c:v>44203.975100000003</c:v>
                </c:pt>
                <c:pt idx="182">
                  <c:v>45121.154699999999</c:v>
                </c:pt>
                <c:pt idx="183">
                  <c:v>45435.910400000001</c:v>
                </c:pt>
                <c:pt idx="184">
                  <c:v>46320.4156</c:v>
                </c:pt>
                <c:pt idx="185">
                  <c:v>43841.822699999997</c:v>
                </c:pt>
                <c:pt idx="186">
                  <c:v>44615.944199999998</c:v>
                </c:pt>
                <c:pt idx="187">
                  <c:v>45349.496899999998</c:v>
                </c:pt>
                <c:pt idx="188">
                  <c:v>47406.358800000002</c:v>
                </c:pt>
                <c:pt idx="189">
                  <c:v>46559.642099999997</c:v>
                </c:pt>
                <c:pt idx="190">
                  <c:v>46792.569799999997</c:v>
                </c:pt>
                <c:pt idx="191">
                  <c:v>45917.815999999999</c:v>
                </c:pt>
                <c:pt idx="192">
                  <c:v>42904.114600000001</c:v>
                </c:pt>
                <c:pt idx="193">
                  <c:v>43979.753199999999</c:v>
                </c:pt>
                <c:pt idx="194">
                  <c:v>43509.003700000001</c:v>
                </c:pt>
                <c:pt idx="195">
                  <c:v>45745.767999999996</c:v>
                </c:pt>
                <c:pt idx="196">
                  <c:v>43669.377399999998</c:v>
                </c:pt>
                <c:pt idx="197">
                  <c:v>46090.338100000001</c:v>
                </c:pt>
                <c:pt idx="198">
                  <c:v>43861.364600000001</c:v>
                </c:pt>
                <c:pt idx="199">
                  <c:v>41989.113400000002</c:v>
                </c:pt>
                <c:pt idx="200">
                  <c:v>41936.800799999997</c:v>
                </c:pt>
                <c:pt idx="201">
                  <c:v>42480.626499999998</c:v>
                </c:pt>
                <c:pt idx="202">
                  <c:v>42638.131300000001</c:v>
                </c:pt>
                <c:pt idx="203">
                  <c:v>43507.294500000004</c:v>
                </c:pt>
                <c:pt idx="204">
                  <c:v>45016.332199999997</c:v>
                </c:pt>
                <c:pt idx="205">
                  <c:v>46146.892800000001</c:v>
                </c:pt>
                <c:pt idx="206">
                  <c:v>43704.3897</c:v>
                </c:pt>
                <c:pt idx="207">
                  <c:v>44044.733800000002</c:v>
                </c:pt>
                <c:pt idx="208">
                  <c:v>44604.136599999998</c:v>
                </c:pt>
                <c:pt idx="209">
                  <c:v>44979.655500000001</c:v>
                </c:pt>
                <c:pt idx="210">
                  <c:v>44981.984299999996</c:v>
                </c:pt>
                <c:pt idx="211">
                  <c:v>45087.688000000002</c:v>
                </c:pt>
                <c:pt idx="212">
                  <c:v>46074.113700000002</c:v>
                </c:pt>
                <c:pt idx="213">
                  <c:v>43755.343200000003</c:v>
                </c:pt>
                <c:pt idx="214">
                  <c:v>43481.7621</c:v>
                </c:pt>
                <c:pt idx="215">
                  <c:v>42759.846899999997</c:v>
                </c:pt>
                <c:pt idx="216">
                  <c:v>43632.470999999998</c:v>
                </c:pt>
                <c:pt idx="217">
                  <c:v>42918.052799999998</c:v>
                </c:pt>
                <c:pt idx="218">
                  <c:v>45082.575100000002</c:v>
                </c:pt>
                <c:pt idx="219">
                  <c:v>45252.481099999997</c:v>
                </c:pt>
                <c:pt idx="220">
                  <c:v>43237.372100000001</c:v>
                </c:pt>
                <c:pt idx="221">
                  <c:v>44503.831200000001</c:v>
                </c:pt>
                <c:pt idx="222">
                  <c:v>44154.167999999998</c:v>
                </c:pt>
                <c:pt idx="223">
                  <c:v>43592.697699999997</c:v>
                </c:pt>
                <c:pt idx="224">
                  <c:v>44044.21</c:v>
                </c:pt>
                <c:pt idx="225">
                  <c:v>46209.768199999999</c:v>
                </c:pt>
                <c:pt idx="226">
                  <c:v>47132.733699999997</c:v>
                </c:pt>
                <c:pt idx="227">
                  <c:v>42723.240599999997</c:v>
                </c:pt>
                <c:pt idx="228">
                  <c:v>43685.419199999997</c:v>
                </c:pt>
                <c:pt idx="229">
                  <c:v>47198.808199999999</c:v>
                </c:pt>
                <c:pt idx="230">
                  <c:v>43709.589899999999</c:v>
                </c:pt>
                <c:pt idx="231">
                  <c:v>44141.900699999998</c:v>
                </c:pt>
                <c:pt idx="232">
                  <c:v>45713.200900000003</c:v>
                </c:pt>
                <c:pt idx="233">
                  <c:v>46984.95</c:v>
                </c:pt>
                <c:pt idx="234">
                  <c:v>43287.312700000002</c:v>
                </c:pt>
                <c:pt idx="235">
                  <c:v>43129.068299999999</c:v>
                </c:pt>
                <c:pt idx="236">
                  <c:v>43271.875099999997</c:v>
                </c:pt>
                <c:pt idx="237">
                  <c:v>44434.807800000002</c:v>
                </c:pt>
                <c:pt idx="238">
                  <c:v>44847.450599999996</c:v>
                </c:pt>
                <c:pt idx="239">
                  <c:v>46832.185599999997</c:v>
                </c:pt>
                <c:pt idx="240">
                  <c:v>48036.509599999998</c:v>
                </c:pt>
                <c:pt idx="241">
                  <c:v>46059.959199999998</c:v>
                </c:pt>
                <c:pt idx="242">
                  <c:v>45257.577799999999</c:v>
                </c:pt>
                <c:pt idx="243">
                  <c:v>45004.281799999997</c:v>
                </c:pt>
                <c:pt idx="244">
                  <c:v>45563.282800000001</c:v>
                </c:pt>
                <c:pt idx="245">
                  <c:v>45435.700900000003</c:v>
                </c:pt>
                <c:pt idx="246">
                  <c:v>44547.657299999999</c:v>
                </c:pt>
                <c:pt idx="247">
                  <c:v>47471.304600000003</c:v>
                </c:pt>
                <c:pt idx="248">
                  <c:v>44455.414400000001</c:v>
                </c:pt>
                <c:pt idx="249">
                  <c:v>45637.239699999998</c:v>
                </c:pt>
                <c:pt idx="250">
                  <c:v>45673.4</c:v>
                </c:pt>
                <c:pt idx="251">
                  <c:v>45348.952100000002</c:v>
                </c:pt>
                <c:pt idx="252">
                  <c:v>46146.9395</c:v>
                </c:pt>
                <c:pt idx="253">
                  <c:v>47126.308799999999</c:v>
                </c:pt>
                <c:pt idx="254">
                  <c:v>47487.549500000001</c:v>
                </c:pt>
                <c:pt idx="255">
                  <c:v>48182.114200000004</c:v>
                </c:pt>
                <c:pt idx="256">
                  <c:v>45170.0749</c:v>
                </c:pt>
                <c:pt idx="257">
                  <c:v>45414.448900000003</c:v>
                </c:pt>
                <c:pt idx="258">
                  <c:v>45746.953300000001</c:v>
                </c:pt>
                <c:pt idx="259">
                  <c:v>46131.795899999997</c:v>
                </c:pt>
                <c:pt idx="260">
                  <c:v>46987.622199999998</c:v>
                </c:pt>
                <c:pt idx="261">
                  <c:v>48593.910900000003</c:v>
                </c:pt>
                <c:pt idx="262">
                  <c:v>45164.931299999997</c:v>
                </c:pt>
                <c:pt idx="263">
                  <c:v>44525.349300000002</c:v>
                </c:pt>
                <c:pt idx="264">
                  <c:v>43225.895600000003</c:v>
                </c:pt>
                <c:pt idx="265">
                  <c:v>45543.500599999999</c:v>
                </c:pt>
                <c:pt idx="266">
                  <c:v>45438.5959</c:v>
                </c:pt>
                <c:pt idx="267">
                  <c:v>47265.134400000003</c:v>
                </c:pt>
                <c:pt idx="268">
                  <c:v>47290.368300000002</c:v>
                </c:pt>
                <c:pt idx="269">
                  <c:v>44550.9951</c:v>
                </c:pt>
                <c:pt idx="270">
                  <c:v>45266.2791</c:v>
                </c:pt>
                <c:pt idx="271">
                  <c:v>47616.181199999999</c:v>
                </c:pt>
                <c:pt idx="272">
                  <c:v>45635.612699999998</c:v>
                </c:pt>
                <c:pt idx="273">
                  <c:v>46062.255400000002</c:v>
                </c:pt>
                <c:pt idx="274">
                  <c:v>47489.345399999998</c:v>
                </c:pt>
                <c:pt idx="275">
                  <c:v>48233.475700000003</c:v>
                </c:pt>
                <c:pt idx="276">
                  <c:v>45186.775800000003</c:v>
                </c:pt>
                <c:pt idx="277">
                  <c:v>46677.223299999998</c:v>
                </c:pt>
                <c:pt idx="278">
                  <c:v>47869.327499999999</c:v>
                </c:pt>
                <c:pt idx="279">
                  <c:v>45746.751600000003</c:v>
                </c:pt>
                <c:pt idx="280">
                  <c:v>46217.489099999999</c:v>
                </c:pt>
                <c:pt idx="281">
                  <c:v>47940.176399999997</c:v>
                </c:pt>
                <c:pt idx="282">
                  <c:v>47947.496800000001</c:v>
                </c:pt>
                <c:pt idx="283">
                  <c:v>45870.011100000003</c:v>
                </c:pt>
                <c:pt idx="284">
                  <c:v>45569.987300000001</c:v>
                </c:pt>
                <c:pt idx="285">
                  <c:v>49041.578399999999</c:v>
                </c:pt>
                <c:pt idx="286">
                  <c:v>45047.442799999997</c:v>
                </c:pt>
                <c:pt idx="287">
                  <c:v>47819.359700000001</c:v>
                </c:pt>
                <c:pt idx="288">
                  <c:v>47908.352299999999</c:v>
                </c:pt>
                <c:pt idx="289">
                  <c:v>48543.677000000003</c:v>
                </c:pt>
                <c:pt idx="290">
                  <c:v>44375.349300000002</c:v>
                </c:pt>
                <c:pt idx="291">
                  <c:v>44977.505100000002</c:v>
                </c:pt>
                <c:pt idx="292">
                  <c:v>45765.890200000002</c:v>
                </c:pt>
                <c:pt idx="293">
                  <c:v>45468.961600000002</c:v>
                </c:pt>
                <c:pt idx="294">
                  <c:v>45846.920599999998</c:v>
                </c:pt>
                <c:pt idx="295">
                  <c:v>47020.799400000004</c:v>
                </c:pt>
                <c:pt idx="296">
                  <c:v>48176.4156</c:v>
                </c:pt>
                <c:pt idx="297">
                  <c:v>50438.380700000002</c:v>
                </c:pt>
                <c:pt idx="298">
                  <c:v>51682.507700000002</c:v>
                </c:pt>
                <c:pt idx="299">
                  <c:v>48728.079299999998</c:v>
                </c:pt>
                <c:pt idx="300">
                  <c:v>48805.782700000003</c:v>
                </c:pt>
                <c:pt idx="301">
                  <c:v>49819.269</c:v>
                </c:pt>
                <c:pt idx="302">
                  <c:v>47673.370600000002</c:v>
                </c:pt>
                <c:pt idx="303">
                  <c:v>47006.728499999997</c:v>
                </c:pt>
                <c:pt idx="304">
                  <c:v>45937.834600000002</c:v>
                </c:pt>
                <c:pt idx="305">
                  <c:v>47077.173600000002</c:v>
                </c:pt>
                <c:pt idx="306">
                  <c:v>46517.966999999997</c:v>
                </c:pt>
                <c:pt idx="307">
                  <c:v>46354.582000000002</c:v>
                </c:pt>
                <c:pt idx="308">
                  <c:v>47221.214399999997</c:v>
                </c:pt>
                <c:pt idx="309">
                  <c:v>49458.162600000003</c:v>
                </c:pt>
                <c:pt idx="310">
                  <c:v>48447.157500000001</c:v>
                </c:pt>
                <c:pt idx="311">
                  <c:v>46691.393799999998</c:v>
                </c:pt>
                <c:pt idx="312">
                  <c:v>47417.818399999996</c:v>
                </c:pt>
                <c:pt idx="313">
                  <c:v>47014.903599999998</c:v>
                </c:pt>
                <c:pt idx="314">
                  <c:v>46408.192499999997</c:v>
                </c:pt>
                <c:pt idx="315">
                  <c:v>52581.3963</c:v>
                </c:pt>
                <c:pt idx="316">
                  <c:v>50561.445399999997</c:v>
                </c:pt>
                <c:pt idx="317">
                  <c:v>50100.482100000001</c:v>
                </c:pt>
                <c:pt idx="318">
                  <c:v>46783.041299999997</c:v>
                </c:pt>
                <c:pt idx="319">
                  <c:v>46494.585500000001</c:v>
                </c:pt>
                <c:pt idx="320">
                  <c:v>46371.349199999997</c:v>
                </c:pt>
                <c:pt idx="321">
                  <c:v>46320.301399999997</c:v>
                </c:pt>
                <c:pt idx="322">
                  <c:v>47029.615899999997</c:v>
                </c:pt>
                <c:pt idx="323">
                  <c:v>49087.642599999999</c:v>
                </c:pt>
                <c:pt idx="324">
                  <c:v>49674.450100000002</c:v>
                </c:pt>
                <c:pt idx="325">
                  <c:v>46249.607799999998</c:v>
                </c:pt>
                <c:pt idx="326">
                  <c:v>47260.729299999999</c:v>
                </c:pt>
                <c:pt idx="327">
                  <c:v>49784.595099999999</c:v>
                </c:pt>
                <c:pt idx="328">
                  <c:v>47470.8917</c:v>
                </c:pt>
                <c:pt idx="329">
                  <c:v>48408.406000000003</c:v>
                </c:pt>
                <c:pt idx="330">
                  <c:v>50405.308299999997</c:v>
                </c:pt>
                <c:pt idx="331">
                  <c:v>50371.503100000002</c:v>
                </c:pt>
                <c:pt idx="332">
                  <c:v>46751.623299999999</c:v>
                </c:pt>
                <c:pt idx="333">
                  <c:v>46752.796799999996</c:v>
                </c:pt>
                <c:pt idx="334">
                  <c:v>46471.397199999999</c:v>
                </c:pt>
                <c:pt idx="335">
                  <c:v>46389.730100000001</c:v>
                </c:pt>
                <c:pt idx="336">
                  <c:v>50248.918599999997</c:v>
                </c:pt>
                <c:pt idx="337">
                  <c:v>49700.289199999999</c:v>
                </c:pt>
                <c:pt idx="338">
                  <c:v>50930.229200000002</c:v>
                </c:pt>
                <c:pt idx="339">
                  <c:v>46587.199999999997</c:v>
                </c:pt>
                <c:pt idx="340">
                  <c:v>47083.979200000002</c:v>
                </c:pt>
                <c:pt idx="341">
                  <c:v>48521.764999999999</c:v>
                </c:pt>
                <c:pt idx="342">
                  <c:v>50862.238400000002</c:v>
                </c:pt>
                <c:pt idx="343">
                  <c:v>48411.671999999999</c:v>
                </c:pt>
                <c:pt idx="344">
                  <c:v>47133.955399999999</c:v>
                </c:pt>
                <c:pt idx="345">
                  <c:v>51871.529199999997</c:v>
                </c:pt>
                <c:pt idx="346">
                  <c:v>48235.512499999997</c:v>
                </c:pt>
                <c:pt idx="347">
                  <c:v>48394.195800000001</c:v>
                </c:pt>
                <c:pt idx="348">
                  <c:v>48408.114699999998</c:v>
                </c:pt>
                <c:pt idx="349">
                  <c:v>48320.645900000003</c:v>
                </c:pt>
                <c:pt idx="350">
                  <c:v>47237.881399999998</c:v>
                </c:pt>
                <c:pt idx="351">
                  <c:v>50052.039100000002</c:v>
                </c:pt>
                <c:pt idx="352">
                  <c:v>50788.184399999998</c:v>
                </c:pt>
                <c:pt idx="353">
                  <c:v>46952.011400000003</c:v>
                </c:pt>
                <c:pt idx="354">
                  <c:v>46341.539599999996</c:v>
                </c:pt>
                <c:pt idx="355">
                  <c:v>46317.7016</c:v>
                </c:pt>
                <c:pt idx="356">
                  <c:v>45674.147100000002</c:v>
                </c:pt>
                <c:pt idx="357">
                  <c:v>46159.484900000003</c:v>
                </c:pt>
                <c:pt idx="358">
                  <c:v>50214.5363</c:v>
                </c:pt>
                <c:pt idx="359">
                  <c:v>50437.0219</c:v>
                </c:pt>
                <c:pt idx="360">
                  <c:v>47924.850400000003</c:v>
                </c:pt>
                <c:pt idx="361">
                  <c:v>47312.315399999999</c:v>
                </c:pt>
                <c:pt idx="362">
                  <c:v>47220.168400000002</c:v>
                </c:pt>
                <c:pt idx="363">
                  <c:v>48581.072699999997</c:v>
                </c:pt>
                <c:pt idx="364">
                  <c:v>48346.196400000001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7BF-4175-8D26-919E8902E1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6420303"/>
        <c:axId val="2026414063"/>
      </c:lineChart>
      <c:lineChart>
        <c:grouping val="standard"/>
        <c:varyColors val="0"/>
        <c:ser>
          <c:idx val="5"/>
          <c:order val="5"/>
          <c:tx>
            <c:strRef>
              <c:f>'4G Data'!$G$1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'4G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'4G Data'!$G$2:$G$366</c:f>
              <c:numCache>
                <c:formatCode>General</c:formatCode>
                <c:ptCount val="365"/>
                <c:pt idx="0">
                  <c:v>1305537.4724000001</c:v>
                </c:pt>
                <c:pt idx="1">
                  <c:v>1330382.1155999999</c:v>
                </c:pt>
                <c:pt idx="2">
                  <c:v>1345272.1783</c:v>
                </c:pt>
                <c:pt idx="3">
                  <c:v>1266875.9389</c:v>
                </c:pt>
                <c:pt idx="4">
                  <c:v>1284094.8059</c:v>
                </c:pt>
                <c:pt idx="5">
                  <c:v>1288066.9256</c:v>
                </c:pt>
                <c:pt idx="6">
                  <c:v>1300020.5777</c:v>
                </c:pt>
                <c:pt idx="7">
                  <c:v>1314542.463</c:v>
                </c:pt>
                <c:pt idx="8">
                  <c:v>1349257.9550000001</c:v>
                </c:pt>
                <c:pt idx="9">
                  <c:v>1357171.2307</c:v>
                </c:pt>
                <c:pt idx="10">
                  <c:v>1275322.335</c:v>
                </c:pt>
                <c:pt idx="11">
                  <c:v>1292997.6643999999</c:v>
                </c:pt>
                <c:pt idx="12">
                  <c:v>1301046.1207000001</c:v>
                </c:pt>
                <c:pt idx="13">
                  <c:v>1292366.0205999999</c:v>
                </c:pt>
                <c:pt idx="14">
                  <c:v>1298363.1122000001</c:v>
                </c:pt>
                <c:pt idx="15">
                  <c:v>1349352.1466999999</c:v>
                </c:pt>
                <c:pt idx="16">
                  <c:v>1335277.0741999999</c:v>
                </c:pt>
                <c:pt idx="17">
                  <c:v>1267017.1756</c:v>
                </c:pt>
                <c:pt idx="18">
                  <c:v>1299633.2383000001</c:v>
                </c:pt>
                <c:pt idx="19">
                  <c:v>1281845.2131000001</c:v>
                </c:pt>
                <c:pt idx="20">
                  <c:v>1395702.7117000001</c:v>
                </c:pt>
                <c:pt idx="21">
                  <c:v>1303001.9746999999</c:v>
                </c:pt>
                <c:pt idx="22">
                  <c:v>1342337.2893000001</c:v>
                </c:pt>
                <c:pt idx="23">
                  <c:v>1363963.1392999999</c:v>
                </c:pt>
                <c:pt idx="24">
                  <c:v>1278039.078</c:v>
                </c:pt>
                <c:pt idx="25">
                  <c:v>1289577.1436999999</c:v>
                </c:pt>
                <c:pt idx="26">
                  <c:v>1297646.6891999999</c:v>
                </c:pt>
                <c:pt idx="27">
                  <c:v>1294538.0249000001</c:v>
                </c:pt>
                <c:pt idx="28">
                  <c:v>1306357.7709999999</c:v>
                </c:pt>
                <c:pt idx="29">
                  <c:v>1343588.0131999999</c:v>
                </c:pt>
                <c:pt idx="30">
                  <c:v>1369266.9402999999</c:v>
                </c:pt>
                <c:pt idx="31">
                  <c:v>1297025.9909000001</c:v>
                </c:pt>
                <c:pt idx="32">
                  <c:v>1309131.2566</c:v>
                </c:pt>
                <c:pt idx="33">
                  <c:v>1283605.1928999999</c:v>
                </c:pt>
                <c:pt idx="34">
                  <c:v>1304845.3663000001</c:v>
                </c:pt>
                <c:pt idx="35">
                  <c:v>1324117.9051000001</c:v>
                </c:pt>
                <c:pt idx="36">
                  <c:v>1361666.8006</c:v>
                </c:pt>
                <c:pt idx="37">
                  <c:v>1378672.7217999999</c:v>
                </c:pt>
                <c:pt idx="38">
                  <c:v>1312095.297</c:v>
                </c:pt>
                <c:pt idx="39">
                  <c:v>1322717.5360999999</c:v>
                </c:pt>
                <c:pt idx="40">
                  <c:v>1347912.2224000001</c:v>
                </c:pt>
                <c:pt idx="41">
                  <c:v>1335598.2583999999</c:v>
                </c:pt>
                <c:pt idx="42">
                  <c:v>1316258.2242000001</c:v>
                </c:pt>
                <c:pt idx="43">
                  <c:v>1367825.8695</c:v>
                </c:pt>
                <c:pt idx="44">
                  <c:v>1412540.9269000001</c:v>
                </c:pt>
                <c:pt idx="45">
                  <c:v>1314524.9868000001</c:v>
                </c:pt>
                <c:pt idx="46">
                  <c:v>1295110.828</c:v>
                </c:pt>
                <c:pt idx="47">
                  <c:v>1257497.5458</c:v>
                </c:pt>
                <c:pt idx="48">
                  <c:v>1329648.5837000001</c:v>
                </c:pt>
                <c:pt idx="49">
                  <c:v>1440166.1133999999</c:v>
                </c:pt>
                <c:pt idx="50">
                  <c:v>1392315.5932</c:v>
                </c:pt>
                <c:pt idx="51">
                  <c:v>1397787.0730999999</c:v>
                </c:pt>
                <c:pt idx="52">
                  <c:v>1360227.0869</c:v>
                </c:pt>
                <c:pt idx="53">
                  <c:v>1353916.0385</c:v>
                </c:pt>
                <c:pt idx="54">
                  <c:v>1369442.7905999999</c:v>
                </c:pt>
                <c:pt idx="55">
                  <c:v>1370005.4580999999</c:v>
                </c:pt>
                <c:pt idx="56">
                  <c:v>1379272.2955</c:v>
                </c:pt>
                <c:pt idx="57">
                  <c:v>1395897.8631</c:v>
                </c:pt>
                <c:pt idx="58">
                  <c:v>1416233.4027</c:v>
                </c:pt>
                <c:pt idx="59">
                  <c:v>1345539.5999</c:v>
                </c:pt>
                <c:pt idx="60">
                  <c:v>1342210.1324</c:v>
                </c:pt>
                <c:pt idx="61">
                  <c:v>1344699.4434</c:v>
                </c:pt>
                <c:pt idx="62">
                  <c:v>1351174.3099</c:v>
                </c:pt>
                <c:pt idx="63">
                  <c:v>1349666.2246999999</c:v>
                </c:pt>
                <c:pt idx="64">
                  <c:v>1401207.7764000001</c:v>
                </c:pt>
                <c:pt idx="65">
                  <c:v>1412190.2496</c:v>
                </c:pt>
                <c:pt idx="66">
                  <c:v>1329056.8658</c:v>
                </c:pt>
                <c:pt idx="67">
                  <c:v>1351316.6802000001</c:v>
                </c:pt>
                <c:pt idx="68">
                  <c:v>1336530.6850000001</c:v>
                </c:pt>
                <c:pt idx="69">
                  <c:v>1347716.0377</c:v>
                </c:pt>
                <c:pt idx="70">
                  <c:v>1369497.5292</c:v>
                </c:pt>
                <c:pt idx="71">
                  <c:v>1407905.8647</c:v>
                </c:pt>
                <c:pt idx="72">
                  <c:v>1432376.415</c:v>
                </c:pt>
                <c:pt idx="73">
                  <c:v>1330927.9998999999</c:v>
                </c:pt>
                <c:pt idx="74">
                  <c:v>1322458.4101</c:v>
                </c:pt>
                <c:pt idx="75">
                  <c:v>1344700.1033000001</c:v>
                </c:pt>
                <c:pt idx="76">
                  <c:v>1343931.5190999999</c:v>
                </c:pt>
                <c:pt idx="77">
                  <c:v>1428669.446</c:v>
                </c:pt>
                <c:pt idx="78">
                  <c:v>1400545.9565000001</c:v>
                </c:pt>
                <c:pt idx="79">
                  <c:v>1448713.3259000001</c:v>
                </c:pt>
                <c:pt idx="80">
                  <c:v>1338530.4006000001</c:v>
                </c:pt>
                <c:pt idx="81">
                  <c:v>1345651.98</c:v>
                </c:pt>
                <c:pt idx="82">
                  <c:v>1356876.3994</c:v>
                </c:pt>
                <c:pt idx="83">
                  <c:v>1368395.2546000001</c:v>
                </c:pt>
                <c:pt idx="84">
                  <c:v>1385546.3722999999</c:v>
                </c:pt>
                <c:pt idx="85">
                  <c:v>1454128.4790000001</c:v>
                </c:pt>
                <c:pt idx="86">
                  <c:v>1453019.8914999999</c:v>
                </c:pt>
                <c:pt idx="87">
                  <c:v>1380957.3640999999</c:v>
                </c:pt>
                <c:pt idx="88">
                  <c:v>1387113.0296</c:v>
                </c:pt>
                <c:pt idx="89">
                  <c:v>1403740.9512</c:v>
                </c:pt>
                <c:pt idx="90">
                  <c:v>1427400.8785000001</c:v>
                </c:pt>
                <c:pt idx="91">
                  <c:v>1414423.9284000001</c:v>
                </c:pt>
                <c:pt idx="92">
                  <c:v>1474769.1801</c:v>
                </c:pt>
                <c:pt idx="93">
                  <c:v>1468572.2546000001</c:v>
                </c:pt>
                <c:pt idx="94">
                  <c:v>1357789.7023</c:v>
                </c:pt>
                <c:pt idx="95">
                  <c:v>1386543.7664999999</c:v>
                </c:pt>
                <c:pt idx="96">
                  <c:v>1395403.3049999999</c:v>
                </c:pt>
                <c:pt idx="97">
                  <c:v>1353018.3899000001</c:v>
                </c:pt>
                <c:pt idx="98">
                  <c:v>1428955.9953000001</c:v>
                </c:pt>
                <c:pt idx="99">
                  <c:v>1451040.1302</c:v>
                </c:pt>
                <c:pt idx="100">
                  <c:v>1469190.3669</c:v>
                </c:pt>
                <c:pt idx="101">
                  <c:v>1373970.277</c:v>
                </c:pt>
                <c:pt idx="102">
                  <c:v>1379955.6254</c:v>
                </c:pt>
                <c:pt idx="103">
                  <c:v>1383006.2638999999</c:v>
                </c:pt>
                <c:pt idx="104">
                  <c:v>1389448.0360000001</c:v>
                </c:pt>
                <c:pt idx="105">
                  <c:v>1405972.1006</c:v>
                </c:pt>
                <c:pt idx="106">
                  <c:v>1443614.5115</c:v>
                </c:pt>
                <c:pt idx="107">
                  <c:v>1449044.0024999999</c:v>
                </c:pt>
                <c:pt idx="108">
                  <c:v>1462647.9013</c:v>
                </c:pt>
                <c:pt idx="109">
                  <c:v>1382128.2307</c:v>
                </c:pt>
                <c:pt idx="110">
                  <c:v>1387002.3646</c:v>
                </c:pt>
                <c:pt idx="111">
                  <c:v>1353173.3788999999</c:v>
                </c:pt>
                <c:pt idx="112">
                  <c:v>1392248.8861</c:v>
                </c:pt>
                <c:pt idx="113">
                  <c:v>1470777.7844</c:v>
                </c:pt>
                <c:pt idx="114">
                  <c:v>1469867.0238000001</c:v>
                </c:pt>
                <c:pt idx="115">
                  <c:v>1373051.8840999999</c:v>
                </c:pt>
                <c:pt idx="116">
                  <c:v>1386264.0952999999</c:v>
                </c:pt>
                <c:pt idx="117">
                  <c:v>1393241.4386</c:v>
                </c:pt>
                <c:pt idx="118">
                  <c:v>1384543.7161999999</c:v>
                </c:pt>
                <c:pt idx="119">
                  <c:v>1403821.6266999999</c:v>
                </c:pt>
                <c:pt idx="120">
                  <c:v>1445236.3744999999</c:v>
                </c:pt>
                <c:pt idx="121">
                  <c:v>1475781.7519</c:v>
                </c:pt>
                <c:pt idx="122">
                  <c:v>1467213.4393</c:v>
                </c:pt>
                <c:pt idx="123">
                  <c:v>1422530.0367000001</c:v>
                </c:pt>
                <c:pt idx="124">
                  <c:v>1410653.2971999999</c:v>
                </c:pt>
                <c:pt idx="125">
                  <c:v>1407533.4787999999</c:v>
                </c:pt>
                <c:pt idx="126">
                  <c:v>1426690.1151999999</c:v>
                </c:pt>
                <c:pt idx="127">
                  <c:v>1490518.0929</c:v>
                </c:pt>
                <c:pt idx="128">
                  <c:v>1473227.6118000001</c:v>
                </c:pt>
                <c:pt idx="129">
                  <c:v>1382252.0978999999</c:v>
                </c:pt>
                <c:pt idx="130">
                  <c:v>1421393.5972</c:v>
                </c:pt>
                <c:pt idx="131">
                  <c:v>1436130.2759</c:v>
                </c:pt>
                <c:pt idx="132">
                  <c:v>1444152.1943999999</c:v>
                </c:pt>
                <c:pt idx="133">
                  <c:v>1454937.4871</c:v>
                </c:pt>
                <c:pt idx="134">
                  <c:v>1490185.5484</c:v>
                </c:pt>
                <c:pt idx="135">
                  <c:v>1511205.1621000001</c:v>
                </c:pt>
                <c:pt idx="136">
                  <c:v>1424368.4993</c:v>
                </c:pt>
                <c:pt idx="137">
                  <c:v>1447171.1198</c:v>
                </c:pt>
                <c:pt idx="138">
                  <c:v>1560802.9794000001</c:v>
                </c:pt>
                <c:pt idx="139">
                  <c:v>1388488.7748</c:v>
                </c:pt>
                <c:pt idx="140">
                  <c:v>1478266.9698000001</c:v>
                </c:pt>
                <c:pt idx="141">
                  <c:v>1495924.8788999999</c:v>
                </c:pt>
                <c:pt idx="142">
                  <c:v>1508442.5218</c:v>
                </c:pt>
                <c:pt idx="143">
                  <c:v>1443584.2686999999</c:v>
                </c:pt>
                <c:pt idx="144">
                  <c:v>1468919.3419999999</c:v>
                </c:pt>
                <c:pt idx="145">
                  <c:v>1472255.6111999999</c:v>
                </c:pt>
                <c:pt idx="146">
                  <c:v>1474051.2971000001</c:v>
                </c:pt>
                <c:pt idx="147">
                  <c:v>1511327.3296000001</c:v>
                </c:pt>
                <c:pt idx="148">
                  <c:v>1493460.9742999999</c:v>
                </c:pt>
                <c:pt idx="149">
                  <c:v>1552456.8529999999</c:v>
                </c:pt>
                <c:pt idx="150">
                  <c:v>1483116.7080000001</c:v>
                </c:pt>
                <c:pt idx="151">
                  <c:v>1500601.7819000001</c:v>
                </c:pt>
                <c:pt idx="152">
                  <c:v>1496458.1187</c:v>
                </c:pt>
                <c:pt idx="153">
                  <c:v>1532253.5390999999</c:v>
                </c:pt>
                <c:pt idx="154">
                  <c:v>1520758.5448</c:v>
                </c:pt>
                <c:pt idx="155">
                  <c:v>1546535.1995000001</c:v>
                </c:pt>
                <c:pt idx="156">
                  <c:v>1569757.13</c:v>
                </c:pt>
                <c:pt idx="157">
                  <c:v>1492672.3998</c:v>
                </c:pt>
                <c:pt idx="158">
                  <c:v>1522339.2830000001</c:v>
                </c:pt>
                <c:pt idx="159">
                  <c:v>1505005.8562</c:v>
                </c:pt>
                <c:pt idx="160">
                  <c:v>1411531.6842</c:v>
                </c:pt>
                <c:pt idx="161">
                  <c:v>1087779.1143</c:v>
                </c:pt>
                <c:pt idx="162">
                  <c:v>1149220.5769</c:v>
                </c:pt>
                <c:pt idx="163">
                  <c:v>1270294.1819</c:v>
                </c:pt>
                <c:pt idx="164">
                  <c:v>1352013.1942</c:v>
                </c:pt>
                <c:pt idx="165">
                  <c:v>1380530.6679</c:v>
                </c:pt>
                <c:pt idx="166">
                  <c:v>1446672.1862999999</c:v>
                </c:pt>
                <c:pt idx="167">
                  <c:v>1537242.9387999999</c:v>
                </c:pt>
                <c:pt idx="168">
                  <c:v>1475448.0493999999</c:v>
                </c:pt>
                <c:pt idx="169">
                  <c:v>1524687.4302000001</c:v>
                </c:pt>
                <c:pt idx="170">
                  <c:v>1562880.4531</c:v>
                </c:pt>
                <c:pt idx="171">
                  <c:v>1518401.5433</c:v>
                </c:pt>
                <c:pt idx="172">
                  <c:v>1549469.4436000001</c:v>
                </c:pt>
                <c:pt idx="173">
                  <c:v>1556150.4154999999</c:v>
                </c:pt>
                <c:pt idx="174">
                  <c:v>1571872.2696</c:v>
                </c:pt>
                <c:pt idx="175">
                  <c:v>1565644.4447999999</c:v>
                </c:pt>
                <c:pt idx="176">
                  <c:v>1589805.7463</c:v>
                </c:pt>
                <c:pt idx="177">
                  <c:v>1608744.7527999999</c:v>
                </c:pt>
                <c:pt idx="178">
                  <c:v>1532669.9262000001</c:v>
                </c:pt>
                <c:pt idx="179">
                  <c:v>1543604.8141000001</c:v>
                </c:pt>
                <c:pt idx="180">
                  <c:v>1563626.997</c:v>
                </c:pt>
                <c:pt idx="181">
                  <c:v>1582652.686</c:v>
                </c:pt>
                <c:pt idx="182">
                  <c:v>1586656.5427999999</c:v>
                </c:pt>
                <c:pt idx="183">
                  <c:v>1601094.7566</c:v>
                </c:pt>
                <c:pt idx="184">
                  <c:v>1613719.6705</c:v>
                </c:pt>
                <c:pt idx="185">
                  <c:v>1539394.108</c:v>
                </c:pt>
                <c:pt idx="186">
                  <c:v>1552515.0459</c:v>
                </c:pt>
                <c:pt idx="187">
                  <c:v>1556083.9694999999</c:v>
                </c:pt>
                <c:pt idx="188">
                  <c:v>1624472.4495000001</c:v>
                </c:pt>
                <c:pt idx="189">
                  <c:v>1587987.0737999999</c:v>
                </c:pt>
                <c:pt idx="190">
                  <c:v>1588981.6924000001</c:v>
                </c:pt>
                <c:pt idx="191">
                  <c:v>1587704.1237000001</c:v>
                </c:pt>
                <c:pt idx="192">
                  <c:v>1553143.1887000001</c:v>
                </c:pt>
                <c:pt idx="193">
                  <c:v>1554034.9151999999</c:v>
                </c:pt>
                <c:pt idx="194">
                  <c:v>1523798.0159</c:v>
                </c:pt>
                <c:pt idx="195">
                  <c:v>1605040.3488</c:v>
                </c:pt>
                <c:pt idx="196">
                  <c:v>1525984.1897</c:v>
                </c:pt>
                <c:pt idx="197">
                  <c:v>1584569.5599</c:v>
                </c:pt>
                <c:pt idx="198">
                  <c:v>1543144.8887</c:v>
                </c:pt>
                <c:pt idx="199">
                  <c:v>1475052.7838999999</c:v>
                </c:pt>
                <c:pt idx="200">
                  <c:v>1499004.9672999999</c:v>
                </c:pt>
                <c:pt idx="201">
                  <c:v>1489758.8034999999</c:v>
                </c:pt>
                <c:pt idx="202">
                  <c:v>1509253.7307</c:v>
                </c:pt>
                <c:pt idx="203">
                  <c:v>1534891.0256000001</c:v>
                </c:pt>
                <c:pt idx="204">
                  <c:v>1565471.6732000001</c:v>
                </c:pt>
                <c:pt idx="205">
                  <c:v>1612511.1743999999</c:v>
                </c:pt>
                <c:pt idx="206">
                  <c:v>1552558.4010999999</c:v>
                </c:pt>
                <c:pt idx="207">
                  <c:v>1535541.5411</c:v>
                </c:pt>
                <c:pt idx="208">
                  <c:v>1570415.1083</c:v>
                </c:pt>
                <c:pt idx="209">
                  <c:v>1617521.2039000001</c:v>
                </c:pt>
                <c:pt idx="210">
                  <c:v>1575763.993</c:v>
                </c:pt>
                <c:pt idx="211">
                  <c:v>1592227.8288</c:v>
                </c:pt>
                <c:pt idx="212">
                  <c:v>1623045.8552999999</c:v>
                </c:pt>
                <c:pt idx="213">
                  <c:v>1553759.0286000001</c:v>
                </c:pt>
                <c:pt idx="214">
                  <c:v>1541193.4069000001</c:v>
                </c:pt>
                <c:pt idx="215">
                  <c:v>1517462.3100999999</c:v>
                </c:pt>
                <c:pt idx="216">
                  <c:v>1534136.1477000001</c:v>
                </c:pt>
                <c:pt idx="217">
                  <c:v>1546406.8177</c:v>
                </c:pt>
                <c:pt idx="218">
                  <c:v>1612216.5482999999</c:v>
                </c:pt>
                <c:pt idx="219">
                  <c:v>1618584.4791999999</c:v>
                </c:pt>
                <c:pt idx="220">
                  <c:v>1542217.6865999999</c:v>
                </c:pt>
                <c:pt idx="221">
                  <c:v>1576422.5889999999</c:v>
                </c:pt>
                <c:pt idx="222">
                  <c:v>1543181.2523000001</c:v>
                </c:pt>
                <c:pt idx="223">
                  <c:v>1553873.0393000001</c:v>
                </c:pt>
                <c:pt idx="224">
                  <c:v>1589820.5022</c:v>
                </c:pt>
                <c:pt idx="225">
                  <c:v>1634721.8901</c:v>
                </c:pt>
                <c:pt idx="226">
                  <c:v>1690233.855</c:v>
                </c:pt>
                <c:pt idx="227">
                  <c:v>1523954.5974000001</c:v>
                </c:pt>
                <c:pt idx="228">
                  <c:v>1552840.6163999999</c:v>
                </c:pt>
                <c:pt idx="229">
                  <c:v>1682256.0922000001</c:v>
                </c:pt>
                <c:pt idx="230">
                  <c:v>1553886.0007</c:v>
                </c:pt>
                <c:pt idx="231">
                  <c:v>1583331.1743000001</c:v>
                </c:pt>
                <c:pt idx="232">
                  <c:v>1637269.8896000001</c:v>
                </c:pt>
                <c:pt idx="233">
                  <c:v>1666278.6385999999</c:v>
                </c:pt>
                <c:pt idx="234">
                  <c:v>1536429.1926</c:v>
                </c:pt>
                <c:pt idx="235">
                  <c:v>1531100.9761000001</c:v>
                </c:pt>
                <c:pt idx="236">
                  <c:v>1556587.2492</c:v>
                </c:pt>
                <c:pt idx="237">
                  <c:v>1602865.8854</c:v>
                </c:pt>
                <c:pt idx="238">
                  <c:v>1606020.2459</c:v>
                </c:pt>
                <c:pt idx="239">
                  <c:v>1675932.5811000001</c:v>
                </c:pt>
                <c:pt idx="240">
                  <c:v>1695807.3917</c:v>
                </c:pt>
                <c:pt idx="241">
                  <c:v>1632357.0626000001</c:v>
                </c:pt>
                <c:pt idx="242">
                  <c:v>1614525.6170999999</c:v>
                </c:pt>
                <c:pt idx="243">
                  <c:v>1616201.7196</c:v>
                </c:pt>
                <c:pt idx="244">
                  <c:v>1649121.6828999999</c:v>
                </c:pt>
                <c:pt idx="245">
                  <c:v>1615787.6137999999</c:v>
                </c:pt>
                <c:pt idx="246">
                  <c:v>1637758.2265000001</c:v>
                </c:pt>
                <c:pt idx="247">
                  <c:v>1714206.3977999999</c:v>
                </c:pt>
                <c:pt idx="248">
                  <c:v>1601911.8296000001</c:v>
                </c:pt>
                <c:pt idx="249">
                  <c:v>1614758.7213999999</c:v>
                </c:pt>
                <c:pt idx="250">
                  <c:v>1619635.8851000001</c:v>
                </c:pt>
                <c:pt idx="251">
                  <c:v>1629234.7169999999</c:v>
                </c:pt>
                <c:pt idx="252">
                  <c:v>1636819.7655</c:v>
                </c:pt>
                <c:pt idx="253">
                  <c:v>1662189.3456999999</c:v>
                </c:pt>
                <c:pt idx="254">
                  <c:v>1667328.7918</c:v>
                </c:pt>
                <c:pt idx="255">
                  <c:v>1676840.3344000001</c:v>
                </c:pt>
                <c:pt idx="256">
                  <c:v>1595550.7349</c:v>
                </c:pt>
                <c:pt idx="257">
                  <c:v>1608730.3293999999</c:v>
                </c:pt>
                <c:pt idx="258">
                  <c:v>1612366.1137000001</c:v>
                </c:pt>
                <c:pt idx="259">
                  <c:v>1622837.7010999999</c:v>
                </c:pt>
                <c:pt idx="260">
                  <c:v>1667977.1529999999</c:v>
                </c:pt>
                <c:pt idx="261">
                  <c:v>1691569.686</c:v>
                </c:pt>
                <c:pt idx="262">
                  <c:v>1588800.7697000001</c:v>
                </c:pt>
                <c:pt idx="263">
                  <c:v>1569050.5604000001</c:v>
                </c:pt>
                <c:pt idx="264">
                  <c:v>1577141.0970000001</c:v>
                </c:pt>
                <c:pt idx="265">
                  <c:v>1612123.0088</c:v>
                </c:pt>
                <c:pt idx="266">
                  <c:v>1622636.4698000001</c:v>
                </c:pt>
                <c:pt idx="267">
                  <c:v>1668850.8343</c:v>
                </c:pt>
                <c:pt idx="268">
                  <c:v>1680496.0889999999</c:v>
                </c:pt>
                <c:pt idx="269">
                  <c:v>1597880.4927999999</c:v>
                </c:pt>
                <c:pt idx="270">
                  <c:v>1603034.6932999999</c:v>
                </c:pt>
                <c:pt idx="271">
                  <c:v>1683332.7779999999</c:v>
                </c:pt>
                <c:pt idx="272">
                  <c:v>1628365.6821999999</c:v>
                </c:pt>
                <c:pt idx="273">
                  <c:v>1650832.3953</c:v>
                </c:pt>
                <c:pt idx="274">
                  <c:v>1709840.0644</c:v>
                </c:pt>
                <c:pt idx="275">
                  <c:v>1706696.7794999999</c:v>
                </c:pt>
                <c:pt idx="276">
                  <c:v>1627329.4512</c:v>
                </c:pt>
                <c:pt idx="277">
                  <c:v>1655116.9164</c:v>
                </c:pt>
                <c:pt idx="278">
                  <c:v>1681363.9837</c:v>
                </c:pt>
                <c:pt idx="279">
                  <c:v>1639974.7549000001</c:v>
                </c:pt>
                <c:pt idx="280">
                  <c:v>1649558.2867999999</c:v>
                </c:pt>
                <c:pt idx="281">
                  <c:v>1702072.1773000001</c:v>
                </c:pt>
                <c:pt idx="282">
                  <c:v>1720568.0501999999</c:v>
                </c:pt>
                <c:pt idx="283">
                  <c:v>1619284.7261000001</c:v>
                </c:pt>
                <c:pt idx="284">
                  <c:v>1634790.6694</c:v>
                </c:pt>
                <c:pt idx="285">
                  <c:v>1743984.4109</c:v>
                </c:pt>
                <c:pt idx="286">
                  <c:v>1638323.9955</c:v>
                </c:pt>
                <c:pt idx="287">
                  <c:v>1702996.9273000001</c:v>
                </c:pt>
                <c:pt idx="288">
                  <c:v>1701849.7934999999</c:v>
                </c:pt>
                <c:pt idx="289">
                  <c:v>1714426.9131</c:v>
                </c:pt>
                <c:pt idx="290">
                  <c:v>1611883.3243</c:v>
                </c:pt>
                <c:pt idx="291">
                  <c:v>1619623.8041000001</c:v>
                </c:pt>
                <c:pt idx="292">
                  <c:v>1656114.3202</c:v>
                </c:pt>
                <c:pt idx="293">
                  <c:v>1620966.8997</c:v>
                </c:pt>
                <c:pt idx="294">
                  <c:v>1635057.1428</c:v>
                </c:pt>
                <c:pt idx="295">
                  <c:v>1656973.2498999999</c:v>
                </c:pt>
                <c:pt idx="296">
                  <c:v>1647378.4568</c:v>
                </c:pt>
                <c:pt idx="297">
                  <c:v>1671683.4942999999</c:v>
                </c:pt>
                <c:pt idx="298">
                  <c:v>1705149.2568000001</c:v>
                </c:pt>
                <c:pt idx="299">
                  <c:v>1653123.8954</c:v>
                </c:pt>
                <c:pt idx="300">
                  <c:v>1668574.8023000001</c:v>
                </c:pt>
                <c:pt idx="301">
                  <c:v>1696392.2442999999</c:v>
                </c:pt>
                <c:pt idx="302">
                  <c:v>1698341.9785</c:v>
                </c:pt>
                <c:pt idx="303">
                  <c:v>1675852.9872000001</c:v>
                </c:pt>
                <c:pt idx="304">
                  <c:v>1628598.2004</c:v>
                </c:pt>
                <c:pt idx="305">
                  <c:v>1645510.2256</c:v>
                </c:pt>
                <c:pt idx="306">
                  <c:v>1657614.2616999999</c:v>
                </c:pt>
                <c:pt idx="307">
                  <c:v>1670526.0023000001</c:v>
                </c:pt>
                <c:pt idx="308">
                  <c:v>1702234.8074</c:v>
                </c:pt>
                <c:pt idx="309">
                  <c:v>1729924.9065</c:v>
                </c:pt>
                <c:pt idx="310">
                  <c:v>1730614.0086000001</c:v>
                </c:pt>
                <c:pt idx="311">
                  <c:v>1659737.7973</c:v>
                </c:pt>
                <c:pt idx="312">
                  <c:v>1668900.3618000001</c:v>
                </c:pt>
                <c:pt idx="313">
                  <c:v>1664857.7916999999</c:v>
                </c:pt>
                <c:pt idx="314">
                  <c:v>1650006.2933</c:v>
                </c:pt>
                <c:pt idx="315">
                  <c:v>1806320.4791999999</c:v>
                </c:pt>
                <c:pt idx="316">
                  <c:v>1746750.9513999999</c:v>
                </c:pt>
                <c:pt idx="317">
                  <c:v>1727940.9471</c:v>
                </c:pt>
                <c:pt idx="318">
                  <c:v>1643167.7779999999</c:v>
                </c:pt>
                <c:pt idx="319">
                  <c:v>1642528.9452</c:v>
                </c:pt>
                <c:pt idx="320">
                  <c:v>1645079.534</c:v>
                </c:pt>
                <c:pt idx="321">
                  <c:v>1640106.9206000001</c:v>
                </c:pt>
                <c:pt idx="322">
                  <c:v>1663936.9354999999</c:v>
                </c:pt>
                <c:pt idx="323">
                  <c:v>1725413.747</c:v>
                </c:pt>
                <c:pt idx="324">
                  <c:v>1762162.8195</c:v>
                </c:pt>
                <c:pt idx="325">
                  <c:v>1663285.162</c:v>
                </c:pt>
                <c:pt idx="326">
                  <c:v>1673888.8149999999</c:v>
                </c:pt>
                <c:pt idx="327">
                  <c:v>1739402.6303999999</c:v>
                </c:pt>
                <c:pt idx="328">
                  <c:v>1692621.7842999999</c:v>
                </c:pt>
                <c:pt idx="329">
                  <c:v>1716228.0822999999</c:v>
                </c:pt>
                <c:pt idx="330">
                  <c:v>1772062.9406000001</c:v>
                </c:pt>
                <c:pt idx="331">
                  <c:v>1763097.5263</c:v>
                </c:pt>
                <c:pt idx="332">
                  <c:v>1659545.6618999999</c:v>
                </c:pt>
                <c:pt idx="333">
                  <c:v>1664809.9291000001</c:v>
                </c:pt>
                <c:pt idx="334">
                  <c:v>1659760.3033</c:v>
                </c:pt>
                <c:pt idx="335">
                  <c:v>1652229.0788</c:v>
                </c:pt>
                <c:pt idx="336">
                  <c:v>1707689.5807</c:v>
                </c:pt>
                <c:pt idx="337">
                  <c:v>1744684.7276999999</c:v>
                </c:pt>
                <c:pt idx="338">
                  <c:v>1755243.2579999999</c:v>
                </c:pt>
                <c:pt idx="339">
                  <c:v>1640617.3861</c:v>
                </c:pt>
                <c:pt idx="340">
                  <c:v>1641307.753</c:v>
                </c:pt>
                <c:pt idx="341">
                  <c:v>1675769.4676000001</c:v>
                </c:pt>
                <c:pt idx="342">
                  <c:v>1736916.5615000001</c:v>
                </c:pt>
                <c:pt idx="343">
                  <c:v>1681603.2860999999</c:v>
                </c:pt>
                <c:pt idx="344">
                  <c:v>1646469.3622999999</c:v>
                </c:pt>
                <c:pt idx="345">
                  <c:v>1749097.3008999999</c:v>
                </c:pt>
                <c:pt idx="346">
                  <c:v>1699507.1299000001</c:v>
                </c:pt>
                <c:pt idx="347">
                  <c:v>1684168.5316000001</c:v>
                </c:pt>
                <c:pt idx="348">
                  <c:v>1690626.1292999999</c:v>
                </c:pt>
                <c:pt idx="349">
                  <c:v>1676972.5358</c:v>
                </c:pt>
                <c:pt idx="350">
                  <c:v>1688114.5083000001</c:v>
                </c:pt>
                <c:pt idx="351">
                  <c:v>1741731.6909</c:v>
                </c:pt>
                <c:pt idx="352">
                  <c:v>1760116.7169999999</c:v>
                </c:pt>
                <c:pt idx="353">
                  <c:v>1661630.4827000001</c:v>
                </c:pt>
                <c:pt idx="354">
                  <c:v>1668669.4262000001</c:v>
                </c:pt>
                <c:pt idx="355">
                  <c:v>1676985.7966</c:v>
                </c:pt>
                <c:pt idx="356">
                  <c:v>1669688.3565</c:v>
                </c:pt>
                <c:pt idx="357">
                  <c:v>1702767.3123000001</c:v>
                </c:pt>
                <c:pt idx="358">
                  <c:v>1757645.8827</c:v>
                </c:pt>
                <c:pt idx="359">
                  <c:v>1795606.2805000001</c:v>
                </c:pt>
                <c:pt idx="360">
                  <c:v>1696683.9197</c:v>
                </c:pt>
                <c:pt idx="361">
                  <c:v>1678829.0079999999</c:v>
                </c:pt>
                <c:pt idx="362">
                  <c:v>1685079.6518000001</c:v>
                </c:pt>
                <c:pt idx="363">
                  <c:v>1712122.4021999999</c:v>
                </c:pt>
                <c:pt idx="364">
                  <c:v>1709294.4557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7BF-4175-8D26-919E8902E1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6424623"/>
        <c:axId val="2026423663"/>
      </c:lineChart>
      <c:dateAx>
        <c:axId val="20264203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414063"/>
        <c:crosses val="autoZero"/>
        <c:auto val="1"/>
        <c:lblOffset val="100"/>
        <c:baseTimeUnit val="days"/>
      </c:dateAx>
      <c:valAx>
        <c:axId val="2026414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Southern Region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420303"/>
        <c:crosses val="autoZero"/>
        <c:crossBetween val="between"/>
        <c:dispUnits>
          <c:builtInUnit val="thousands"/>
        </c:dispUnits>
      </c:valAx>
      <c:valAx>
        <c:axId val="202642366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Network  (TB)</a:t>
                </a:r>
                <a:endParaRPr lang="en-US" sz="11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424623"/>
        <c:crosses val="max"/>
        <c:crossBetween val="between"/>
        <c:dispUnits>
          <c:builtInUnit val="thousands"/>
        </c:dispUnits>
      </c:valAx>
      <c:dateAx>
        <c:axId val="202642462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026423663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3G Data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'3G Data'!$B$1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'3G Data'!$B$2:$B$366</c:f>
              <c:numCache>
                <c:formatCode>General</c:formatCode>
                <c:ptCount val="365"/>
                <c:pt idx="0">
                  <c:v>3144.0092840000002</c:v>
                </c:pt>
                <c:pt idx="1">
                  <c:v>3362.3418019999999</c:v>
                </c:pt>
                <c:pt idx="2">
                  <c:v>3435.834445</c:v>
                </c:pt>
                <c:pt idx="3">
                  <c:v>3127.8075100000001</c:v>
                </c:pt>
                <c:pt idx="4">
                  <c:v>3222.66257</c:v>
                </c:pt>
                <c:pt idx="5">
                  <c:v>3205.5486820000001</c:v>
                </c:pt>
                <c:pt idx="6">
                  <c:v>3235.4586049999998</c:v>
                </c:pt>
                <c:pt idx="7">
                  <c:v>3171.132818</c:v>
                </c:pt>
                <c:pt idx="8">
                  <c:v>3312.85907</c:v>
                </c:pt>
                <c:pt idx="9">
                  <c:v>3299.9087290000002</c:v>
                </c:pt>
                <c:pt idx="10">
                  <c:v>3045.5344129999999</c:v>
                </c:pt>
                <c:pt idx="11">
                  <c:v>3184.34762</c:v>
                </c:pt>
                <c:pt idx="12">
                  <c:v>3123.4612609999999</c:v>
                </c:pt>
                <c:pt idx="13">
                  <c:v>3087.3245750000001</c:v>
                </c:pt>
                <c:pt idx="14">
                  <c:v>3142.577303</c:v>
                </c:pt>
                <c:pt idx="15">
                  <c:v>3318.6277239999999</c:v>
                </c:pt>
                <c:pt idx="16">
                  <c:v>3266.959996</c:v>
                </c:pt>
                <c:pt idx="17">
                  <c:v>3149.235408</c:v>
                </c:pt>
                <c:pt idx="18">
                  <c:v>3253.4390210000001</c:v>
                </c:pt>
                <c:pt idx="19">
                  <c:v>3140.2617700000001</c:v>
                </c:pt>
                <c:pt idx="20">
                  <c:v>3369.9021389999998</c:v>
                </c:pt>
                <c:pt idx="21">
                  <c:v>3117.0939199999998</c:v>
                </c:pt>
                <c:pt idx="22">
                  <c:v>3328.3582029999998</c:v>
                </c:pt>
                <c:pt idx="23">
                  <c:v>3403.980219</c:v>
                </c:pt>
                <c:pt idx="24">
                  <c:v>3133.206619</c:v>
                </c:pt>
                <c:pt idx="25">
                  <c:v>3127.982548</c:v>
                </c:pt>
                <c:pt idx="26">
                  <c:v>3296.3146430000002</c:v>
                </c:pt>
                <c:pt idx="27">
                  <c:v>3279.1143139999999</c:v>
                </c:pt>
                <c:pt idx="28">
                  <c:v>3233.2744680000001</c:v>
                </c:pt>
                <c:pt idx="29">
                  <c:v>3412.4623980000001</c:v>
                </c:pt>
                <c:pt idx="30">
                  <c:v>3536.4513940000002</c:v>
                </c:pt>
                <c:pt idx="31">
                  <c:v>3176.439531</c:v>
                </c:pt>
                <c:pt idx="32">
                  <c:v>3290.76377</c:v>
                </c:pt>
                <c:pt idx="33">
                  <c:v>3155.7741270000001</c:v>
                </c:pt>
                <c:pt idx="34">
                  <c:v>3213.8483550000001</c:v>
                </c:pt>
                <c:pt idx="35">
                  <c:v>3251.318581</c:v>
                </c:pt>
                <c:pt idx="36">
                  <c:v>3333.3185629999998</c:v>
                </c:pt>
                <c:pt idx="37">
                  <c:v>3339.5539410000001</c:v>
                </c:pt>
                <c:pt idx="38">
                  <c:v>3137.3762109999998</c:v>
                </c:pt>
                <c:pt idx="39">
                  <c:v>3176.3466899999999</c:v>
                </c:pt>
                <c:pt idx="40">
                  <c:v>3191.57438</c:v>
                </c:pt>
                <c:pt idx="41">
                  <c:v>3164.9978030000002</c:v>
                </c:pt>
                <c:pt idx="42">
                  <c:v>3266.6147500000002</c:v>
                </c:pt>
                <c:pt idx="43">
                  <c:v>3257.104703</c:v>
                </c:pt>
                <c:pt idx="44">
                  <c:v>3457.3542109999999</c:v>
                </c:pt>
                <c:pt idx="45">
                  <c:v>3075.3717150000002</c:v>
                </c:pt>
                <c:pt idx="46">
                  <c:v>3087.3762839999999</c:v>
                </c:pt>
                <c:pt idx="47">
                  <c:v>3172.698198</c:v>
                </c:pt>
                <c:pt idx="48">
                  <c:v>3141.6270169999998</c:v>
                </c:pt>
                <c:pt idx="49">
                  <c:v>3423.9172589999998</c:v>
                </c:pt>
                <c:pt idx="50">
                  <c:v>3256.431787</c:v>
                </c:pt>
                <c:pt idx="51">
                  <c:v>3304.7419</c:v>
                </c:pt>
                <c:pt idx="52">
                  <c:v>3165.4746810000001</c:v>
                </c:pt>
                <c:pt idx="53">
                  <c:v>3194.7210319999999</c:v>
                </c:pt>
                <c:pt idx="54">
                  <c:v>3223.4000339999998</c:v>
                </c:pt>
                <c:pt idx="55">
                  <c:v>3083.7557959999999</c:v>
                </c:pt>
                <c:pt idx="56">
                  <c:v>3249.957128</c:v>
                </c:pt>
                <c:pt idx="57">
                  <c:v>3356.7702720000002</c:v>
                </c:pt>
                <c:pt idx="58">
                  <c:v>3334.65607</c:v>
                </c:pt>
                <c:pt idx="59">
                  <c:v>3238.4949969999998</c:v>
                </c:pt>
                <c:pt idx="60">
                  <c:v>3177.6108800000002</c:v>
                </c:pt>
                <c:pt idx="61">
                  <c:v>3130.932339</c:v>
                </c:pt>
                <c:pt idx="62">
                  <c:v>3082.4397629999999</c:v>
                </c:pt>
                <c:pt idx="63">
                  <c:v>3227.5363699999998</c:v>
                </c:pt>
                <c:pt idx="64">
                  <c:v>3251.782886</c:v>
                </c:pt>
                <c:pt idx="65">
                  <c:v>3187.9323399999998</c:v>
                </c:pt>
                <c:pt idx="66">
                  <c:v>3011.6752510000001</c:v>
                </c:pt>
                <c:pt idx="67">
                  <c:v>3080.883104</c:v>
                </c:pt>
                <c:pt idx="68">
                  <c:v>3093.98063</c:v>
                </c:pt>
                <c:pt idx="69">
                  <c:v>3092.2410629999999</c:v>
                </c:pt>
                <c:pt idx="70">
                  <c:v>3204.888336</c:v>
                </c:pt>
                <c:pt idx="71">
                  <c:v>3267.9751569999999</c:v>
                </c:pt>
                <c:pt idx="72">
                  <c:v>3356.5386210000001</c:v>
                </c:pt>
                <c:pt idx="73">
                  <c:v>3050.4893459999998</c:v>
                </c:pt>
                <c:pt idx="74">
                  <c:v>3033.0984720000001</c:v>
                </c:pt>
                <c:pt idx="75">
                  <c:v>3098.0738059999999</c:v>
                </c:pt>
                <c:pt idx="76">
                  <c:v>3108.0243220000002</c:v>
                </c:pt>
                <c:pt idx="77">
                  <c:v>3317.7004499999998</c:v>
                </c:pt>
                <c:pt idx="78">
                  <c:v>3260.463968</c:v>
                </c:pt>
                <c:pt idx="79">
                  <c:v>3444.4421349999998</c:v>
                </c:pt>
                <c:pt idx="80">
                  <c:v>3106.6543179999999</c:v>
                </c:pt>
                <c:pt idx="81">
                  <c:v>3058.303664</c:v>
                </c:pt>
                <c:pt idx="82">
                  <c:v>3041.1211969999999</c:v>
                </c:pt>
                <c:pt idx="83">
                  <c:v>3090.5069229999999</c:v>
                </c:pt>
                <c:pt idx="84">
                  <c:v>3199.0308129999999</c:v>
                </c:pt>
                <c:pt idx="85">
                  <c:v>3383.4716189999999</c:v>
                </c:pt>
                <c:pt idx="86">
                  <c:v>3426.7761970000001</c:v>
                </c:pt>
                <c:pt idx="87">
                  <c:v>3175.4007489999999</c:v>
                </c:pt>
                <c:pt idx="88">
                  <c:v>3443.508022</c:v>
                </c:pt>
                <c:pt idx="89">
                  <c:v>3302.8346029999998</c:v>
                </c:pt>
                <c:pt idx="90">
                  <c:v>3376.627684</c:v>
                </c:pt>
                <c:pt idx="91">
                  <c:v>3252.874769</c:v>
                </c:pt>
                <c:pt idx="92">
                  <c:v>3479.549857</c:v>
                </c:pt>
                <c:pt idx="93">
                  <c:v>3530.212274</c:v>
                </c:pt>
                <c:pt idx="94">
                  <c:v>3211.2279830000002</c:v>
                </c:pt>
                <c:pt idx="95">
                  <c:v>3328.4327010000002</c:v>
                </c:pt>
                <c:pt idx="96">
                  <c:v>3364.316894</c:v>
                </c:pt>
                <c:pt idx="97">
                  <c:v>3234.5927620000002</c:v>
                </c:pt>
                <c:pt idx="98">
                  <c:v>3311.8933929999998</c:v>
                </c:pt>
                <c:pt idx="99">
                  <c:v>3310.8524109999998</c:v>
                </c:pt>
                <c:pt idx="100">
                  <c:v>3428.0703109999999</c:v>
                </c:pt>
                <c:pt idx="101">
                  <c:v>3083.205027</c:v>
                </c:pt>
                <c:pt idx="102">
                  <c:v>3132.545642</c:v>
                </c:pt>
                <c:pt idx="103">
                  <c:v>3150.6077140000002</c:v>
                </c:pt>
                <c:pt idx="104">
                  <c:v>3065.094548</c:v>
                </c:pt>
                <c:pt idx="105">
                  <c:v>3106.6560850000001</c:v>
                </c:pt>
                <c:pt idx="106">
                  <c:v>3285.7404499999998</c:v>
                </c:pt>
                <c:pt idx="107">
                  <c:v>3297.6198840000002</c:v>
                </c:pt>
                <c:pt idx="108">
                  <c:v>3390.5576169999999</c:v>
                </c:pt>
                <c:pt idx="109">
                  <c:v>3204.5720430000001</c:v>
                </c:pt>
                <c:pt idx="110">
                  <c:v>3035.1304610000002</c:v>
                </c:pt>
                <c:pt idx="111">
                  <c:v>3288.448613</c:v>
                </c:pt>
                <c:pt idx="112">
                  <c:v>3309.1190569999999</c:v>
                </c:pt>
                <c:pt idx="113">
                  <c:v>3314.953548</c:v>
                </c:pt>
                <c:pt idx="114">
                  <c:v>3315.8938499999999</c:v>
                </c:pt>
                <c:pt idx="115">
                  <c:v>3007.99107</c:v>
                </c:pt>
                <c:pt idx="116">
                  <c:v>3115.64842</c:v>
                </c:pt>
                <c:pt idx="117">
                  <c:v>3110.4025630000001</c:v>
                </c:pt>
                <c:pt idx="118">
                  <c:v>3079.531731</c:v>
                </c:pt>
                <c:pt idx="119">
                  <c:v>3148.5635360000001</c:v>
                </c:pt>
                <c:pt idx="120">
                  <c:v>3230.2596899999999</c:v>
                </c:pt>
                <c:pt idx="121">
                  <c:v>3447.0564439999998</c:v>
                </c:pt>
                <c:pt idx="122">
                  <c:v>3385.915712</c:v>
                </c:pt>
                <c:pt idx="123">
                  <c:v>3437.9283169999999</c:v>
                </c:pt>
                <c:pt idx="124">
                  <c:v>3325.2313650000001</c:v>
                </c:pt>
                <c:pt idx="125">
                  <c:v>3260.8018080000002</c:v>
                </c:pt>
                <c:pt idx="126">
                  <c:v>3200.4250710000001</c:v>
                </c:pt>
                <c:pt idx="127">
                  <c:v>3494.5168309999999</c:v>
                </c:pt>
                <c:pt idx="128">
                  <c:v>3455.847021</c:v>
                </c:pt>
                <c:pt idx="129">
                  <c:v>3116.0854399999998</c:v>
                </c:pt>
                <c:pt idx="130">
                  <c:v>3086.7568889999998</c:v>
                </c:pt>
                <c:pt idx="131">
                  <c:v>3159.5976609999998</c:v>
                </c:pt>
                <c:pt idx="132">
                  <c:v>3127.4978139999998</c:v>
                </c:pt>
                <c:pt idx="133">
                  <c:v>3120.3806909999998</c:v>
                </c:pt>
                <c:pt idx="134">
                  <c:v>3153.706846</c:v>
                </c:pt>
                <c:pt idx="135">
                  <c:v>3149.9384930000001</c:v>
                </c:pt>
                <c:pt idx="136">
                  <c:v>2757.3352089999998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BD-4F38-8489-81382BD2FFCB}"/>
            </c:ext>
          </c:extLst>
        </c:ser>
        <c:ser>
          <c:idx val="1"/>
          <c:order val="1"/>
          <c:tx>
            <c:strRef>
              <c:f>'3G Data'!$C$1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'3G Data'!$C$2:$C$366</c:f>
              <c:numCache>
                <c:formatCode>General</c:formatCode>
                <c:ptCount val="365"/>
                <c:pt idx="0">
                  <c:v>1276.8078270000001</c:v>
                </c:pt>
                <c:pt idx="1">
                  <c:v>1300.0254910000001</c:v>
                </c:pt>
                <c:pt idx="2">
                  <c:v>1250.242804</c:v>
                </c:pt>
                <c:pt idx="3">
                  <c:v>1244.2752190000001</c:v>
                </c:pt>
                <c:pt idx="4">
                  <c:v>1254.1459170000001</c:v>
                </c:pt>
                <c:pt idx="5">
                  <c:v>1227.2681030000001</c:v>
                </c:pt>
                <c:pt idx="6">
                  <c:v>1239.2488579999999</c:v>
                </c:pt>
                <c:pt idx="7">
                  <c:v>1222.107084</c:v>
                </c:pt>
                <c:pt idx="8">
                  <c:v>1230.5038689999999</c:v>
                </c:pt>
                <c:pt idx="9">
                  <c:v>1282.1241199999999</c:v>
                </c:pt>
                <c:pt idx="10">
                  <c:v>1228.6883439999999</c:v>
                </c:pt>
                <c:pt idx="11">
                  <c:v>1236.1249909999999</c:v>
                </c:pt>
                <c:pt idx="12">
                  <c:v>1236.3263910000001</c:v>
                </c:pt>
                <c:pt idx="13">
                  <c:v>1188.4973259999999</c:v>
                </c:pt>
                <c:pt idx="14">
                  <c:v>1196.6504219999999</c:v>
                </c:pt>
                <c:pt idx="15">
                  <c:v>1207.9406859999999</c:v>
                </c:pt>
                <c:pt idx="16">
                  <c:v>1205.6656009999999</c:v>
                </c:pt>
                <c:pt idx="17">
                  <c:v>1177.3493989999999</c:v>
                </c:pt>
                <c:pt idx="18">
                  <c:v>1190.487445</c:v>
                </c:pt>
                <c:pt idx="19">
                  <c:v>1216.4148150000001</c:v>
                </c:pt>
                <c:pt idx="20">
                  <c:v>1179.460221</c:v>
                </c:pt>
                <c:pt idx="21">
                  <c:v>1188.315638</c:v>
                </c:pt>
                <c:pt idx="22">
                  <c:v>1178.647191</c:v>
                </c:pt>
                <c:pt idx="23">
                  <c:v>1243.1332809999999</c:v>
                </c:pt>
                <c:pt idx="24">
                  <c:v>1200.376988</c:v>
                </c:pt>
                <c:pt idx="25">
                  <c:v>1184.2451579999999</c:v>
                </c:pt>
                <c:pt idx="26">
                  <c:v>1192.815959</c:v>
                </c:pt>
                <c:pt idx="27">
                  <c:v>1220.1850919999999</c:v>
                </c:pt>
                <c:pt idx="28">
                  <c:v>1169.3735160000001</c:v>
                </c:pt>
                <c:pt idx="29">
                  <c:v>1186.749652</c:v>
                </c:pt>
                <c:pt idx="30">
                  <c:v>1225.507051</c:v>
                </c:pt>
                <c:pt idx="31">
                  <c:v>1146.858264</c:v>
                </c:pt>
                <c:pt idx="32">
                  <c:v>1199.3506050000001</c:v>
                </c:pt>
                <c:pt idx="33">
                  <c:v>1135.250221</c:v>
                </c:pt>
                <c:pt idx="34">
                  <c:v>1150.382875</c:v>
                </c:pt>
                <c:pt idx="35">
                  <c:v>1194.38957</c:v>
                </c:pt>
                <c:pt idx="36">
                  <c:v>1218.6224159999999</c:v>
                </c:pt>
                <c:pt idx="37">
                  <c:v>1195.4721059999999</c:v>
                </c:pt>
                <c:pt idx="38">
                  <c:v>1135.4489639999999</c:v>
                </c:pt>
                <c:pt idx="39">
                  <c:v>1160.3945719999999</c:v>
                </c:pt>
                <c:pt idx="40">
                  <c:v>1177.2743989999999</c:v>
                </c:pt>
                <c:pt idx="41">
                  <c:v>1174.861337</c:v>
                </c:pt>
                <c:pt idx="42">
                  <c:v>1179.9615920000001</c:v>
                </c:pt>
                <c:pt idx="43">
                  <c:v>1183.782029</c:v>
                </c:pt>
                <c:pt idx="44">
                  <c:v>1221.9758240000001</c:v>
                </c:pt>
                <c:pt idx="45">
                  <c:v>1143.5237959999999</c:v>
                </c:pt>
                <c:pt idx="46">
                  <c:v>1186.039595</c:v>
                </c:pt>
                <c:pt idx="47">
                  <c:v>1306.4142489999999</c:v>
                </c:pt>
                <c:pt idx="48">
                  <c:v>1242.4153249999999</c:v>
                </c:pt>
                <c:pt idx="49">
                  <c:v>1305.384213</c:v>
                </c:pt>
                <c:pt idx="50">
                  <c:v>1252.957588</c:v>
                </c:pt>
                <c:pt idx="51">
                  <c:v>1244.2688230000001</c:v>
                </c:pt>
                <c:pt idx="52">
                  <c:v>1247.7802529999999</c:v>
                </c:pt>
                <c:pt idx="53">
                  <c:v>1235.7462109999999</c:v>
                </c:pt>
                <c:pt idx="54">
                  <c:v>1211.412515</c:v>
                </c:pt>
                <c:pt idx="55">
                  <c:v>1221.95508</c:v>
                </c:pt>
                <c:pt idx="56">
                  <c:v>1229.066965</c:v>
                </c:pt>
                <c:pt idx="57">
                  <c:v>1244.201129</c:v>
                </c:pt>
                <c:pt idx="58">
                  <c:v>1175.3104229999999</c:v>
                </c:pt>
                <c:pt idx="59">
                  <c:v>1140.7106490000001</c:v>
                </c:pt>
                <c:pt idx="60">
                  <c:v>1139.9621930000001</c:v>
                </c:pt>
                <c:pt idx="61">
                  <c:v>1167.005128</c:v>
                </c:pt>
                <c:pt idx="62">
                  <c:v>1147.6888899999999</c:v>
                </c:pt>
                <c:pt idx="63">
                  <c:v>1204.8003980000001</c:v>
                </c:pt>
                <c:pt idx="64">
                  <c:v>1240.860179</c:v>
                </c:pt>
                <c:pt idx="65">
                  <c:v>1263.6265679999999</c:v>
                </c:pt>
                <c:pt idx="66">
                  <c:v>1180.2752640000001</c:v>
                </c:pt>
                <c:pt idx="67">
                  <c:v>1176.5138979999999</c:v>
                </c:pt>
                <c:pt idx="68">
                  <c:v>1175.613611</c:v>
                </c:pt>
                <c:pt idx="69">
                  <c:v>1214.7008129999999</c:v>
                </c:pt>
                <c:pt idx="70">
                  <c:v>1236.8083300000001</c:v>
                </c:pt>
                <c:pt idx="71">
                  <c:v>1227.608146</c:v>
                </c:pt>
                <c:pt idx="72">
                  <c:v>1252.5046930000001</c:v>
                </c:pt>
                <c:pt idx="73">
                  <c:v>1147.1584789999999</c:v>
                </c:pt>
                <c:pt idx="74">
                  <c:v>1160.1130680000001</c:v>
                </c:pt>
                <c:pt idx="75">
                  <c:v>1216.1538579999999</c:v>
                </c:pt>
                <c:pt idx="76">
                  <c:v>1187.5438320000001</c:v>
                </c:pt>
                <c:pt idx="77">
                  <c:v>1276.9772929999999</c:v>
                </c:pt>
                <c:pt idx="78">
                  <c:v>1301.106454</c:v>
                </c:pt>
                <c:pt idx="79">
                  <c:v>1345.719497</c:v>
                </c:pt>
                <c:pt idx="80">
                  <c:v>1190.6770610000001</c:v>
                </c:pt>
                <c:pt idx="81">
                  <c:v>1200.9519780000001</c:v>
                </c:pt>
                <c:pt idx="82">
                  <c:v>1209.134104</c:v>
                </c:pt>
                <c:pt idx="83">
                  <c:v>1194.392838</c:v>
                </c:pt>
                <c:pt idx="84">
                  <c:v>1267.3869159999999</c:v>
                </c:pt>
                <c:pt idx="85">
                  <c:v>1293.6666130000001</c:v>
                </c:pt>
                <c:pt idx="86">
                  <c:v>1252.1579159999999</c:v>
                </c:pt>
                <c:pt idx="87">
                  <c:v>1272.2832510000001</c:v>
                </c:pt>
                <c:pt idx="88">
                  <c:v>1244.0171829999999</c:v>
                </c:pt>
                <c:pt idx="89">
                  <c:v>1221.4651779999999</c:v>
                </c:pt>
                <c:pt idx="90">
                  <c:v>1275.4598229999999</c:v>
                </c:pt>
                <c:pt idx="91">
                  <c:v>1219.811203</c:v>
                </c:pt>
                <c:pt idx="92">
                  <c:v>1311.310802</c:v>
                </c:pt>
                <c:pt idx="93">
                  <c:v>1260.8997469999999</c:v>
                </c:pt>
                <c:pt idx="94">
                  <c:v>1192.6875669999999</c:v>
                </c:pt>
                <c:pt idx="95">
                  <c:v>1249.6616429999999</c:v>
                </c:pt>
                <c:pt idx="96">
                  <c:v>1207.4983689999999</c:v>
                </c:pt>
                <c:pt idx="97">
                  <c:v>1224.8917449999999</c:v>
                </c:pt>
                <c:pt idx="98">
                  <c:v>1302.768176</c:v>
                </c:pt>
                <c:pt idx="99">
                  <c:v>1298.4373840000001</c:v>
                </c:pt>
                <c:pt idx="100">
                  <c:v>1288.5926030000001</c:v>
                </c:pt>
                <c:pt idx="101">
                  <c:v>1177.4313999999999</c:v>
                </c:pt>
                <c:pt idx="102">
                  <c:v>1210.745641</c:v>
                </c:pt>
                <c:pt idx="103">
                  <c:v>1210.2728119999999</c:v>
                </c:pt>
                <c:pt idx="104">
                  <c:v>1214.540495</c:v>
                </c:pt>
                <c:pt idx="105">
                  <c:v>1246.976842</c:v>
                </c:pt>
                <c:pt idx="106">
                  <c:v>1256.327542</c:v>
                </c:pt>
                <c:pt idx="107">
                  <c:v>1251.9610929999999</c:v>
                </c:pt>
                <c:pt idx="108">
                  <c:v>1290.418684</c:v>
                </c:pt>
                <c:pt idx="109">
                  <c:v>1156.8439530000001</c:v>
                </c:pt>
                <c:pt idx="110">
                  <c:v>1172.5640510000001</c:v>
                </c:pt>
                <c:pt idx="111">
                  <c:v>1203.6198159999999</c:v>
                </c:pt>
                <c:pt idx="112">
                  <c:v>1221.2455970000001</c:v>
                </c:pt>
                <c:pt idx="113">
                  <c:v>1240.4516309999999</c:v>
                </c:pt>
                <c:pt idx="114">
                  <c:v>1238.5034619999999</c:v>
                </c:pt>
                <c:pt idx="115">
                  <c:v>1165.176015</c:v>
                </c:pt>
                <c:pt idx="116">
                  <c:v>1154.0562990000001</c:v>
                </c:pt>
                <c:pt idx="117">
                  <c:v>1196.8418119999999</c:v>
                </c:pt>
                <c:pt idx="118">
                  <c:v>1214.0746220000001</c:v>
                </c:pt>
                <c:pt idx="119">
                  <c:v>1170.4442180000001</c:v>
                </c:pt>
                <c:pt idx="120">
                  <c:v>1183.038035</c:v>
                </c:pt>
                <c:pt idx="121">
                  <c:v>1271.5999019999999</c:v>
                </c:pt>
                <c:pt idx="122">
                  <c:v>1232.1022499999999</c:v>
                </c:pt>
                <c:pt idx="123">
                  <c:v>1185.46759</c:v>
                </c:pt>
                <c:pt idx="124">
                  <c:v>1235.8439149999999</c:v>
                </c:pt>
                <c:pt idx="125">
                  <c:v>1238.1620829999999</c:v>
                </c:pt>
                <c:pt idx="126">
                  <c:v>1266.356027</c:v>
                </c:pt>
                <c:pt idx="127">
                  <c:v>1308.925283</c:v>
                </c:pt>
                <c:pt idx="128">
                  <c:v>1268.6842810000001</c:v>
                </c:pt>
                <c:pt idx="129">
                  <c:v>1219.9012230000001</c:v>
                </c:pt>
                <c:pt idx="130">
                  <c:v>1252.2668920000001</c:v>
                </c:pt>
                <c:pt idx="131">
                  <c:v>1253.1263859999999</c:v>
                </c:pt>
                <c:pt idx="132">
                  <c:v>1212.253911</c:v>
                </c:pt>
                <c:pt idx="133">
                  <c:v>1196.2953950000001</c:v>
                </c:pt>
                <c:pt idx="134">
                  <c:v>1199.941405</c:v>
                </c:pt>
                <c:pt idx="135">
                  <c:v>1323.520947</c:v>
                </c:pt>
                <c:pt idx="136">
                  <c:v>1187.530966</c:v>
                </c:pt>
                <c:pt idx="137">
                  <c:v>1012.720426</c:v>
                </c:pt>
                <c:pt idx="138">
                  <c:v>1043.4608679999999</c:v>
                </c:pt>
                <c:pt idx="139">
                  <c:v>66.683162999999993</c:v>
                </c:pt>
                <c:pt idx="140">
                  <c:v>1060.2680230000001</c:v>
                </c:pt>
                <c:pt idx="141">
                  <c:v>961.51217999999994</c:v>
                </c:pt>
                <c:pt idx="142">
                  <c:v>986.50320499999998</c:v>
                </c:pt>
                <c:pt idx="143">
                  <c:v>955.24775099999999</c:v>
                </c:pt>
                <c:pt idx="144">
                  <c:v>1000.3979890000001</c:v>
                </c:pt>
                <c:pt idx="145">
                  <c:v>991.29611299999999</c:v>
                </c:pt>
                <c:pt idx="146">
                  <c:v>1004.453409</c:v>
                </c:pt>
                <c:pt idx="147">
                  <c:v>1026.0074910000001</c:v>
                </c:pt>
                <c:pt idx="148">
                  <c:v>1008.94557</c:v>
                </c:pt>
                <c:pt idx="149">
                  <c:v>1022.924581</c:v>
                </c:pt>
                <c:pt idx="150">
                  <c:v>1038.0096619999999</c:v>
                </c:pt>
                <c:pt idx="151">
                  <c:v>1068.055261</c:v>
                </c:pt>
                <c:pt idx="152">
                  <c:v>1049.5032619999999</c:v>
                </c:pt>
                <c:pt idx="153">
                  <c:v>1026.8284880000001</c:v>
                </c:pt>
                <c:pt idx="154">
                  <c:v>1069.8435930000001</c:v>
                </c:pt>
                <c:pt idx="155">
                  <c:v>1078.1968649999999</c:v>
                </c:pt>
                <c:pt idx="156">
                  <c:v>1092.3571549999999</c:v>
                </c:pt>
                <c:pt idx="157">
                  <c:v>1023.48018</c:v>
                </c:pt>
                <c:pt idx="158">
                  <c:v>1020.375647</c:v>
                </c:pt>
                <c:pt idx="159">
                  <c:v>989.39229</c:v>
                </c:pt>
                <c:pt idx="160">
                  <c:v>1109.684933</c:v>
                </c:pt>
                <c:pt idx="161">
                  <c:v>1033.5184469999999</c:v>
                </c:pt>
                <c:pt idx="162">
                  <c:v>1089.698179</c:v>
                </c:pt>
                <c:pt idx="163">
                  <c:v>1034.5830020000001</c:v>
                </c:pt>
                <c:pt idx="164">
                  <c:v>1073.7209780000001</c:v>
                </c:pt>
                <c:pt idx="165">
                  <c:v>1086.3301140000001</c:v>
                </c:pt>
                <c:pt idx="166">
                  <c:v>1049.2528150000001</c:v>
                </c:pt>
                <c:pt idx="167">
                  <c:v>1124.8611759999999</c:v>
                </c:pt>
                <c:pt idx="168">
                  <c:v>1049.1247969999999</c:v>
                </c:pt>
                <c:pt idx="169">
                  <c:v>1066.87015</c:v>
                </c:pt>
                <c:pt idx="170">
                  <c:v>1069.384679</c:v>
                </c:pt>
                <c:pt idx="171">
                  <c:v>1046.6596</c:v>
                </c:pt>
                <c:pt idx="172">
                  <c:v>1040.7267440000001</c:v>
                </c:pt>
                <c:pt idx="173">
                  <c:v>1033.047722</c:v>
                </c:pt>
                <c:pt idx="174">
                  <c:v>1014.348826</c:v>
                </c:pt>
                <c:pt idx="175">
                  <c:v>1025.6562730000001</c:v>
                </c:pt>
                <c:pt idx="176">
                  <c:v>1013.014667</c:v>
                </c:pt>
                <c:pt idx="177">
                  <c:v>1039.8105270000001</c:v>
                </c:pt>
                <c:pt idx="178">
                  <c:v>978.80836499999998</c:v>
                </c:pt>
                <c:pt idx="179">
                  <c:v>988.16963099999998</c:v>
                </c:pt>
                <c:pt idx="180">
                  <c:v>959.26511400000004</c:v>
                </c:pt>
                <c:pt idx="181">
                  <c:v>1062.432843</c:v>
                </c:pt>
                <c:pt idx="182">
                  <c:v>1036.47756</c:v>
                </c:pt>
                <c:pt idx="183">
                  <c:v>1019.165218</c:v>
                </c:pt>
                <c:pt idx="184">
                  <c:v>1019.9053709999999</c:v>
                </c:pt>
                <c:pt idx="185">
                  <c:v>997.14882</c:v>
                </c:pt>
                <c:pt idx="186">
                  <c:v>1034.2706599999999</c:v>
                </c:pt>
                <c:pt idx="187">
                  <c:v>1004.339058</c:v>
                </c:pt>
                <c:pt idx="188">
                  <c:v>1038.7466019999999</c:v>
                </c:pt>
                <c:pt idx="189">
                  <c:v>1001.866144</c:v>
                </c:pt>
                <c:pt idx="190">
                  <c:v>977.04425300000003</c:v>
                </c:pt>
                <c:pt idx="191">
                  <c:v>964.57135100000005</c:v>
                </c:pt>
                <c:pt idx="192">
                  <c:v>944.616806</c:v>
                </c:pt>
                <c:pt idx="193">
                  <c:v>951.04370900000004</c:v>
                </c:pt>
                <c:pt idx="194">
                  <c:v>929.20585200000005</c:v>
                </c:pt>
                <c:pt idx="195">
                  <c:v>987.08903199999997</c:v>
                </c:pt>
                <c:pt idx="196">
                  <c:v>936.456411</c:v>
                </c:pt>
                <c:pt idx="197">
                  <c:v>979.31095700000003</c:v>
                </c:pt>
                <c:pt idx="198">
                  <c:v>922.61205500000005</c:v>
                </c:pt>
                <c:pt idx="199">
                  <c:v>911.99056399999995</c:v>
                </c:pt>
                <c:pt idx="200">
                  <c:v>939.68708400000003</c:v>
                </c:pt>
                <c:pt idx="201">
                  <c:v>899.15154700000005</c:v>
                </c:pt>
                <c:pt idx="202">
                  <c:v>903.20188499999995</c:v>
                </c:pt>
                <c:pt idx="203">
                  <c:v>919.94687499999998</c:v>
                </c:pt>
                <c:pt idx="204">
                  <c:v>945.87944400000003</c:v>
                </c:pt>
                <c:pt idx="205">
                  <c:v>948.24337400000002</c:v>
                </c:pt>
                <c:pt idx="206">
                  <c:v>926.47114799999997</c:v>
                </c:pt>
                <c:pt idx="207">
                  <c:v>921.26194899999996</c:v>
                </c:pt>
                <c:pt idx="208">
                  <c:v>995.75515299999995</c:v>
                </c:pt>
                <c:pt idx="209">
                  <c:v>989.99134900000001</c:v>
                </c:pt>
                <c:pt idx="210">
                  <c:v>962.34736699999996</c:v>
                </c:pt>
                <c:pt idx="211">
                  <c:v>979.19766400000003</c:v>
                </c:pt>
                <c:pt idx="212">
                  <c:v>937.26947900000005</c:v>
                </c:pt>
                <c:pt idx="213">
                  <c:v>951.96158400000002</c:v>
                </c:pt>
                <c:pt idx="214">
                  <c:v>901.62034200000005</c:v>
                </c:pt>
                <c:pt idx="215">
                  <c:v>880.83018000000004</c:v>
                </c:pt>
                <c:pt idx="216">
                  <c:v>923.58561899999995</c:v>
                </c:pt>
                <c:pt idx="217">
                  <c:v>926.12540100000001</c:v>
                </c:pt>
                <c:pt idx="218">
                  <c:v>925.93912399999999</c:v>
                </c:pt>
                <c:pt idx="219">
                  <c:v>963.61607900000001</c:v>
                </c:pt>
                <c:pt idx="220">
                  <c:v>949.75703499999997</c:v>
                </c:pt>
                <c:pt idx="221">
                  <c:v>918.83660399999997</c:v>
                </c:pt>
                <c:pt idx="222">
                  <c:v>914.34553200000005</c:v>
                </c:pt>
                <c:pt idx="223">
                  <c:v>983.86602000000005</c:v>
                </c:pt>
                <c:pt idx="224">
                  <c:v>955.53696400000001</c:v>
                </c:pt>
                <c:pt idx="225">
                  <c:v>931.95697800000005</c:v>
                </c:pt>
                <c:pt idx="226">
                  <c:v>1005.562661</c:v>
                </c:pt>
                <c:pt idx="227">
                  <c:v>887.69324600000004</c:v>
                </c:pt>
                <c:pt idx="228">
                  <c:v>902.63148699999999</c:v>
                </c:pt>
                <c:pt idx="229">
                  <c:v>999.30501700000002</c:v>
                </c:pt>
                <c:pt idx="230">
                  <c:v>879.931377</c:v>
                </c:pt>
                <c:pt idx="231">
                  <c:v>923.93418799999995</c:v>
                </c:pt>
                <c:pt idx="232">
                  <c:v>959.68324299999995</c:v>
                </c:pt>
                <c:pt idx="233">
                  <c:v>993.26026200000001</c:v>
                </c:pt>
                <c:pt idx="234">
                  <c:v>867.83196099999998</c:v>
                </c:pt>
                <c:pt idx="235">
                  <c:v>896.15118900000004</c:v>
                </c:pt>
                <c:pt idx="236">
                  <c:v>956.08712000000003</c:v>
                </c:pt>
                <c:pt idx="237">
                  <c:v>927.94959400000005</c:v>
                </c:pt>
                <c:pt idx="238">
                  <c:v>950.780215</c:v>
                </c:pt>
                <c:pt idx="239">
                  <c:v>944.96867299999997</c:v>
                </c:pt>
                <c:pt idx="240">
                  <c:v>954.71261900000002</c:v>
                </c:pt>
                <c:pt idx="241">
                  <c:v>950.64000199999998</c:v>
                </c:pt>
                <c:pt idx="242">
                  <c:v>931.03552200000001</c:v>
                </c:pt>
                <c:pt idx="243">
                  <c:v>952.41789500000004</c:v>
                </c:pt>
                <c:pt idx="244">
                  <c:v>968.03295000000003</c:v>
                </c:pt>
                <c:pt idx="245">
                  <c:v>929.06291399999998</c:v>
                </c:pt>
                <c:pt idx="246">
                  <c:v>900.88126699999998</c:v>
                </c:pt>
                <c:pt idx="247">
                  <c:v>985.78189999999995</c:v>
                </c:pt>
                <c:pt idx="248">
                  <c:v>871.74944300000004</c:v>
                </c:pt>
                <c:pt idx="249">
                  <c:v>838.75561600000003</c:v>
                </c:pt>
                <c:pt idx="250">
                  <c:v>851.35763399999996</c:v>
                </c:pt>
                <c:pt idx="251">
                  <c:v>935.07116099999996</c:v>
                </c:pt>
                <c:pt idx="252">
                  <c:v>926.09026400000005</c:v>
                </c:pt>
                <c:pt idx="253">
                  <c:v>937.94261300000005</c:v>
                </c:pt>
                <c:pt idx="254">
                  <c:v>935.410394</c:v>
                </c:pt>
                <c:pt idx="255">
                  <c:v>898.692047</c:v>
                </c:pt>
                <c:pt idx="256">
                  <c:v>877.88076699999999</c:v>
                </c:pt>
                <c:pt idx="257">
                  <c:v>882.92078300000003</c:v>
                </c:pt>
                <c:pt idx="258">
                  <c:v>917.903862</c:v>
                </c:pt>
                <c:pt idx="259">
                  <c:v>878.79862400000002</c:v>
                </c:pt>
                <c:pt idx="260">
                  <c:v>904.64587800000004</c:v>
                </c:pt>
                <c:pt idx="261">
                  <c:v>908.89463499999999</c:v>
                </c:pt>
                <c:pt idx="262">
                  <c:v>873.75759800000003</c:v>
                </c:pt>
                <c:pt idx="263">
                  <c:v>853.76200400000005</c:v>
                </c:pt>
                <c:pt idx="264">
                  <c:v>850.79451900000004</c:v>
                </c:pt>
                <c:pt idx="265">
                  <c:v>912.84353099999998</c:v>
                </c:pt>
                <c:pt idx="266">
                  <c:v>913.128421</c:v>
                </c:pt>
                <c:pt idx="267">
                  <c:v>898.68573700000002</c:v>
                </c:pt>
                <c:pt idx="268">
                  <c:v>934.89355999999998</c:v>
                </c:pt>
                <c:pt idx="269">
                  <c:v>926.33012199999996</c:v>
                </c:pt>
                <c:pt idx="270">
                  <c:v>924.84396000000004</c:v>
                </c:pt>
                <c:pt idx="271">
                  <c:v>960.41153699999995</c:v>
                </c:pt>
                <c:pt idx="272">
                  <c:v>955.75136799999996</c:v>
                </c:pt>
                <c:pt idx="273">
                  <c:v>984.63009499999998</c:v>
                </c:pt>
                <c:pt idx="274">
                  <c:v>983.55405199999996</c:v>
                </c:pt>
                <c:pt idx="275">
                  <c:v>996.63498600000003</c:v>
                </c:pt>
                <c:pt idx="276">
                  <c:v>911.44589900000005</c:v>
                </c:pt>
                <c:pt idx="277">
                  <c:v>915.14955799999996</c:v>
                </c:pt>
                <c:pt idx="278">
                  <c:v>936.56308200000001</c:v>
                </c:pt>
                <c:pt idx="279">
                  <c:v>961.03352299999995</c:v>
                </c:pt>
                <c:pt idx="280">
                  <c:v>941.58579599999996</c:v>
                </c:pt>
                <c:pt idx="281">
                  <c:v>985.08545400000003</c:v>
                </c:pt>
                <c:pt idx="282">
                  <c:v>943.891931</c:v>
                </c:pt>
                <c:pt idx="283">
                  <c:v>927.36451999999997</c:v>
                </c:pt>
                <c:pt idx="284">
                  <c:v>912.75866599999995</c:v>
                </c:pt>
                <c:pt idx="285">
                  <c:v>953.47067900000002</c:v>
                </c:pt>
                <c:pt idx="286">
                  <c:v>930.92722400000002</c:v>
                </c:pt>
                <c:pt idx="287">
                  <c:v>945.70247600000005</c:v>
                </c:pt>
                <c:pt idx="288">
                  <c:v>938.35235799999998</c:v>
                </c:pt>
                <c:pt idx="289">
                  <c:v>932.15912800000001</c:v>
                </c:pt>
                <c:pt idx="290">
                  <c:v>865.95066999999995</c:v>
                </c:pt>
                <c:pt idx="291">
                  <c:v>901.82260900000006</c:v>
                </c:pt>
                <c:pt idx="292">
                  <c:v>912.15955399999996</c:v>
                </c:pt>
                <c:pt idx="293">
                  <c:v>923.530215</c:v>
                </c:pt>
                <c:pt idx="294">
                  <c:v>928.23732399999994</c:v>
                </c:pt>
                <c:pt idx="295">
                  <c:v>946.94609600000001</c:v>
                </c:pt>
                <c:pt idx="296">
                  <c:v>937.10953199999994</c:v>
                </c:pt>
                <c:pt idx="297">
                  <c:v>958.69343300000003</c:v>
                </c:pt>
                <c:pt idx="298">
                  <c:v>1017.206906</c:v>
                </c:pt>
                <c:pt idx="299">
                  <c:v>977.26814400000001</c:v>
                </c:pt>
                <c:pt idx="300">
                  <c:v>994.63910199999998</c:v>
                </c:pt>
                <c:pt idx="301">
                  <c:v>1013.426642</c:v>
                </c:pt>
                <c:pt idx="302">
                  <c:v>996.98898999999994</c:v>
                </c:pt>
                <c:pt idx="303">
                  <c:v>962.36996999999997</c:v>
                </c:pt>
                <c:pt idx="304">
                  <c:v>922.03083400000003</c:v>
                </c:pt>
                <c:pt idx="305">
                  <c:v>952.64923999999996</c:v>
                </c:pt>
                <c:pt idx="306">
                  <c:v>910.46702200000004</c:v>
                </c:pt>
                <c:pt idx="307">
                  <c:v>963.16281200000003</c:v>
                </c:pt>
                <c:pt idx="308">
                  <c:v>1007.647332</c:v>
                </c:pt>
                <c:pt idx="309">
                  <c:v>996.85718699999995</c:v>
                </c:pt>
                <c:pt idx="310">
                  <c:v>1009.374459</c:v>
                </c:pt>
                <c:pt idx="311">
                  <c:v>1004.592515</c:v>
                </c:pt>
                <c:pt idx="312">
                  <c:v>993.61790699999995</c:v>
                </c:pt>
                <c:pt idx="313">
                  <c:v>1016.212623</c:v>
                </c:pt>
                <c:pt idx="314">
                  <c:v>997.42441399999996</c:v>
                </c:pt>
                <c:pt idx="315">
                  <c:v>1086.200679</c:v>
                </c:pt>
                <c:pt idx="316">
                  <c:v>1042.500657</c:v>
                </c:pt>
                <c:pt idx="317">
                  <c:v>1014.871472</c:v>
                </c:pt>
                <c:pt idx="318">
                  <c:v>947.89528199999995</c:v>
                </c:pt>
                <c:pt idx="319">
                  <c:v>950.94614799999999</c:v>
                </c:pt>
                <c:pt idx="320">
                  <c:v>972.99481500000002</c:v>
                </c:pt>
                <c:pt idx="321">
                  <c:v>944.13356799999997</c:v>
                </c:pt>
                <c:pt idx="322">
                  <c:v>993.46302900000001</c:v>
                </c:pt>
                <c:pt idx="323">
                  <c:v>1043.390324</c:v>
                </c:pt>
                <c:pt idx="324">
                  <c:v>1015.506482</c:v>
                </c:pt>
                <c:pt idx="325">
                  <c:v>949.702315</c:v>
                </c:pt>
                <c:pt idx="326">
                  <c:v>958.22508300000004</c:v>
                </c:pt>
                <c:pt idx="327">
                  <c:v>1063.6146859999999</c:v>
                </c:pt>
                <c:pt idx="328">
                  <c:v>1021.224052</c:v>
                </c:pt>
                <c:pt idx="329">
                  <c:v>1011.276235</c:v>
                </c:pt>
                <c:pt idx="330">
                  <c:v>1040.5621120000001</c:v>
                </c:pt>
                <c:pt idx="331">
                  <c:v>1053.0399259999999</c:v>
                </c:pt>
                <c:pt idx="332">
                  <c:v>1042.0347340000001</c:v>
                </c:pt>
                <c:pt idx="333">
                  <c:v>1024.735919</c:v>
                </c:pt>
                <c:pt idx="334">
                  <c:v>1016.166677</c:v>
                </c:pt>
                <c:pt idx="335">
                  <c:v>969.92222900000002</c:v>
                </c:pt>
                <c:pt idx="336">
                  <c:v>991.79742399999998</c:v>
                </c:pt>
                <c:pt idx="337">
                  <c:v>1028.317536</c:v>
                </c:pt>
                <c:pt idx="338">
                  <c:v>1007.459929</c:v>
                </c:pt>
                <c:pt idx="339">
                  <c:v>956.915391</c:v>
                </c:pt>
                <c:pt idx="340">
                  <c:v>990.81584299999997</c:v>
                </c:pt>
                <c:pt idx="341">
                  <c:v>1004.701371</c:v>
                </c:pt>
                <c:pt idx="342">
                  <c:v>1055.0421369999999</c:v>
                </c:pt>
                <c:pt idx="343">
                  <c:v>1012.52661</c:v>
                </c:pt>
                <c:pt idx="344">
                  <c:v>934.94944299999997</c:v>
                </c:pt>
                <c:pt idx="345">
                  <c:v>1047.7447669999999</c:v>
                </c:pt>
                <c:pt idx="346">
                  <c:v>1001.8963639999999</c:v>
                </c:pt>
                <c:pt idx="347">
                  <c:v>1010.620999</c:v>
                </c:pt>
                <c:pt idx="348">
                  <c:v>1034.237177</c:v>
                </c:pt>
                <c:pt idx="349">
                  <c:v>1034.918312</c:v>
                </c:pt>
                <c:pt idx="350">
                  <c:v>1031.794895</c:v>
                </c:pt>
                <c:pt idx="351">
                  <c:v>1090.132071</c:v>
                </c:pt>
                <c:pt idx="352">
                  <c:v>1030.0257590000001</c:v>
                </c:pt>
                <c:pt idx="353">
                  <c:v>966.36725200000001</c:v>
                </c:pt>
                <c:pt idx="354">
                  <c:v>1003.355149</c:v>
                </c:pt>
                <c:pt idx="355">
                  <c:v>1002.963509</c:v>
                </c:pt>
                <c:pt idx="356">
                  <c:v>1012.375091</c:v>
                </c:pt>
                <c:pt idx="357">
                  <c:v>994.21455200000003</c:v>
                </c:pt>
                <c:pt idx="358">
                  <c:v>1062.489347</c:v>
                </c:pt>
                <c:pt idx="359">
                  <c:v>1073.0019930000001</c:v>
                </c:pt>
                <c:pt idx="360">
                  <c:v>1014.2388580000001</c:v>
                </c:pt>
                <c:pt idx="361">
                  <c:v>1046.8438570000001</c:v>
                </c:pt>
                <c:pt idx="362">
                  <c:v>1025.2137339999999</c:v>
                </c:pt>
                <c:pt idx="363">
                  <c:v>1016.989635</c:v>
                </c:pt>
                <c:pt idx="364">
                  <c:v>1022.866734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BD-4F38-8489-81382BD2FFCB}"/>
            </c:ext>
          </c:extLst>
        </c:ser>
        <c:ser>
          <c:idx val="2"/>
          <c:order val="2"/>
          <c:tx>
            <c:strRef>
              <c:f>'3G Data'!$D$1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'3G Data'!$D$2:$D$366</c:f>
              <c:numCache>
                <c:formatCode>General</c:formatCode>
                <c:ptCount val="365"/>
                <c:pt idx="0">
                  <c:v>2185.8713210000001</c:v>
                </c:pt>
                <c:pt idx="1">
                  <c:v>2284.7014490000001</c:v>
                </c:pt>
                <c:pt idx="2">
                  <c:v>2284.416084</c:v>
                </c:pt>
                <c:pt idx="3">
                  <c:v>2164.2295210000002</c:v>
                </c:pt>
                <c:pt idx="4">
                  <c:v>2257.3506160000002</c:v>
                </c:pt>
                <c:pt idx="5">
                  <c:v>2135.0237440000001</c:v>
                </c:pt>
                <c:pt idx="6">
                  <c:v>2208.449615</c:v>
                </c:pt>
                <c:pt idx="7">
                  <c:v>2164.0729289999999</c:v>
                </c:pt>
                <c:pt idx="8">
                  <c:v>2189.9501620000001</c:v>
                </c:pt>
                <c:pt idx="9">
                  <c:v>2297.423659</c:v>
                </c:pt>
                <c:pt idx="10">
                  <c:v>2077.4280829999998</c:v>
                </c:pt>
                <c:pt idx="11">
                  <c:v>2114.6250700000001</c:v>
                </c:pt>
                <c:pt idx="12">
                  <c:v>2143.8360990000001</c:v>
                </c:pt>
                <c:pt idx="13">
                  <c:v>2055.9445820000001</c:v>
                </c:pt>
                <c:pt idx="14">
                  <c:v>2125.3154760000002</c:v>
                </c:pt>
                <c:pt idx="15">
                  <c:v>2233.8614280000002</c:v>
                </c:pt>
                <c:pt idx="16">
                  <c:v>2227.8836419999998</c:v>
                </c:pt>
                <c:pt idx="17">
                  <c:v>2090.670153</c:v>
                </c:pt>
                <c:pt idx="18">
                  <c:v>2130.7705569999998</c:v>
                </c:pt>
                <c:pt idx="19">
                  <c:v>1995.515142</c:v>
                </c:pt>
                <c:pt idx="20">
                  <c:v>2207.1430770000002</c:v>
                </c:pt>
                <c:pt idx="21">
                  <c:v>2088.9747579999998</c:v>
                </c:pt>
                <c:pt idx="22">
                  <c:v>2128.2458649999999</c:v>
                </c:pt>
                <c:pt idx="23">
                  <c:v>2197.781129</c:v>
                </c:pt>
                <c:pt idx="24">
                  <c:v>2038.9958979999999</c:v>
                </c:pt>
                <c:pt idx="25">
                  <c:v>2063.1703520000001</c:v>
                </c:pt>
                <c:pt idx="26">
                  <c:v>2115.8031959999998</c:v>
                </c:pt>
                <c:pt idx="27">
                  <c:v>2094.2799359999999</c:v>
                </c:pt>
                <c:pt idx="28">
                  <c:v>2076.6800360000002</c:v>
                </c:pt>
                <c:pt idx="29">
                  <c:v>2229.8962069999998</c:v>
                </c:pt>
                <c:pt idx="30">
                  <c:v>2280.306611</c:v>
                </c:pt>
                <c:pt idx="31">
                  <c:v>2132.2406179999998</c:v>
                </c:pt>
                <c:pt idx="32">
                  <c:v>2084.2505620000002</c:v>
                </c:pt>
                <c:pt idx="33">
                  <c:v>2050.7853839999998</c:v>
                </c:pt>
                <c:pt idx="34">
                  <c:v>2035.7827</c:v>
                </c:pt>
                <c:pt idx="35">
                  <c:v>2111.1655479999999</c:v>
                </c:pt>
                <c:pt idx="36">
                  <c:v>2184.8561970000001</c:v>
                </c:pt>
                <c:pt idx="37">
                  <c:v>2153.2141280000001</c:v>
                </c:pt>
                <c:pt idx="38">
                  <c:v>2024.1832669999999</c:v>
                </c:pt>
                <c:pt idx="39">
                  <c:v>1996.504586</c:v>
                </c:pt>
                <c:pt idx="40">
                  <c:v>2073.7324060000001</c:v>
                </c:pt>
                <c:pt idx="41">
                  <c:v>1987.5125419999999</c:v>
                </c:pt>
                <c:pt idx="42">
                  <c:v>2141.5804589999998</c:v>
                </c:pt>
                <c:pt idx="43">
                  <c:v>2161.7786719999999</c:v>
                </c:pt>
                <c:pt idx="44">
                  <c:v>2239.2735240000002</c:v>
                </c:pt>
                <c:pt idx="45">
                  <c:v>1991.4072570000001</c:v>
                </c:pt>
                <c:pt idx="46">
                  <c:v>1978.5868989999999</c:v>
                </c:pt>
                <c:pt idx="47">
                  <c:v>2077.0359560000002</c:v>
                </c:pt>
                <c:pt idx="48">
                  <c:v>2011.424602</c:v>
                </c:pt>
                <c:pt idx="49">
                  <c:v>2167.1509890000002</c:v>
                </c:pt>
                <c:pt idx="50">
                  <c:v>2128.9615819999999</c:v>
                </c:pt>
                <c:pt idx="51">
                  <c:v>2159.5056129999998</c:v>
                </c:pt>
                <c:pt idx="52">
                  <c:v>2040.653626</c:v>
                </c:pt>
                <c:pt idx="53">
                  <c:v>2037.786578</c:v>
                </c:pt>
                <c:pt idx="54">
                  <c:v>2074.1189899999999</c:v>
                </c:pt>
                <c:pt idx="55">
                  <c:v>2055.4623879999999</c:v>
                </c:pt>
                <c:pt idx="56">
                  <c:v>2097.029098</c:v>
                </c:pt>
                <c:pt idx="57">
                  <c:v>2145.1776540000001</c:v>
                </c:pt>
                <c:pt idx="58">
                  <c:v>2239.8847420000002</c:v>
                </c:pt>
                <c:pt idx="59">
                  <c:v>2074.85142</c:v>
                </c:pt>
                <c:pt idx="60">
                  <c:v>2047.08673</c:v>
                </c:pt>
                <c:pt idx="61">
                  <c:v>2054.1702810000002</c:v>
                </c:pt>
                <c:pt idx="62">
                  <c:v>2045.2548449999999</c:v>
                </c:pt>
                <c:pt idx="63">
                  <c:v>2124.5521530000001</c:v>
                </c:pt>
                <c:pt idx="64">
                  <c:v>2155.8705129999998</c:v>
                </c:pt>
                <c:pt idx="65">
                  <c:v>2182.9374670000002</c:v>
                </c:pt>
                <c:pt idx="66">
                  <c:v>2014.8696460000001</c:v>
                </c:pt>
                <c:pt idx="67">
                  <c:v>2098.8350580000001</c:v>
                </c:pt>
                <c:pt idx="68">
                  <c:v>2067.721051</c:v>
                </c:pt>
                <c:pt idx="69">
                  <c:v>2076.9792619999998</c:v>
                </c:pt>
                <c:pt idx="70">
                  <c:v>2171.5846590000001</c:v>
                </c:pt>
                <c:pt idx="71">
                  <c:v>2224.671503</c:v>
                </c:pt>
                <c:pt idx="72">
                  <c:v>2234.723688</c:v>
                </c:pt>
                <c:pt idx="73">
                  <c:v>2079.2232709999998</c:v>
                </c:pt>
                <c:pt idx="74">
                  <c:v>2147.5411720000002</c:v>
                </c:pt>
                <c:pt idx="75">
                  <c:v>2109.572619</c:v>
                </c:pt>
                <c:pt idx="76">
                  <c:v>2076.5653539999998</c:v>
                </c:pt>
                <c:pt idx="77">
                  <c:v>2309.1907080000001</c:v>
                </c:pt>
                <c:pt idx="78">
                  <c:v>2156.2076790000001</c:v>
                </c:pt>
                <c:pt idx="79">
                  <c:v>2269.749264</c:v>
                </c:pt>
                <c:pt idx="80">
                  <c:v>1995.480462</c:v>
                </c:pt>
                <c:pt idx="81">
                  <c:v>1999.023064</c:v>
                </c:pt>
                <c:pt idx="82">
                  <c:v>2017.3262850000001</c:v>
                </c:pt>
                <c:pt idx="83">
                  <c:v>2072.2781260000002</c:v>
                </c:pt>
                <c:pt idx="84">
                  <c:v>2125.7788890000002</c:v>
                </c:pt>
                <c:pt idx="85">
                  <c:v>2363.5781689999999</c:v>
                </c:pt>
                <c:pt idx="86">
                  <c:v>2258.8682079999999</c:v>
                </c:pt>
                <c:pt idx="87">
                  <c:v>2252.5102299999999</c:v>
                </c:pt>
                <c:pt idx="88">
                  <c:v>2208.6351890000001</c:v>
                </c:pt>
                <c:pt idx="89">
                  <c:v>2198.422161</c:v>
                </c:pt>
                <c:pt idx="90">
                  <c:v>2330.7457519999998</c:v>
                </c:pt>
                <c:pt idx="91">
                  <c:v>2186.3734869999998</c:v>
                </c:pt>
                <c:pt idx="92">
                  <c:v>2358.7561860000001</c:v>
                </c:pt>
                <c:pt idx="93">
                  <c:v>2332.0470730000002</c:v>
                </c:pt>
                <c:pt idx="94">
                  <c:v>2121.2965600000002</c:v>
                </c:pt>
                <c:pt idx="95">
                  <c:v>2146.3876989999999</c:v>
                </c:pt>
                <c:pt idx="96">
                  <c:v>2064.7191870000001</c:v>
                </c:pt>
                <c:pt idx="97">
                  <c:v>2150.6888650000001</c:v>
                </c:pt>
                <c:pt idx="98">
                  <c:v>2206.922325</c:v>
                </c:pt>
                <c:pt idx="99">
                  <c:v>2171.815846</c:v>
                </c:pt>
                <c:pt idx="100">
                  <c:v>2210.3587550000002</c:v>
                </c:pt>
                <c:pt idx="101">
                  <c:v>2054.781082</c:v>
                </c:pt>
                <c:pt idx="102">
                  <c:v>2019.5606479999999</c:v>
                </c:pt>
                <c:pt idx="103">
                  <c:v>1957.3215580000001</c:v>
                </c:pt>
                <c:pt idx="104">
                  <c:v>2069.6330859999998</c:v>
                </c:pt>
                <c:pt idx="105">
                  <c:v>2041.1771490000001</c:v>
                </c:pt>
                <c:pt idx="106">
                  <c:v>2188.3706969999998</c:v>
                </c:pt>
                <c:pt idx="107">
                  <c:v>2157.6340660000001</c:v>
                </c:pt>
                <c:pt idx="108">
                  <c:v>2197.830743</c:v>
                </c:pt>
                <c:pt idx="109">
                  <c:v>1972.4773339999999</c:v>
                </c:pt>
                <c:pt idx="110">
                  <c:v>1961.442256</c:v>
                </c:pt>
                <c:pt idx="111">
                  <c:v>2070.8750199999999</c:v>
                </c:pt>
                <c:pt idx="112">
                  <c:v>2054.8447489999999</c:v>
                </c:pt>
                <c:pt idx="113">
                  <c:v>2052.4890070000001</c:v>
                </c:pt>
                <c:pt idx="114">
                  <c:v>2039.9747589999999</c:v>
                </c:pt>
                <c:pt idx="115">
                  <c:v>2050.4871549999998</c:v>
                </c:pt>
                <c:pt idx="116">
                  <c:v>2045.5151040000001</c:v>
                </c:pt>
                <c:pt idx="117">
                  <c:v>2077.5992980000001</c:v>
                </c:pt>
                <c:pt idx="118">
                  <c:v>2039.3508730000001</c:v>
                </c:pt>
                <c:pt idx="119">
                  <c:v>1994.92687</c:v>
                </c:pt>
                <c:pt idx="120">
                  <c:v>2085.3692529999998</c:v>
                </c:pt>
                <c:pt idx="121">
                  <c:v>2177.7997789999999</c:v>
                </c:pt>
                <c:pt idx="122">
                  <c:v>2175.5267829999998</c:v>
                </c:pt>
                <c:pt idx="123">
                  <c:v>2114.7763799999998</c:v>
                </c:pt>
                <c:pt idx="124">
                  <c:v>2071.7465990000001</c:v>
                </c:pt>
                <c:pt idx="125">
                  <c:v>2034.0967619999999</c:v>
                </c:pt>
                <c:pt idx="126">
                  <c:v>2124.3136709999999</c:v>
                </c:pt>
                <c:pt idx="127">
                  <c:v>2243.6287419999999</c:v>
                </c:pt>
                <c:pt idx="128">
                  <c:v>2197.8282380000001</c:v>
                </c:pt>
                <c:pt idx="129">
                  <c:v>1985.7693730000001</c:v>
                </c:pt>
                <c:pt idx="130">
                  <c:v>1982.4206240000001</c:v>
                </c:pt>
                <c:pt idx="131">
                  <c:v>2100.7528510000002</c:v>
                </c:pt>
                <c:pt idx="132">
                  <c:v>2042.0607199999999</c:v>
                </c:pt>
                <c:pt idx="133">
                  <c:v>2009.6729640000001</c:v>
                </c:pt>
                <c:pt idx="134">
                  <c:v>2055.3676190000001</c:v>
                </c:pt>
                <c:pt idx="135">
                  <c:v>2199.9722590000001</c:v>
                </c:pt>
                <c:pt idx="136">
                  <c:v>1852.2544720000001</c:v>
                </c:pt>
                <c:pt idx="137">
                  <c:v>825.01224999999999</c:v>
                </c:pt>
                <c:pt idx="138">
                  <c:v>871.94771600000001</c:v>
                </c:pt>
                <c:pt idx="140">
                  <c:v>890.517202</c:v>
                </c:pt>
                <c:pt idx="141">
                  <c:v>858.87877900000001</c:v>
                </c:pt>
                <c:pt idx="142">
                  <c:v>839.68847400000004</c:v>
                </c:pt>
                <c:pt idx="143">
                  <c:v>854.12833000000001</c:v>
                </c:pt>
                <c:pt idx="144">
                  <c:v>850.35342900000001</c:v>
                </c:pt>
                <c:pt idx="145">
                  <c:v>822.61166800000001</c:v>
                </c:pt>
                <c:pt idx="146">
                  <c:v>802.97016099999996</c:v>
                </c:pt>
                <c:pt idx="147">
                  <c:v>873.22135800000001</c:v>
                </c:pt>
                <c:pt idx="148">
                  <c:v>854.60629500000005</c:v>
                </c:pt>
                <c:pt idx="149">
                  <c:v>888.51364999999998</c:v>
                </c:pt>
                <c:pt idx="150">
                  <c:v>837.69578300000001</c:v>
                </c:pt>
                <c:pt idx="151">
                  <c:v>878.00312099999996</c:v>
                </c:pt>
                <c:pt idx="152">
                  <c:v>858.013554</c:v>
                </c:pt>
                <c:pt idx="153">
                  <c:v>870.81064700000002</c:v>
                </c:pt>
                <c:pt idx="154">
                  <c:v>802.76578700000005</c:v>
                </c:pt>
                <c:pt idx="155">
                  <c:v>878.04677800000002</c:v>
                </c:pt>
                <c:pt idx="156">
                  <c:v>928.86726599999997</c:v>
                </c:pt>
                <c:pt idx="157">
                  <c:v>880.57694400000003</c:v>
                </c:pt>
                <c:pt idx="158">
                  <c:v>898.31618500000002</c:v>
                </c:pt>
                <c:pt idx="159">
                  <c:v>841.06128699999999</c:v>
                </c:pt>
                <c:pt idx="160">
                  <c:v>983.23281299999996</c:v>
                </c:pt>
                <c:pt idx="161">
                  <c:v>928.83877900000005</c:v>
                </c:pt>
                <c:pt idx="162">
                  <c:v>940.48204099999998</c:v>
                </c:pt>
                <c:pt idx="163">
                  <c:v>939.39539100000002</c:v>
                </c:pt>
                <c:pt idx="164">
                  <c:v>929.10645399999999</c:v>
                </c:pt>
                <c:pt idx="165">
                  <c:v>937.460014</c:v>
                </c:pt>
                <c:pt idx="166">
                  <c:v>907.72417099999996</c:v>
                </c:pt>
                <c:pt idx="167">
                  <c:v>985.06075199999998</c:v>
                </c:pt>
                <c:pt idx="168">
                  <c:v>945.482439</c:v>
                </c:pt>
                <c:pt idx="169">
                  <c:v>991.52452600000004</c:v>
                </c:pt>
                <c:pt idx="170">
                  <c:v>939.91966100000002</c:v>
                </c:pt>
                <c:pt idx="171">
                  <c:v>842.51630999999998</c:v>
                </c:pt>
                <c:pt idx="172">
                  <c:v>871.27474099999995</c:v>
                </c:pt>
                <c:pt idx="173">
                  <c:v>924.05509500000005</c:v>
                </c:pt>
                <c:pt idx="174">
                  <c:v>851.764905</c:v>
                </c:pt>
                <c:pt idx="175">
                  <c:v>864.18442100000004</c:v>
                </c:pt>
                <c:pt idx="176">
                  <c:v>888.48609099999999</c:v>
                </c:pt>
                <c:pt idx="177">
                  <c:v>885.70385199999998</c:v>
                </c:pt>
                <c:pt idx="178">
                  <c:v>835.04720199999997</c:v>
                </c:pt>
                <c:pt idx="179">
                  <c:v>840.69992100000002</c:v>
                </c:pt>
                <c:pt idx="180">
                  <c:v>893.74133500000005</c:v>
                </c:pt>
                <c:pt idx="181">
                  <c:v>903.56537200000002</c:v>
                </c:pt>
                <c:pt idx="182">
                  <c:v>904.46075900000005</c:v>
                </c:pt>
                <c:pt idx="183">
                  <c:v>920.34622200000001</c:v>
                </c:pt>
                <c:pt idx="184">
                  <c:v>928.45702900000003</c:v>
                </c:pt>
                <c:pt idx="185">
                  <c:v>828.21631100000002</c:v>
                </c:pt>
                <c:pt idx="186">
                  <c:v>884.16384100000005</c:v>
                </c:pt>
                <c:pt idx="187">
                  <c:v>914.78881799999999</c:v>
                </c:pt>
                <c:pt idx="188">
                  <c:v>918.32006100000001</c:v>
                </c:pt>
                <c:pt idx="189">
                  <c:v>892.26873999999998</c:v>
                </c:pt>
                <c:pt idx="190">
                  <c:v>904.471812</c:v>
                </c:pt>
                <c:pt idx="191">
                  <c:v>870.16834600000004</c:v>
                </c:pt>
                <c:pt idx="192">
                  <c:v>843.26195900000005</c:v>
                </c:pt>
                <c:pt idx="193">
                  <c:v>838.60195499999998</c:v>
                </c:pt>
                <c:pt idx="194">
                  <c:v>801.52077499999996</c:v>
                </c:pt>
                <c:pt idx="195">
                  <c:v>851.90820900000006</c:v>
                </c:pt>
                <c:pt idx="196">
                  <c:v>823.68125599999996</c:v>
                </c:pt>
                <c:pt idx="197">
                  <c:v>837.35657400000002</c:v>
                </c:pt>
                <c:pt idx="198">
                  <c:v>789.55195000000003</c:v>
                </c:pt>
                <c:pt idx="199">
                  <c:v>777.45976199999996</c:v>
                </c:pt>
                <c:pt idx="200">
                  <c:v>793.81200699999999</c:v>
                </c:pt>
                <c:pt idx="201">
                  <c:v>806.96421999999995</c:v>
                </c:pt>
                <c:pt idx="202">
                  <c:v>765.928448</c:v>
                </c:pt>
                <c:pt idx="203">
                  <c:v>763.48536300000001</c:v>
                </c:pt>
                <c:pt idx="204">
                  <c:v>827.42580999999996</c:v>
                </c:pt>
                <c:pt idx="205">
                  <c:v>863.86489500000005</c:v>
                </c:pt>
                <c:pt idx="206">
                  <c:v>811.84520499999996</c:v>
                </c:pt>
                <c:pt idx="207">
                  <c:v>802.37771799999996</c:v>
                </c:pt>
                <c:pt idx="208">
                  <c:v>859.37334099999998</c:v>
                </c:pt>
                <c:pt idx="209">
                  <c:v>836.69982700000003</c:v>
                </c:pt>
                <c:pt idx="210">
                  <c:v>859.20806300000004</c:v>
                </c:pt>
                <c:pt idx="211">
                  <c:v>843.13440500000002</c:v>
                </c:pt>
                <c:pt idx="212">
                  <c:v>883.70979399999999</c:v>
                </c:pt>
                <c:pt idx="213">
                  <c:v>832.75464999999997</c:v>
                </c:pt>
                <c:pt idx="214">
                  <c:v>786.97295299999996</c:v>
                </c:pt>
                <c:pt idx="215">
                  <c:v>772.20302800000002</c:v>
                </c:pt>
                <c:pt idx="216">
                  <c:v>810.07768099999998</c:v>
                </c:pt>
                <c:pt idx="217">
                  <c:v>753.87483799999995</c:v>
                </c:pt>
                <c:pt idx="218">
                  <c:v>832.94747900000004</c:v>
                </c:pt>
                <c:pt idx="219">
                  <c:v>777.36997299999996</c:v>
                </c:pt>
                <c:pt idx="220">
                  <c:v>785.61196900000004</c:v>
                </c:pt>
                <c:pt idx="221">
                  <c:v>830.98846500000002</c:v>
                </c:pt>
                <c:pt idx="222">
                  <c:v>790.41168000000005</c:v>
                </c:pt>
                <c:pt idx="223">
                  <c:v>812.64863300000002</c:v>
                </c:pt>
                <c:pt idx="224">
                  <c:v>815.67641000000003</c:v>
                </c:pt>
                <c:pt idx="225">
                  <c:v>875.63823500000001</c:v>
                </c:pt>
                <c:pt idx="226">
                  <c:v>940.42427499999997</c:v>
                </c:pt>
                <c:pt idx="227">
                  <c:v>772.05222300000003</c:v>
                </c:pt>
                <c:pt idx="228">
                  <c:v>878.60463800000002</c:v>
                </c:pt>
                <c:pt idx="229">
                  <c:v>913.65988400000003</c:v>
                </c:pt>
                <c:pt idx="230">
                  <c:v>823.93205799999998</c:v>
                </c:pt>
                <c:pt idx="231">
                  <c:v>793.26904999999999</c:v>
                </c:pt>
                <c:pt idx="232">
                  <c:v>854.74703499999998</c:v>
                </c:pt>
                <c:pt idx="233">
                  <c:v>866.23472100000004</c:v>
                </c:pt>
                <c:pt idx="234">
                  <c:v>758.90947400000005</c:v>
                </c:pt>
                <c:pt idx="235">
                  <c:v>786.50870899999995</c:v>
                </c:pt>
                <c:pt idx="236">
                  <c:v>831.07251199999996</c:v>
                </c:pt>
                <c:pt idx="237">
                  <c:v>865.36337800000001</c:v>
                </c:pt>
                <c:pt idx="238">
                  <c:v>873.66524300000003</c:v>
                </c:pt>
                <c:pt idx="239">
                  <c:v>887.92086400000005</c:v>
                </c:pt>
                <c:pt idx="240">
                  <c:v>885.95023500000002</c:v>
                </c:pt>
                <c:pt idx="241">
                  <c:v>916.00102700000002</c:v>
                </c:pt>
                <c:pt idx="242">
                  <c:v>867.87155900000005</c:v>
                </c:pt>
                <c:pt idx="243">
                  <c:v>859.51107000000002</c:v>
                </c:pt>
                <c:pt idx="244">
                  <c:v>888.06910500000004</c:v>
                </c:pt>
                <c:pt idx="245">
                  <c:v>843.31716700000004</c:v>
                </c:pt>
                <c:pt idx="246">
                  <c:v>847.89461800000004</c:v>
                </c:pt>
                <c:pt idx="247">
                  <c:v>875.81634799999995</c:v>
                </c:pt>
                <c:pt idx="248">
                  <c:v>775.33527300000003</c:v>
                </c:pt>
                <c:pt idx="249">
                  <c:v>733.98514799999998</c:v>
                </c:pt>
                <c:pt idx="250">
                  <c:v>727.12251900000001</c:v>
                </c:pt>
                <c:pt idx="251">
                  <c:v>751.85373100000004</c:v>
                </c:pt>
                <c:pt idx="252">
                  <c:v>766.11822099999995</c:v>
                </c:pt>
                <c:pt idx="253">
                  <c:v>851.33071600000005</c:v>
                </c:pt>
                <c:pt idx="254">
                  <c:v>823.54747199999997</c:v>
                </c:pt>
                <c:pt idx="255">
                  <c:v>842.38106400000004</c:v>
                </c:pt>
                <c:pt idx="256">
                  <c:v>741.58924000000002</c:v>
                </c:pt>
                <c:pt idx="257">
                  <c:v>753.79533700000002</c:v>
                </c:pt>
                <c:pt idx="258">
                  <c:v>755.08083999999997</c:v>
                </c:pt>
                <c:pt idx="259">
                  <c:v>773.97937300000001</c:v>
                </c:pt>
                <c:pt idx="260">
                  <c:v>759.93194800000003</c:v>
                </c:pt>
                <c:pt idx="261">
                  <c:v>800.26118399999996</c:v>
                </c:pt>
                <c:pt idx="262">
                  <c:v>718.57309599999996</c:v>
                </c:pt>
                <c:pt idx="263">
                  <c:v>781.31346199999996</c:v>
                </c:pt>
                <c:pt idx="264">
                  <c:v>743.07863999999995</c:v>
                </c:pt>
                <c:pt idx="265">
                  <c:v>840.745811</c:v>
                </c:pt>
                <c:pt idx="266">
                  <c:v>854.21899299999995</c:v>
                </c:pt>
                <c:pt idx="267">
                  <c:v>858.06743900000004</c:v>
                </c:pt>
                <c:pt idx="268">
                  <c:v>858.83581200000003</c:v>
                </c:pt>
                <c:pt idx="269">
                  <c:v>819.14128800000003</c:v>
                </c:pt>
                <c:pt idx="270">
                  <c:v>833.87778900000001</c:v>
                </c:pt>
                <c:pt idx="271">
                  <c:v>878.11138400000004</c:v>
                </c:pt>
                <c:pt idx="272">
                  <c:v>798.92353900000001</c:v>
                </c:pt>
                <c:pt idx="273">
                  <c:v>835.08065499999998</c:v>
                </c:pt>
                <c:pt idx="274">
                  <c:v>907.21854399999995</c:v>
                </c:pt>
                <c:pt idx="275">
                  <c:v>879.691599</c:v>
                </c:pt>
                <c:pt idx="276">
                  <c:v>838.71430099999998</c:v>
                </c:pt>
                <c:pt idx="277">
                  <c:v>861.21283500000004</c:v>
                </c:pt>
                <c:pt idx="278">
                  <c:v>868.66950499999996</c:v>
                </c:pt>
                <c:pt idx="279">
                  <c:v>821.89833899999996</c:v>
                </c:pt>
                <c:pt idx="280">
                  <c:v>842.49831300000005</c:v>
                </c:pt>
                <c:pt idx="281">
                  <c:v>853.43920000000003</c:v>
                </c:pt>
                <c:pt idx="282">
                  <c:v>847.11553100000003</c:v>
                </c:pt>
                <c:pt idx="283">
                  <c:v>791.72109699999999</c:v>
                </c:pt>
                <c:pt idx="284">
                  <c:v>791.53140499999995</c:v>
                </c:pt>
                <c:pt idx="285">
                  <c:v>893.411338</c:v>
                </c:pt>
                <c:pt idx="286">
                  <c:v>829.91392099999996</c:v>
                </c:pt>
                <c:pt idx="287">
                  <c:v>833.60134000000005</c:v>
                </c:pt>
                <c:pt idx="288">
                  <c:v>835.37903400000005</c:v>
                </c:pt>
                <c:pt idx="289">
                  <c:v>814.76468299999999</c:v>
                </c:pt>
                <c:pt idx="290">
                  <c:v>763.97853099999998</c:v>
                </c:pt>
                <c:pt idx="291">
                  <c:v>772.12841900000001</c:v>
                </c:pt>
                <c:pt idx="292">
                  <c:v>789.88645599999995</c:v>
                </c:pt>
                <c:pt idx="293">
                  <c:v>768.89249500000005</c:v>
                </c:pt>
                <c:pt idx="294">
                  <c:v>776.90630499999997</c:v>
                </c:pt>
                <c:pt idx="295">
                  <c:v>808.00673800000004</c:v>
                </c:pt>
                <c:pt idx="296">
                  <c:v>878.88532299999997</c:v>
                </c:pt>
                <c:pt idx="297">
                  <c:v>931.75634500000001</c:v>
                </c:pt>
                <c:pt idx="298">
                  <c:v>1000.671148</c:v>
                </c:pt>
                <c:pt idx="299">
                  <c:v>897.34013300000004</c:v>
                </c:pt>
                <c:pt idx="300">
                  <c:v>929.71807000000001</c:v>
                </c:pt>
                <c:pt idx="301">
                  <c:v>944.35035200000004</c:v>
                </c:pt>
                <c:pt idx="302">
                  <c:v>932.98859300000004</c:v>
                </c:pt>
                <c:pt idx="303">
                  <c:v>893.56084699999997</c:v>
                </c:pt>
                <c:pt idx="304">
                  <c:v>843.97502999999995</c:v>
                </c:pt>
                <c:pt idx="305">
                  <c:v>875.22904700000004</c:v>
                </c:pt>
                <c:pt idx="306">
                  <c:v>826.38105299999995</c:v>
                </c:pt>
                <c:pt idx="307">
                  <c:v>860.44420700000001</c:v>
                </c:pt>
                <c:pt idx="308">
                  <c:v>931.33295699999996</c:v>
                </c:pt>
                <c:pt idx="309">
                  <c:v>867.02990899999998</c:v>
                </c:pt>
                <c:pt idx="310">
                  <c:v>884.39839800000004</c:v>
                </c:pt>
                <c:pt idx="311">
                  <c:v>814.592263</c:v>
                </c:pt>
                <c:pt idx="312">
                  <c:v>844.50937099999999</c:v>
                </c:pt>
                <c:pt idx="313">
                  <c:v>856.55225700000005</c:v>
                </c:pt>
                <c:pt idx="314">
                  <c:v>848.67257600000005</c:v>
                </c:pt>
                <c:pt idx="315">
                  <c:v>961.04796199999998</c:v>
                </c:pt>
                <c:pt idx="316">
                  <c:v>918.30351700000006</c:v>
                </c:pt>
                <c:pt idx="317">
                  <c:v>887.56777899999997</c:v>
                </c:pt>
                <c:pt idx="318">
                  <c:v>846.09678899999994</c:v>
                </c:pt>
                <c:pt idx="319">
                  <c:v>824.58148600000004</c:v>
                </c:pt>
                <c:pt idx="320">
                  <c:v>812.64733699999999</c:v>
                </c:pt>
                <c:pt idx="321">
                  <c:v>790.33692099999996</c:v>
                </c:pt>
                <c:pt idx="322">
                  <c:v>847.50430100000005</c:v>
                </c:pt>
                <c:pt idx="323">
                  <c:v>935.54469099999994</c:v>
                </c:pt>
                <c:pt idx="324">
                  <c:v>900.19245699999999</c:v>
                </c:pt>
                <c:pt idx="325">
                  <c:v>879.68496900000002</c:v>
                </c:pt>
                <c:pt idx="326">
                  <c:v>906.39730299999997</c:v>
                </c:pt>
                <c:pt idx="327">
                  <c:v>898.34721000000002</c:v>
                </c:pt>
                <c:pt idx="328">
                  <c:v>884.68450700000005</c:v>
                </c:pt>
                <c:pt idx="329">
                  <c:v>898.45011299999999</c:v>
                </c:pt>
                <c:pt idx="330">
                  <c:v>920.25490300000001</c:v>
                </c:pt>
                <c:pt idx="331">
                  <c:v>879.74046799999996</c:v>
                </c:pt>
                <c:pt idx="332">
                  <c:v>857.47519399999999</c:v>
                </c:pt>
                <c:pt idx="333">
                  <c:v>829.96713099999999</c:v>
                </c:pt>
                <c:pt idx="334">
                  <c:v>863.43452500000001</c:v>
                </c:pt>
                <c:pt idx="335">
                  <c:v>872.38250600000003</c:v>
                </c:pt>
                <c:pt idx="336">
                  <c:v>933.89680399999997</c:v>
                </c:pt>
                <c:pt idx="337">
                  <c:v>903.35031600000002</c:v>
                </c:pt>
                <c:pt idx="338">
                  <c:v>915.91853900000001</c:v>
                </c:pt>
                <c:pt idx="339">
                  <c:v>885.70863699999995</c:v>
                </c:pt>
                <c:pt idx="340">
                  <c:v>864.69848200000001</c:v>
                </c:pt>
                <c:pt idx="341">
                  <c:v>911.94052299999998</c:v>
                </c:pt>
                <c:pt idx="342">
                  <c:v>961.53792499999997</c:v>
                </c:pt>
                <c:pt idx="343">
                  <c:v>910.29854999999998</c:v>
                </c:pt>
                <c:pt idx="344">
                  <c:v>853.69984799999997</c:v>
                </c:pt>
                <c:pt idx="345">
                  <c:v>921.04115000000002</c:v>
                </c:pt>
                <c:pt idx="346">
                  <c:v>904.964248</c:v>
                </c:pt>
                <c:pt idx="347">
                  <c:v>902.13442399999997</c:v>
                </c:pt>
                <c:pt idx="348">
                  <c:v>837.50734499999999</c:v>
                </c:pt>
                <c:pt idx="349">
                  <c:v>849.31560100000002</c:v>
                </c:pt>
                <c:pt idx="350">
                  <c:v>890.44774500000005</c:v>
                </c:pt>
                <c:pt idx="351">
                  <c:v>934.96761400000003</c:v>
                </c:pt>
                <c:pt idx="352">
                  <c:v>925.70589600000005</c:v>
                </c:pt>
                <c:pt idx="353">
                  <c:v>858.29572199999996</c:v>
                </c:pt>
                <c:pt idx="354">
                  <c:v>870.41074500000002</c:v>
                </c:pt>
                <c:pt idx="355">
                  <c:v>859.63140899999996</c:v>
                </c:pt>
                <c:pt idx="356">
                  <c:v>893.15321900000004</c:v>
                </c:pt>
                <c:pt idx="357">
                  <c:v>872.630853</c:v>
                </c:pt>
                <c:pt idx="358">
                  <c:v>935.94273099999998</c:v>
                </c:pt>
                <c:pt idx="359">
                  <c:v>921.91868899999997</c:v>
                </c:pt>
                <c:pt idx="360">
                  <c:v>850.17704400000002</c:v>
                </c:pt>
                <c:pt idx="361">
                  <c:v>847.56711199999995</c:v>
                </c:pt>
                <c:pt idx="362">
                  <c:v>899.43289600000003</c:v>
                </c:pt>
                <c:pt idx="363">
                  <c:v>873.19387500000005</c:v>
                </c:pt>
                <c:pt idx="364">
                  <c:v>868.180252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BD-4F38-8489-81382BD2FFCB}"/>
            </c:ext>
          </c:extLst>
        </c:ser>
        <c:ser>
          <c:idx val="3"/>
          <c:order val="3"/>
          <c:tx>
            <c:strRef>
              <c:f>'3G Data'!$E$1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'3G Data'!$E$2:$E$366</c:f>
              <c:numCache>
                <c:formatCode>General</c:formatCode>
                <c:ptCount val="365"/>
                <c:pt idx="0">
                  <c:v>914.09937400000001</c:v>
                </c:pt>
                <c:pt idx="1">
                  <c:v>923.19379100000003</c:v>
                </c:pt>
                <c:pt idx="2">
                  <c:v>952.50649099999998</c:v>
                </c:pt>
                <c:pt idx="3">
                  <c:v>865.78580099999999</c:v>
                </c:pt>
                <c:pt idx="4">
                  <c:v>905.62779599999999</c:v>
                </c:pt>
                <c:pt idx="5">
                  <c:v>899.00974900000006</c:v>
                </c:pt>
                <c:pt idx="6">
                  <c:v>905.09549100000004</c:v>
                </c:pt>
                <c:pt idx="7">
                  <c:v>899.07874700000002</c:v>
                </c:pt>
                <c:pt idx="8">
                  <c:v>894.20683499999996</c:v>
                </c:pt>
                <c:pt idx="9">
                  <c:v>898.95212500000002</c:v>
                </c:pt>
                <c:pt idx="10">
                  <c:v>864.84069499999998</c:v>
                </c:pt>
                <c:pt idx="11">
                  <c:v>890.00579800000003</c:v>
                </c:pt>
                <c:pt idx="12">
                  <c:v>920.21254799999997</c:v>
                </c:pt>
                <c:pt idx="13">
                  <c:v>902.51615800000002</c:v>
                </c:pt>
                <c:pt idx="14">
                  <c:v>910.06759699999998</c:v>
                </c:pt>
                <c:pt idx="15">
                  <c:v>927.39164400000004</c:v>
                </c:pt>
                <c:pt idx="16">
                  <c:v>942.16139999999996</c:v>
                </c:pt>
                <c:pt idx="17">
                  <c:v>851.56162099999995</c:v>
                </c:pt>
                <c:pt idx="18">
                  <c:v>886.99781099999996</c:v>
                </c:pt>
                <c:pt idx="19">
                  <c:v>869.14020700000003</c:v>
                </c:pt>
                <c:pt idx="20">
                  <c:v>864.35328000000004</c:v>
                </c:pt>
                <c:pt idx="21">
                  <c:v>923.67729799999995</c:v>
                </c:pt>
                <c:pt idx="22">
                  <c:v>907.50163499999996</c:v>
                </c:pt>
                <c:pt idx="23">
                  <c:v>909.29462799999999</c:v>
                </c:pt>
                <c:pt idx="24">
                  <c:v>883.31480599999998</c:v>
                </c:pt>
                <c:pt idx="25">
                  <c:v>856.52481299999999</c:v>
                </c:pt>
                <c:pt idx="26">
                  <c:v>859.75283899999999</c:v>
                </c:pt>
                <c:pt idx="27">
                  <c:v>881.63613699999996</c:v>
                </c:pt>
                <c:pt idx="28">
                  <c:v>897.71700999999996</c:v>
                </c:pt>
                <c:pt idx="29">
                  <c:v>927.22976500000004</c:v>
                </c:pt>
                <c:pt idx="30">
                  <c:v>879.04079999999999</c:v>
                </c:pt>
                <c:pt idx="31">
                  <c:v>882.414581</c:v>
                </c:pt>
                <c:pt idx="32">
                  <c:v>873.55941199999995</c:v>
                </c:pt>
                <c:pt idx="33">
                  <c:v>865.32516599999997</c:v>
                </c:pt>
                <c:pt idx="34">
                  <c:v>887.54604700000004</c:v>
                </c:pt>
                <c:pt idx="35">
                  <c:v>936.86363900000003</c:v>
                </c:pt>
                <c:pt idx="36">
                  <c:v>893.39597100000003</c:v>
                </c:pt>
                <c:pt idx="37">
                  <c:v>900.88144899999998</c:v>
                </c:pt>
                <c:pt idx="38">
                  <c:v>805.84232099999997</c:v>
                </c:pt>
                <c:pt idx="39">
                  <c:v>837.94652699999995</c:v>
                </c:pt>
                <c:pt idx="40">
                  <c:v>858.607619</c:v>
                </c:pt>
                <c:pt idx="41">
                  <c:v>823.69736599999999</c:v>
                </c:pt>
                <c:pt idx="42">
                  <c:v>836.78116899999998</c:v>
                </c:pt>
                <c:pt idx="43">
                  <c:v>845.62723100000005</c:v>
                </c:pt>
                <c:pt idx="44">
                  <c:v>919.58703500000001</c:v>
                </c:pt>
                <c:pt idx="45">
                  <c:v>826.48169299999995</c:v>
                </c:pt>
                <c:pt idx="46">
                  <c:v>843.93751199999997</c:v>
                </c:pt>
                <c:pt idx="47">
                  <c:v>844.87508000000003</c:v>
                </c:pt>
                <c:pt idx="48">
                  <c:v>831.49383499999999</c:v>
                </c:pt>
                <c:pt idx="49">
                  <c:v>914.81304499999999</c:v>
                </c:pt>
                <c:pt idx="50">
                  <c:v>914.47030500000005</c:v>
                </c:pt>
                <c:pt idx="51">
                  <c:v>920.07863999999995</c:v>
                </c:pt>
                <c:pt idx="52">
                  <c:v>869.68238599999995</c:v>
                </c:pt>
                <c:pt idx="53">
                  <c:v>897.04904099999999</c:v>
                </c:pt>
                <c:pt idx="54">
                  <c:v>863.896525</c:v>
                </c:pt>
                <c:pt idx="55">
                  <c:v>876.747298</c:v>
                </c:pt>
                <c:pt idx="56">
                  <c:v>890.76919699999996</c:v>
                </c:pt>
                <c:pt idx="57">
                  <c:v>887.76516500000002</c:v>
                </c:pt>
                <c:pt idx="58">
                  <c:v>876.32020899999998</c:v>
                </c:pt>
                <c:pt idx="59">
                  <c:v>818.94591000000003</c:v>
                </c:pt>
                <c:pt idx="60">
                  <c:v>835.16306099999997</c:v>
                </c:pt>
                <c:pt idx="61">
                  <c:v>836.05214999999998</c:v>
                </c:pt>
                <c:pt idx="62">
                  <c:v>784.50698299999999</c:v>
                </c:pt>
                <c:pt idx="63">
                  <c:v>865.01118499999995</c:v>
                </c:pt>
                <c:pt idx="64">
                  <c:v>861.01080200000001</c:v>
                </c:pt>
                <c:pt idx="65">
                  <c:v>888.35192600000005</c:v>
                </c:pt>
                <c:pt idx="66">
                  <c:v>824.14904000000001</c:v>
                </c:pt>
                <c:pt idx="67">
                  <c:v>819.00377200000003</c:v>
                </c:pt>
                <c:pt idx="68">
                  <c:v>813.43281500000001</c:v>
                </c:pt>
                <c:pt idx="69">
                  <c:v>817.36015899999995</c:v>
                </c:pt>
                <c:pt idx="70">
                  <c:v>868.16478800000004</c:v>
                </c:pt>
                <c:pt idx="71">
                  <c:v>863.44061299999998</c:v>
                </c:pt>
                <c:pt idx="72">
                  <c:v>877.49138600000003</c:v>
                </c:pt>
                <c:pt idx="73">
                  <c:v>879.255177</c:v>
                </c:pt>
                <c:pt idx="74">
                  <c:v>822.645759</c:v>
                </c:pt>
                <c:pt idx="75">
                  <c:v>863.77699900000005</c:v>
                </c:pt>
                <c:pt idx="76">
                  <c:v>840.89513999999997</c:v>
                </c:pt>
                <c:pt idx="77">
                  <c:v>907.563402</c:v>
                </c:pt>
                <c:pt idx="78">
                  <c:v>917.95924400000001</c:v>
                </c:pt>
                <c:pt idx="79">
                  <c:v>933.63767700000005</c:v>
                </c:pt>
                <c:pt idx="80">
                  <c:v>833.69920500000001</c:v>
                </c:pt>
                <c:pt idx="81">
                  <c:v>848.92602699999998</c:v>
                </c:pt>
                <c:pt idx="82">
                  <c:v>824.77784199999996</c:v>
                </c:pt>
                <c:pt idx="83">
                  <c:v>830.36166600000001</c:v>
                </c:pt>
                <c:pt idx="84">
                  <c:v>854.02045999999996</c:v>
                </c:pt>
                <c:pt idx="85">
                  <c:v>891.39749200000006</c:v>
                </c:pt>
                <c:pt idx="86">
                  <c:v>931.81760499999996</c:v>
                </c:pt>
                <c:pt idx="87">
                  <c:v>893.39238799999998</c:v>
                </c:pt>
                <c:pt idx="88">
                  <c:v>882.88732900000002</c:v>
                </c:pt>
                <c:pt idx="89">
                  <c:v>827.50310999999999</c:v>
                </c:pt>
                <c:pt idx="90">
                  <c:v>892.71946100000002</c:v>
                </c:pt>
                <c:pt idx="91">
                  <c:v>862.99815799999999</c:v>
                </c:pt>
                <c:pt idx="92">
                  <c:v>933.67797800000005</c:v>
                </c:pt>
                <c:pt idx="93">
                  <c:v>876.077136</c:v>
                </c:pt>
                <c:pt idx="94">
                  <c:v>810.97647900000004</c:v>
                </c:pt>
                <c:pt idx="95">
                  <c:v>873.61615200000006</c:v>
                </c:pt>
                <c:pt idx="96">
                  <c:v>839.06835799999999</c:v>
                </c:pt>
                <c:pt idx="97">
                  <c:v>835.46282299999996</c:v>
                </c:pt>
                <c:pt idx="98">
                  <c:v>916.45178899999996</c:v>
                </c:pt>
                <c:pt idx="99">
                  <c:v>876.71254199999998</c:v>
                </c:pt>
                <c:pt idx="100">
                  <c:v>926.84642399999996</c:v>
                </c:pt>
                <c:pt idx="101">
                  <c:v>806.15852700000005</c:v>
                </c:pt>
                <c:pt idx="102">
                  <c:v>806.61344799999995</c:v>
                </c:pt>
                <c:pt idx="103">
                  <c:v>823.80799200000001</c:v>
                </c:pt>
                <c:pt idx="104">
                  <c:v>814.22938099999999</c:v>
                </c:pt>
                <c:pt idx="105">
                  <c:v>806.26843399999996</c:v>
                </c:pt>
                <c:pt idx="106">
                  <c:v>824.46432700000003</c:v>
                </c:pt>
                <c:pt idx="107">
                  <c:v>818.48201500000005</c:v>
                </c:pt>
                <c:pt idx="108">
                  <c:v>863.80757200000005</c:v>
                </c:pt>
                <c:pt idx="109">
                  <c:v>825.450693</c:v>
                </c:pt>
                <c:pt idx="110">
                  <c:v>843.45078999999998</c:v>
                </c:pt>
                <c:pt idx="111">
                  <c:v>870.80707199999995</c:v>
                </c:pt>
                <c:pt idx="112">
                  <c:v>871.64089999999999</c:v>
                </c:pt>
                <c:pt idx="113">
                  <c:v>873.03741100000002</c:v>
                </c:pt>
                <c:pt idx="114">
                  <c:v>849.16146500000002</c:v>
                </c:pt>
                <c:pt idx="115">
                  <c:v>746.94122100000004</c:v>
                </c:pt>
                <c:pt idx="116">
                  <c:v>804.72203300000001</c:v>
                </c:pt>
                <c:pt idx="117">
                  <c:v>830.35827600000005</c:v>
                </c:pt>
                <c:pt idx="118">
                  <c:v>804.79200400000002</c:v>
                </c:pt>
                <c:pt idx="119">
                  <c:v>831.54841299999998</c:v>
                </c:pt>
                <c:pt idx="120">
                  <c:v>825.02139199999999</c:v>
                </c:pt>
                <c:pt idx="121">
                  <c:v>867.23314900000003</c:v>
                </c:pt>
                <c:pt idx="122">
                  <c:v>857.31009700000004</c:v>
                </c:pt>
                <c:pt idx="123">
                  <c:v>830.90060900000003</c:v>
                </c:pt>
                <c:pt idx="124">
                  <c:v>870.42753500000003</c:v>
                </c:pt>
                <c:pt idx="125">
                  <c:v>851.84086300000001</c:v>
                </c:pt>
                <c:pt idx="126">
                  <c:v>824.12364700000001</c:v>
                </c:pt>
                <c:pt idx="127">
                  <c:v>893.33021699999995</c:v>
                </c:pt>
                <c:pt idx="128">
                  <c:v>796.99154999999996</c:v>
                </c:pt>
                <c:pt idx="129">
                  <c:v>779.88648000000001</c:v>
                </c:pt>
                <c:pt idx="130">
                  <c:v>828.64707399999998</c:v>
                </c:pt>
                <c:pt idx="131">
                  <c:v>795.34706000000006</c:v>
                </c:pt>
                <c:pt idx="132">
                  <c:v>794.98427300000003</c:v>
                </c:pt>
                <c:pt idx="133">
                  <c:v>850.97065099999998</c:v>
                </c:pt>
                <c:pt idx="134">
                  <c:v>885.70742399999995</c:v>
                </c:pt>
                <c:pt idx="135">
                  <c:v>886.95391800000004</c:v>
                </c:pt>
                <c:pt idx="136">
                  <c:v>840.17828099999997</c:v>
                </c:pt>
                <c:pt idx="137">
                  <c:v>686.720776</c:v>
                </c:pt>
                <c:pt idx="138">
                  <c:v>719.52894700000002</c:v>
                </c:pt>
                <c:pt idx="139">
                  <c:v>709.31531299999995</c:v>
                </c:pt>
                <c:pt idx="140">
                  <c:v>696.14613099999997</c:v>
                </c:pt>
                <c:pt idx="141">
                  <c:v>703.01198199999999</c:v>
                </c:pt>
                <c:pt idx="142">
                  <c:v>698.50802099999999</c:v>
                </c:pt>
                <c:pt idx="143">
                  <c:v>688.95706900000005</c:v>
                </c:pt>
                <c:pt idx="144">
                  <c:v>699.49591799999996</c:v>
                </c:pt>
                <c:pt idx="145">
                  <c:v>698.18520799999999</c:v>
                </c:pt>
                <c:pt idx="146">
                  <c:v>701.87967600000002</c:v>
                </c:pt>
                <c:pt idx="147">
                  <c:v>728.53733799999998</c:v>
                </c:pt>
                <c:pt idx="148">
                  <c:v>754.153414</c:v>
                </c:pt>
                <c:pt idx="149">
                  <c:v>770.53880400000003</c:v>
                </c:pt>
                <c:pt idx="150">
                  <c:v>732.39660500000002</c:v>
                </c:pt>
                <c:pt idx="151">
                  <c:v>734.55020000000002</c:v>
                </c:pt>
                <c:pt idx="152">
                  <c:v>727.09938299999999</c:v>
                </c:pt>
                <c:pt idx="153">
                  <c:v>739.83949700000005</c:v>
                </c:pt>
                <c:pt idx="154">
                  <c:v>750.94420300000002</c:v>
                </c:pt>
                <c:pt idx="155">
                  <c:v>748.09069</c:v>
                </c:pt>
                <c:pt idx="156">
                  <c:v>726.74637099999995</c:v>
                </c:pt>
                <c:pt idx="157">
                  <c:v>694.89685999999995</c:v>
                </c:pt>
                <c:pt idx="158">
                  <c:v>755.85158699999999</c:v>
                </c:pt>
                <c:pt idx="159">
                  <c:v>710.75658199999998</c:v>
                </c:pt>
                <c:pt idx="160">
                  <c:v>668.55670299999997</c:v>
                </c:pt>
                <c:pt idx="161">
                  <c:v>576.78308900000002</c:v>
                </c:pt>
                <c:pt idx="162">
                  <c:v>548.07147299999997</c:v>
                </c:pt>
                <c:pt idx="163">
                  <c:v>651.66826100000003</c:v>
                </c:pt>
                <c:pt idx="164">
                  <c:v>730.84761900000001</c:v>
                </c:pt>
                <c:pt idx="165">
                  <c:v>754.44990700000005</c:v>
                </c:pt>
                <c:pt idx="166">
                  <c:v>745.75923999999998</c:v>
                </c:pt>
                <c:pt idx="167">
                  <c:v>768.32120699999996</c:v>
                </c:pt>
                <c:pt idx="168">
                  <c:v>761.75061500000004</c:v>
                </c:pt>
                <c:pt idx="169">
                  <c:v>787.70309899999995</c:v>
                </c:pt>
                <c:pt idx="170">
                  <c:v>799.64149499999996</c:v>
                </c:pt>
                <c:pt idx="171">
                  <c:v>789.14538600000003</c:v>
                </c:pt>
                <c:pt idx="172">
                  <c:v>775.57444699999996</c:v>
                </c:pt>
                <c:pt idx="173">
                  <c:v>768.46907299999998</c:v>
                </c:pt>
                <c:pt idx="174">
                  <c:v>751.62020199999995</c:v>
                </c:pt>
                <c:pt idx="175">
                  <c:v>783.73690399999998</c:v>
                </c:pt>
                <c:pt idx="176">
                  <c:v>754.98151800000005</c:v>
                </c:pt>
                <c:pt idx="177">
                  <c:v>789.72952299999997</c:v>
                </c:pt>
                <c:pt idx="178">
                  <c:v>762.59491400000002</c:v>
                </c:pt>
                <c:pt idx="179">
                  <c:v>722.61376900000005</c:v>
                </c:pt>
                <c:pt idx="180">
                  <c:v>781.668497</c:v>
                </c:pt>
                <c:pt idx="181">
                  <c:v>737.46161300000006</c:v>
                </c:pt>
                <c:pt idx="182">
                  <c:v>757.73354500000005</c:v>
                </c:pt>
                <c:pt idx="183">
                  <c:v>747.10336800000005</c:v>
                </c:pt>
                <c:pt idx="184">
                  <c:v>788.33614699999998</c:v>
                </c:pt>
                <c:pt idx="185">
                  <c:v>760.619687</c:v>
                </c:pt>
                <c:pt idx="186">
                  <c:v>766.00662899999998</c:v>
                </c:pt>
                <c:pt idx="187">
                  <c:v>731.02556600000003</c:v>
                </c:pt>
                <c:pt idx="188">
                  <c:v>761.41461900000002</c:v>
                </c:pt>
                <c:pt idx="189">
                  <c:v>753.95589199999995</c:v>
                </c:pt>
                <c:pt idx="190">
                  <c:v>762.34497499999998</c:v>
                </c:pt>
                <c:pt idx="191">
                  <c:v>736.62681299999997</c:v>
                </c:pt>
                <c:pt idx="192">
                  <c:v>735.39572499999997</c:v>
                </c:pt>
                <c:pt idx="193">
                  <c:v>725.05619799999999</c:v>
                </c:pt>
                <c:pt idx="194">
                  <c:v>716.11976600000003</c:v>
                </c:pt>
                <c:pt idx="195">
                  <c:v>742.45066699999995</c:v>
                </c:pt>
                <c:pt idx="196">
                  <c:v>734.15075400000001</c:v>
                </c:pt>
                <c:pt idx="197">
                  <c:v>753.00129300000003</c:v>
                </c:pt>
                <c:pt idx="198">
                  <c:v>734.27148299999999</c:v>
                </c:pt>
                <c:pt idx="199">
                  <c:v>707.655168</c:v>
                </c:pt>
                <c:pt idx="200">
                  <c:v>748.17204900000002</c:v>
                </c:pt>
                <c:pt idx="201">
                  <c:v>756.78711699999997</c:v>
                </c:pt>
                <c:pt idx="202">
                  <c:v>762.57734700000003</c:v>
                </c:pt>
                <c:pt idx="203">
                  <c:v>721.00237700000002</c:v>
                </c:pt>
                <c:pt idx="204">
                  <c:v>625.35904300000004</c:v>
                </c:pt>
                <c:pt idx="205">
                  <c:v>707.26039500000002</c:v>
                </c:pt>
                <c:pt idx="206">
                  <c:v>710.48365699999999</c:v>
                </c:pt>
                <c:pt idx="207">
                  <c:v>704.22625100000005</c:v>
                </c:pt>
                <c:pt idx="208">
                  <c:v>743.428854</c:v>
                </c:pt>
                <c:pt idx="209">
                  <c:v>778.53295300000002</c:v>
                </c:pt>
                <c:pt idx="210">
                  <c:v>651.66305299999999</c:v>
                </c:pt>
                <c:pt idx="211">
                  <c:v>670.90258900000003</c:v>
                </c:pt>
                <c:pt idx="212">
                  <c:v>648.53842899999995</c:v>
                </c:pt>
                <c:pt idx="213">
                  <c:v>635.34370200000001</c:v>
                </c:pt>
                <c:pt idx="214">
                  <c:v>609.19546800000001</c:v>
                </c:pt>
                <c:pt idx="215">
                  <c:v>593.31220599999995</c:v>
                </c:pt>
                <c:pt idx="216">
                  <c:v>653.20054900000002</c:v>
                </c:pt>
                <c:pt idx="217">
                  <c:v>629.32295699999997</c:v>
                </c:pt>
                <c:pt idx="218">
                  <c:v>651.94735700000001</c:v>
                </c:pt>
                <c:pt idx="219">
                  <c:v>655.15783299999998</c:v>
                </c:pt>
                <c:pt idx="220">
                  <c:v>617.79535599999997</c:v>
                </c:pt>
                <c:pt idx="221">
                  <c:v>616.54410800000005</c:v>
                </c:pt>
                <c:pt idx="222">
                  <c:v>611.70598099999995</c:v>
                </c:pt>
                <c:pt idx="223">
                  <c:v>639.36612400000001</c:v>
                </c:pt>
                <c:pt idx="224">
                  <c:v>644.66091900000004</c:v>
                </c:pt>
                <c:pt idx="225">
                  <c:v>628.08284900000001</c:v>
                </c:pt>
                <c:pt idx="226">
                  <c:v>666.58511999999996</c:v>
                </c:pt>
                <c:pt idx="227">
                  <c:v>648.66070100000002</c:v>
                </c:pt>
                <c:pt idx="228">
                  <c:v>664.70290699999998</c:v>
                </c:pt>
                <c:pt idx="229">
                  <c:v>686.55825600000003</c:v>
                </c:pt>
                <c:pt idx="230">
                  <c:v>626.33830399999999</c:v>
                </c:pt>
                <c:pt idx="231">
                  <c:v>624.54062999999996</c:v>
                </c:pt>
                <c:pt idx="232">
                  <c:v>646.90808800000002</c:v>
                </c:pt>
                <c:pt idx="233">
                  <c:v>617.39755000000002</c:v>
                </c:pt>
                <c:pt idx="234">
                  <c:v>591.94408899999996</c:v>
                </c:pt>
                <c:pt idx="235">
                  <c:v>602.28687400000001</c:v>
                </c:pt>
                <c:pt idx="236">
                  <c:v>638.69168999999999</c:v>
                </c:pt>
                <c:pt idx="237">
                  <c:v>606.98698000000002</c:v>
                </c:pt>
                <c:pt idx="238">
                  <c:v>649.93922799999996</c:v>
                </c:pt>
                <c:pt idx="239">
                  <c:v>695.82751800000005</c:v>
                </c:pt>
                <c:pt idx="240">
                  <c:v>694.94439999999997</c:v>
                </c:pt>
                <c:pt idx="241">
                  <c:v>666.285526</c:v>
                </c:pt>
                <c:pt idx="242">
                  <c:v>660.66812100000004</c:v>
                </c:pt>
                <c:pt idx="243">
                  <c:v>627.43791299999998</c:v>
                </c:pt>
                <c:pt idx="244">
                  <c:v>655.94265199999995</c:v>
                </c:pt>
                <c:pt idx="245">
                  <c:v>618.01043800000002</c:v>
                </c:pt>
                <c:pt idx="246">
                  <c:v>608.87061800000004</c:v>
                </c:pt>
                <c:pt idx="247">
                  <c:v>675.982618</c:v>
                </c:pt>
                <c:pt idx="248">
                  <c:v>628.35125800000003</c:v>
                </c:pt>
                <c:pt idx="249">
                  <c:v>657.71450600000003</c:v>
                </c:pt>
                <c:pt idx="250">
                  <c:v>628.94600500000001</c:v>
                </c:pt>
                <c:pt idx="251">
                  <c:v>662.04890599999999</c:v>
                </c:pt>
                <c:pt idx="252">
                  <c:v>662.437095</c:v>
                </c:pt>
                <c:pt idx="253">
                  <c:v>679.34529799999996</c:v>
                </c:pt>
                <c:pt idx="254">
                  <c:v>678.46715800000004</c:v>
                </c:pt>
                <c:pt idx="255">
                  <c:v>629.97858299999996</c:v>
                </c:pt>
                <c:pt idx="256">
                  <c:v>623.79371700000002</c:v>
                </c:pt>
                <c:pt idx="257">
                  <c:v>630.98840099999995</c:v>
                </c:pt>
                <c:pt idx="258">
                  <c:v>622.54124000000002</c:v>
                </c:pt>
                <c:pt idx="259">
                  <c:v>633.82096200000001</c:v>
                </c:pt>
                <c:pt idx="260">
                  <c:v>648.40317900000002</c:v>
                </c:pt>
                <c:pt idx="261">
                  <c:v>608.54190300000005</c:v>
                </c:pt>
                <c:pt idx="262">
                  <c:v>608.858611</c:v>
                </c:pt>
                <c:pt idx="263">
                  <c:v>584.28664400000002</c:v>
                </c:pt>
                <c:pt idx="264">
                  <c:v>605.122523</c:v>
                </c:pt>
                <c:pt idx="265">
                  <c:v>630.17305899999997</c:v>
                </c:pt>
                <c:pt idx="266">
                  <c:v>622.99707999999998</c:v>
                </c:pt>
                <c:pt idx="267">
                  <c:v>627.01417400000003</c:v>
                </c:pt>
                <c:pt idx="268">
                  <c:v>636.34216600000002</c:v>
                </c:pt>
                <c:pt idx="269">
                  <c:v>586.07356400000003</c:v>
                </c:pt>
                <c:pt idx="270">
                  <c:v>661.98289199999999</c:v>
                </c:pt>
                <c:pt idx="271">
                  <c:v>662.06029899999999</c:v>
                </c:pt>
                <c:pt idx="272">
                  <c:v>604.92390499999999</c:v>
                </c:pt>
                <c:pt idx="273">
                  <c:v>632.58453399999996</c:v>
                </c:pt>
                <c:pt idx="274">
                  <c:v>648.52462400000002</c:v>
                </c:pt>
                <c:pt idx="275">
                  <c:v>620.93979100000001</c:v>
                </c:pt>
                <c:pt idx="276">
                  <c:v>620.21228900000006</c:v>
                </c:pt>
                <c:pt idx="277">
                  <c:v>635.41527799999994</c:v>
                </c:pt>
                <c:pt idx="278">
                  <c:v>637.85226</c:v>
                </c:pt>
                <c:pt idx="279">
                  <c:v>622.80585399999995</c:v>
                </c:pt>
                <c:pt idx="280">
                  <c:v>634.02362100000005</c:v>
                </c:pt>
                <c:pt idx="281">
                  <c:v>653.15053</c:v>
                </c:pt>
                <c:pt idx="282">
                  <c:v>655.407779</c:v>
                </c:pt>
                <c:pt idx="283">
                  <c:v>632.87287400000002</c:v>
                </c:pt>
                <c:pt idx="284">
                  <c:v>660.46734900000001</c:v>
                </c:pt>
                <c:pt idx="285">
                  <c:v>730.17486899999994</c:v>
                </c:pt>
                <c:pt idx="286">
                  <c:v>681.31909199999996</c:v>
                </c:pt>
                <c:pt idx="287">
                  <c:v>676.92923699999994</c:v>
                </c:pt>
                <c:pt idx="288">
                  <c:v>660.51221599999997</c:v>
                </c:pt>
                <c:pt idx="289">
                  <c:v>662.448894</c:v>
                </c:pt>
                <c:pt idx="290">
                  <c:v>613.34213699999998</c:v>
                </c:pt>
                <c:pt idx="291">
                  <c:v>666.07350599999995</c:v>
                </c:pt>
                <c:pt idx="292">
                  <c:v>678.42706299999998</c:v>
                </c:pt>
                <c:pt idx="293">
                  <c:v>688.87131599999998</c:v>
                </c:pt>
                <c:pt idx="294">
                  <c:v>723.20430599999997</c:v>
                </c:pt>
                <c:pt idx="295">
                  <c:v>727.92673000000002</c:v>
                </c:pt>
                <c:pt idx="296">
                  <c:v>716.19389000000001</c:v>
                </c:pt>
                <c:pt idx="297">
                  <c:v>703.18014600000004</c:v>
                </c:pt>
                <c:pt idx="298">
                  <c:v>762.53863000000001</c:v>
                </c:pt>
                <c:pt idx="299">
                  <c:v>707.02868000000001</c:v>
                </c:pt>
                <c:pt idx="300">
                  <c:v>721.55663900000002</c:v>
                </c:pt>
                <c:pt idx="301">
                  <c:v>769.37788799999998</c:v>
                </c:pt>
                <c:pt idx="302">
                  <c:v>727.08002199999999</c:v>
                </c:pt>
                <c:pt idx="303">
                  <c:v>706.26813000000004</c:v>
                </c:pt>
                <c:pt idx="304">
                  <c:v>660.23373300000003</c:v>
                </c:pt>
                <c:pt idx="305">
                  <c:v>632.68149000000005</c:v>
                </c:pt>
                <c:pt idx="306">
                  <c:v>667.70161299999995</c:v>
                </c:pt>
                <c:pt idx="307">
                  <c:v>699.60646799999995</c:v>
                </c:pt>
                <c:pt idx="308">
                  <c:v>736.386888</c:v>
                </c:pt>
                <c:pt idx="309">
                  <c:v>727.82603200000005</c:v>
                </c:pt>
                <c:pt idx="310">
                  <c:v>701.03107599999998</c:v>
                </c:pt>
                <c:pt idx="311">
                  <c:v>678.60629200000005</c:v>
                </c:pt>
                <c:pt idx="312">
                  <c:v>714.40159800000004</c:v>
                </c:pt>
                <c:pt idx="313">
                  <c:v>675.595955</c:v>
                </c:pt>
                <c:pt idx="314">
                  <c:v>702.32181200000002</c:v>
                </c:pt>
                <c:pt idx="315">
                  <c:v>752.02684199999999</c:v>
                </c:pt>
                <c:pt idx="316">
                  <c:v>745.76502500000004</c:v>
                </c:pt>
                <c:pt idx="317">
                  <c:v>732.732124</c:v>
                </c:pt>
                <c:pt idx="318">
                  <c:v>670.76173100000005</c:v>
                </c:pt>
                <c:pt idx="319">
                  <c:v>693.10634400000004</c:v>
                </c:pt>
                <c:pt idx="320">
                  <c:v>667.22616500000004</c:v>
                </c:pt>
                <c:pt idx="321">
                  <c:v>686.71873800000003</c:v>
                </c:pt>
                <c:pt idx="322">
                  <c:v>674.84160399999996</c:v>
                </c:pt>
                <c:pt idx="323">
                  <c:v>693.45336199999997</c:v>
                </c:pt>
                <c:pt idx="324">
                  <c:v>687.26153999999997</c:v>
                </c:pt>
                <c:pt idx="325">
                  <c:v>671.45414600000004</c:v>
                </c:pt>
                <c:pt idx="326">
                  <c:v>692.41529100000002</c:v>
                </c:pt>
                <c:pt idx="327">
                  <c:v>694.86499500000002</c:v>
                </c:pt>
                <c:pt idx="328">
                  <c:v>701.93806300000006</c:v>
                </c:pt>
                <c:pt idx="329">
                  <c:v>696.28184799999997</c:v>
                </c:pt>
                <c:pt idx="330">
                  <c:v>739.39862700000003</c:v>
                </c:pt>
                <c:pt idx="331">
                  <c:v>742.66197099999999</c:v>
                </c:pt>
                <c:pt idx="332">
                  <c:v>673.10366899999997</c:v>
                </c:pt>
                <c:pt idx="333">
                  <c:v>711.61923999999999</c:v>
                </c:pt>
                <c:pt idx="334">
                  <c:v>669.99823400000002</c:v>
                </c:pt>
                <c:pt idx="335">
                  <c:v>696.60734200000002</c:v>
                </c:pt>
                <c:pt idx="336">
                  <c:v>682.30115899999998</c:v>
                </c:pt>
                <c:pt idx="337">
                  <c:v>687.73575700000004</c:v>
                </c:pt>
                <c:pt idx="338">
                  <c:v>715.24506299999996</c:v>
                </c:pt>
                <c:pt idx="339">
                  <c:v>689.62147800000002</c:v>
                </c:pt>
                <c:pt idx="340">
                  <c:v>701.090416</c:v>
                </c:pt>
                <c:pt idx="341">
                  <c:v>713.73533999999995</c:v>
                </c:pt>
                <c:pt idx="342">
                  <c:v>731.73340599999995</c:v>
                </c:pt>
                <c:pt idx="343">
                  <c:v>717.22615199999996</c:v>
                </c:pt>
                <c:pt idx="344">
                  <c:v>685.20314599999995</c:v>
                </c:pt>
                <c:pt idx="345">
                  <c:v>765.02045699999996</c:v>
                </c:pt>
                <c:pt idx="346">
                  <c:v>744.76253299999996</c:v>
                </c:pt>
                <c:pt idx="347">
                  <c:v>704.12369799999999</c:v>
                </c:pt>
                <c:pt idx="348">
                  <c:v>720.82605000000001</c:v>
                </c:pt>
                <c:pt idx="349">
                  <c:v>731.34553400000004</c:v>
                </c:pt>
                <c:pt idx="350">
                  <c:v>713.69838100000004</c:v>
                </c:pt>
                <c:pt idx="351">
                  <c:v>752.24705700000004</c:v>
                </c:pt>
                <c:pt idx="352">
                  <c:v>726.88325399999997</c:v>
                </c:pt>
                <c:pt idx="353">
                  <c:v>692.36489600000004</c:v>
                </c:pt>
                <c:pt idx="354">
                  <c:v>702.56410900000003</c:v>
                </c:pt>
                <c:pt idx="355">
                  <c:v>696.68809099999999</c:v>
                </c:pt>
                <c:pt idx="356">
                  <c:v>698.71975099999997</c:v>
                </c:pt>
                <c:pt idx="357">
                  <c:v>698.83203100000003</c:v>
                </c:pt>
                <c:pt idx="358">
                  <c:v>728.50339799999995</c:v>
                </c:pt>
                <c:pt idx="359">
                  <c:v>758.46010100000001</c:v>
                </c:pt>
                <c:pt idx="360">
                  <c:v>721.68837599999995</c:v>
                </c:pt>
                <c:pt idx="361">
                  <c:v>701.74614299999996</c:v>
                </c:pt>
                <c:pt idx="362">
                  <c:v>737.08040000000005</c:v>
                </c:pt>
                <c:pt idx="363">
                  <c:v>680.97300299999995</c:v>
                </c:pt>
                <c:pt idx="364">
                  <c:v>714.18277899999998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5BD-4F38-8489-81382BD2FFCB}"/>
            </c:ext>
          </c:extLst>
        </c:ser>
        <c:ser>
          <c:idx val="4"/>
          <c:order val="4"/>
          <c:tx>
            <c:strRef>
              <c:f>'3G Data'!$F$1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'3G Data'!$F$2:$F$366</c:f>
              <c:numCache>
                <c:formatCode>General</c:formatCode>
                <c:ptCount val="365"/>
                <c:pt idx="0">
                  <c:v>2339.1281589999999</c:v>
                </c:pt>
                <c:pt idx="1">
                  <c:v>2390.4771730000002</c:v>
                </c:pt>
                <c:pt idx="2">
                  <c:v>2451.324912</c:v>
                </c:pt>
                <c:pt idx="3">
                  <c:v>2287.3971470000001</c:v>
                </c:pt>
                <c:pt idx="4">
                  <c:v>2367.0551049999999</c:v>
                </c:pt>
                <c:pt idx="5">
                  <c:v>2303.3002339999998</c:v>
                </c:pt>
                <c:pt idx="6">
                  <c:v>2268.278613</c:v>
                </c:pt>
                <c:pt idx="7">
                  <c:v>2296.199795</c:v>
                </c:pt>
                <c:pt idx="8">
                  <c:v>2389.6628700000001</c:v>
                </c:pt>
                <c:pt idx="9">
                  <c:v>2330.6773600000001</c:v>
                </c:pt>
                <c:pt idx="10">
                  <c:v>2188.4447829999999</c:v>
                </c:pt>
                <c:pt idx="11">
                  <c:v>2196.1445709999998</c:v>
                </c:pt>
                <c:pt idx="12">
                  <c:v>2250.3748500000002</c:v>
                </c:pt>
                <c:pt idx="13">
                  <c:v>2159.2556479999998</c:v>
                </c:pt>
                <c:pt idx="14">
                  <c:v>2188.9243190000002</c:v>
                </c:pt>
                <c:pt idx="15">
                  <c:v>2345.8807510000001</c:v>
                </c:pt>
                <c:pt idx="16">
                  <c:v>2291.6480310000002</c:v>
                </c:pt>
                <c:pt idx="17">
                  <c:v>2108.824791</c:v>
                </c:pt>
                <c:pt idx="18">
                  <c:v>2266.3779359999999</c:v>
                </c:pt>
                <c:pt idx="19">
                  <c:v>2265.5707109999998</c:v>
                </c:pt>
                <c:pt idx="20">
                  <c:v>2352.4597859999999</c:v>
                </c:pt>
                <c:pt idx="21">
                  <c:v>2198.7319259999999</c:v>
                </c:pt>
                <c:pt idx="22">
                  <c:v>2270.0321600000002</c:v>
                </c:pt>
                <c:pt idx="23">
                  <c:v>2309.0402909999998</c:v>
                </c:pt>
                <c:pt idx="24">
                  <c:v>2120.6936289999999</c:v>
                </c:pt>
                <c:pt idx="25">
                  <c:v>2148.786936</c:v>
                </c:pt>
                <c:pt idx="26">
                  <c:v>2261.4136189999999</c:v>
                </c:pt>
                <c:pt idx="27">
                  <c:v>2219.8317050000001</c:v>
                </c:pt>
                <c:pt idx="28">
                  <c:v>2229.3346219999999</c:v>
                </c:pt>
                <c:pt idx="29">
                  <c:v>2277.8866849999999</c:v>
                </c:pt>
                <c:pt idx="30">
                  <c:v>2311.3618080000001</c:v>
                </c:pt>
                <c:pt idx="31">
                  <c:v>2200.9339049999999</c:v>
                </c:pt>
                <c:pt idx="32">
                  <c:v>2225.5897110000001</c:v>
                </c:pt>
                <c:pt idx="33">
                  <c:v>2189.864971</c:v>
                </c:pt>
                <c:pt idx="34">
                  <c:v>2154.2521449999999</c:v>
                </c:pt>
                <c:pt idx="35">
                  <c:v>2203.512651</c:v>
                </c:pt>
                <c:pt idx="36">
                  <c:v>2281.3629740000001</c:v>
                </c:pt>
                <c:pt idx="37">
                  <c:v>2300.1670880000001</c:v>
                </c:pt>
                <c:pt idx="38">
                  <c:v>2140.3176490000001</c:v>
                </c:pt>
                <c:pt idx="39">
                  <c:v>2113.5448540000002</c:v>
                </c:pt>
                <c:pt idx="40">
                  <c:v>2127.1343579999998</c:v>
                </c:pt>
                <c:pt idx="41">
                  <c:v>2162.783668</c:v>
                </c:pt>
                <c:pt idx="42">
                  <c:v>2213.6021270000001</c:v>
                </c:pt>
                <c:pt idx="43">
                  <c:v>2276.2773200000001</c:v>
                </c:pt>
                <c:pt idx="44">
                  <c:v>2457.9308369999999</c:v>
                </c:pt>
                <c:pt idx="45">
                  <c:v>2147.2132059999999</c:v>
                </c:pt>
                <c:pt idx="46">
                  <c:v>2159.212493</c:v>
                </c:pt>
                <c:pt idx="47">
                  <c:v>2279.392456</c:v>
                </c:pt>
                <c:pt idx="48">
                  <c:v>2168.4149320000001</c:v>
                </c:pt>
                <c:pt idx="49">
                  <c:v>2426.0845169999998</c:v>
                </c:pt>
                <c:pt idx="50">
                  <c:v>2286.6613200000002</c:v>
                </c:pt>
                <c:pt idx="51">
                  <c:v>2303.9878549999999</c:v>
                </c:pt>
                <c:pt idx="52">
                  <c:v>2293.957848</c:v>
                </c:pt>
                <c:pt idx="53">
                  <c:v>2303.3340069999999</c:v>
                </c:pt>
                <c:pt idx="54">
                  <c:v>2282.4821459999998</c:v>
                </c:pt>
                <c:pt idx="55">
                  <c:v>2254.3797519999998</c:v>
                </c:pt>
                <c:pt idx="56">
                  <c:v>2319.9408910000002</c:v>
                </c:pt>
                <c:pt idx="57">
                  <c:v>2353.2053770000002</c:v>
                </c:pt>
                <c:pt idx="58">
                  <c:v>2454.0154170000001</c:v>
                </c:pt>
                <c:pt idx="59">
                  <c:v>2229.6768010000001</c:v>
                </c:pt>
                <c:pt idx="60">
                  <c:v>2210.85374</c:v>
                </c:pt>
                <c:pt idx="61">
                  <c:v>2113.977797</c:v>
                </c:pt>
                <c:pt idx="62">
                  <c:v>2062.0052959999998</c:v>
                </c:pt>
                <c:pt idx="63">
                  <c:v>2170.498376</c:v>
                </c:pt>
                <c:pt idx="64">
                  <c:v>2244.1348159999998</c:v>
                </c:pt>
                <c:pt idx="65">
                  <c:v>2209.7223789999998</c:v>
                </c:pt>
                <c:pt idx="66">
                  <c:v>2086.0067509999999</c:v>
                </c:pt>
                <c:pt idx="67">
                  <c:v>2121.4266210000001</c:v>
                </c:pt>
                <c:pt idx="68">
                  <c:v>2114.3146820000002</c:v>
                </c:pt>
                <c:pt idx="69">
                  <c:v>2182.1543539999998</c:v>
                </c:pt>
                <c:pt idx="70">
                  <c:v>2269.7133530000001</c:v>
                </c:pt>
                <c:pt idx="71">
                  <c:v>2321.9639179999999</c:v>
                </c:pt>
                <c:pt idx="72">
                  <c:v>2344.0698160000002</c:v>
                </c:pt>
                <c:pt idx="73">
                  <c:v>2169.6457070000001</c:v>
                </c:pt>
                <c:pt idx="74">
                  <c:v>2144.6229450000001</c:v>
                </c:pt>
                <c:pt idx="75">
                  <c:v>2141.1874280000002</c:v>
                </c:pt>
                <c:pt idx="76">
                  <c:v>2069.3448279999998</c:v>
                </c:pt>
                <c:pt idx="77">
                  <c:v>2225.4488940000001</c:v>
                </c:pt>
                <c:pt idx="78">
                  <c:v>2212.7234600000002</c:v>
                </c:pt>
                <c:pt idx="79">
                  <c:v>2302.0985479999999</c:v>
                </c:pt>
                <c:pt idx="80">
                  <c:v>2015.3461560000001</c:v>
                </c:pt>
                <c:pt idx="81">
                  <c:v>2185.7114259999998</c:v>
                </c:pt>
                <c:pt idx="82">
                  <c:v>2111.759446</c:v>
                </c:pt>
                <c:pt idx="83">
                  <c:v>2157.7518220000002</c:v>
                </c:pt>
                <c:pt idx="84">
                  <c:v>2112.219822</c:v>
                </c:pt>
                <c:pt idx="85">
                  <c:v>2323.5648970000002</c:v>
                </c:pt>
                <c:pt idx="86">
                  <c:v>2317.5204920000001</c:v>
                </c:pt>
                <c:pt idx="87">
                  <c:v>2210.0303699999999</c:v>
                </c:pt>
                <c:pt idx="88">
                  <c:v>2303.3768020000002</c:v>
                </c:pt>
                <c:pt idx="89">
                  <c:v>2244.7570970000002</c:v>
                </c:pt>
                <c:pt idx="90">
                  <c:v>2357.7151869999998</c:v>
                </c:pt>
                <c:pt idx="91">
                  <c:v>2287.5525739999998</c:v>
                </c:pt>
                <c:pt idx="92">
                  <c:v>2397.7941900000001</c:v>
                </c:pt>
                <c:pt idx="93">
                  <c:v>2365.4551670000001</c:v>
                </c:pt>
                <c:pt idx="94">
                  <c:v>2154.757443</c:v>
                </c:pt>
                <c:pt idx="95">
                  <c:v>2281.964109</c:v>
                </c:pt>
                <c:pt idx="96">
                  <c:v>2221.6216909999998</c:v>
                </c:pt>
                <c:pt idx="97">
                  <c:v>2272.9717620000001</c:v>
                </c:pt>
                <c:pt idx="98">
                  <c:v>2363.4853090000001</c:v>
                </c:pt>
                <c:pt idx="99">
                  <c:v>2356.5070660000001</c:v>
                </c:pt>
                <c:pt idx="100">
                  <c:v>2375.4261080000001</c:v>
                </c:pt>
                <c:pt idx="101">
                  <c:v>2219.4105589999999</c:v>
                </c:pt>
                <c:pt idx="102">
                  <c:v>2187.3173999999999</c:v>
                </c:pt>
                <c:pt idx="103">
                  <c:v>2142.1950999999999</c:v>
                </c:pt>
                <c:pt idx="104">
                  <c:v>2117.1341900000002</c:v>
                </c:pt>
                <c:pt idx="105">
                  <c:v>2144.8438000000001</c:v>
                </c:pt>
                <c:pt idx="106">
                  <c:v>2233.0568330000001</c:v>
                </c:pt>
                <c:pt idx="107">
                  <c:v>2280.349948</c:v>
                </c:pt>
                <c:pt idx="108">
                  <c:v>2340.3395519999999</c:v>
                </c:pt>
                <c:pt idx="109">
                  <c:v>2193.8008989999998</c:v>
                </c:pt>
                <c:pt idx="110">
                  <c:v>2146.1491599999999</c:v>
                </c:pt>
                <c:pt idx="111">
                  <c:v>2230.3582219999998</c:v>
                </c:pt>
                <c:pt idx="112">
                  <c:v>2255.7682439999999</c:v>
                </c:pt>
                <c:pt idx="113">
                  <c:v>2304.1919229999999</c:v>
                </c:pt>
                <c:pt idx="114">
                  <c:v>2307.9808039999998</c:v>
                </c:pt>
                <c:pt idx="115">
                  <c:v>2104.1149620000001</c:v>
                </c:pt>
                <c:pt idx="116">
                  <c:v>2209.0886009999999</c:v>
                </c:pt>
                <c:pt idx="117">
                  <c:v>2222.620555</c:v>
                </c:pt>
                <c:pt idx="118">
                  <c:v>2162.2435340000002</c:v>
                </c:pt>
                <c:pt idx="119">
                  <c:v>2193.305112</c:v>
                </c:pt>
                <c:pt idx="120">
                  <c:v>2262.2051470000001</c:v>
                </c:pt>
                <c:pt idx="121">
                  <c:v>2403.3663190000002</c:v>
                </c:pt>
                <c:pt idx="122">
                  <c:v>2305.9651570000001</c:v>
                </c:pt>
                <c:pt idx="123">
                  <c:v>2251.1025159999999</c:v>
                </c:pt>
                <c:pt idx="124">
                  <c:v>2260.9905370000001</c:v>
                </c:pt>
                <c:pt idx="125">
                  <c:v>2232.2339649999999</c:v>
                </c:pt>
                <c:pt idx="126">
                  <c:v>2491.0279700000001</c:v>
                </c:pt>
                <c:pt idx="127">
                  <c:v>2492.7409910000001</c:v>
                </c:pt>
                <c:pt idx="128">
                  <c:v>2389.6251870000001</c:v>
                </c:pt>
                <c:pt idx="129">
                  <c:v>2206.2144899999998</c:v>
                </c:pt>
                <c:pt idx="130">
                  <c:v>2168.7891410000002</c:v>
                </c:pt>
                <c:pt idx="131">
                  <c:v>2267.4502619999998</c:v>
                </c:pt>
                <c:pt idx="132">
                  <c:v>2162.236879</c:v>
                </c:pt>
                <c:pt idx="133">
                  <c:v>2181.0993830000002</c:v>
                </c:pt>
                <c:pt idx="134">
                  <c:v>2194.1257639999999</c:v>
                </c:pt>
                <c:pt idx="135">
                  <c:v>2446.3348329999999</c:v>
                </c:pt>
                <c:pt idx="136">
                  <c:v>2168.1200859999999</c:v>
                </c:pt>
                <c:pt idx="137">
                  <c:v>2165.63</c:v>
                </c:pt>
                <c:pt idx="138">
                  <c:v>2310.3738499999999</c:v>
                </c:pt>
                <c:pt idx="139">
                  <c:v>95.466170000000005</c:v>
                </c:pt>
                <c:pt idx="140">
                  <c:v>2401.5947930000002</c:v>
                </c:pt>
                <c:pt idx="141">
                  <c:v>2238.5187000000001</c:v>
                </c:pt>
                <c:pt idx="142">
                  <c:v>2270.1670079999999</c:v>
                </c:pt>
                <c:pt idx="143">
                  <c:v>2230.6654870000002</c:v>
                </c:pt>
                <c:pt idx="144">
                  <c:v>2256.1540869999999</c:v>
                </c:pt>
                <c:pt idx="145">
                  <c:v>2247.6034789999999</c:v>
                </c:pt>
                <c:pt idx="146">
                  <c:v>2258.07692</c:v>
                </c:pt>
                <c:pt idx="147">
                  <c:v>2276.098465</c:v>
                </c:pt>
                <c:pt idx="148">
                  <c:v>2228.7943449999998</c:v>
                </c:pt>
                <c:pt idx="149">
                  <c:v>2282.9317299999998</c:v>
                </c:pt>
                <c:pt idx="150">
                  <c:v>2254.5739880000001</c:v>
                </c:pt>
                <c:pt idx="151">
                  <c:v>2356.0904249999999</c:v>
                </c:pt>
                <c:pt idx="152">
                  <c:v>2251.6142730000001</c:v>
                </c:pt>
                <c:pt idx="153">
                  <c:v>2292.0210520000001</c:v>
                </c:pt>
                <c:pt idx="154">
                  <c:v>2238.8184470000001</c:v>
                </c:pt>
                <c:pt idx="155">
                  <c:v>2365.6004889999999</c:v>
                </c:pt>
                <c:pt idx="156">
                  <c:v>2399.6503309999998</c:v>
                </c:pt>
                <c:pt idx="157">
                  <c:v>2288.933274</c:v>
                </c:pt>
                <c:pt idx="158">
                  <c:v>2373.6822120000002</c:v>
                </c:pt>
                <c:pt idx="159">
                  <c:v>2298.680644</c:v>
                </c:pt>
                <c:pt idx="160">
                  <c:v>2376.7102719999998</c:v>
                </c:pt>
                <c:pt idx="161">
                  <c:v>2136.6615179999999</c:v>
                </c:pt>
                <c:pt idx="162">
                  <c:v>2340.5704999999998</c:v>
                </c:pt>
                <c:pt idx="163">
                  <c:v>2266.4359020000002</c:v>
                </c:pt>
                <c:pt idx="164">
                  <c:v>2312.1276349999998</c:v>
                </c:pt>
                <c:pt idx="165">
                  <c:v>2340.9805919999999</c:v>
                </c:pt>
                <c:pt idx="166">
                  <c:v>2289.7178250000002</c:v>
                </c:pt>
                <c:pt idx="167">
                  <c:v>2410.1709999999998</c:v>
                </c:pt>
                <c:pt idx="168">
                  <c:v>2365.3316410000002</c:v>
                </c:pt>
                <c:pt idx="169">
                  <c:v>2390.9585950000001</c:v>
                </c:pt>
                <c:pt idx="170">
                  <c:v>2343.2343289999999</c:v>
                </c:pt>
                <c:pt idx="171">
                  <c:v>2248.1192660000002</c:v>
                </c:pt>
                <c:pt idx="172">
                  <c:v>2290.9947069999998</c:v>
                </c:pt>
                <c:pt idx="173">
                  <c:v>2294.2658369999999</c:v>
                </c:pt>
                <c:pt idx="174">
                  <c:v>2281.2418050000001</c:v>
                </c:pt>
                <c:pt idx="175">
                  <c:v>2227.2519889999999</c:v>
                </c:pt>
                <c:pt idx="176">
                  <c:v>2363.4658899999999</c:v>
                </c:pt>
                <c:pt idx="177">
                  <c:v>2325.0066849999998</c:v>
                </c:pt>
                <c:pt idx="178">
                  <c:v>2118.9611380000001</c:v>
                </c:pt>
                <c:pt idx="179">
                  <c:v>2158.6558359999999</c:v>
                </c:pt>
                <c:pt idx="180">
                  <c:v>2186.4227019999998</c:v>
                </c:pt>
                <c:pt idx="181">
                  <c:v>2209.8516070000001</c:v>
                </c:pt>
                <c:pt idx="182">
                  <c:v>2309.2370980000001</c:v>
                </c:pt>
                <c:pt idx="183">
                  <c:v>2298.8840789999999</c:v>
                </c:pt>
                <c:pt idx="184">
                  <c:v>2273.587896</c:v>
                </c:pt>
                <c:pt idx="185">
                  <c:v>2175.728333</c:v>
                </c:pt>
                <c:pt idx="186">
                  <c:v>2209.4484160000002</c:v>
                </c:pt>
                <c:pt idx="187">
                  <c:v>2200.0563809999999</c:v>
                </c:pt>
                <c:pt idx="188">
                  <c:v>2321.5651480000001</c:v>
                </c:pt>
                <c:pt idx="189">
                  <c:v>2179.3581450000001</c:v>
                </c:pt>
                <c:pt idx="190">
                  <c:v>2145.496279</c:v>
                </c:pt>
                <c:pt idx="191">
                  <c:v>2096.6238530000001</c:v>
                </c:pt>
                <c:pt idx="192">
                  <c:v>2038.672998</c:v>
                </c:pt>
                <c:pt idx="193">
                  <c:v>2102.6965030000001</c:v>
                </c:pt>
                <c:pt idx="194">
                  <c:v>2058.2202889999999</c:v>
                </c:pt>
                <c:pt idx="195">
                  <c:v>2151.3854030000002</c:v>
                </c:pt>
                <c:pt idx="196">
                  <c:v>2165.4180470000001</c:v>
                </c:pt>
                <c:pt idx="197">
                  <c:v>2180.8792880000001</c:v>
                </c:pt>
                <c:pt idx="198">
                  <c:v>2007.435129</c:v>
                </c:pt>
                <c:pt idx="199">
                  <c:v>1978.5444649999999</c:v>
                </c:pt>
                <c:pt idx="200">
                  <c:v>2070.9099059999999</c:v>
                </c:pt>
                <c:pt idx="201">
                  <c:v>2056.6540340000001</c:v>
                </c:pt>
                <c:pt idx="202">
                  <c:v>2082.929736</c:v>
                </c:pt>
                <c:pt idx="203">
                  <c:v>2011.956124</c:v>
                </c:pt>
                <c:pt idx="204">
                  <c:v>2253.2979839999998</c:v>
                </c:pt>
                <c:pt idx="205">
                  <c:v>2208.7610800000002</c:v>
                </c:pt>
                <c:pt idx="206">
                  <c:v>2059.3212450000001</c:v>
                </c:pt>
                <c:pt idx="207">
                  <c:v>2046.7773340000001</c:v>
                </c:pt>
                <c:pt idx="208">
                  <c:v>2145.4139209999998</c:v>
                </c:pt>
                <c:pt idx="209">
                  <c:v>2122.0574150000002</c:v>
                </c:pt>
                <c:pt idx="210">
                  <c:v>2054.9263230000001</c:v>
                </c:pt>
                <c:pt idx="211">
                  <c:v>2112.883832</c:v>
                </c:pt>
                <c:pt idx="212">
                  <c:v>2118.931967</c:v>
                </c:pt>
                <c:pt idx="213">
                  <c:v>2080.7089190000002</c:v>
                </c:pt>
                <c:pt idx="214">
                  <c:v>2027.593664</c:v>
                </c:pt>
                <c:pt idx="215">
                  <c:v>1975.3608400000001</c:v>
                </c:pt>
                <c:pt idx="216">
                  <c:v>2064.1971140000001</c:v>
                </c:pt>
                <c:pt idx="217">
                  <c:v>2031.1880839999999</c:v>
                </c:pt>
                <c:pt idx="218">
                  <c:v>2179.4127939999998</c:v>
                </c:pt>
                <c:pt idx="219">
                  <c:v>2131.4302210000001</c:v>
                </c:pt>
                <c:pt idx="220">
                  <c:v>2018.523336</c:v>
                </c:pt>
                <c:pt idx="221">
                  <c:v>2040.1293639999999</c:v>
                </c:pt>
                <c:pt idx="222">
                  <c:v>2024.033083</c:v>
                </c:pt>
                <c:pt idx="223">
                  <c:v>2232.5107480000001</c:v>
                </c:pt>
                <c:pt idx="224">
                  <c:v>2130.9290719999999</c:v>
                </c:pt>
                <c:pt idx="225">
                  <c:v>2174.6476290000001</c:v>
                </c:pt>
                <c:pt idx="226">
                  <c:v>2313.8475629999998</c:v>
                </c:pt>
                <c:pt idx="227">
                  <c:v>2050.3006679999999</c:v>
                </c:pt>
                <c:pt idx="228">
                  <c:v>2119.7756140000001</c:v>
                </c:pt>
                <c:pt idx="229">
                  <c:v>2282.3492919999999</c:v>
                </c:pt>
                <c:pt idx="230">
                  <c:v>2075.6568790000001</c:v>
                </c:pt>
                <c:pt idx="231">
                  <c:v>2135.7818980000002</c:v>
                </c:pt>
                <c:pt idx="232">
                  <c:v>2219.6192070000002</c:v>
                </c:pt>
                <c:pt idx="233">
                  <c:v>2235.4344500000002</c:v>
                </c:pt>
                <c:pt idx="234">
                  <c:v>2074.9753350000001</c:v>
                </c:pt>
                <c:pt idx="235">
                  <c:v>1970.8342110000001</c:v>
                </c:pt>
                <c:pt idx="236">
                  <c:v>2071.8481080000001</c:v>
                </c:pt>
                <c:pt idx="237">
                  <c:v>2114.4896920000001</c:v>
                </c:pt>
                <c:pt idx="238">
                  <c:v>2176.7509150000001</c:v>
                </c:pt>
                <c:pt idx="239">
                  <c:v>2287.330402</c:v>
                </c:pt>
                <c:pt idx="240">
                  <c:v>2322.2375029999998</c:v>
                </c:pt>
                <c:pt idx="241">
                  <c:v>2302.6735589999998</c:v>
                </c:pt>
                <c:pt idx="242">
                  <c:v>2127.4233749999999</c:v>
                </c:pt>
                <c:pt idx="243">
                  <c:v>2169.543044</c:v>
                </c:pt>
                <c:pt idx="244">
                  <c:v>2199.1970569999999</c:v>
                </c:pt>
                <c:pt idx="245">
                  <c:v>2126.0800599999998</c:v>
                </c:pt>
                <c:pt idx="246">
                  <c:v>2142.3455009999998</c:v>
                </c:pt>
                <c:pt idx="247">
                  <c:v>2264.3150620000001</c:v>
                </c:pt>
                <c:pt idx="248">
                  <c:v>2056.2531549999999</c:v>
                </c:pt>
                <c:pt idx="249">
                  <c:v>1977.4680330000001</c:v>
                </c:pt>
                <c:pt idx="250">
                  <c:v>1953.1523790000001</c:v>
                </c:pt>
                <c:pt idx="251">
                  <c:v>2036.2860780000001</c:v>
                </c:pt>
                <c:pt idx="252">
                  <c:v>2050.7317079999998</c:v>
                </c:pt>
                <c:pt idx="253">
                  <c:v>2152.2867700000002</c:v>
                </c:pt>
                <c:pt idx="254">
                  <c:v>2107.415</c:v>
                </c:pt>
                <c:pt idx="255">
                  <c:v>2106.0465479999998</c:v>
                </c:pt>
                <c:pt idx="256">
                  <c:v>1952.2244009999999</c:v>
                </c:pt>
                <c:pt idx="257">
                  <c:v>1981.7188389999999</c:v>
                </c:pt>
                <c:pt idx="258">
                  <c:v>1981.5373500000001</c:v>
                </c:pt>
                <c:pt idx="259">
                  <c:v>2005.3607400000001</c:v>
                </c:pt>
                <c:pt idx="260">
                  <c:v>2067.8817859999999</c:v>
                </c:pt>
                <c:pt idx="261">
                  <c:v>2145.0624560000001</c:v>
                </c:pt>
                <c:pt idx="262">
                  <c:v>1972.2818139999999</c:v>
                </c:pt>
                <c:pt idx="263">
                  <c:v>1982.5089270000001</c:v>
                </c:pt>
                <c:pt idx="264">
                  <c:v>1972.853762</c:v>
                </c:pt>
                <c:pt idx="265">
                  <c:v>2063.997922</c:v>
                </c:pt>
                <c:pt idx="266">
                  <c:v>2086.1603869999999</c:v>
                </c:pt>
                <c:pt idx="267">
                  <c:v>2164.7330700000002</c:v>
                </c:pt>
                <c:pt idx="268">
                  <c:v>2144.8308959999999</c:v>
                </c:pt>
                <c:pt idx="269">
                  <c:v>2019.088802</c:v>
                </c:pt>
                <c:pt idx="270">
                  <c:v>2041.67877</c:v>
                </c:pt>
                <c:pt idx="271">
                  <c:v>2132.6694870000001</c:v>
                </c:pt>
                <c:pt idx="272">
                  <c:v>2032.4285749999999</c:v>
                </c:pt>
                <c:pt idx="273">
                  <c:v>2055.8101059999999</c:v>
                </c:pt>
                <c:pt idx="274">
                  <c:v>2174.311033</c:v>
                </c:pt>
                <c:pt idx="275">
                  <c:v>2172.9678330000002</c:v>
                </c:pt>
                <c:pt idx="276">
                  <c:v>2047.271119</c:v>
                </c:pt>
                <c:pt idx="277">
                  <c:v>2093.8082460000001</c:v>
                </c:pt>
                <c:pt idx="278">
                  <c:v>2188.451431</c:v>
                </c:pt>
                <c:pt idx="279">
                  <c:v>2066.3358360000002</c:v>
                </c:pt>
                <c:pt idx="280">
                  <c:v>2099.4881930000001</c:v>
                </c:pt>
                <c:pt idx="281">
                  <c:v>2164.9407379999998</c:v>
                </c:pt>
                <c:pt idx="282">
                  <c:v>2148.405722</c:v>
                </c:pt>
                <c:pt idx="283">
                  <c:v>2079.3062070000001</c:v>
                </c:pt>
                <c:pt idx="284">
                  <c:v>2064.7912700000002</c:v>
                </c:pt>
                <c:pt idx="285">
                  <c:v>2189.252743</c:v>
                </c:pt>
                <c:pt idx="286">
                  <c:v>2070.8769480000001</c:v>
                </c:pt>
                <c:pt idx="287">
                  <c:v>2202.2925260000002</c:v>
                </c:pt>
                <c:pt idx="288">
                  <c:v>2213.85556</c:v>
                </c:pt>
                <c:pt idx="289">
                  <c:v>2194.6481410000001</c:v>
                </c:pt>
                <c:pt idx="290">
                  <c:v>2041.5003380000001</c:v>
                </c:pt>
                <c:pt idx="291">
                  <c:v>2060.6184739999999</c:v>
                </c:pt>
                <c:pt idx="292">
                  <c:v>2078.6439610000002</c:v>
                </c:pt>
                <c:pt idx="293">
                  <c:v>2116.6250719999998</c:v>
                </c:pt>
                <c:pt idx="294">
                  <c:v>2105.5829910000002</c:v>
                </c:pt>
                <c:pt idx="295">
                  <c:v>2112.6984299999999</c:v>
                </c:pt>
                <c:pt idx="296">
                  <c:v>2179.8085569999998</c:v>
                </c:pt>
                <c:pt idx="297">
                  <c:v>2347.2269740000002</c:v>
                </c:pt>
                <c:pt idx="298">
                  <c:v>2406.519937</c:v>
                </c:pt>
                <c:pt idx="299">
                  <c:v>2260.0522529999998</c:v>
                </c:pt>
                <c:pt idx="300">
                  <c:v>2233.9543050000002</c:v>
                </c:pt>
                <c:pt idx="301">
                  <c:v>2257.7228770000002</c:v>
                </c:pt>
                <c:pt idx="302">
                  <c:v>2210.2121430000002</c:v>
                </c:pt>
                <c:pt idx="303">
                  <c:v>2181.085157</c:v>
                </c:pt>
                <c:pt idx="304">
                  <c:v>2090.4976219999999</c:v>
                </c:pt>
                <c:pt idx="305">
                  <c:v>2170.1526840000001</c:v>
                </c:pt>
                <c:pt idx="306">
                  <c:v>2161.671981</c:v>
                </c:pt>
                <c:pt idx="307">
                  <c:v>2212.8288090000001</c:v>
                </c:pt>
                <c:pt idx="308">
                  <c:v>2125.6677289999998</c:v>
                </c:pt>
                <c:pt idx="309">
                  <c:v>2241.2439049999998</c:v>
                </c:pt>
                <c:pt idx="310">
                  <c:v>2200.7182769999999</c:v>
                </c:pt>
                <c:pt idx="311">
                  <c:v>2128.8432039999998</c:v>
                </c:pt>
                <c:pt idx="312">
                  <c:v>2127.3182219999999</c:v>
                </c:pt>
                <c:pt idx="313">
                  <c:v>2123.922298</c:v>
                </c:pt>
                <c:pt idx="314">
                  <c:v>2095.0387500000002</c:v>
                </c:pt>
                <c:pt idx="315">
                  <c:v>2394.0107990000001</c:v>
                </c:pt>
                <c:pt idx="316">
                  <c:v>2286.8894639999999</c:v>
                </c:pt>
                <c:pt idx="317">
                  <c:v>2238.8946329999999</c:v>
                </c:pt>
                <c:pt idx="318">
                  <c:v>2125.290661</c:v>
                </c:pt>
                <c:pt idx="319">
                  <c:v>2124.2884869999998</c:v>
                </c:pt>
                <c:pt idx="320">
                  <c:v>2170.529689</c:v>
                </c:pt>
                <c:pt idx="321">
                  <c:v>2110.3122939999998</c:v>
                </c:pt>
                <c:pt idx="322">
                  <c:v>2203.1137010000002</c:v>
                </c:pt>
                <c:pt idx="323">
                  <c:v>2318.2213729999999</c:v>
                </c:pt>
                <c:pt idx="324">
                  <c:v>2316.813627</c:v>
                </c:pt>
                <c:pt idx="325">
                  <c:v>2241.9229559999999</c:v>
                </c:pt>
                <c:pt idx="326">
                  <c:v>2236.7378410000001</c:v>
                </c:pt>
                <c:pt idx="327">
                  <c:v>2391.620449</c:v>
                </c:pt>
                <c:pt idx="328">
                  <c:v>2263.5275839999999</c:v>
                </c:pt>
                <c:pt idx="329">
                  <c:v>2333.3850859999998</c:v>
                </c:pt>
                <c:pt idx="330">
                  <c:v>2386.7489129999999</c:v>
                </c:pt>
                <c:pt idx="331">
                  <c:v>2380.9133940000002</c:v>
                </c:pt>
                <c:pt idx="332">
                  <c:v>2238.2880089999999</c:v>
                </c:pt>
                <c:pt idx="333">
                  <c:v>2249.2993070000002</c:v>
                </c:pt>
                <c:pt idx="334">
                  <c:v>2250.6164239999998</c:v>
                </c:pt>
                <c:pt idx="335">
                  <c:v>2280.974404</c:v>
                </c:pt>
                <c:pt idx="336">
                  <c:v>2485.4180839999999</c:v>
                </c:pt>
                <c:pt idx="337">
                  <c:v>2389.1474979999998</c:v>
                </c:pt>
                <c:pt idx="338">
                  <c:v>2387.149394</c:v>
                </c:pt>
                <c:pt idx="339">
                  <c:v>2150.3860920000002</c:v>
                </c:pt>
                <c:pt idx="340">
                  <c:v>2241.8587339999999</c:v>
                </c:pt>
                <c:pt idx="341">
                  <c:v>2261.9741049999998</c:v>
                </c:pt>
                <c:pt idx="342">
                  <c:v>2406.2083170000001</c:v>
                </c:pt>
                <c:pt idx="343">
                  <c:v>2235.3392610000001</c:v>
                </c:pt>
                <c:pt idx="344">
                  <c:v>2161.5037630000002</c:v>
                </c:pt>
                <c:pt idx="345">
                  <c:v>2352.7062639999999</c:v>
                </c:pt>
                <c:pt idx="346">
                  <c:v>2110.8228469999999</c:v>
                </c:pt>
                <c:pt idx="347">
                  <c:v>2208.983937</c:v>
                </c:pt>
                <c:pt idx="348">
                  <c:v>2276.3351259999999</c:v>
                </c:pt>
                <c:pt idx="349">
                  <c:v>2261.65065</c:v>
                </c:pt>
                <c:pt idx="350">
                  <c:v>2284.4132509999999</c:v>
                </c:pt>
                <c:pt idx="351">
                  <c:v>2321.0550389999999</c:v>
                </c:pt>
                <c:pt idx="352">
                  <c:v>2387.7275549999999</c:v>
                </c:pt>
                <c:pt idx="353">
                  <c:v>2219.34728</c:v>
                </c:pt>
                <c:pt idx="354">
                  <c:v>2181.7994159999998</c:v>
                </c:pt>
                <c:pt idx="355">
                  <c:v>2158.832175</c:v>
                </c:pt>
                <c:pt idx="356">
                  <c:v>2172.2865259999999</c:v>
                </c:pt>
                <c:pt idx="357">
                  <c:v>2203.729801</c:v>
                </c:pt>
                <c:pt idx="358">
                  <c:v>2307.9212400000001</c:v>
                </c:pt>
                <c:pt idx="359">
                  <c:v>2335.9673010000001</c:v>
                </c:pt>
                <c:pt idx="360">
                  <c:v>2215.4149550000002</c:v>
                </c:pt>
                <c:pt idx="361">
                  <c:v>2159.9645169999999</c:v>
                </c:pt>
                <c:pt idx="362">
                  <c:v>2146.9250510000002</c:v>
                </c:pt>
                <c:pt idx="363">
                  <c:v>2275.2172260000002</c:v>
                </c:pt>
                <c:pt idx="364">
                  <c:v>2264.284404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BD-4F38-8489-81382BD2FF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1794431"/>
        <c:axId val="1631784831"/>
      </c:lineChart>
      <c:lineChart>
        <c:grouping val="standard"/>
        <c:varyColors val="0"/>
        <c:ser>
          <c:idx val="5"/>
          <c:order val="5"/>
          <c:tx>
            <c:strRef>
              <c:f>'3G Data'!$G$1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'3G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'3G Data'!$G$2:$G$366</c:f>
              <c:numCache>
                <c:formatCode>General</c:formatCode>
                <c:ptCount val="365"/>
                <c:pt idx="0">
                  <c:v>61571.770510000002</c:v>
                </c:pt>
                <c:pt idx="1">
                  <c:v>62998.413015999999</c:v>
                </c:pt>
                <c:pt idx="2">
                  <c:v>63611.611016000003</c:v>
                </c:pt>
                <c:pt idx="3">
                  <c:v>59776.792397999998</c:v>
                </c:pt>
                <c:pt idx="4">
                  <c:v>61220.700703000002</c:v>
                </c:pt>
                <c:pt idx="5">
                  <c:v>60330.893084000003</c:v>
                </c:pt>
                <c:pt idx="6">
                  <c:v>60614.662732999997</c:v>
                </c:pt>
                <c:pt idx="7">
                  <c:v>60971.347191000001</c:v>
                </c:pt>
                <c:pt idx="8">
                  <c:v>62567.827892000001</c:v>
                </c:pt>
                <c:pt idx="9">
                  <c:v>62887.446278000003</c:v>
                </c:pt>
                <c:pt idx="10">
                  <c:v>58509.362357999998</c:v>
                </c:pt>
                <c:pt idx="11">
                  <c:v>59321.503295000002</c:v>
                </c:pt>
                <c:pt idx="12">
                  <c:v>60166.154407000002</c:v>
                </c:pt>
                <c:pt idx="13">
                  <c:v>59097.116825999998</c:v>
                </c:pt>
                <c:pt idx="14">
                  <c:v>59387.720981999999</c:v>
                </c:pt>
                <c:pt idx="15">
                  <c:v>62532.442671999997</c:v>
                </c:pt>
                <c:pt idx="16">
                  <c:v>61655.521159000004</c:v>
                </c:pt>
                <c:pt idx="17">
                  <c:v>57848.678745999998</c:v>
                </c:pt>
                <c:pt idx="18">
                  <c:v>59963.098363999998</c:v>
                </c:pt>
                <c:pt idx="19">
                  <c:v>58609.282979000003</c:v>
                </c:pt>
                <c:pt idx="20">
                  <c:v>61870.900927000002</c:v>
                </c:pt>
                <c:pt idx="21">
                  <c:v>58613.975270000003</c:v>
                </c:pt>
                <c:pt idx="22">
                  <c:v>60567.673473000003</c:v>
                </c:pt>
                <c:pt idx="23">
                  <c:v>62073.826337999999</c:v>
                </c:pt>
                <c:pt idx="24">
                  <c:v>58209.608311000004</c:v>
                </c:pt>
                <c:pt idx="25">
                  <c:v>58305.095760999997</c:v>
                </c:pt>
                <c:pt idx="26">
                  <c:v>59233.364950000003</c:v>
                </c:pt>
                <c:pt idx="27">
                  <c:v>58707.557111000002</c:v>
                </c:pt>
                <c:pt idx="28">
                  <c:v>59119.793916000002</c:v>
                </c:pt>
                <c:pt idx="29">
                  <c:v>61630.732753999997</c:v>
                </c:pt>
                <c:pt idx="30">
                  <c:v>62551.922817999999</c:v>
                </c:pt>
                <c:pt idx="31">
                  <c:v>58648.614743999999</c:v>
                </c:pt>
                <c:pt idx="32">
                  <c:v>59253.138213999999</c:v>
                </c:pt>
                <c:pt idx="33">
                  <c:v>58138.394111000001</c:v>
                </c:pt>
                <c:pt idx="34">
                  <c:v>58603.330532</c:v>
                </c:pt>
                <c:pt idx="35">
                  <c:v>59118.772093</c:v>
                </c:pt>
                <c:pt idx="36">
                  <c:v>61035.934724999999</c:v>
                </c:pt>
                <c:pt idx="37">
                  <c:v>60960.259273999996</c:v>
                </c:pt>
                <c:pt idx="38">
                  <c:v>56593.870508</c:v>
                </c:pt>
                <c:pt idx="39">
                  <c:v>54624.335599999999</c:v>
                </c:pt>
                <c:pt idx="40">
                  <c:v>55688.252861000001</c:v>
                </c:pt>
                <c:pt idx="41">
                  <c:v>55015.298707000002</c:v>
                </c:pt>
                <c:pt idx="42">
                  <c:v>56723.050915</c:v>
                </c:pt>
                <c:pt idx="43">
                  <c:v>56508.467924999997</c:v>
                </c:pt>
                <c:pt idx="44">
                  <c:v>59087.291542999999</c:v>
                </c:pt>
                <c:pt idx="45">
                  <c:v>54009.65322</c:v>
                </c:pt>
                <c:pt idx="46">
                  <c:v>54146.340569</c:v>
                </c:pt>
                <c:pt idx="47">
                  <c:v>56689.799471999999</c:v>
                </c:pt>
                <c:pt idx="48">
                  <c:v>55098.315459999998</c:v>
                </c:pt>
                <c:pt idx="49">
                  <c:v>58944.083404999998</c:v>
                </c:pt>
                <c:pt idx="50">
                  <c:v>56562.380017000003</c:v>
                </c:pt>
                <c:pt idx="51">
                  <c:v>57196.186764999999</c:v>
                </c:pt>
                <c:pt idx="52">
                  <c:v>56254.855303999997</c:v>
                </c:pt>
                <c:pt idx="53">
                  <c:v>56419.229313000003</c:v>
                </c:pt>
                <c:pt idx="54">
                  <c:v>56867.986550000001</c:v>
                </c:pt>
                <c:pt idx="55">
                  <c:v>56629.692043000003</c:v>
                </c:pt>
                <c:pt idx="56">
                  <c:v>56752.781952999998</c:v>
                </c:pt>
                <c:pt idx="57">
                  <c:v>57526.761793999998</c:v>
                </c:pt>
                <c:pt idx="58">
                  <c:v>58414.581608</c:v>
                </c:pt>
                <c:pt idx="59">
                  <c:v>55352.961771000002</c:v>
                </c:pt>
                <c:pt idx="60">
                  <c:v>54884.452264</c:v>
                </c:pt>
                <c:pt idx="61">
                  <c:v>54586.073665999997</c:v>
                </c:pt>
                <c:pt idx="62">
                  <c:v>52331.232993999998</c:v>
                </c:pt>
                <c:pt idx="63">
                  <c:v>53843.099364000002</c:v>
                </c:pt>
                <c:pt idx="64">
                  <c:v>54319.376714999999</c:v>
                </c:pt>
                <c:pt idx="65">
                  <c:v>54634.857207000001</c:v>
                </c:pt>
                <c:pt idx="66">
                  <c:v>51033.146903000001</c:v>
                </c:pt>
                <c:pt idx="67">
                  <c:v>52591.839331000003</c:v>
                </c:pt>
                <c:pt idx="68">
                  <c:v>52332.152280000002</c:v>
                </c:pt>
                <c:pt idx="69">
                  <c:v>52722.195066</c:v>
                </c:pt>
                <c:pt idx="70">
                  <c:v>54737.291752999998</c:v>
                </c:pt>
                <c:pt idx="71">
                  <c:v>55028.292434000003</c:v>
                </c:pt>
                <c:pt idx="72">
                  <c:v>56201.376428000003</c:v>
                </c:pt>
                <c:pt idx="73">
                  <c:v>52033.038106</c:v>
                </c:pt>
                <c:pt idx="74">
                  <c:v>51859.088231000002</c:v>
                </c:pt>
                <c:pt idx="75">
                  <c:v>52562.941676000002</c:v>
                </c:pt>
                <c:pt idx="76">
                  <c:v>52089.944461999999</c:v>
                </c:pt>
                <c:pt idx="77">
                  <c:v>55398.444072999999</c:v>
                </c:pt>
                <c:pt idx="78">
                  <c:v>54185.312106999998</c:v>
                </c:pt>
                <c:pt idx="79">
                  <c:v>56643.284312999996</c:v>
                </c:pt>
                <c:pt idx="80">
                  <c:v>51379.747539000004</c:v>
                </c:pt>
                <c:pt idx="81">
                  <c:v>52256.656901000002</c:v>
                </c:pt>
                <c:pt idx="82">
                  <c:v>52686.616516000002</c:v>
                </c:pt>
                <c:pt idx="83">
                  <c:v>53368.898965</c:v>
                </c:pt>
                <c:pt idx="84">
                  <c:v>53815.885144</c:v>
                </c:pt>
                <c:pt idx="85">
                  <c:v>57281.635763999999</c:v>
                </c:pt>
                <c:pt idx="86">
                  <c:v>56545.516380000001</c:v>
                </c:pt>
                <c:pt idx="87">
                  <c:v>54184.462192999999</c:v>
                </c:pt>
                <c:pt idx="88">
                  <c:v>54157.246088</c:v>
                </c:pt>
                <c:pt idx="89">
                  <c:v>53086.498699999996</c:v>
                </c:pt>
                <c:pt idx="90">
                  <c:v>55266.619752999999</c:v>
                </c:pt>
                <c:pt idx="91">
                  <c:v>54497.679121000001</c:v>
                </c:pt>
                <c:pt idx="92">
                  <c:v>56967.848356000002</c:v>
                </c:pt>
                <c:pt idx="93">
                  <c:v>56994.573877000003</c:v>
                </c:pt>
                <c:pt idx="94">
                  <c:v>51797.793984999997</c:v>
                </c:pt>
                <c:pt idx="95">
                  <c:v>52381.273728</c:v>
                </c:pt>
                <c:pt idx="96">
                  <c:v>51520.070052000003</c:v>
                </c:pt>
                <c:pt idx="97">
                  <c:v>51392.237508999999</c:v>
                </c:pt>
                <c:pt idx="98">
                  <c:v>53576.851119999999</c:v>
                </c:pt>
                <c:pt idx="99">
                  <c:v>53659.212390000001</c:v>
                </c:pt>
                <c:pt idx="100">
                  <c:v>54829.149423000003</c:v>
                </c:pt>
                <c:pt idx="101">
                  <c:v>50383.500231999999</c:v>
                </c:pt>
                <c:pt idx="102">
                  <c:v>48567.691094000002</c:v>
                </c:pt>
                <c:pt idx="103">
                  <c:v>48473.377359999999</c:v>
                </c:pt>
                <c:pt idx="104">
                  <c:v>48637.248979999997</c:v>
                </c:pt>
                <c:pt idx="105">
                  <c:v>49166.010106000002</c:v>
                </c:pt>
                <c:pt idx="106">
                  <c:v>50623.353631999998</c:v>
                </c:pt>
                <c:pt idx="107">
                  <c:v>51180.915844000003</c:v>
                </c:pt>
                <c:pt idx="108">
                  <c:v>52516.596766000002</c:v>
                </c:pt>
                <c:pt idx="109">
                  <c:v>48571.287064999997</c:v>
                </c:pt>
                <c:pt idx="110">
                  <c:v>48441.453910999997</c:v>
                </c:pt>
                <c:pt idx="111">
                  <c:v>50903.903875999997</c:v>
                </c:pt>
                <c:pt idx="112">
                  <c:v>49940.642992000001</c:v>
                </c:pt>
                <c:pt idx="113">
                  <c:v>51248.058364999997</c:v>
                </c:pt>
                <c:pt idx="114">
                  <c:v>51011.318028000002</c:v>
                </c:pt>
                <c:pt idx="115">
                  <c:v>47787.739528999999</c:v>
                </c:pt>
                <c:pt idx="116">
                  <c:v>48437.709043000003</c:v>
                </c:pt>
                <c:pt idx="117">
                  <c:v>49569.153741000002</c:v>
                </c:pt>
                <c:pt idx="118">
                  <c:v>48164.630699000001</c:v>
                </c:pt>
                <c:pt idx="119">
                  <c:v>49048.130249000002</c:v>
                </c:pt>
                <c:pt idx="120">
                  <c:v>50843.379354999997</c:v>
                </c:pt>
                <c:pt idx="121">
                  <c:v>52537.962012999997</c:v>
                </c:pt>
                <c:pt idx="122">
                  <c:v>52567.478902000003</c:v>
                </c:pt>
                <c:pt idx="123">
                  <c:v>50807.233732000001</c:v>
                </c:pt>
                <c:pt idx="124">
                  <c:v>50188.053928000001</c:v>
                </c:pt>
                <c:pt idx="125">
                  <c:v>50633.712919999998</c:v>
                </c:pt>
                <c:pt idx="126">
                  <c:v>52080.681161</c:v>
                </c:pt>
                <c:pt idx="127">
                  <c:v>53936.616083000001</c:v>
                </c:pt>
                <c:pt idx="128">
                  <c:v>52075.033363000002</c:v>
                </c:pt>
                <c:pt idx="129">
                  <c:v>48836.185787000002</c:v>
                </c:pt>
                <c:pt idx="130">
                  <c:v>43498.384257999998</c:v>
                </c:pt>
                <c:pt idx="131">
                  <c:v>44620.718176000002</c:v>
                </c:pt>
                <c:pt idx="132">
                  <c:v>43177.574307000003</c:v>
                </c:pt>
                <c:pt idx="133">
                  <c:v>43754.761267000002</c:v>
                </c:pt>
                <c:pt idx="134">
                  <c:v>44441.697579</c:v>
                </c:pt>
                <c:pt idx="135">
                  <c:v>47088.402511</c:v>
                </c:pt>
                <c:pt idx="136">
                  <c:v>41847.469054000001</c:v>
                </c:pt>
                <c:pt idx="137">
                  <c:v>37278.366417999998</c:v>
                </c:pt>
                <c:pt idx="138">
                  <c:v>40635.121249999997</c:v>
                </c:pt>
                <c:pt idx="139">
                  <c:v>16875.424289999999</c:v>
                </c:pt>
                <c:pt idx="140">
                  <c:v>40173.437565</c:v>
                </c:pt>
                <c:pt idx="141">
                  <c:v>38972.56538</c:v>
                </c:pt>
                <c:pt idx="142">
                  <c:v>38759.200871000001</c:v>
                </c:pt>
                <c:pt idx="143">
                  <c:v>37377.769662999999</c:v>
                </c:pt>
                <c:pt idx="144">
                  <c:v>38592.202336000002</c:v>
                </c:pt>
                <c:pt idx="145">
                  <c:v>38753.890097000003</c:v>
                </c:pt>
                <c:pt idx="146">
                  <c:v>38809.116851999999</c:v>
                </c:pt>
                <c:pt idx="147">
                  <c:v>39695.787670999998</c:v>
                </c:pt>
                <c:pt idx="148">
                  <c:v>38803.423003999997</c:v>
                </c:pt>
                <c:pt idx="149">
                  <c:v>40549.420590000002</c:v>
                </c:pt>
                <c:pt idx="150">
                  <c:v>38699.446485</c:v>
                </c:pt>
                <c:pt idx="151">
                  <c:v>36345.956234999998</c:v>
                </c:pt>
                <c:pt idx="152">
                  <c:v>34303.888356000003</c:v>
                </c:pt>
                <c:pt idx="153">
                  <c:v>36318.305032999997</c:v>
                </c:pt>
                <c:pt idx="154">
                  <c:v>36278.012402</c:v>
                </c:pt>
                <c:pt idx="155">
                  <c:v>37094.305423999998</c:v>
                </c:pt>
                <c:pt idx="156">
                  <c:v>37637.535146000002</c:v>
                </c:pt>
                <c:pt idx="157">
                  <c:v>35878.991314999999</c:v>
                </c:pt>
                <c:pt idx="158">
                  <c:v>36404.927054</c:v>
                </c:pt>
                <c:pt idx="159">
                  <c:v>35884.421524999998</c:v>
                </c:pt>
                <c:pt idx="160">
                  <c:v>33485.349347000003</c:v>
                </c:pt>
                <c:pt idx="161">
                  <c:v>22868.850046</c:v>
                </c:pt>
                <c:pt idx="162">
                  <c:v>24816.425379</c:v>
                </c:pt>
                <c:pt idx="163">
                  <c:v>28608.604318999998</c:v>
                </c:pt>
                <c:pt idx="164">
                  <c:v>30387.686153999999</c:v>
                </c:pt>
                <c:pt idx="165">
                  <c:v>31496.280949</c:v>
                </c:pt>
                <c:pt idx="166">
                  <c:v>32487.884568000001</c:v>
                </c:pt>
                <c:pt idx="167">
                  <c:v>35531.725199</c:v>
                </c:pt>
                <c:pt idx="168">
                  <c:v>34548.229052000002</c:v>
                </c:pt>
                <c:pt idx="169">
                  <c:v>35377.029944000002</c:v>
                </c:pt>
                <c:pt idx="170">
                  <c:v>35459.979569000003</c:v>
                </c:pt>
                <c:pt idx="171">
                  <c:v>34409.159614999997</c:v>
                </c:pt>
                <c:pt idx="172">
                  <c:v>35188.022339000003</c:v>
                </c:pt>
                <c:pt idx="173">
                  <c:v>35974.476114999998</c:v>
                </c:pt>
                <c:pt idx="174">
                  <c:v>35338.223207000003</c:v>
                </c:pt>
                <c:pt idx="175">
                  <c:v>35334.781179999998</c:v>
                </c:pt>
                <c:pt idx="176">
                  <c:v>35759.553376999997</c:v>
                </c:pt>
                <c:pt idx="177">
                  <c:v>35663.211790000001</c:v>
                </c:pt>
                <c:pt idx="178">
                  <c:v>33715.029000000002</c:v>
                </c:pt>
                <c:pt idx="179">
                  <c:v>34027.961423000001</c:v>
                </c:pt>
                <c:pt idx="180">
                  <c:v>34847.426308000002</c:v>
                </c:pt>
                <c:pt idx="181">
                  <c:v>35770.361964000003</c:v>
                </c:pt>
                <c:pt idx="182">
                  <c:v>35668.907291000003</c:v>
                </c:pt>
                <c:pt idx="183">
                  <c:v>35503.309130000001</c:v>
                </c:pt>
                <c:pt idx="184">
                  <c:v>35546.742847000001</c:v>
                </c:pt>
                <c:pt idx="185">
                  <c:v>33723.722538000002</c:v>
                </c:pt>
                <c:pt idx="186">
                  <c:v>34069.221352</c:v>
                </c:pt>
                <c:pt idx="187">
                  <c:v>33977.431876000002</c:v>
                </c:pt>
                <c:pt idx="188">
                  <c:v>34965.828257000001</c:v>
                </c:pt>
                <c:pt idx="189">
                  <c:v>33989.456223000001</c:v>
                </c:pt>
                <c:pt idx="190">
                  <c:v>34051.064093000001</c:v>
                </c:pt>
                <c:pt idx="191">
                  <c:v>33772.730206</c:v>
                </c:pt>
                <c:pt idx="192">
                  <c:v>33413.977679000003</c:v>
                </c:pt>
                <c:pt idx="193">
                  <c:v>33390.65367</c:v>
                </c:pt>
                <c:pt idx="194">
                  <c:v>32614.781266000002</c:v>
                </c:pt>
                <c:pt idx="195">
                  <c:v>34326.094243</c:v>
                </c:pt>
                <c:pt idx="196">
                  <c:v>33040.116357999999</c:v>
                </c:pt>
                <c:pt idx="197">
                  <c:v>33660.207932999998</c:v>
                </c:pt>
                <c:pt idx="198">
                  <c:v>32291.356062999999</c:v>
                </c:pt>
                <c:pt idx="199">
                  <c:v>31402.308652</c:v>
                </c:pt>
                <c:pt idx="200">
                  <c:v>32644.321098</c:v>
                </c:pt>
                <c:pt idx="201">
                  <c:v>32345.911297999999</c:v>
                </c:pt>
                <c:pt idx="202">
                  <c:v>32291.645133000002</c:v>
                </c:pt>
                <c:pt idx="203">
                  <c:v>32829.434469</c:v>
                </c:pt>
                <c:pt idx="204">
                  <c:v>34019.796573</c:v>
                </c:pt>
                <c:pt idx="205">
                  <c:v>34573.042806999998</c:v>
                </c:pt>
                <c:pt idx="206">
                  <c:v>33025.003578000003</c:v>
                </c:pt>
                <c:pt idx="207">
                  <c:v>32588.85626</c:v>
                </c:pt>
                <c:pt idx="208">
                  <c:v>33956.135434999997</c:v>
                </c:pt>
                <c:pt idx="209">
                  <c:v>34121.306406000003</c:v>
                </c:pt>
                <c:pt idx="210">
                  <c:v>31652.231357000001</c:v>
                </c:pt>
                <c:pt idx="211">
                  <c:v>31639.375274999999</c:v>
                </c:pt>
                <c:pt idx="212">
                  <c:v>32073.610189999999</c:v>
                </c:pt>
                <c:pt idx="213">
                  <c:v>31199.761727000001</c:v>
                </c:pt>
                <c:pt idx="214">
                  <c:v>30170.832342000002</c:v>
                </c:pt>
                <c:pt idx="215">
                  <c:v>30083.561057999999</c:v>
                </c:pt>
                <c:pt idx="216">
                  <c:v>31048.761599000001</c:v>
                </c:pt>
                <c:pt idx="217">
                  <c:v>30830.481627000001</c:v>
                </c:pt>
                <c:pt idx="218">
                  <c:v>33055.064524000001</c:v>
                </c:pt>
                <c:pt idx="219">
                  <c:v>32791.752287000003</c:v>
                </c:pt>
                <c:pt idx="220">
                  <c:v>31132.757232</c:v>
                </c:pt>
                <c:pt idx="221">
                  <c:v>31087.959158000001</c:v>
                </c:pt>
                <c:pt idx="222">
                  <c:v>30666.315642000001</c:v>
                </c:pt>
                <c:pt idx="223">
                  <c:v>32360.032511000001</c:v>
                </c:pt>
                <c:pt idx="224">
                  <c:v>32503.824611</c:v>
                </c:pt>
                <c:pt idx="225">
                  <c:v>33137.005496999998</c:v>
                </c:pt>
                <c:pt idx="226">
                  <c:v>34869.315027999997</c:v>
                </c:pt>
                <c:pt idx="227">
                  <c:v>30826.679224</c:v>
                </c:pt>
                <c:pt idx="228">
                  <c:v>31307.02564</c:v>
                </c:pt>
                <c:pt idx="229">
                  <c:v>34488.318668</c:v>
                </c:pt>
                <c:pt idx="230">
                  <c:v>31147.284605000001</c:v>
                </c:pt>
                <c:pt idx="231">
                  <c:v>29745.998320999999</c:v>
                </c:pt>
                <c:pt idx="232">
                  <c:v>30619.782725000001</c:v>
                </c:pt>
                <c:pt idx="233">
                  <c:v>31166.188996000001</c:v>
                </c:pt>
                <c:pt idx="234">
                  <c:v>27855.517223999999</c:v>
                </c:pt>
                <c:pt idx="235">
                  <c:v>27696.314836000001</c:v>
                </c:pt>
                <c:pt idx="236">
                  <c:v>28624.944286999998</c:v>
                </c:pt>
                <c:pt idx="237">
                  <c:v>29199.168981999999</c:v>
                </c:pt>
                <c:pt idx="238">
                  <c:v>29935.610295999999</c:v>
                </c:pt>
                <c:pt idx="239">
                  <c:v>31404.448294000002</c:v>
                </c:pt>
                <c:pt idx="240">
                  <c:v>31649.851631000001</c:v>
                </c:pt>
                <c:pt idx="241">
                  <c:v>30510.126009</c:v>
                </c:pt>
                <c:pt idx="242">
                  <c:v>30017.834706000001</c:v>
                </c:pt>
                <c:pt idx="243">
                  <c:v>30403.829807999999</c:v>
                </c:pt>
                <c:pt idx="244">
                  <c:v>30765.760447000001</c:v>
                </c:pt>
                <c:pt idx="245">
                  <c:v>30054.543976000001</c:v>
                </c:pt>
                <c:pt idx="246">
                  <c:v>30124.753815</c:v>
                </c:pt>
                <c:pt idx="247">
                  <c:v>32248.473888</c:v>
                </c:pt>
                <c:pt idx="248">
                  <c:v>29221.3979</c:v>
                </c:pt>
                <c:pt idx="249">
                  <c:v>29454.194219000001</c:v>
                </c:pt>
                <c:pt idx="250">
                  <c:v>29046.444016000001</c:v>
                </c:pt>
                <c:pt idx="251">
                  <c:v>29902.315119999999</c:v>
                </c:pt>
                <c:pt idx="252">
                  <c:v>29952.366343000002</c:v>
                </c:pt>
                <c:pt idx="253">
                  <c:v>30565.643701000001</c:v>
                </c:pt>
                <c:pt idx="254">
                  <c:v>30389.075615999998</c:v>
                </c:pt>
                <c:pt idx="255">
                  <c:v>30549.554232999999</c:v>
                </c:pt>
                <c:pt idx="256">
                  <c:v>28632.7716</c:v>
                </c:pt>
                <c:pt idx="257">
                  <c:v>29062.787995999999</c:v>
                </c:pt>
                <c:pt idx="258">
                  <c:v>29238.427022</c:v>
                </c:pt>
                <c:pt idx="259">
                  <c:v>29219.167619</c:v>
                </c:pt>
                <c:pt idx="260">
                  <c:v>29869.804969000001</c:v>
                </c:pt>
                <c:pt idx="261">
                  <c:v>30244.013894</c:v>
                </c:pt>
                <c:pt idx="262">
                  <c:v>28388.905143</c:v>
                </c:pt>
                <c:pt idx="263">
                  <c:v>28540.058814</c:v>
                </c:pt>
                <c:pt idx="264">
                  <c:v>28330.479157000002</c:v>
                </c:pt>
                <c:pt idx="265">
                  <c:v>29099.655722</c:v>
                </c:pt>
                <c:pt idx="266">
                  <c:v>29435.861018</c:v>
                </c:pt>
                <c:pt idx="267">
                  <c:v>30288.117568000001</c:v>
                </c:pt>
                <c:pt idx="268">
                  <c:v>30316.074457999999</c:v>
                </c:pt>
                <c:pt idx="269">
                  <c:v>28440.66577</c:v>
                </c:pt>
                <c:pt idx="270">
                  <c:v>28862.714074</c:v>
                </c:pt>
                <c:pt idx="271">
                  <c:v>30447.755710000001</c:v>
                </c:pt>
                <c:pt idx="272">
                  <c:v>28984.755754999998</c:v>
                </c:pt>
                <c:pt idx="273">
                  <c:v>29466.008221</c:v>
                </c:pt>
                <c:pt idx="274">
                  <c:v>30928.326326999999</c:v>
                </c:pt>
                <c:pt idx="275">
                  <c:v>30850.744945999999</c:v>
                </c:pt>
                <c:pt idx="276">
                  <c:v>29156.713125999999</c:v>
                </c:pt>
                <c:pt idx="277">
                  <c:v>29478.180262999998</c:v>
                </c:pt>
                <c:pt idx="278">
                  <c:v>30412.50131</c:v>
                </c:pt>
                <c:pt idx="279">
                  <c:v>29435.317368</c:v>
                </c:pt>
                <c:pt idx="280">
                  <c:v>29623.095700000002</c:v>
                </c:pt>
                <c:pt idx="281">
                  <c:v>30508.416997</c:v>
                </c:pt>
                <c:pt idx="282">
                  <c:v>30642.297597000001</c:v>
                </c:pt>
                <c:pt idx="283">
                  <c:v>29156.773719000001</c:v>
                </c:pt>
                <c:pt idx="284">
                  <c:v>29276.023233</c:v>
                </c:pt>
                <c:pt idx="285">
                  <c:v>31374.87975</c:v>
                </c:pt>
                <c:pt idx="286">
                  <c:v>29107.135064999999</c:v>
                </c:pt>
                <c:pt idx="287">
                  <c:v>30577.642865999998</c:v>
                </c:pt>
                <c:pt idx="288">
                  <c:v>30583.627412000002</c:v>
                </c:pt>
                <c:pt idx="289">
                  <c:v>30647.853198000001</c:v>
                </c:pt>
                <c:pt idx="290">
                  <c:v>28659.008825000001</c:v>
                </c:pt>
                <c:pt idx="291">
                  <c:v>28900.390401000001</c:v>
                </c:pt>
                <c:pt idx="292">
                  <c:v>29292.174792000002</c:v>
                </c:pt>
                <c:pt idx="293">
                  <c:v>28866.992037</c:v>
                </c:pt>
                <c:pt idx="294">
                  <c:v>28715.37081</c:v>
                </c:pt>
                <c:pt idx="295">
                  <c:v>29226.917195000002</c:v>
                </c:pt>
                <c:pt idx="296">
                  <c:v>29357.750262000001</c:v>
                </c:pt>
                <c:pt idx="297">
                  <c:v>30343.528610000001</c:v>
                </c:pt>
                <c:pt idx="298">
                  <c:v>31523.134977999998</c:v>
                </c:pt>
                <c:pt idx="299">
                  <c:v>29808.428884000001</c:v>
                </c:pt>
                <c:pt idx="300">
                  <c:v>30250.225726000001</c:v>
                </c:pt>
                <c:pt idx="301">
                  <c:v>30827.031406999999</c:v>
                </c:pt>
                <c:pt idx="302">
                  <c:v>30560.206962</c:v>
                </c:pt>
                <c:pt idx="303">
                  <c:v>30394.772153999998</c:v>
                </c:pt>
                <c:pt idx="304">
                  <c:v>28953.249323</c:v>
                </c:pt>
                <c:pt idx="305">
                  <c:v>29588.60673</c:v>
                </c:pt>
                <c:pt idx="306">
                  <c:v>29532.347329</c:v>
                </c:pt>
                <c:pt idx="307">
                  <c:v>30173.073429</c:v>
                </c:pt>
                <c:pt idx="308">
                  <c:v>30954.34907</c:v>
                </c:pt>
                <c:pt idx="309">
                  <c:v>31163.387812000001</c:v>
                </c:pt>
                <c:pt idx="310">
                  <c:v>30649.108120000001</c:v>
                </c:pt>
                <c:pt idx="311">
                  <c:v>29714.574468999999</c:v>
                </c:pt>
                <c:pt idx="312">
                  <c:v>30375.747125000002</c:v>
                </c:pt>
                <c:pt idx="313">
                  <c:v>30330.642088000001</c:v>
                </c:pt>
                <c:pt idx="314">
                  <c:v>30273.361489999999</c:v>
                </c:pt>
                <c:pt idx="315">
                  <c:v>33741.931143000002</c:v>
                </c:pt>
                <c:pt idx="316">
                  <c:v>32202.392684999999</c:v>
                </c:pt>
                <c:pt idx="317">
                  <c:v>31945.958331000002</c:v>
                </c:pt>
                <c:pt idx="318">
                  <c:v>29988.821328999999</c:v>
                </c:pt>
                <c:pt idx="319">
                  <c:v>29732.263287000002</c:v>
                </c:pt>
                <c:pt idx="320">
                  <c:v>30005.408985999999</c:v>
                </c:pt>
                <c:pt idx="321">
                  <c:v>29694.263513000002</c:v>
                </c:pt>
                <c:pt idx="322">
                  <c:v>30724.91646</c:v>
                </c:pt>
                <c:pt idx="323">
                  <c:v>32017.991779</c:v>
                </c:pt>
                <c:pt idx="324">
                  <c:v>32265.705323999999</c:v>
                </c:pt>
                <c:pt idx="325">
                  <c:v>30824.864182000001</c:v>
                </c:pt>
                <c:pt idx="326">
                  <c:v>31424.001271000001</c:v>
                </c:pt>
                <c:pt idx="327">
                  <c:v>32438.302424000001</c:v>
                </c:pt>
                <c:pt idx="328">
                  <c:v>31322.826897999999</c:v>
                </c:pt>
                <c:pt idx="329">
                  <c:v>31960.269774</c:v>
                </c:pt>
                <c:pt idx="330">
                  <c:v>32770.207516000002</c:v>
                </c:pt>
                <c:pt idx="331">
                  <c:v>32195.322269</c:v>
                </c:pt>
                <c:pt idx="332">
                  <c:v>30272.278566000001</c:v>
                </c:pt>
                <c:pt idx="333">
                  <c:v>30548.997579999999</c:v>
                </c:pt>
                <c:pt idx="334">
                  <c:v>30551.131214000001</c:v>
                </c:pt>
                <c:pt idx="335">
                  <c:v>30278.717637999998</c:v>
                </c:pt>
                <c:pt idx="336">
                  <c:v>31327.798916</c:v>
                </c:pt>
                <c:pt idx="337">
                  <c:v>31802.488965</c:v>
                </c:pt>
                <c:pt idx="338">
                  <c:v>32009.036838</c:v>
                </c:pt>
                <c:pt idx="339">
                  <c:v>29733.930606000002</c:v>
                </c:pt>
                <c:pt idx="340">
                  <c:v>29771.772399000001</c:v>
                </c:pt>
                <c:pt idx="341">
                  <c:v>30504.90221</c:v>
                </c:pt>
                <c:pt idx="342">
                  <c:v>31910.031744</c:v>
                </c:pt>
                <c:pt idx="343">
                  <c:v>30496.076670999999</c:v>
                </c:pt>
                <c:pt idx="344">
                  <c:v>28961.812488</c:v>
                </c:pt>
                <c:pt idx="345">
                  <c:v>31441.434172000001</c:v>
                </c:pt>
                <c:pt idx="346">
                  <c:v>30318.609315000002</c:v>
                </c:pt>
                <c:pt idx="347">
                  <c:v>30404.089327999998</c:v>
                </c:pt>
                <c:pt idx="348">
                  <c:v>30828.770457999999</c:v>
                </c:pt>
                <c:pt idx="349">
                  <c:v>30408.057863000002</c:v>
                </c:pt>
                <c:pt idx="350">
                  <c:v>30842.327932</c:v>
                </c:pt>
                <c:pt idx="351">
                  <c:v>31717.340149</c:v>
                </c:pt>
                <c:pt idx="352">
                  <c:v>31978.456289000002</c:v>
                </c:pt>
                <c:pt idx="353">
                  <c:v>30155.806863999998</c:v>
                </c:pt>
                <c:pt idx="354">
                  <c:v>30212.582548999999</c:v>
                </c:pt>
                <c:pt idx="355">
                  <c:v>30207.909479000002</c:v>
                </c:pt>
                <c:pt idx="356">
                  <c:v>30441.468839000001</c:v>
                </c:pt>
                <c:pt idx="357">
                  <c:v>30874.782386999999</c:v>
                </c:pt>
                <c:pt idx="358">
                  <c:v>31942.207115000001</c:v>
                </c:pt>
                <c:pt idx="359">
                  <c:v>32117.603053999999</c:v>
                </c:pt>
                <c:pt idx="360">
                  <c:v>30284.52176</c:v>
                </c:pt>
                <c:pt idx="361">
                  <c:v>29996.649794000001</c:v>
                </c:pt>
                <c:pt idx="362">
                  <c:v>30208.149745999999</c:v>
                </c:pt>
                <c:pt idx="363">
                  <c:v>30516.903377999999</c:v>
                </c:pt>
                <c:pt idx="364">
                  <c:v>30524.869284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5BD-4F38-8489-81382BD2FF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9734463"/>
        <c:axId val="1339733983"/>
      </c:lineChart>
      <c:dateAx>
        <c:axId val="16317944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784831"/>
        <c:crosses val="autoZero"/>
        <c:auto val="1"/>
        <c:lblOffset val="100"/>
        <c:baseTimeUnit val="days"/>
      </c:dateAx>
      <c:valAx>
        <c:axId val="1631784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Southern Region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794431"/>
        <c:crosses val="autoZero"/>
        <c:crossBetween val="between"/>
        <c:dispUnits>
          <c:builtInUnit val="thousands"/>
        </c:dispUnits>
      </c:valAx>
      <c:valAx>
        <c:axId val="13397339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Data Traffic Network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9734463"/>
        <c:crosses val="max"/>
        <c:crossBetween val="between"/>
        <c:dispUnits>
          <c:builtInUnit val="thousands"/>
        </c:dispUnits>
      </c:valAx>
      <c:dateAx>
        <c:axId val="133973446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339733983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002060"/>
                </a:solidFill>
              </a:rPr>
              <a:t>Total Data Traffic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'Total Data'!$B$1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Data'!$B$2:$B$366</c:f>
              <c:numCache>
                <c:formatCode>General</c:formatCode>
                <c:ptCount val="365"/>
                <c:pt idx="0">
                  <c:v>63127.310784000001</c:v>
                </c:pt>
                <c:pt idx="1">
                  <c:v>65962.191202000002</c:v>
                </c:pt>
                <c:pt idx="2">
                  <c:v>66520.026545000001</c:v>
                </c:pt>
                <c:pt idx="3">
                  <c:v>61630.649709999998</c:v>
                </c:pt>
                <c:pt idx="4">
                  <c:v>62147.02147</c:v>
                </c:pt>
                <c:pt idx="5">
                  <c:v>62487.374382000002</c:v>
                </c:pt>
                <c:pt idx="6">
                  <c:v>63471.257205000002</c:v>
                </c:pt>
                <c:pt idx="7">
                  <c:v>64244.109418</c:v>
                </c:pt>
                <c:pt idx="8">
                  <c:v>66473.476269999999</c:v>
                </c:pt>
                <c:pt idx="9">
                  <c:v>66077.075029</c:v>
                </c:pt>
                <c:pt idx="10">
                  <c:v>61088.624813000002</c:v>
                </c:pt>
                <c:pt idx="11">
                  <c:v>62920.732320000003</c:v>
                </c:pt>
                <c:pt idx="12">
                  <c:v>63036.540260999995</c:v>
                </c:pt>
                <c:pt idx="13">
                  <c:v>62017.743974999998</c:v>
                </c:pt>
                <c:pt idx="14">
                  <c:v>63116.917002999995</c:v>
                </c:pt>
                <c:pt idx="15">
                  <c:v>65534.525723999999</c:v>
                </c:pt>
                <c:pt idx="16">
                  <c:v>64327.973195999999</c:v>
                </c:pt>
                <c:pt idx="17">
                  <c:v>60906.923607999997</c:v>
                </c:pt>
                <c:pt idx="18">
                  <c:v>62519.910020999996</c:v>
                </c:pt>
                <c:pt idx="19">
                  <c:v>61244.140469999998</c:v>
                </c:pt>
                <c:pt idx="20">
                  <c:v>66677.753139000008</c:v>
                </c:pt>
                <c:pt idx="21">
                  <c:v>63205.037920000002</c:v>
                </c:pt>
                <c:pt idx="22">
                  <c:v>66379.215003000005</c:v>
                </c:pt>
                <c:pt idx="23">
                  <c:v>67350.147519000006</c:v>
                </c:pt>
                <c:pt idx="24">
                  <c:v>61701.831418999995</c:v>
                </c:pt>
                <c:pt idx="25">
                  <c:v>62171.943648</c:v>
                </c:pt>
                <c:pt idx="26">
                  <c:v>62345.217743000001</c:v>
                </c:pt>
                <c:pt idx="27">
                  <c:v>62573.711413999998</c:v>
                </c:pt>
                <c:pt idx="28">
                  <c:v>62185.589368000001</c:v>
                </c:pt>
                <c:pt idx="29">
                  <c:v>64942.080698000005</c:v>
                </c:pt>
                <c:pt idx="30">
                  <c:v>66379.925793999995</c:v>
                </c:pt>
                <c:pt idx="31">
                  <c:v>61979.134030999994</c:v>
                </c:pt>
                <c:pt idx="32">
                  <c:v>62755.961069999998</c:v>
                </c:pt>
                <c:pt idx="33">
                  <c:v>61152.504826999997</c:v>
                </c:pt>
                <c:pt idx="34">
                  <c:v>62392.896554999999</c:v>
                </c:pt>
                <c:pt idx="35">
                  <c:v>65194.066481000002</c:v>
                </c:pt>
                <c:pt idx="36">
                  <c:v>65566.587262999994</c:v>
                </c:pt>
                <c:pt idx="37">
                  <c:v>66628.915240999995</c:v>
                </c:pt>
                <c:pt idx="38">
                  <c:v>63236.743511000001</c:v>
                </c:pt>
                <c:pt idx="39">
                  <c:v>63672.286690000001</c:v>
                </c:pt>
                <c:pt idx="40">
                  <c:v>64417.653379999996</c:v>
                </c:pt>
                <c:pt idx="41">
                  <c:v>62475.129802999996</c:v>
                </c:pt>
                <c:pt idx="42">
                  <c:v>63230.667750000001</c:v>
                </c:pt>
                <c:pt idx="43">
                  <c:v>66263.690503000005</c:v>
                </c:pt>
                <c:pt idx="44">
                  <c:v>68586.062911000001</c:v>
                </c:pt>
                <c:pt idx="45">
                  <c:v>63575.005915000002</c:v>
                </c:pt>
                <c:pt idx="46">
                  <c:v>62054.098583999999</c:v>
                </c:pt>
                <c:pt idx="47">
                  <c:v>60358.492297999997</c:v>
                </c:pt>
                <c:pt idx="48">
                  <c:v>64704.109317000002</c:v>
                </c:pt>
                <c:pt idx="49">
                  <c:v>70975.153558999998</c:v>
                </c:pt>
                <c:pt idx="50">
                  <c:v>68321.12288699999</c:v>
                </c:pt>
                <c:pt idx="51">
                  <c:v>67921.651799999992</c:v>
                </c:pt>
                <c:pt idx="52">
                  <c:v>65579.208681000004</c:v>
                </c:pt>
                <c:pt idx="53">
                  <c:v>64119.698232000002</c:v>
                </c:pt>
                <c:pt idx="54">
                  <c:v>65353.522934000001</c:v>
                </c:pt>
                <c:pt idx="55">
                  <c:v>64880.476495999996</c:v>
                </c:pt>
                <c:pt idx="56">
                  <c:v>66509.505527999994</c:v>
                </c:pt>
                <c:pt idx="57">
                  <c:v>67814.319271999993</c:v>
                </c:pt>
                <c:pt idx="58">
                  <c:v>67872.760770000008</c:v>
                </c:pt>
                <c:pt idx="59">
                  <c:v>64778.782797</c:v>
                </c:pt>
                <c:pt idx="60">
                  <c:v>64323.188280000002</c:v>
                </c:pt>
                <c:pt idx="61">
                  <c:v>63783.904538999996</c:v>
                </c:pt>
                <c:pt idx="62">
                  <c:v>64047.237863000002</c:v>
                </c:pt>
                <c:pt idx="63">
                  <c:v>64628.806770000003</c:v>
                </c:pt>
                <c:pt idx="64">
                  <c:v>67761.042785999991</c:v>
                </c:pt>
                <c:pt idx="65">
                  <c:v>67822.264640000009</c:v>
                </c:pt>
                <c:pt idx="66">
                  <c:v>63016.490150999998</c:v>
                </c:pt>
                <c:pt idx="67">
                  <c:v>64099.704404000004</c:v>
                </c:pt>
                <c:pt idx="68">
                  <c:v>63859.784930000002</c:v>
                </c:pt>
                <c:pt idx="69">
                  <c:v>63050.696763</c:v>
                </c:pt>
                <c:pt idx="70">
                  <c:v>65102.438135999997</c:v>
                </c:pt>
                <c:pt idx="71">
                  <c:v>67472.861256999997</c:v>
                </c:pt>
                <c:pt idx="72">
                  <c:v>69516.235220999995</c:v>
                </c:pt>
                <c:pt idx="73">
                  <c:v>63120.754145999999</c:v>
                </c:pt>
                <c:pt idx="74">
                  <c:v>63078.650571999999</c:v>
                </c:pt>
                <c:pt idx="75">
                  <c:v>64360.002306000002</c:v>
                </c:pt>
                <c:pt idx="76">
                  <c:v>64387.861821999999</c:v>
                </c:pt>
                <c:pt idx="77">
                  <c:v>69400.70925</c:v>
                </c:pt>
                <c:pt idx="78">
                  <c:v>68850.414168000003</c:v>
                </c:pt>
                <c:pt idx="79">
                  <c:v>71340.353535000002</c:v>
                </c:pt>
                <c:pt idx="80">
                  <c:v>64402.357418</c:v>
                </c:pt>
                <c:pt idx="81">
                  <c:v>63938.997563999998</c:v>
                </c:pt>
                <c:pt idx="82">
                  <c:v>64264.910397</c:v>
                </c:pt>
                <c:pt idx="83">
                  <c:v>64898.570422999997</c:v>
                </c:pt>
                <c:pt idx="84">
                  <c:v>66458.491313000006</c:v>
                </c:pt>
                <c:pt idx="85">
                  <c:v>70665.035019000003</c:v>
                </c:pt>
                <c:pt idx="86">
                  <c:v>70117.431996999992</c:v>
                </c:pt>
                <c:pt idx="87">
                  <c:v>65285.274448999997</c:v>
                </c:pt>
                <c:pt idx="88">
                  <c:v>66196.676621999999</c:v>
                </c:pt>
                <c:pt idx="89">
                  <c:v>67595.952902999998</c:v>
                </c:pt>
                <c:pt idx="90">
                  <c:v>69286.762284000011</c:v>
                </c:pt>
                <c:pt idx="91">
                  <c:v>67006.060968999998</c:v>
                </c:pt>
                <c:pt idx="92">
                  <c:v>71383.662456999999</c:v>
                </c:pt>
                <c:pt idx="93">
                  <c:v>71174.59197400001</c:v>
                </c:pt>
                <c:pt idx="94">
                  <c:v>64153.396182999997</c:v>
                </c:pt>
                <c:pt idx="95">
                  <c:v>66353.704601000005</c:v>
                </c:pt>
                <c:pt idx="96">
                  <c:v>66454.023094000004</c:v>
                </c:pt>
                <c:pt idx="97">
                  <c:v>66023.665462000004</c:v>
                </c:pt>
                <c:pt idx="98">
                  <c:v>67966.720293000006</c:v>
                </c:pt>
                <c:pt idx="99">
                  <c:v>70493.503911000007</c:v>
                </c:pt>
                <c:pt idx="100">
                  <c:v>70655.778810999996</c:v>
                </c:pt>
                <c:pt idx="101">
                  <c:v>64580.112527000005</c:v>
                </c:pt>
                <c:pt idx="102">
                  <c:v>65532.706441999995</c:v>
                </c:pt>
                <c:pt idx="103">
                  <c:v>65860.456214000005</c:v>
                </c:pt>
                <c:pt idx="104">
                  <c:v>66259.370947999996</c:v>
                </c:pt>
                <c:pt idx="105">
                  <c:v>67620.233584999994</c:v>
                </c:pt>
                <c:pt idx="106">
                  <c:v>70836.65165</c:v>
                </c:pt>
                <c:pt idx="107">
                  <c:v>72115.146384000007</c:v>
                </c:pt>
                <c:pt idx="108">
                  <c:v>72514.852616999997</c:v>
                </c:pt>
                <c:pt idx="109">
                  <c:v>66677.440742999999</c:v>
                </c:pt>
                <c:pt idx="110">
                  <c:v>65614.307161000004</c:v>
                </c:pt>
                <c:pt idx="111">
                  <c:v>65583.721212999997</c:v>
                </c:pt>
                <c:pt idx="112">
                  <c:v>68198.796856999994</c:v>
                </c:pt>
                <c:pt idx="113">
                  <c:v>71251.159648000001</c:v>
                </c:pt>
                <c:pt idx="114">
                  <c:v>71310.311049999989</c:v>
                </c:pt>
                <c:pt idx="115">
                  <c:v>65753.543569999994</c:v>
                </c:pt>
                <c:pt idx="116">
                  <c:v>66380.379419999997</c:v>
                </c:pt>
                <c:pt idx="117">
                  <c:v>67538.919263000003</c:v>
                </c:pt>
                <c:pt idx="118">
                  <c:v>67022.960030999995</c:v>
                </c:pt>
                <c:pt idx="119">
                  <c:v>68202.530436000001</c:v>
                </c:pt>
                <c:pt idx="120">
                  <c:v>70354.351790000001</c:v>
                </c:pt>
                <c:pt idx="121">
                  <c:v>73883.322843999995</c:v>
                </c:pt>
                <c:pt idx="122">
                  <c:v>70893.969112000006</c:v>
                </c:pt>
                <c:pt idx="123">
                  <c:v>70681.638317000004</c:v>
                </c:pt>
                <c:pt idx="124">
                  <c:v>68212.91846500001</c:v>
                </c:pt>
                <c:pt idx="125">
                  <c:v>66578.627007999996</c:v>
                </c:pt>
                <c:pt idx="126">
                  <c:v>68459.882071</c:v>
                </c:pt>
                <c:pt idx="127">
                  <c:v>71937.402430999995</c:v>
                </c:pt>
                <c:pt idx="128">
                  <c:v>71715.417820999995</c:v>
                </c:pt>
                <c:pt idx="129">
                  <c:v>66244.805439999996</c:v>
                </c:pt>
                <c:pt idx="130">
                  <c:v>67690.848589000001</c:v>
                </c:pt>
                <c:pt idx="131">
                  <c:v>68130.726261000003</c:v>
                </c:pt>
                <c:pt idx="132">
                  <c:v>68356.491913999998</c:v>
                </c:pt>
                <c:pt idx="133">
                  <c:v>68184.070191000006</c:v>
                </c:pt>
                <c:pt idx="134">
                  <c:v>71322.396645999994</c:v>
                </c:pt>
                <c:pt idx="135">
                  <c:v>71660.445092999988</c:v>
                </c:pt>
                <c:pt idx="136">
                  <c:v>67724.921608999997</c:v>
                </c:pt>
                <c:pt idx="137">
                  <c:v>67433.423200000005</c:v>
                </c:pt>
                <c:pt idx="138">
                  <c:v>74200.363899999997</c:v>
                </c:pt>
                <c:pt idx="139">
                  <c:v>68669.601599999995</c:v>
                </c:pt>
                <c:pt idx="140">
                  <c:v>70821.3891</c:v>
                </c:pt>
                <c:pt idx="141">
                  <c:v>71585.099400000006</c:v>
                </c:pt>
                <c:pt idx="142">
                  <c:v>71119.535000000003</c:v>
                </c:pt>
                <c:pt idx="143">
                  <c:v>67434.4663</c:v>
                </c:pt>
                <c:pt idx="144">
                  <c:v>68966.8505</c:v>
                </c:pt>
                <c:pt idx="145">
                  <c:v>68720.100600000005</c:v>
                </c:pt>
                <c:pt idx="146">
                  <c:v>68347.578299999994</c:v>
                </c:pt>
                <c:pt idx="147">
                  <c:v>71335.251799999998</c:v>
                </c:pt>
                <c:pt idx="148">
                  <c:v>70083.180399999997</c:v>
                </c:pt>
                <c:pt idx="149">
                  <c:v>73627.730800000005</c:v>
                </c:pt>
                <c:pt idx="150">
                  <c:v>69804.527600000001</c:v>
                </c:pt>
                <c:pt idx="151">
                  <c:v>70371.544699999999</c:v>
                </c:pt>
                <c:pt idx="152">
                  <c:v>70119.551800000001</c:v>
                </c:pt>
                <c:pt idx="153">
                  <c:v>69875.963399999993</c:v>
                </c:pt>
                <c:pt idx="154">
                  <c:v>68455.876099999994</c:v>
                </c:pt>
                <c:pt idx="155">
                  <c:v>72511.507100000003</c:v>
                </c:pt>
                <c:pt idx="156">
                  <c:v>75415.829199999993</c:v>
                </c:pt>
                <c:pt idx="157">
                  <c:v>70652.649600000004</c:v>
                </c:pt>
                <c:pt idx="158">
                  <c:v>72090.135200000004</c:v>
                </c:pt>
                <c:pt idx="159">
                  <c:v>69560.455900000001</c:v>
                </c:pt>
                <c:pt idx="160">
                  <c:v>70514.284799999994</c:v>
                </c:pt>
                <c:pt idx="161">
                  <c:v>75989.626499999998</c:v>
                </c:pt>
                <c:pt idx="162">
                  <c:v>77365.635299999994</c:v>
                </c:pt>
                <c:pt idx="163">
                  <c:v>77449.910399999993</c:v>
                </c:pt>
                <c:pt idx="164">
                  <c:v>76154.256800000003</c:v>
                </c:pt>
                <c:pt idx="165">
                  <c:v>75889.713300000003</c:v>
                </c:pt>
                <c:pt idx="166">
                  <c:v>76252.203099999999</c:v>
                </c:pt>
                <c:pt idx="167">
                  <c:v>79176.7497</c:v>
                </c:pt>
                <c:pt idx="168">
                  <c:v>74205.299499999994</c:v>
                </c:pt>
                <c:pt idx="169">
                  <c:v>77128.875499999995</c:v>
                </c:pt>
                <c:pt idx="170">
                  <c:v>74027.264800000004</c:v>
                </c:pt>
                <c:pt idx="171">
                  <c:v>72651.880499999999</c:v>
                </c:pt>
                <c:pt idx="172">
                  <c:v>74513.394499999995</c:v>
                </c:pt>
                <c:pt idx="173">
                  <c:v>73718.580700000006</c:v>
                </c:pt>
                <c:pt idx="174">
                  <c:v>75250.631899999993</c:v>
                </c:pt>
                <c:pt idx="175">
                  <c:v>74776.5625</c:v>
                </c:pt>
                <c:pt idx="176">
                  <c:v>73195.236399999994</c:v>
                </c:pt>
                <c:pt idx="177">
                  <c:v>76263.969299999997</c:v>
                </c:pt>
                <c:pt idx="178">
                  <c:v>72840.676500000001</c:v>
                </c:pt>
                <c:pt idx="179">
                  <c:v>72647.805800000002</c:v>
                </c:pt>
                <c:pt idx="180">
                  <c:v>73725.205400000006</c:v>
                </c:pt>
                <c:pt idx="181">
                  <c:v>74595.039199999999</c:v>
                </c:pt>
                <c:pt idx="182">
                  <c:v>75531.053599999999</c:v>
                </c:pt>
                <c:pt idx="183">
                  <c:v>77247.837899999999</c:v>
                </c:pt>
                <c:pt idx="184">
                  <c:v>77396.650500000003</c:v>
                </c:pt>
                <c:pt idx="185">
                  <c:v>73821.507199999993</c:v>
                </c:pt>
                <c:pt idx="186">
                  <c:v>73866.126000000004</c:v>
                </c:pt>
                <c:pt idx="187">
                  <c:v>74639.427500000005</c:v>
                </c:pt>
                <c:pt idx="188">
                  <c:v>78139.987200000003</c:v>
                </c:pt>
                <c:pt idx="189">
                  <c:v>76159.722800000003</c:v>
                </c:pt>
                <c:pt idx="190">
                  <c:v>75605.282300000006</c:v>
                </c:pt>
                <c:pt idx="191">
                  <c:v>76018.081099999996</c:v>
                </c:pt>
                <c:pt idx="192">
                  <c:v>73610.909100000004</c:v>
                </c:pt>
                <c:pt idx="193">
                  <c:v>73138.039900000003</c:v>
                </c:pt>
                <c:pt idx="194">
                  <c:v>71387.581600000005</c:v>
                </c:pt>
                <c:pt idx="195">
                  <c:v>77126.488400000002</c:v>
                </c:pt>
                <c:pt idx="196">
                  <c:v>74384.4617</c:v>
                </c:pt>
                <c:pt idx="197">
                  <c:v>77260.210500000001</c:v>
                </c:pt>
                <c:pt idx="198">
                  <c:v>74441.580300000001</c:v>
                </c:pt>
                <c:pt idx="199">
                  <c:v>68838.7932</c:v>
                </c:pt>
                <c:pt idx="200">
                  <c:v>69978.104999999996</c:v>
                </c:pt>
                <c:pt idx="201">
                  <c:v>70740.676699999996</c:v>
                </c:pt>
                <c:pt idx="202">
                  <c:v>70677.174100000004</c:v>
                </c:pt>
                <c:pt idx="203">
                  <c:v>72218.147599999997</c:v>
                </c:pt>
                <c:pt idx="204">
                  <c:v>74944.690100000007</c:v>
                </c:pt>
                <c:pt idx="205">
                  <c:v>76596.727299999999</c:v>
                </c:pt>
                <c:pt idx="206">
                  <c:v>72387.008000000002</c:v>
                </c:pt>
                <c:pt idx="207">
                  <c:v>72692.479500000001</c:v>
                </c:pt>
                <c:pt idx="208">
                  <c:v>75042.907399999996</c:v>
                </c:pt>
                <c:pt idx="209">
                  <c:v>75147.606499999994</c:v>
                </c:pt>
                <c:pt idx="210">
                  <c:v>75204.118499999997</c:v>
                </c:pt>
                <c:pt idx="211">
                  <c:v>75974.116299999994</c:v>
                </c:pt>
                <c:pt idx="212">
                  <c:v>77754.779699999999</c:v>
                </c:pt>
                <c:pt idx="213">
                  <c:v>72934.463000000003</c:v>
                </c:pt>
                <c:pt idx="214">
                  <c:v>71752.642600000006</c:v>
                </c:pt>
                <c:pt idx="215">
                  <c:v>71351.672500000001</c:v>
                </c:pt>
                <c:pt idx="216">
                  <c:v>72647.128899999996</c:v>
                </c:pt>
                <c:pt idx="217">
                  <c:v>72160.907999999996</c:v>
                </c:pt>
                <c:pt idx="218">
                  <c:v>76540.722999999998</c:v>
                </c:pt>
                <c:pt idx="219">
                  <c:v>74926.634999999995</c:v>
                </c:pt>
                <c:pt idx="220">
                  <c:v>72725.838499999998</c:v>
                </c:pt>
                <c:pt idx="221">
                  <c:v>74517.910099999994</c:v>
                </c:pt>
                <c:pt idx="222">
                  <c:v>72304.554999999993</c:v>
                </c:pt>
                <c:pt idx="223">
                  <c:v>73274.519100000005</c:v>
                </c:pt>
                <c:pt idx="224">
                  <c:v>74952.040999999997</c:v>
                </c:pt>
                <c:pt idx="225">
                  <c:v>77757.521800000002</c:v>
                </c:pt>
                <c:pt idx="226">
                  <c:v>80783.2255</c:v>
                </c:pt>
                <c:pt idx="227">
                  <c:v>71407.781000000003</c:v>
                </c:pt>
                <c:pt idx="228">
                  <c:v>73154.409299999999</c:v>
                </c:pt>
                <c:pt idx="229">
                  <c:v>79405.732600000003</c:v>
                </c:pt>
                <c:pt idx="230">
                  <c:v>73261.394100000005</c:v>
                </c:pt>
                <c:pt idx="231">
                  <c:v>74514.007700000002</c:v>
                </c:pt>
                <c:pt idx="232">
                  <c:v>77790.032300000006</c:v>
                </c:pt>
                <c:pt idx="233">
                  <c:v>80138.685200000007</c:v>
                </c:pt>
                <c:pt idx="234">
                  <c:v>73457.8894</c:v>
                </c:pt>
                <c:pt idx="235">
                  <c:v>72132.956399999995</c:v>
                </c:pt>
                <c:pt idx="236">
                  <c:v>73064.179699999993</c:v>
                </c:pt>
                <c:pt idx="237">
                  <c:v>74784.434299999994</c:v>
                </c:pt>
                <c:pt idx="238">
                  <c:v>75269.044800000003</c:v>
                </c:pt>
                <c:pt idx="239">
                  <c:v>78978.176600000006</c:v>
                </c:pt>
                <c:pt idx="240">
                  <c:v>80657.6302</c:v>
                </c:pt>
                <c:pt idx="241">
                  <c:v>76291.410600000003</c:v>
                </c:pt>
                <c:pt idx="242">
                  <c:v>75233.4274</c:v>
                </c:pt>
                <c:pt idx="243">
                  <c:v>74945.424299999999</c:v>
                </c:pt>
                <c:pt idx="244">
                  <c:v>77424.007700000002</c:v>
                </c:pt>
                <c:pt idx="245">
                  <c:v>75234.725099999996</c:v>
                </c:pt>
                <c:pt idx="246">
                  <c:v>76319.842900000003</c:v>
                </c:pt>
                <c:pt idx="247">
                  <c:v>79923.03</c:v>
                </c:pt>
                <c:pt idx="248">
                  <c:v>74177.989199999996</c:v>
                </c:pt>
                <c:pt idx="249">
                  <c:v>75408.027199999997</c:v>
                </c:pt>
                <c:pt idx="250">
                  <c:v>75616.415500000003</c:v>
                </c:pt>
                <c:pt idx="251">
                  <c:v>75273.064799999993</c:v>
                </c:pt>
                <c:pt idx="252">
                  <c:v>77058.844299999997</c:v>
                </c:pt>
                <c:pt idx="253">
                  <c:v>78368.643200000006</c:v>
                </c:pt>
                <c:pt idx="254">
                  <c:v>80226.878100000002</c:v>
                </c:pt>
                <c:pt idx="255">
                  <c:v>81415.504499999995</c:v>
                </c:pt>
                <c:pt idx="256">
                  <c:v>74217.463199999998</c:v>
                </c:pt>
                <c:pt idx="257">
                  <c:v>74774.004199999996</c:v>
                </c:pt>
                <c:pt idx="258">
                  <c:v>74523.503700000001</c:v>
                </c:pt>
                <c:pt idx="259">
                  <c:v>75806.818499999994</c:v>
                </c:pt>
                <c:pt idx="260">
                  <c:v>79003.532500000001</c:v>
                </c:pt>
                <c:pt idx="261">
                  <c:v>80158.794699999999</c:v>
                </c:pt>
                <c:pt idx="262">
                  <c:v>74327.150399999999</c:v>
                </c:pt>
                <c:pt idx="263">
                  <c:v>71939.360100000005</c:v>
                </c:pt>
                <c:pt idx="264">
                  <c:v>73754.336500000005</c:v>
                </c:pt>
                <c:pt idx="265">
                  <c:v>74116.361699999994</c:v>
                </c:pt>
                <c:pt idx="266">
                  <c:v>75302.285099999994</c:v>
                </c:pt>
                <c:pt idx="267">
                  <c:v>78182.369000000006</c:v>
                </c:pt>
                <c:pt idx="268">
                  <c:v>78593.607699999993</c:v>
                </c:pt>
                <c:pt idx="269">
                  <c:v>74403.960800000001</c:v>
                </c:pt>
                <c:pt idx="270">
                  <c:v>72648.238700000002</c:v>
                </c:pt>
                <c:pt idx="271">
                  <c:v>78658.497199999998</c:v>
                </c:pt>
                <c:pt idx="272">
                  <c:v>76198.959799999997</c:v>
                </c:pt>
                <c:pt idx="273">
                  <c:v>76482.763399999996</c:v>
                </c:pt>
                <c:pt idx="274">
                  <c:v>79594.425900000002</c:v>
                </c:pt>
                <c:pt idx="275">
                  <c:v>80802.597699999998</c:v>
                </c:pt>
                <c:pt idx="276">
                  <c:v>74934.221900000004</c:v>
                </c:pt>
                <c:pt idx="277">
                  <c:v>77598.324600000007</c:v>
                </c:pt>
                <c:pt idx="278">
                  <c:v>79141.442500000005</c:v>
                </c:pt>
                <c:pt idx="279">
                  <c:v>75263.845100000006</c:v>
                </c:pt>
                <c:pt idx="280">
                  <c:v>76828.6492</c:v>
                </c:pt>
                <c:pt idx="281">
                  <c:v>79411.100900000005</c:v>
                </c:pt>
                <c:pt idx="282">
                  <c:v>79398.060700000002</c:v>
                </c:pt>
                <c:pt idx="283">
                  <c:v>75459.801600000006</c:v>
                </c:pt>
                <c:pt idx="284">
                  <c:v>75699.709499999997</c:v>
                </c:pt>
                <c:pt idx="285">
                  <c:v>80837.333599999998</c:v>
                </c:pt>
                <c:pt idx="286">
                  <c:v>76842.667799999996</c:v>
                </c:pt>
                <c:pt idx="287">
                  <c:v>79347.837299999999</c:v>
                </c:pt>
                <c:pt idx="288">
                  <c:v>79501.922099999996</c:v>
                </c:pt>
                <c:pt idx="289">
                  <c:v>78828.689100000003</c:v>
                </c:pt>
                <c:pt idx="290">
                  <c:v>74992.891699999993</c:v>
                </c:pt>
                <c:pt idx="291">
                  <c:v>74861.065499999997</c:v>
                </c:pt>
                <c:pt idx="292">
                  <c:v>77123.847099999999</c:v>
                </c:pt>
                <c:pt idx="293">
                  <c:v>74807.377399999998</c:v>
                </c:pt>
                <c:pt idx="294">
                  <c:v>75596.995500000005</c:v>
                </c:pt>
                <c:pt idx="295">
                  <c:v>76494.536999999997</c:v>
                </c:pt>
                <c:pt idx="296">
                  <c:v>78969.049899999998</c:v>
                </c:pt>
                <c:pt idx="297">
                  <c:v>81715.7114</c:v>
                </c:pt>
                <c:pt idx="298">
                  <c:v>85410.013999999996</c:v>
                </c:pt>
                <c:pt idx="299">
                  <c:v>80997.906499999997</c:v>
                </c:pt>
                <c:pt idx="300">
                  <c:v>80491.7022</c:v>
                </c:pt>
                <c:pt idx="301">
                  <c:v>80212.501199999999</c:v>
                </c:pt>
                <c:pt idx="302">
                  <c:v>79931.967099999994</c:v>
                </c:pt>
                <c:pt idx="303">
                  <c:v>77121.530700000003</c:v>
                </c:pt>
                <c:pt idx="304">
                  <c:v>73709.748300000007</c:v>
                </c:pt>
                <c:pt idx="305">
                  <c:v>75590.500599999999</c:v>
                </c:pt>
                <c:pt idx="306">
                  <c:v>74954.923800000004</c:v>
                </c:pt>
                <c:pt idx="307">
                  <c:v>76123.990399999995</c:v>
                </c:pt>
                <c:pt idx="308">
                  <c:v>79345.299400000004</c:v>
                </c:pt>
                <c:pt idx="309">
                  <c:v>78937.477299999999</c:v>
                </c:pt>
                <c:pt idx="310">
                  <c:v>78892.136499999993</c:v>
                </c:pt>
                <c:pt idx="311">
                  <c:v>75181.656300000002</c:v>
                </c:pt>
                <c:pt idx="312">
                  <c:v>75953.4614</c:v>
                </c:pt>
                <c:pt idx="313">
                  <c:v>75727.318100000004</c:v>
                </c:pt>
                <c:pt idx="314">
                  <c:v>75882.272200000007</c:v>
                </c:pt>
                <c:pt idx="315">
                  <c:v>84923.610400000005</c:v>
                </c:pt>
                <c:pt idx="316">
                  <c:v>78807.259600000005</c:v>
                </c:pt>
                <c:pt idx="317">
                  <c:v>76569.754400000005</c:v>
                </c:pt>
                <c:pt idx="318">
                  <c:v>74392.636899999998</c:v>
                </c:pt>
                <c:pt idx="319">
                  <c:v>74044.529599999994</c:v>
                </c:pt>
                <c:pt idx="320">
                  <c:v>74531.212599999999</c:v>
                </c:pt>
                <c:pt idx="321">
                  <c:v>72934.124599999996</c:v>
                </c:pt>
                <c:pt idx="322">
                  <c:v>76185.593099999998</c:v>
                </c:pt>
                <c:pt idx="323">
                  <c:v>80397.123000000007</c:v>
                </c:pt>
                <c:pt idx="324">
                  <c:v>81236.280499999993</c:v>
                </c:pt>
                <c:pt idx="325">
                  <c:v>75306.696500000005</c:v>
                </c:pt>
                <c:pt idx="326">
                  <c:v>75896.105899999995</c:v>
                </c:pt>
                <c:pt idx="327">
                  <c:v>78706.754199999996</c:v>
                </c:pt>
                <c:pt idx="328">
                  <c:v>76842.092799999999</c:v>
                </c:pt>
                <c:pt idx="329">
                  <c:v>76226.250499999995</c:v>
                </c:pt>
                <c:pt idx="330">
                  <c:v>80226.420599999998</c:v>
                </c:pt>
                <c:pt idx="331">
                  <c:v>81175.304199999999</c:v>
                </c:pt>
                <c:pt idx="332">
                  <c:v>75268.602700000003</c:v>
                </c:pt>
                <c:pt idx="333">
                  <c:v>75517.211200000005</c:v>
                </c:pt>
                <c:pt idx="334">
                  <c:v>73976.405299999999</c:v>
                </c:pt>
                <c:pt idx="335">
                  <c:v>75075.037100000001</c:v>
                </c:pt>
                <c:pt idx="336">
                  <c:v>79620.159199999995</c:v>
                </c:pt>
                <c:pt idx="337">
                  <c:v>79099.674299999999</c:v>
                </c:pt>
                <c:pt idx="338">
                  <c:v>79852.313399999999</c:v>
                </c:pt>
                <c:pt idx="339">
                  <c:v>73674.138000000006</c:v>
                </c:pt>
                <c:pt idx="340">
                  <c:v>74828.1247</c:v>
                </c:pt>
                <c:pt idx="341">
                  <c:v>76782.931599999996</c:v>
                </c:pt>
                <c:pt idx="342">
                  <c:v>80226.353300000002</c:v>
                </c:pt>
                <c:pt idx="343">
                  <c:v>77070.236999999994</c:v>
                </c:pt>
                <c:pt idx="344">
                  <c:v>78584.493700000006</c:v>
                </c:pt>
                <c:pt idx="345">
                  <c:v>81531.381800000003</c:v>
                </c:pt>
                <c:pt idx="346">
                  <c:v>77720.802899999995</c:v>
                </c:pt>
                <c:pt idx="347">
                  <c:v>74249.486000000004</c:v>
                </c:pt>
                <c:pt idx="348">
                  <c:v>75124.642099999997</c:v>
                </c:pt>
                <c:pt idx="349">
                  <c:v>74942.941200000001</c:v>
                </c:pt>
                <c:pt idx="350">
                  <c:v>75683.149399999995</c:v>
                </c:pt>
                <c:pt idx="351">
                  <c:v>80202.158800000005</c:v>
                </c:pt>
                <c:pt idx="352">
                  <c:v>81015.647200000007</c:v>
                </c:pt>
                <c:pt idx="353">
                  <c:v>74847.416299999997</c:v>
                </c:pt>
                <c:pt idx="354">
                  <c:v>75853.409400000004</c:v>
                </c:pt>
                <c:pt idx="355">
                  <c:v>75709.215299999996</c:v>
                </c:pt>
                <c:pt idx="356">
                  <c:v>74717.471600000004</c:v>
                </c:pt>
                <c:pt idx="357">
                  <c:v>76134.729200000002</c:v>
                </c:pt>
                <c:pt idx="358">
                  <c:v>79680.192200000005</c:v>
                </c:pt>
                <c:pt idx="359">
                  <c:v>82514.401299999998</c:v>
                </c:pt>
                <c:pt idx="360">
                  <c:v>76716.686499999996</c:v>
                </c:pt>
                <c:pt idx="361">
                  <c:v>75236.463900000002</c:v>
                </c:pt>
                <c:pt idx="362">
                  <c:v>76589.465400000001</c:v>
                </c:pt>
                <c:pt idx="363">
                  <c:v>75517.499899999995</c:v>
                </c:pt>
                <c:pt idx="364">
                  <c:v>76399.868199999997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6-4D19-9D0D-F3ABCFD5C879}"/>
            </c:ext>
          </c:extLst>
        </c:ser>
        <c:ser>
          <c:idx val="1"/>
          <c:order val="1"/>
          <c:tx>
            <c:strRef>
              <c:f>'Total Data'!$C$1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Data'!$C$2:$C$366</c:f>
              <c:numCache>
                <c:formatCode>General</c:formatCode>
                <c:ptCount val="365"/>
                <c:pt idx="0">
                  <c:v>32777.035326999998</c:v>
                </c:pt>
                <c:pt idx="1">
                  <c:v>33197.147490999996</c:v>
                </c:pt>
                <c:pt idx="2">
                  <c:v>33107.081204000002</c:v>
                </c:pt>
                <c:pt idx="3">
                  <c:v>31942.476718999998</c:v>
                </c:pt>
                <c:pt idx="4">
                  <c:v>31889.820617000001</c:v>
                </c:pt>
                <c:pt idx="5">
                  <c:v>32139.894102999999</c:v>
                </c:pt>
                <c:pt idx="6">
                  <c:v>32241.188657999999</c:v>
                </c:pt>
                <c:pt idx="7">
                  <c:v>32489.823184000001</c:v>
                </c:pt>
                <c:pt idx="8">
                  <c:v>33327.385769</c:v>
                </c:pt>
                <c:pt idx="9">
                  <c:v>33652.589820000001</c:v>
                </c:pt>
                <c:pt idx="10">
                  <c:v>31702.535243999999</c:v>
                </c:pt>
                <c:pt idx="11">
                  <c:v>31995.131191</c:v>
                </c:pt>
                <c:pt idx="12">
                  <c:v>32400.274290999998</c:v>
                </c:pt>
                <c:pt idx="13">
                  <c:v>31654.369526000002</c:v>
                </c:pt>
                <c:pt idx="14">
                  <c:v>32327.214921999999</c:v>
                </c:pt>
                <c:pt idx="15">
                  <c:v>32831.578086000001</c:v>
                </c:pt>
                <c:pt idx="16">
                  <c:v>33114.644400999998</c:v>
                </c:pt>
                <c:pt idx="17">
                  <c:v>31548.220398999998</c:v>
                </c:pt>
                <c:pt idx="18">
                  <c:v>32675.490944999998</c:v>
                </c:pt>
                <c:pt idx="19">
                  <c:v>32401.056515</c:v>
                </c:pt>
                <c:pt idx="20">
                  <c:v>34107.567321000002</c:v>
                </c:pt>
                <c:pt idx="21">
                  <c:v>32669.286638000001</c:v>
                </c:pt>
                <c:pt idx="22">
                  <c:v>33297.376291</c:v>
                </c:pt>
                <c:pt idx="23">
                  <c:v>34194.069981000001</c:v>
                </c:pt>
                <c:pt idx="24">
                  <c:v>32064.906488000001</c:v>
                </c:pt>
                <c:pt idx="25">
                  <c:v>31707.499558000003</c:v>
                </c:pt>
                <c:pt idx="26">
                  <c:v>31840.643259</c:v>
                </c:pt>
                <c:pt idx="27">
                  <c:v>31825.014092000001</c:v>
                </c:pt>
                <c:pt idx="28">
                  <c:v>31652.755716</c:v>
                </c:pt>
                <c:pt idx="29">
                  <c:v>32699.342751999997</c:v>
                </c:pt>
                <c:pt idx="30">
                  <c:v>33635.207050999998</c:v>
                </c:pt>
                <c:pt idx="31">
                  <c:v>32464.370063999999</c:v>
                </c:pt>
                <c:pt idx="32">
                  <c:v>32351.246705000001</c:v>
                </c:pt>
                <c:pt idx="33">
                  <c:v>31988.974320999998</c:v>
                </c:pt>
                <c:pt idx="34">
                  <c:v>32640.293474999999</c:v>
                </c:pt>
                <c:pt idx="35">
                  <c:v>33608.322670000001</c:v>
                </c:pt>
                <c:pt idx="36">
                  <c:v>34115.163915999998</c:v>
                </c:pt>
                <c:pt idx="37">
                  <c:v>34384.384706000004</c:v>
                </c:pt>
                <c:pt idx="38">
                  <c:v>32742.887963999998</c:v>
                </c:pt>
                <c:pt idx="39">
                  <c:v>33198.887371999997</c:v>
                </c:pt>
                <c:pt idx="40">
                  <c:v>33622.180098999997</c:v>
                </c:pt>
                <c:pt idx="41">
                  <c:v>32862.263536999999</c:v>
                </c:pt>
                <c:pt idx="42">
                  <c:v>32697.590391999998</c:v>
                </c:pt>
                <c:pt idx="43">
                  <c:v>33431.617428999998</c:v>
                </c:pt>
                <c:pt idx="44">
                  <c:v>34314.710724000004</c:v>
                </c:pt>
                <c:pt idx="45">
                  <c:v>32914.732596000002</c:v>
                </c:pt>
                <c:pt idx="46">
                  <c:v>32970.871294999997</c:v>
                </c:pt>
                <c:pt idx="47">
                  <c:v>31988.946149000003</c:v>
                </c:pt>
                <c:pt idx="48">
                  <c:v>33393.272324999998</c:v>
                </c:pt>
                <c:pt idx="49">
                  <c:v>36737.395412999998</c:v>
                </c:pt>
                <c:pt idx="50">
                  <c:v>35560.480887999998</c:v>
                </c:pt>
                <c:pt idx="51">
                  <c:v>35442.977322999999</c:v>
                </c:pt>
                <c:pt idx="52">
                  <c:v>33876.099352999998</c:v>
                </c:pt>
                <c:pt idx="53">
                  <c:v>33683.723311000002</c:v>
                </c:pt>
                <c:pt idx="54">
                  <c:v>34341.535715000005</c:v>
                </c:pt>
                <c:pt idx="55">
                  <c:v>34325.767180000003</c:v>
                </c:pt>
                <c:pt idx="56">
                  <c:v>34504.763364999999</c:v>
                </c:pt>
                <c:pt idx="57">
                  <c:v>34498.169329000004</c:v>
                </c:pt>
                <c:pt idx="58">
                  <c:v>34209.237723000006</c:v>
                </c:pt>
                <c:pt idx="59">
                  <c:v>33923.966849000004</c:v>
                </c:pt>
                <c:pt idx="60">
                  <c:v>33567.851493000002</c:v>
                </c:pt>
                <c:pt idx="61">
                  <c:v>33375.510627999996</c:v>
                </c:pt>
                <c:pt idx="62">
                  <c:v>33713.425490000001</c:v>
                </c:pt>
                <c:pt idx="63">
                  <c:v>33289.163398000004</c:v>
                </c:pt>
                <c:pt idx="64">
                  <c:v>34902.452379000002</c:v>
                </c:pt>
                <c:pt idx="65">
                  <c:v>35095.539268</c:v>
                </c:pt>
                <c:pt idx="66">
                  <c:v>33171.531064000003</c:v>
                </c:pt>
                <c:pt idx="67">
                  <c:v>33532.173797999996</c:v>
                </c:pt>
                <c:pt idx="68">
                  <c:v>33396.973611000001</c:v>
                </c:pt>
                <c:pt idx="69">
                  <c:v>33617.368213000002</c:v>
                </c:pt>
                <c:pt idx="70">
                  <c:v>34360.707929999997</c:v>
                </c:pt>
                <c:pt idx="71">
                  <c:v>35247.194345999997</c:v>
                </c:pt>
                <c:pt idx="72">
                  <c:v>35875.219293000002</c:v>
                </c:pt>
                <c:pt idx="73">
                  <c:v>33379.650779000003</c:v>
                </c:pt>
                <c:pt idx="74">
                  <c:v>32955.617768000004</c:v>
                </c:pt>
                <c:pt idx="75">
                  <c:v>33709.300558000003</c:v>
                </c:pt>
                <c:pt idx="76">
                  <c:v>33580.352932000002</c:v>
                </c:pt>
                <c:pt idx="77">
                  <c:v>36453.102593000003</c:v>
                </c:pt>
                <c:pt idx="78">
                  <c:v>36527.049454</c:v>
                </c:pt>
                <c:pt idx="79">
                  <c:v>37481.569897000001</c:v>
                </c:pt>
                <c:pt idx="80">
                  <c:v>33720.933260999998</c:v>
                </c:pt>
                <c:pt idx="81">
                  <c:v>34050.668478</c:v>
                </c:pt>
                <c:pt idx="82">
                  <c:v>33990.169704</c:v>
                </c:pt>
                <c:pt idx="83">
                  <c:v>34122.917337999999</c:v>
                </c:pt>
                <c:pt idx="84">
                  <c:v>34584.041216000005</c:v>
                </c:pt>
                <c:pt idx="85">
                  <c:v>36153.772313000001</c:v>
                </c:pt>
                <c:pt idx="86">
                  <c:v>35982.206015999996</c:v>
                </c:pt>
                <c:pt idx="87">
                  <c:v>34769.733051000003</c:v>
                </c:pt>
                <c:pt idx="88">
                  <c:v>34074.334382999994</c:v>
                </c:pt>
                <c:pt idx="89">
                  <c:v>35201.565878000001</c:v>
                </c:pt>
                <c:pt idx="90">
                  <c:v>35733.530522999994</c:v>
                </c:pt>
                <c:pt idx="91">
                  <c:v>34981.215002999998</c:v>
                </c:pt>
                <c:pt idx="92">
                  <c:v>36845.764801999998</c:v>
                </c:pt>
                <c:pt idx="93">
                  <c:v>36428.554347000005</c:v>
                </c:pt>
                <c:pt idx="94">
                  <c:v>34101.906767</c:v>
                </c:pt>
                <c:pt idx="95">
                  <c:v>34774.012842999997</c:v>
                </c:pt>
                <c:pt idx="96">
                  <c:v>34950.782069000001</c:v>
                </c:pt>
                <c:pt idx="97">
                  <c:v>34290.409744999997</c:v>
                </c:pt>
                <c:pt idx="98">
                  <c:v>35948.498476000001</c:v>
                </c:pt>
                <c:pt idx="99">
                  <c:v>36215.109484000001</c:v>
                </c:pt>
                <c:pt idx="100">
                  <c:v>36031.256202999997</c:v>
                </c:pt>
                <c:pt idx="101">
                  <c:v>34012.171300000002</c:v>
                </c:pt>
                <c:pt idx="102">
                  <c:v>33537.202940999996</c:v>
                </c:pt>
                <c:pt idx="103">
                  <c:v>34054.833412</c:v>
                </c:pt>
                <c:pt idx="104">
                  <c:v>34637.198595000002</c:v>
                </c:pt>
                <c:pt idx="105">
                  <c:v>35482.062042000005</c:v>
                </c:pt>
                <c:pt idx="106">
                  <c:v>36396.743342000002</c:v>
                </c:pt>
                <c:pt idx="107">
                  <c:v>36649.280292999996</c:v>
                </c:pt>
                <c:pt idx="108">
                  <c:v>37507.493683999994</c:v>
                </c:pt>
                <c:pt idx="109">
                  <c:v>34559.623553000005</c:v>
                </c:pt>
                <c:pt idx="110">
                  <c:v>34714.670551000003</c:v>
                </c:pt>
                <c:pt idx="111">
                  <c:v>33132.445015999998</c:v>
                </c:pt>
                <c:pt idx="112">
                  <c:v>34233.457096999999</c:v>
                </c:pt>
                <c:pt idx="113">
                  <c:v>36112.112330999997</c:v>
                </c:pt>
                <c:pt idx="114">
                  <c:v>36335.895062000003</c:v>
                </c:pt>
                <c:pt idx="115">
                  <c:v>34612.594514999997</c:v>
                </c:pt>
                <c:pt idx="116">
                  <c:v>34701.243999000006</c:v>
                </c:pt>
                <c:pt idx="117">
                  <c:v>34847.212712</c:v>
                </c:pt>
                <c:pt idx="118">
                  <c:v>34992.687122000003</c:v>
                </c:pt>
                <c:pt idx="119">
                  <c:v>35288.743618</c:v>
                </c:pt>
                <c:pt idx="120">
                  <c:v>35379.051735000001</c:v>
                </c:pt>
                <c:pt idx="121">
                  <c:v>36135.861302000005</c:v>
                </c:pt>
                <c:pt idx="122">
                  <c:v>36434.271349999995</c:v>
                </c:pt>
                <c:pt idx="123">
                  <c:v>34440.825790000003</c:v>
                </c:pt>
                <c:pt idx="124">
                  <c:v>35436.120814999995</c:v>
                </c:pt>
                <c:pt idx="125">
                  <c:v>34614.338183</c:v>
                </c:pt>
                <c:pt idx="126">
                  <c:v>34911.820327000001</c:v>
                </c:pt>
                <c:pt idx="127">
                  <c:v>37146.797682999997</c:v>
                </c:pt>
                <c:pt idx="128">
                  <c:v>36091.288080999999</c:v>
                </c:pt>
                <c:pt idx="129">
                  <c:v>33815.416823</c:v>
                </c:pt>
                <c:pt idx="130">
                  <c:v>35582.225992</c:v>
                </c:pt>
                <c:pt idx="131">
                  <c:v>35284.513286000001</c:v>
                </c:pt>
                <c:pt idx="132">
                  <c:v>35408.023310999997</c:v>
                </c:pt>
                <c:pt idx="133">
                  <c:v>35912.227095000002</c:v>
                </c:pt>
                <c:pt idx="134">
                  <c:v>36073.746204999996</c:v>
                </c:pt>
                <c:pt idx="135">
                  <c:v>37654.498146999998</c:v>
                </c:pt>
                <c:pt idx="136">
                  <c:v>35432.967665999997</c:v>
                </c:pt>
                <c:pt idx="137">
                  <c:v>35867.064925999999</c:v>
                </c:pt>
                <c:pt idx="138">
                  <c:v>38852.924368</c:v>
                </c:pt>
                <c:pt idx="139">
                  <c:v>34821.590163000001</c:v>
                </c:pt>
                <c:pt idx="140">
                  <c:v>35970.746622999999</c:v>
                </c:pt>
                <c:pt idx="141">
                  <c:v>36721.030279999999</c:v>
                </c:pt>
                <c:pt idx="142">
                  <c:v>36736.318805000003</c:v>
                </c:pt>
                <c:pt idx="143">
                  <c:v>35591.961151000003</c:v>
                </c:pt>
                <c:pt idx="144">
                  <c:v>36101.097088999995</c:v>
                </c:pt>
                <c:pt idx="145">
                  <c:v>35696.980013</c:v>
                </c:pt>
                <c:pt idx="146">
                  <c:v>35785.196409000004</c:v>
                </c:pt>
                <c:pt idx="147">
                  <c:v>36530.227890999995</c:v>
                </c:pt>
                <c:pt idx="148">
                  <c:v>36519.095870000005</c:v>
                </c:pt>
                <c:pt idx="149">
                  <c:v>37618.773680999999</c:v>
                </c:pt>
                <c:pt idx="150">
                  <c:v>36419.918361999997</c:v>
                </c:pt>
                <c:pt idx="151">
                  <c:v>37678.275160999998</c:v>
                </c:pt>
                <c:pt idx="152">
                  <c:v>36849.438461999998</c:v>
                </c:pt>
                <c:pt idx="153">
                  <c:v>37301.164288</c:v>
                </c:pt>
                <c:pt idx="154">
                  <c:v>37301.021392999995</c:v>
                </c:pt>
                <c:pt idx="155">
                  <c:v>37864.030464999996</c:v>
                </c:pt>
                <c:pt idx="156">
                  <c:v>38834.743054999999</c:v>
                </c:pt>
                <c:pt idx="157">
                  <c:v>36273.263979999996</c:v>
                </c:pt>
                <c:pt idx="158">
                  <c:v>37303.828246999998</c:v>
                </c:pt>
                <c:pt idx="159">
                  <c:v>36435.658490000002</c:v>
                </c:pt>
                <c:pt idx="160">
                  <c:v>37429.888232999998</c:v>
                </c:pt>
                <c:pt idx="161">
                  <c:v>35922.855147000002</c:v>
                </c:pt>
                <c:pt idx="162">
                  <c:v>38078.492179000001</c:v>
                </c:pt>
                <c:pt idx="163">
                  <c:v>37085.036902</c:v>
                </c:pt>
                <c:pt idx="164">
                  <c:v>38473.791577999997</c:v>
                </c:pt>
                <c:pt idx="165">
                  <c:v>39109.836213999995</c:v>
                </c:pt>
                <c:pt idx="166">
                  <c:v>38568.858914999997</c:v>
                </c:pt>
                <c:pt idx="167">
                  <c:v>40153.434175999995</c:v>
                </c:pt>
                <c:pt idx="168">
                  <c:v>37687.688696999998</c:v>
                </c:pt>
                <c:pt idx="169">
                  <c:v>39211.53125</c:v>
                </c:pt>
                <c:pt idx="170">
                  <c:v>39010.605179000006</c:v>
                </c:pt>
                <c:pt idx="171">
                  <c:v>38074.181100000002</c:v>
                </c:pt>
                <c:pt idx="172">
                  <c:v>38882.959644000002</c:v>
                </c:pt>
                <c:pt idx="173">
                  <c:v>38045.442722</c:v>
                </c:pt>
                <c:pt idx="174">
                  <c:v>37442.019526000004</c:v>
                </c:pt>
                <c:pt idx="175">
                  <c:v>38289.493173000003</c:v>
                </c:pt>
                <c:pt idx="176">
                  <c:v>39073.323667000004</c:v>
                </c:pt>
                <c:pt idx="177">
                  <c:v>39523.769426999999</c:v>
                </c:pt>
                <c:pt idx="178">
                  <c:v>37659.574164999998</c:v>
                </c:pt>
                <c:pt idx="179">
                  <c:v>37545.605630999999</c:v>
                </c:pt>
                <c:pt idx="180">
                  <c:v>38107.917714000003</c:v>
                </c:pt>
                <c:pt idx="181">
                  <c:v>39080.647542999999</c:v>
                </c:pt>
                <c:pt idx="182">
                  <c:v>39247.987159999997</c:v>
                </c:pt>
                <c:pt idx="183">
                  <c:v>38972.168618000003</c:v>
                </c:pt>
                <c:pt idx="184">
                  <c:v>39605.132771000004</c:v>
                </c:pt>
                <c:pt idx="185">
                  <c:v>38415.199520000002</c:v>
                </c:pt>
                <c:pt idx="186">
                  <c:v>38668.656159999999</c:v>
                </c:pt>
                <c:pt idx="187">
                  <c:v>39062.328858000001</c:v>
                </c:pt>
                <c:pt idx="188">
                  <c:v>40795.409002</c:v>
                </c:pt>
                <c:pt idx="189">
                  <c:v>40246.443443999997</c:v>
                </c:pt>
                <c:pt idx="190">
                  <c:v>39495.516652999999</c:v>
                </c:pt>
                <c:pt idx="191">
                  <c:v>39281.896850999998</c:v>
                </c:pt>
                <c:pt idx="192">
                  <c:v>37999.932406</c:v>
                </c:pt>
                <c:pt idx="193">
                  <c:v>38699.991608999997</c:v>
                </c:pt>
                <c:pt idx="194">
                  <c:v>37403.574651999996</c:v>
                </c:pt>
                <c:pt idx="195">
                  <c:v>39415.878932000007</c:v>
                </c:pt>
                <c:pt idx="196">
                  <c:v>38340.165411000002</c:v>
                </c:pt>
                <c:pt idx="197">
                  <c:v>40122.159256999999</c:v>
                </c:pt>
                <c:pt idx="198">
                  <c:v>37262.325055000001</c:v>
                </c:pt>
                <c:pt idx="199">
                  <c:v>36096.666264</c:v>
                </c:pt>
                <c:pt idx="200">
                  <c:v>36629.712683999998</c:v>
                </c:pt>
                <c:pt idx="201">
                  <c:v>36757.091847000003</c:v>
                </c:pt>
                <c:pt idx="202">
                  <c:v>37526.469584999999</c:v>
                </c:pt>
                <c:pt idx="203">
                  <c:v>37062.054075</c:v>
                </c:pt>
                <c:pt idx="204">
                  <c:v>38817.148644000001</c:v>
                </c:pt>
                <c:pt idx="205">
                  <c:v>38509.151173999999</c:v>
                </c:pt>
                <c:pt idx="206">
                  <c:v>38171.109647999998</c:v>
                </c:pt>
                <c:pt idx="207">
                  <c:v>37758.775149000001</c:v>
                </c:pt>
                <c:pt idx="208">
                  <c:v>38719.027052999998</c:v>
                </c:pt>
                <c:pt idx="209">
                  <c:v>38364.129649000002</c:v>
                </c:pt>
                <c:pt idx="210">
                  <c:v>38193.202067000006</c:v>
                </c:pt>
                <c:pt idx="211">
                  <c:v>39358.822364</c:v>
                </c:pt>
                <c:pt idx="212">
                  <c:v>39126.394279</c:v>
                </c:pt>
                <c:pt idx="213">
                  <c:v>37466.917283999996</c:v>
                </c:pt>
                <c:pt idx="214">
                  <c:v>37411.727842</c:v>
                </c:pt>
                <c:pt idx="215">
                  <c:v>37212.892079999998</c:v>
                </c:pt>
                <c:pt idx="216">
                  <c:v>37245.813718999998</c:v>
                </c:pt>
                <c:pt idx="217">
                  <c:v>37305.877301</c:v>
                </c:pt>
                <c:pt idx="218">
                  <c:v>37933.799623999999</c:v>
                </c:pt>
                <c:pt idx="219">
                  <c:v>38692.147979000001</c:v>
                </c:pt>
                <c:pt idx="220">
                  <c:v>37435.160435000005</c:v>
                </c:pt>
                <c:pt idx="221">
                  <c:v>38463.950203999993</c:v>
                </c:pt>
                <c:pt idx="222">
                  <c:v>37242.483331999996</c:v>
                </c:pt>
                <c:pt idx="223">
                  <c:v>37138.579420000002</c:v>
                </c:pt>
                <c:pt idx="224">
                  <c:v>38294.296263999997</c:v>
                </c:pt>
                <c:pt idx="225">
                  <c:v>39775.579678000002</c:v>
                </c:pt>
                <c:pt idx="226">
                  <c:v>41299.497661000001</c:v>
                </c:pt>
                <c:pt idx="227">
                  <c:v>37268.899546000001</c:v>
                </c:pt>
                <c:pt idx="228">
                  <c:v>38202.577186999995</c:v>
                </c:pt>
                <c:pt idx="229">
                  <c:v>40531.196416999999</c:v>
                </c:pt>
                <c:pt idx="230">
                  <c:v>37203.228277000002</c:v>
                </c:pt>
                <c:pt idx="231">
                  <c:v>38177.584887999998</c:v>
                </c:pt>
                <c:pt idx="232">
                  <c:v>39596.272942999996</c:v>
                </c:pt>
                <c:pt idx="233">
                  <c:v>40303.398962000007</c:v>
                </c:pt>
                <c:pt idx="234">
                  <c:v>37466.858661000006</c:v>
                </c:pt>
                <c:pt idx="235">
                  <c:v>37618.699788999998</c:v>
                </c:pt>
                <c:pt idx="236">
                  <c:v>38226.737419999998</c:v>
                </c:pt>
                <c:pt idx="237">
                  <c:v>39119.734293999994</c:v>
                </c:pt>
                <c:pt idx="238">
                  <c:v>38972.322914999997</c:v>
                </c:pt>
                <c:pt idx="239">
                  <c:v>40499.385273</c:v>
                </c:pt>
                <c:pt idx="240">
                  <c:v>40948.046118999999</c:v>
                </c:pt>
                <c:pt idx="241">
                  <c:v>39194.837502000002</c:v>
                </c:pt>
                <c:pt idx="242">
                  <c:v>39434.143422000001</c:v>
                </c:pt>
                <c:pt idx="243">
                  <c:v>38826.248594999997</c:v>
                </c:pt>
                <c:pt idx="244">
                  <c:v>39421.077750000004</c:v>
                </c:pt>
                <c:pt idx="245">
                  <c:v>39085.408414000005</c:v>
                </c:pt>
                <c:pt idx="246">
                  <c:v>39049.445967</c:v>
                </c:pt>
                <c:pt idx="247">
                  <c:v>41126.280299999999</c:v>
                </c:pt>
                <c:pt idx="248">
                  <c:v>39050.925443</c:v>
                </c:pt>
                <c:pt idx="249">
                  <c:v>39447.061716000004</c:v>
                </c:pt>
                <c:pt idx="250">
                  <c:v>39977.914334000001</c:v>
                </c:pt>
                <c:pt idx="251">
                  <c:v>39759.412860999997</c:v>
                </c:pt>
                <c:pt idx="252">
                  <c:v>39271.554164000001</c:v>
                </c:pt>
                <c:pt idx="253">
                  <c:v>40691.394012999997</c:v>
                </c:pt>
                <c:pt idx="254">
                  <c:v>41367.728993999997</c:v>
                </c:pt>
                <c:pt idx="255">
                  <c:v>41745.001547</c:v>
                </c:pt>
                <c:pt idx="256">
                  <c:v>39474.814667000006</c:v>
                </c:pt>
                <c:pt idx="257">
                  <c:v>39349.933582999998</c:v>
                </c:pt>
                <c:pt idx="258">
                  <c:v>39534.075762</c:v>
                </c:pt>
                <c:pt idx="259">
                  <c:v>39868.520424000002</c:v>
                </c:pt>
                <c:pt idx="260">
                  <c:v>40952.561278000001</c:v>
                </c:pt>
                <c:pt idx="261">
                  <c:v>41061.425834999995</c:v>
                </c:pt>
                <c:pt idx="262">
                  <c:v>39056.121997999995</c:v>
                </c:pt>
                <c:pt idx="263">
                  <c:v>36369.405003999993</c:v>
                </c:pt>
                <c:pt idx="264">
                  <c:v>36606.713718999999</c:v>
                </c:pt>
                <c:pt idx="265">
                  <c:v>39138.986331</c:v>
                </c:pt>
                <c:pt idx="266">
                  <c:v>39364.570320999999</c:v>
                </c:pt>
                <c:pt idx="267">
                  <c:v>40169.720537000001</c:v>
                </c:pt>
                <c:pt idx="268">
                  <c:v>40579.081359999996</c:v>
                </c:pt>
                <c:pt idx="269">
                  <c:v>39424.761921999998</c:v>
                </c:pt>
                <c:pt idx="270">
                  <c:v>39494.426059999998</c:v>
                </c:pt>
                <c:pt idx="271">
                  <c:v>41413.931137</c:v>
                </c:pt>
                <c:pt idx="272">
                  <c:v>40131.305567999996</c:v>
                </c:pt>
                <c:pt idx="273">
                  <c:v>40586.310095000001</c:v>
                </c:pt>
                <c:pt idx="274">
                  <c:v>41864.345051999997</c:v>
                </c:pt>
                <c:pt idx="275">
                  <c:v>42109.260385999994</c:v>
                </c:pt>
                <c:pt idx="276">
                  <c:v>39350.363399000002</c:v>
                </c:pt>
                <c:pt idx="277">
                  <c:v>40707.296657999999</c:v>
                </c:pt>
                <c:pt idx="278">
                  <c:v>41188.045581999999</c:v>
                </c:pt>
                <c:pt idx="279">
                  <c:v>40120.963022999997</c:v>
                </c:pt>
                <c:pt idx="280">
                  <c:v>40327.736296000003</c:v>
                </c:pt>
                <c:pt idx="281">
                  <c:v>41668.707653999998</c:v>
                </c:pt>
                <c:pt idx="282">
                  <c:v>41448.542530999999</c:v>
                </c:pt>
                <c:pt idx="283">
                  <c:v>39903.798119999999</c:v>
                </c:pt>
                <c:pt idx="284">
                  <c:v>40379.080266000004</c:v>
                </c:pt>
                <c:pt idx="285">
                  <c:v>43172.993278999995</c:v>
                </c:pt>
                <c:pt idx="286">
                  <c:v>41169.691423999997</c:v>
                </c:pt>
                <c:pt idx="287">
                  <c:v>41894.683575999996</c:v>
                </c:pt>
                <c:pt idx="288">
                  <c:v>41937.737057999999</c:v>
                </c:pt>
                <c:pt idx="289">
                  <c:v>41125.671728000001</c:v>
                </c:pt>
                <c:pt idx="290">
                  <c:v>38060.625269999997</c:v>
                </c:pt>
                <c:pt idx="291">
                  <c:v>39715.580209</c:v>
                </c:pt>
                <c:pt idx="292">
                  <c:v>40746.900053999998</c:v>
                </c:pt>
                <c:pt idx="293">
                  <c:v>40002.413314999998</c:v>
                </c:pt>
                <c:pt idx="294">
                  <c:v>40676.440924000002</c:v>
                </c:pt>
                <c:pt idx="295">
                  <c:v>40537.117595999996</c:v>
                </c:pt>
                <c:pt idx="296">
                  <c:v>42784.879831999999</c:v>
                </c:pt>
                <c:pt idx="297">
                  <c:v>43797.207833</c:v>
                </c:pt>
                <c:pt idx="298">
                  <c:v>46314.382605999999</c:v>
                </c:pt>
                <c:pt idx="299">
                  <c:v>44961.626243999999</c:v>
                </c:pt>
                <c:pt idx="300">
                  <c:v>44632.389702</c:v>
                </c:pt>
                <c:pt idx="301">
                  <c:v>45005.707241999997</c:v>
                </c:pt>
                <c:pt idx="302">
                  <c:v>44139.22049</c:v>
                </c:pt>
                <c:pt idx="303">
                  <c:v>42617.039969999998</c:v>
                </c:pt>
                <c:pt idx="304">
                  <c:v>40943.501433999998</c:v>
                </c:pt>
                <c:pt idx="305">
                  <c:v>41147.717940000002</c:v>
                </c:pt>
                <c:pt idx="306">
                  <c:v>40837.436721999999</c:v>
                </c:pt>
                <c:pt idx="307">
                  <c:v>41389.234012000001</c:v>
                </c:pt>
                <c:pt idx="308">
                  <c:v>42519.743232000001</c:v>
                </c:pt>
                <c:pt idx="309">
                  <c:v>42327.716087000001</c:v>
                </c:pt>
                <c:pt idx="310">
                  <c:v>42341.058558999997</c:v>
                </c:pt>
                <c:pt idx="311">
                  <c:v>41022.639414999998</c:v>
                </c:pt>
                <c:pt idx="312">
                  <c:v>41027.023107000001</c:v>
                </c:pt>
                <c:pt idx="313">
                  <c:v>41200.921522999997</c:v>
                </c:pt>
                <c:pt idx="314">
                  <c:v>40664.995714000004</c:v>
                </c:pt>
                <c:pt idx="315">
                  <c:v>44774.572479000002</c:v>
                </c:pt>
                <c:pt idx="316">
                  <c:v>43425.784256999999</c:v>
                </c:pt>
                <c:pt idx="317">
                  <c:v>42254.095172000001</c:v>
                </c:pt>
                <c:pt idx="318">
                  <c:v>40244.611482</c:v>
                </c:pt>
                <c:pt idx="319">
                  <c:v>40317.388448000005</c:v>
                </c:pt>
                <c:pt idx="320">
                  <c:v>40929.255915000002</c:v>
                </c:pt>
                <c:pt idx="321">
                  <c:v>40340.082267999998</c:v>
                </c:pt>
                <c:pt idx="322">
                  <c:v>40824.559729000001</c:v>
                </c:pt>
                <c:pt idx="323">
                  <c:v>43353.677724000001</c:v>
                </c:pt>
                <c:pt idx="324">
                  <c:v>42786.795881999999</c:v>
                </c:pt>
                <c:pt idx="325">
                  <c:v>40449.292215000001</c:v>
                </c:pt>
                <c:pt idx="326">
                  <c:v>41201.901482999994</c:v>
                </c:pt>
                <c:pt idx="327">
                  <c:v>42161.602085999999</c:v>
                </c:pt>
                <c:pt idx="328">
                  <c:v>41049.405652000001</c:v>
                </c:pt>
                <c:pt idx="329">
                  <c:v>41154.732935</c:v>
                </c:pt>
                <c:pt idx="330">
                  <c:v>43057.309512</c:v>
                </c:pt>
                <c:pt idx="331">
                  <c:v>42174.350125999998</c:v>
                </c:pt>
                <c:pt idx="332">
                  <c:v>40418.166634000001</c:v>
                </c:pt>
                <c:pt idx="333">
                  <c:v>40797.894618999999</c:v>
                </c:pt>
                <c:pt idx="334">
                  <c:v>40851.241177000004</c:v>
                </c:pt>
                <c:pt idx="335">
                  <c:v>40016.540529000005</c:v>
                </c:pt>
                <c:pt idx="336">
                  <c:v>40465.320324</c:v>
                </c:pt>
                <c:pt idx="337">
                  <c:v>41853.332036</c:v>
                </c:pt>
                <c:pt idx="338">
                  <c:v>41219.278028999994</c:v>
                </c:pt>
                <c:pt idx="339">
                  <c:v>39207.147090999999</c:v>
                </c:pt>
                <c:pt idx="340">
                  <c:v>40648.595642999993</c:v>
                </c:pt>
                <c:pt idx="341">
                  <c:v>41112.235571000005</c:v>
                </c:pt>
                <c:pt idx="342">
                  <c:v>42805.455236999995</c:v>
                </c:pt>
                <c:pt idx="343">
                  <c:v>41615.033410000004</c:v>
                </c:pt>
                <c:pt idx="344">
                  <c:v>40613.992142999996</c:v>
                </c:pt>
                <c:pt idx="345">
                  <c:v>44733.096466999996</c:v>
                </c:pt>
                <c:pt idx="346">
                  <c:v>42024.644264000002</c:v>
                </c:pt>
                <c:pt idx="347">
                  <c:v>41832.719198999999</c:v>
                </c:pt>
                <c:pt idx="348">
                  <c:v>41777.974577000001</c:v>
                </c:pt>
                <c:pt idx="349">
                  <c:v>41326.748511999998</c:v>
                </c:pt>
                <c:pt idx="350">
                  <c:v>41367.159195</c:v>
                </c:pt>
                <c:pt idx="351">
                  <c:v>43237.059671000003</c:v>
                </c:pt>
                <c:pt idx="352">
                  <c:v>42769.613259000005</c:v>
                </c:pt>
                <c:pt idx="353">
                  <c:v>41126.251852000001</c:v>
                </c:pt>
                <c:pt idx="354">
                  <c:v>41554.533149000003</c:v>
                </c:pt>
                <c:pt idx="355">
                  <c:v>41801.908809</c:v>
                </c:pt>
                <c:pt idx="356">
                  <c:v>41202.676291000003</c:v>
                </c:pt>
                <c:pt idx="357">
                  <c:v>39690.126451999997</c:v>
                </c:pt>
                <c:pt idx="358">
                  <c:v>42539.587747000005</c:v>
                </c:pt>
                <c:pt idx="359">
                  <c:v>43350.316393000001</c:v>
                </c:pt>
                <c:pt idx="360">
                  <c:v>41558.684357999999</c:v>
                </c:pt>
                <c:pt idx="361">
                  <c:v>41322.298357</c:v>
                </c:pt>
                <c:pt idx="362">
                  <c:v>41462.273633999997</c:v>
                </c:pt>
                <c:pt idx="363">
                  <c:v>41935.582634999999</c:v>
                </c:pt>
                <c:pt idx="364">
                  <c:v>42205.833334000003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36-4D19-9D0D-F3ABCFD5C879}"/>
            </c:ext>
          </c:extLst>
        </c:ser>
        <c:ser>
          <c:idx val="2"/>
          <c:order val="2"/>
          <c:tx>
            <c:strRef>
              <c:f>'Total Data'!$D$1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Data'!$D$2:$D$366</c:f>
              <c:numCache>
                <c:formatCode>0.00</c:formatCode>
                <c:ptCount val="365"/>
                <c:pt idx="0">
                  <c:v>50488.950820999999</c:v>
                </c:pt>
                <c:pt idx="1">
                  <c:v>51046.545948999999</c:v>
                </c:pt>
                <c:pt idx="2">
                  <c:v>51212.406383999994</c:v>
                </c:pt>
                <c:pt idx="3">
                  <c:v>49126.021120999998</c:v>
                </c:pt>
                <c:pt idx="4">
                  <c:v>49707.709016000001</c:v>
                </c:pt>
                <c:pt idx="5">
                  <c:v>49567.571543999999</c:v>
                </c:pt>
                <c:pt idx="6">
                  <c:v>50173.010015</c:v>
                </c:pt>
                <c:pt idx="7">
                  <c:v>50505.527729000001</c:v>
                </c:pt>
                <c:pt idx="8">
                  <c:v>52116.471062000004</c:v>
                </c:pt>
                <c:pt idx="9">
                  <c:v>52481.694959</c:v>
                </c:pt>
                <c:pt idx="10">
                  <c:v>49312.960382999998</c:v>
                </c:pt>
                <c:pt idx="11">
                  <c:v>49652.866870000005</c:v>
                </c:pt>
                <c:pt idx="12">
                  <c:v>50109.972398999998</c:v>
                </c:pt>
                <c:pt idx="13">
                  <c:v>49591.631682000007</c:v>
                </c:pt>
                <c:pt idx="14">
                  <c:v>50303.185676000001</c:v>
                </c:pt>
                <c:pt idx="15">
                  <c:v>51895.602127999999</c:v>
                </c:pt>
                <c:pt idx="16">
                  <c:v>51066.513842</c:v>
                </c:pt>
                <c:pt idx="17">
                  <c:v>48870.240252999996</c:v>
                </c:pt>
                <c:pt idx="18">
                  <c:v>49976.432656999998</c:v>
                </c:pt>
                <c:pt idx="19">
                  <c:v>48190.738041999997</c:v>
                </c:pt>
                <c:pt idx="20">
                  <c:v>53502.479876999998</c:v>
                </c:pt>
                <c:pt idx="21">
                  <c:v>50284.514658</c:v>
                </c:pt>
                <c:pt idx="22">
                  <c:v>51489.353765</c:v>
                </c:pt>
                <c:pt idx="23">
                  <c:v>52990.695428999999</c:v>
                </c:pt>
                <c:pt idx="24">
                  <c:v>47757.126298000003</c:v>
                </c:pt>
                <c:pt idx="25">
                  <c:v>49061.707252</c:v>
                </c:pt>
                <c:pt idx="26">
                  <c:v>49158.032796</c:v>
                </c:pt>
                <c:pt idx="27">
                  <c:v>49358.254135999996</c:v>
                </c:pt>
                <c:pt idx="28">
                  <c:v>50210.533535999995</c:v>
                </c:pt>
                <c:pt idx="29">
                  <c:v>51797.612906999995</c:v>
                </c:pt>
                <c:pt idx="30">
                  <c:v>53007.854911000002</c:v>
                </c:pt>
                <c:pt idx="31">
                  <c:v>49695.490317999996</c:v>
                </c:pt>
                <c:pt idx="32">
                  <c:v>49051.417662</c:v>
                </c:pt>
                <c:pt idx="33">
                  <c:v>48430.049884</c:v>
                </c:pt>
                <c:pt idx="34">
                  <c:v>49065.856300000007</c:v>
                </c:pt>
                <c:pt idx="35">
                  <c:v>50984.454647999999</c:v>
                </c:pt>
                <c:pt idx="36">
                  <c:v>51432.295597000004</c:v>
                </c:pt>
                <c:pt idx="37">
                  <c:v>52611.247728000002</c:v>
                </c:pt>
                <c:pt idx="38">
                  <c:v>49914.011066999999</c:v>
                </c:pt>
                <c:pt idx="39">
                  <c:v>49130.745286000005</c:v>
                </c:pt>
                <c:pt idx="40">
                  <c:v>51262.512106000002</c:v>
                </c:pt>
                <c:pt idx="41">
                  <c:v>49887.183341999997</c:v>
                </c:pt>
                <c:pt idx="42">
                  <c:v>50342.867158999994</c:v>
                </c:pt>
                <c:pt idx="43">
                  <c:v>51080.143371999999</c:v>
                </c:pt>
                <c:pt idx="44">
                  <c:v>53301.443924000007</c:v>
                </c:pt>
                <c:pt idx="45">
                  <c:v>49957.177657</c:v>
                </c:pt>
                <c:pt idx="46">
                  <c:v>49980.116599000001</c:v>
                </c:pt>
                <c:pt idx="47">
                  <c:v>47990.919355999999</c:v>
                </c:pt>
                <c:pt idx="48">
                  <c:v>51200.765901999999</c:v>
                </c:pt>
                <c:pt idx="49">
                  <c:v>56079.692588999998</c:v>
                </c:pt>
                <c:pt idx="50">
                  <c:v>54497.621381999998</c:v>
                </c:pt>
                <c:pt idx="51">
                  <c:v>54060.286613000004</c:v>
                </c:pt>
                <c:pt idx="52">
                  <c:v>51763.506626000002</c:v>
                </c:pt>
                <c:pt idx="53">
                  <c:v>50386.656878000002</c:v>
                </c:pt>
                <c:pt idx="54">
                  <c:v>51934.946390000005</c:v>
                </c:pt>
                <c:pt idx="55">
                  <c:v>50566.005288</c:v>
                </c:pt>
                <c:pt idx="56">
                  <c:v>51982.540397999997</c:v>
                </c:pt>
                <c:pt idx="57">
                  <c:v>52069.460154</c:v>
                </c:pt>
                <c:pt idx="58">
                  <c:v>53571.648042000001</c:v>
                </c:pt>
                <c:pt idx="59">
                  <c:v>50568.719720000001</c:v>
                </c:pt>
                <c:pt idx="60">
                  <c:v>51267.808430000005</c:v>
                </c:pt>
                <c:pt idx="61">
                  <c:v>50509.944180999999</c:v>
                </c:pt>
                <c:pt idx="62">
                  <c:v>50398.929245000007</c:v>
                </c:pt>
                <c:pt idx="63">
                  <c:v>51545.766652999999</c:v>
                </c:pt>
                <c:pt idx="64">
                  <c:v>53967.828713000003</c:v>
                </c:pt>
                <c:pt idx="65">
                  <c:v>54252.119267000002</c:v>
                </c:pt>
                <c:pt idx="66">
                  <c:v>50031.509846000001</c:v>
                </c:pt>
                <c:pt idx="67">
                  <c:v>51514.904657999999</c:v>
                </c:pt>
                <c:pt idx="68">
                  <c:v>50560.817851</c:v>
                </c:pt>
                <c:pt idx="69">
                  <c:v>50769.571762</c:v>
                </c:pt>
                <c:pt idx="70">
                  <c:v>52268.779959</c:v>
                </c:pt>
                <c:pt idx="71">
                  <c:v>54561.874402999994</c:v>
                </c:pt>
                <c:pt idx="72">
                  <c:v>55348.765888000002</c:v>
                </c:pt>
                <c:pt idx="73">
                  <c:v>50389.160571</c:v>
                </c:pt>
                <c:pt idx="74">
                  <c:v>50083.348072000001</c:v>
                </c:pt>
                <c:pt idx="75">
                  <c:v>50672.457518999996</c:v>
                </c:pt>
                <c:pt idx="76">
                  <c:v>51205.836953999999</c:v>
                </c:pt>
                <c:pt idx="77">
                  <c:v>55352.473308000001</c:v>
                </c:pt>
                <c:pt idx="78">
                  <c:v>54233.692079</c:v>
                </c:pt>
                <c:pt idx="79">
                  <c:v>56580.123063999999</c:v>
                </c:pt>
                <c:pt idx="80">
                  <c:v>51293.112961999999</c:v>
                </c:pt>
                <c:pt idx="81">
                  <c:v>51121.597463999999</c:v>
                </c:pt>
                <c:pt idx="82">
                  <c:v>51319.448285000006</c:v>
                </c:pt>
                <c:pt idx="83">
                  <c:v>51588.832225999999</c:v>
                </c:pt>
                <c:pt idx="84">
                  <c:v>52707.824989000001</c:v>
                </c:pt>
                <c:pt idx="85">
                  <c:v>55798.680069000002</c:v>
                </c:pt>
                <c:pt idx="86">
                  <c:v>55639.322408</c:v>
                </c:pt>
                <c:pt idx="87">
                  <c:v>52787.53643</c:v>
                </c:pt>
                <c:pt idx="88">
                  <c:v>52101.735488999999</c:v>
                </c:pt>
                <c:pt idx="89">
                  <c:v>52826.171061000001</c:v>
                </c:pt>
                <c:pt idx="90">
                  <c:v>54603.401452000006</c:v>
                </c:pt>
                <c:pt idx="91">
                  <c:v>52769.476586999997</c:v>
                </c:pt>
                <c:pt idx="92">
                  <c:v>56128.618086000002</c:v>
                </c:pt>
                <c:pt idx="93">
                  <c:v>55764.397972999999</c:v>
                </c:pt>
                <c:pt idx="94">
                  <c:v>51618.837760000002</c:v>
                </c:pt>
                <c:pt idx="95">
                  <c:v>52146.544998999998</c:v>
                </c:pt>
                <c:pt idx="96">
                  <c:v>51838.848387000005</c:v>
                </c:pt>
                <c:pt idx="97">
                  <c:v>51966.581065000006</c:v>
                </c:pt>
                <c:pt idx="98">
                  <c:v>53936.009424999997</c:v>
                </c:pt>
                <c:pt idx="99">
                  <c:v>54885.806345999998</c:v>
                </c:pt>
                <c:pt idx="100">
                  <c:v>55673.209354999999</c:v>
                </c:pt>
                <c:pt idx="101">
                  <c:v>51526.958482000002</c:v>
                </c:pt>
                <c:pt idx="102">
                  <c:v>50062.850747999997</c:v>
                </c:pt>
                <c:pt idx="103">
                  <c:v>51706.892458000002</c:v>
                </c:pt>
                <c:pt idx="104">
                  <c:v>52091.248685999999</c:v>
                </c:pt>
                <c:pt idx="105">
                  <c:v>53697.184849000005</c:v>
                </c:pt>
                <c:pt idx="106">
                  <c:v>55782.832796999995</c:v>
                </c:pt>
                <c:pt idx="107">
                  <c:v>55158.979866000001</c:v>
                </c:pt>
                <c:pt idx="108">
                  <c:v>56354.622242999998</c:v>
                </c:pt>
                <c:pt idx="109">
                  <c:v>52054.210434000001</c:v>
                </c:pt>
                <c:pt idx="110">
                  <c:v>51628.451556</c:v>
                </c:pt>
                <c:pt idx="111">
                  <c:v>50871.963920000002</c:v>
                </c:pt>
                <c:pt idx="112">
                  <c:v>53048.494449000005</c:v>
                </c:pt>
                <c:pt idx="113">
                  <c:v>55224.306007000007</c:v>
                </c:pt>
                <c:pt idx="114">
                  <c:v>54360.145058999995</c:v>
                </c:pt>
                <c:pt idx="115">
                  <c:v>51967.985655000004</c:v>
                </c:pt>
                <c:pt idx="116">
                  <c:v>52934.584603999996</c:v>
                </c:pt>
                <c:pt idx="117">
                  <c:v>53369.319398</c:v>
                </c:pt>
                <c:pt idx="118">
                  <c:v>52680.199473000001</c:v>
                </c:pt>
                <c:pt idx="119">
                  <c:v>52894.88437</c:v>
                </c:pt>
                <c:pt idx="120">
                  <c:v>55130.709152999996</c:v>
                </c:pt>
                <c:pt idx="121">
                  <c:v>56221.613879000004</c:v>
                </c:pt>
                <c:pt idx="122">
                  <c:v>55618.283782999999</c:v>
                </c:pt>
                <c:pt idx="123">
                  <c:v>53916.918080000003</c:v>
                </c:pt>
                <c:pt idx="124">
                  <c:v>53840.119598999998</c:v>
                </c:pt>
                <c:pt idx="125">
                  <c:v>51792.925962000001</c:v>
                </c:pt>
                <c:pt idx="126">
                  <c:v>53691.929170999996</c:v>
                </c:pt>
                <c:pt idx="127">
                  <c:v>56253.041142000002</c:v>
                </c:pt>
                <c:pt idx="128">
                  <c:v>56836.100938000003</c:v>
                </c:pt>
                <c:pt idx="129">
                  <c:v>52589.601673000005</c:v>
                </c:pt>
                <c:pt idx="130">
                  <c:v>53928.695823999995</c:v>
                </c:pt>
                <c:pt idx="131">
                  <c:v>54501.177450999996</c:v>
                </c:pt>
                <c:pt idx="132">
                  <c:v>54858.625420000004</c:v>
                </c:pt>
                <c:pt idx="133">
                  <c:v>55149.916264</c:v>
                </c:pt>
                <c:pt idx="134">
                  <c:v>56458.904518999996</c:v>
                </c:pt>
                <c:pt idx="135">
                  <c:v>57160.749458999999</c:v>
                </c:pt>
                <c:pt idx="136">
                  <c:v>53859.240372</c:v>
                </c:pt>
                <c:pt idx="137">
                  <c:v>53912.01225</c:v>
                </c:pt>
                <c:pt idx="138">
                  <c:v>58988.151816000005</c:v>
                </c:pt>
                <c:pt idx="139">
                  <c:v>54469.119200000001</c:v>
                </c:pt>
                <c:pt idx="140">
                  <c:v>55830.840602000004</c:v>
                </c:pt>
                <c:pt idx="141">
                  <c:v>55327.166878999997</c:v>
                </c:pt>
                <c:pt idx="142">
                  <c:v>56094.843874000006</c:v>
                </c:pt>
                <c:pt idx="143">
                  <c:v>53861.810129999998</c:v>
                </c:pt>
                <c:pt idx="144">
                  <c:v>55524.386929</c:v>
                </c:pt>
                <c:pt idx="145">
                  <c:v>55329.506767999999</c:v>
                </c:pt>
                <c:pt idx="146">
                  <c:v>55243.577360999996</c:v>
                </c:pt>
                <c:pt idx="147">
                  <c:v>56588.724158000005</c:v>
                </c:pt>
                <c:pt idx="148">
                  <c:v>56632.028594999996</c:v>
                </c:pt>
                <c:pt idx="149">
                  <c:v>57915.565849999999</c:v>
                </c:pt>
                <c:pt idx="150">
                  <c:v>56152.770483</c:v>
                </c:pt>
                <c:pt idx="151">
                  <c:v>56718.566521000001</c:v>
                </c:pt>
                <c:pt idx="152">
                  <c:v>55301.337253999998</c:v>
                </c:pt>
                <c:pt idx="153">
                  <c:v>56509.186646999995</c:v>
                </c:pt>
                <c:pt idx="154">
                  <c:v>55227.066086999999</c:v>
                </c:pt>
                <c:pt idx="155">
                  <c:v>58245.852478000001</c:v>
                </c:pt>
                <c:pt idx="156">
                  <c:v>60040.012466</c:v>
                </c:pt>
                <c:pt idx="157">
                  <c:v>56423.269044000001</c:v>
                </c:pt>
                <c:pt idx="158">
                  <c:v>57269.098085000005</c:v>
                </c:pt>
                <c:pt idx="159">
                  <c:v>55870.866786999999</c:v>
                </c:pt>
                <c:pt idx="160">
                  <c:v>57446.585013000004</c:v>
                </c:pt>
                <c:pt idx="161">
                  <c:v>57902.160878999995</c:v>
                </c:pt>
                <c:pt idx="162">
                  <c:v>60550.484541000005</c:v>
                </c:pt>
                <c:pt idx="163">
                  <c:v>60691.345090999996</c:v>
                </c:pt>
                <c:pt idx="164">
                  <c:v>59240.991854</c:v>
                </c:pt>
                <c:pt idx="165">
                  <c:v>59187.706714</c:v>
                </c:pt>
                <c:pt idx="166">
                  <c:v>59159.983271000005</c:v>
                </c:pt>
                <c:pt idx="167">
                  <c:v>61583.861352</c:v>
                </c:pt>
                <c:pt idx="168">
                  <c:v>59236.411438999996</c:v>
                </c:pt>
                <c:pt idx="169">
                  <c:v>60149.873826000003</c:v>
                </c:pt>
                <c:pt idx="170">
                  <c:v>59188.579560999999</c:v>
                </c:pt>
                <c:pt idx="171">
                  <c:v>57101.160709999996</c:v>
                </c:pt>
                <c:pt idx="172">
                  <c:v>57509.875841000001</c:v>
                </c:pt>
                <c:pt idx="173">
                  <c:v>57216.734195000005</c:v>
                </c:pt>
                <c:pt idx="174">
                  <c:v>57593.172705000004</c:v>
                </c:pt>
                <c:pt idx="175">
                  <c:v>57690.520721000001</c:v>
                </c:pt>
                <c:pt idx="176">
                  <c:v>59161.878990999998</c:v>
                </c:pt>
                <c:pt idx="177">
                  <c:v>59993.746152</c:v>
                </c:pt>
                <c:pt idx="178">
                  <c:v>57546.774102000003</c:v>
                </c:pt>
                <c:pt idx="179">
                  <c:v>57799.177220999998</c:v>
                </c:pt>
                <c:pt idx="180">
                  <c:v>58017.209835000001</c:v>
                </c:pt>
                <c:pt idx="181">
                  <c:v>60066.688971999996</c:v>
                </c:pt>
                <c:pt idx="182">
                  <c:v>59077.090059000002</c:v>
                </c:pt>
                <c:pt idx="183">
                  <c:v>60853.625121999998</c:v>
                </c:pt>
                <c:pt idx="184">
                  <c:v>61487.375228999997</c:v>
                </c:pt>
                <c:pt idx="185">
                  <c:v>58946.968510999999</c:v>
                </c:pt>
                <c:pt idx="186">
                  <c:v>58932.126441</c:v>
                </c:pt>
                <c:pt idx="187">
                  <c:v>58792.663917999998</c:v>
                </c:pt>
                <c:pt idx="188">
                  <c:v>61557.207961</c:v>
                </c:pt>
                <c:pt idx="189">
                  <c:v>60135.622739999999</c:v>
                </c:pt>
                <c:pt idx="190">
                  <c:v>60056.715612</c:v>
                </c:pt>
                <c:pt idx="191">
                  <c:v>60247.269845999996</c:v>
                </c:pt>
                <c:pt idx="192">
                  <c:v>59001.494059000004</c:v>
                </c:pt>
                <c:pt idx="193">
                  <c:v>58619.271154999995</c:v>
                </c:pt>
                <c:pt idx="194">
                  <c:v>57411.971374999994</c:v>
                </c:pt>
                <c:pt idx="195">
                  <c:v>61684.609209000002</c:v>
                </c:pt>
                <c:pt idx="196">
                  <c:v>58652.115156000007</c:v>
                </c:pt>
                <c:pt idx="197">
                  <c:v>61272.329674000001</c:v>
                </c:pt>
                <c:pt idx="198">
                  <c:v>58546.965150000004</c:v>
                </c:pt>
                <c:pt idx="199">
                  <c:v>55817.363361999996</c:v>
                </c:pt>
                <c:pt idx="200">
                  <c:v>55793.416906999999</c:v>
                </c:pt>
                <c:pt idx="201">
                  <c:v>56873.78772</c:v>
                </c:pt>
                <c:pt idx="202">
                  <c:v>56676.433147999996</c:v>
                </c:pt>
                <c:pt idx="203">
                  <c:v>57021.685062999997</c:v>
                </c:pt>
                <c:pt idx="204">
                  <c:v>59318.918709999998</c:v>
                </c:pt>
                <c:pt idx="205">
                  <c:v>59878.791695</c:v>
                </c:pt>
                <c:pt idx="206">
                  <c:v>57965.696604999997</c:v>
                </c:pt>
                <c:pt idx="207">
                  <c:v>57642.873718000003</c:v>
                </c:pt>
                <c:pt idx="208">
                  <c:v>58923.689741000002</c:v>
                </c:pt>
                <c:pt idx="209">
                  <c:v>59591.245726999994</c:v>
                </c:pt>
                <c:pt idx="210">
                  <c:v>59424.497362999995</c:v>
                </c:pt>
                <c:pt idx="211">
                  <c:v>59871.982805</c:v>
                </c:pt>
                <c:pt idx="212">
                  <c:v>60980.469993999999</c:v>
                </c:pt>
                <c:pt idx="213">
                  <c:v>58569.08655</c:v>
                </c:pt>
                <c:pt idx="214">
                  <c:v>57841.283752999996</c:v>
                </c:pt>
                <c:pt idx="215">
                  <c:v>56684.004728000007</c:v>
                </c:pt>
                <c:pt idx="216">
                  <c:v>57289.296481000005</c:v>
                </c:pt>
                <c:pt idx="217">
                  <c:v>56997.218838000001</c:v>
                </c:pt>
                <c:pt idx="218">
                  <c:v>60860.913379000005</c:v>
                </c:pt>
                <c:pt idx="219">
                  <c:v>59332.621373000002</c:v>
                </c:pt>
                <c:pt idx="220">
                  <c:v>57316.438868999998</c:v>
                </c:pt>
                <c:pt idx="221">
                  <c:v>58556.958165000004</c:v>
                </c:pt>
                <c:pt idx="222">
                  <c:v>57319.141380000001</c:v>
                </c:pt>
                <c:pt idx="223">
                  <c:v>57908.814232999997</c:v>
                </c:pt>
                <c:pt idx="224">
                  <c:v>58582.193509999997</c:v>
                </c:pt>
                <c:pt idx="225">
                  <c:v>61249.091735000002</c:v>
                </c:pt>
                <c:pt idx="226">
                  <c:v>63417.090075</c:v>
                </c:pt>
                <c:pt idx="227">
                  <c:v>55851.797823000001</c:v>
                </c:pt>
                <c:pt idx="228">
                  <c:v>58871.920337999996</c:v>
                </c:pt>
                <c:pt idx="229">
                  <c:v>62278.094283999999</c:v>
                </c:pt>
                <c:pt idx="230">
                  <c:v>56833.619957999996</c:v>
                </c:pt>
                <c:pt idx="231">
                  <c:v>57646.713750000003</c:v>
                </c:pt>
                <c:pt idx="232">
                  <c:v>60558.365135</c:v>
                </c:pt>
                <c:pt idx="233">
                  <c:v>60786.425421</c:v>
                </c:pt>
                <c:pt idx="234">
                  <c:v>57008.441174</c:v>
                </c:pt>
                <c:pt idx="235">
                  <c:v>56644.196209000002</c:v>
                </c:pt>
                <c:pt idx="236">
                  <c:v>57346.215211999996</c:v>
                </c:pt>
                <c:pt idx="237">
                  <c:v>58418.588478000005</c:v>
                </c:pt>
                <c:pt idx="238">
                  <c:v>58673.513543000001</c:v>
                </c:pt>
                <c:pt idx="239">
                  <c:v>61418.647563999999</c:v>
                </c:pt>
                <c:pt idx="240">
                  <c:v>62735.905034999996</c:v>
                </c:pt>
                <c:pt idx="241">
                  <c:v>59930.959127000002</c:v>
                </c:pt>
                <c:pt idx="242">
                  <c:v>58990.017859</c:v>
                </c:pt>
                <c:pt idx="243">
                  <c:v>58761.154170000002</c:v>
                </c:pt>
                <c:pt idx="244">
                  <c:v>61000.792005000003</c:v>
                </c:pt>
                <c:pt idx="245">
                  <c:v>58932.939267000002</c:v>
                </c:pt>
                <c:pt idx="246">
                  <c:v>59749.379518000002</c:v>
                </c:pt>
                <c:pt idx="247">
                  <c:v>62736.328247999998</c:v>
                </c:pt>
                <c:pt idx="248">
                  <c:v>58378.319272999994</c:v>
                </c:pt>
                <c:pt idx="249">
                  <c:v>59602.149347999999</c:v>
                </c:pt>
                <c:pt idx="250">
                  <c:v>59803.252418999997</c:v>
                </c:pt>
                <c:pt idx="251">
                  <c:v>59329.493031000005</c:v>
                </c:pt>
                <c:pt idx="252">
                  <c:v>60737.180621</c:v>
                </c:pt>
                <c:pt idx="253">
                  <c:v>62073.584616</c:v>
                </c:pt>
                <c:pt idx="254">
                  <c:v>62569.699071999996</c:v>
                </c:pt>
                <c:pt idx="255">
                  <c:v>63880.313864000003</c:v>
                </c:pt>
                <c:pt idx="256">
                  <c:v>59373.194540000004</c:v>
                </c:pt>
                <c:pt idx="257">
                  <c:v>59649.340537000004</c:v>
                </c:pt>
                <c:pt idx="258">
                  <c:v>59422.255840000005</c:v>
                </c:pt>
                <c:pt idx="259">
                  <c:v>60404.872973000005</c:v>
                </c:pt>
                <c:pt idx="260">
                  <c:v>61152.944647999997</c:v>
                </c:pt>
                <c:pt idx="261">
                  <c:v>63016.460084000006</c:v>
                </c:pt>
                <c:pt idx="262">
                  <c:v>58664.132296000003</c:v>
                </c:pt>
                <c:pt idx="263">
                  <c:v>58422.288262000002</c:v>
                </c:pt>
                <c:pt idx="264">
                  <c:v>57730.934939999999</c:v>
                </c:pt>
                <c:pt idx="265">
                  <c:v>59324.723911000001</c:v>
                </c:pt>
                <c:pt idx="266">
                  <c:v>60059.315193000002</c:v>
                </c:pt>
                <c:pt idx="267">
                  <c:v>60705.289838999997</c:v>
                </c:pt>
                <c:pt idx="268">
                  <c:v>62924.220111999995</c:v>
                </c:pt>
                <c:pt idx="269">
                  <c:v>59542.022888</c:v>
                </c:pt>
                <c:pt idx="270">
                  <c:v>59541.648588999997</c:v>
                </c:pt>
                <c:pt idx="271">
                  <c:v>62711.475184000003</c:v>
                </c:pt>
                <c:pt idx="272">
                  <c:v>59723.263139000002</c:v>
                </c:pt>
                <c:pt idx="273">
                  <c:v>60941.123755000001</c:v>
                </c:pt>
                <c:pt idx="274">
                  <c:v>64038.051244000002</c:v>
                </c:pt>
                <c:pt idx="275">
                  <c:v>63773.760599000001</c:v>
                </c:pt>
                <c:pt idx="276">
                  <c:v>60387.727501000001</c:v>
                </c:pt>
                <c:pt idx="277">
                  <c:v>61351.955434999996</c:v>
                </c:pt>
                <c:pt idx="278">
                  <c:v>62290.107404999995</c:v>
                </c:pt>
                <c:pt idx="279">
                  <c:v>59851.772639000003</c:v>
                </c:pt>
                <c:pt idx="280">
                  <c:v>60373.494013000003</c:v>
                </c:pt>
                <c:pt idx="281">
                  <c:v>62134.7143</c:v>
                </c:pt>
                <c:pt idx="282">
                  <c:v>62267.372131000004</c:v>
                </c:pt>
                <c:pt idx="283">
                  <c:v>58498.512696999998</c:v>
                </c:pt>
                <c:pt idx="284">
                  <c:v>59785.704005</c:v>
                </c:pt>
                <c:pt idx="285">
                  <c:v>64512.778138000001</c:v>
                </c:pt>
                <c:pt idx="286">
                  <c:v>60075.282821000001</c:v>
                </c:pt>
                <c:pt idx="287">
                  <c:v>62439.52334</c:v>
                </c:pt>
                <c:pt idx="288">
                  <c:v>62046.810634000001</c:v>
                </c:pt>
                <c:pt idx="289">
                  <c:v>61997.787083000003</c:v>
                </c:pt>
                <c:pt idx="290">
                  <c:v>58247.593731000001</c:v>
                </c:pt>
                <c:pt idx="291">
                  <c:v>59174.843019</c:v>
                </c:pt>
                <c:pt idx="292">
                  <c:v>59912.376056000001</c:v>
                </c:pt>
                <c:pt idx="293">
                  <c:v>58801.711195000003</c:v>
                </c:pt>
                <c:pt idx="294">
                  <c:v>58997.110504999997</c:v>
                </c:pt>
                <c:pt idx="295">
                  <c:v>61413.043338000003</c:v>
                </c:pt>
                <c:pt idx="296">
                  <c:v>63756.952823</c:v>
                </c:pt>
                <c:pt idx="297">
                  <c:v>65861.160044999997</c:v>
                </c:pt>
                <c:pt idx="298">
                  <c:v>68850.166247999994</c:v>
                </c:pt>
                <c:pt idx="299">
                  <c:v>65447.882132999999</c:v>
                </c:pt>
                <c:pt idx="300">
                  <c:v>65692.610769999999</c:v>
                </c:pt>
                <c:pt idx="301">
                  <c:v>66616.62845199999</c:v>
                </c:pt>
                <c:pt idx="302">
                  <c:v>65907.486692999999</c:v>
                </c:pt>
                <c:pt idx="303">
                  <c:v>63376.384547000001</c:v>
                </c:pt>
                <c:pt idx="304">
                  <c:v>60700.367429999998</c:v>
                </c:pt>
                <c:pt idx="305">
                  <c:v>61909.519746999998</c:v>
                </c:pt>
                <c:pt idx="306">
                  <c:v>61389.249252999994</c:v>
                </c:pt>
                <c:pt idx="307">
                  <c:v>61374.388507000003</c:v>
                </c:pt>
                <c:pt idx="308">
                  <c:v>64052.050456999998</c:v>
                </c:pt>
                <c:pt idx="309">
                  <c:v>63307.488108999998</c:v>
                </c:pt>
                <c:pt idx="310">
                  <c:v>64316.764197999997</c:v>
                </c:pt>
                <c:pt idx="311">
                  <c:v>61712.699962999999</c:v>
                </c:pt>
                <c:pt idx="312">
                  <c:v>61062.200170999997</c:v>
                </c:pt>
                <c:pt idx="313">
                  <c:v>61932.659157000002</c:v>
                </c:pt>
                <c:pt idx="314">
                  <c:v>61525.529175999996</c:v>
                </c:pt>
                <c:pt idx="315">
                  <c:v>67947.250461999996</c:v>
                </c:pt>
                <c:pt idx="316">
                  <c:v>66164.990317000003</c:v>
                </c:pt>
                <c:pt idx="317">
                  <c:v>64625.934579000001</c:v>
                </c:pt>
                <c:pt idx="318">
                  <c:v>60833.841689000001</c:v>
                </c:pt>
                <c:pt idx="319">
                  <c:v>59885.317386000002</c:v>
                </c:pt>
                <c:pt idx="320">
                  <c:v>60397.348337000003</c:v>
                </c:pt>
                <c:pt idx="321">
                  <c:v>60017.904921000001</c:v>
                </c:pt>
                <c:pt idx="322">
                  <c:v>61254.848201000001</c:v>
                </c:pt>
                <c:pt idx="323">
                  <c:v>64963.470191</c:v>
                </c:pt>
                <c:pt idx="324">
                  <c:v>65154.665456999996</c:v>
                </c:pt>
                <c:pt idx="325">
                  <c:v>61768.473269000002</c:v>
                </c:pt>
                <c:pt idx="326">
                  <c:v>60567.322903</c:v>
                </c:pt>
                <c:pt idx="327">
                  <c:v>63831.707909999997</c:v>
                </c:pt>
                <c:pt idx="328">
                  <c:v>61839.055407</c:v>
                </c:pt>
                <c:pt idx="329">
                  <c:v>62214.739912999998</c:v>
                </c:pt>
                <c:pt idx="330">
                  <c:v>65627.928902999993</c:v>
                </c:pt>
                <c:pt idx="331">
                  <c:v>63154.415867999996</c:v>
                </c:pt>
                <c:pt idx="332">
                  <c:v>60899.335493999999</c:v>
                </c:pt>
                <c:pt idx="333">
                  <c:v>60111.061830999999</c:v>
                </c:pt>
                <c:pt idx="334">
                  <c:v>60239.883324999995</c:v>
                </c:pt>
                <c:pt idx="335">
                  <c:v>60366.887706000001</c:v>
                </c:pt>
                <c:pt idx="336">
                  <c:v>61551.066703999997</c:v>
                </c:pt>
                <c:pt idx="337">
                  <c:v>63553.343215999994</c:v>
                </c:pt>
                <c:pt idx="338">
                  <c:v>64066.941638999997</c:v>
                </c:pt>
                <c:pt idx="339">
                  <c:v>60810.358737000002</c:v>
                </c:pt>
                <c:pt idx="340">
                  <c:v>60318.202281999998</c:v>
                </c:pt>
                <c:pt idx="341">
                  <c:v>61824.066022999999</c:v>
                </c:pt>
                <c:pt idx="342">
                  <c:v>64576.059924999994</c:v>
                </c:pt>
                <c:pt idx="343">
                  <c:v>62437.894249999998</c:v>
                </c:pt>
                <c:pt idx="344">
                  <c:v>62020.750147999999</c:v>
                </c:pt>
                <c:pt idx="345">
                  <c:v>65802.813750000001</c:v>
                </c:pt>
                <c:pt idx="346">
                  <c:v>63894.228147999995</c:v>
                </c:pt>
                <c:pt idx="347">
                  <c:v>63115.435524</c:v>
                </c:pt>
                <c:pt idx="348">
                  <c:v>61417.490245000001</c:v>
                </c:pt>
                <c:pt idx="349">
                  <c:v>61066.089900999999</c:v>
                </c:pt>
                <c:pt idx="350">
                  <c:v>61824.953444999999</c:v>
                </c:pt>
                <c:pt idx="351">
                  <c:v>65366.209814000002</c:v>
                </c:pt>
                <c:pt idx="352">
                  <c:v>65381.271595999999</c:v>
                </c:pt>
                <c:pt idx="353">
                  <c:v>61331.397322000004</c:v>
                </c:pt>
                <c:pt idx="354">
                  <c:v>60308.140745000004</c:v>
                </c:pt>
                <c:pt idx="355">
                  <c:v>62484.618309000005</c:v>
                </c:pt>
                <c:pt idx="356">
                  <c:v>61006.206119000002</c:v>
                </c:pt>
                <c:pt idx="357">
                  <c:v>62345.813653000005</c:v>
                </c:pt>
                <c:pt idx="358">
                  <c:v>65921.951430999994</c:v>
                </c:pt>
                <c:pt idx="359">
                  <c:v>66202.094889</c:v>
                </c:pt>
                <c:pt idx="360">
                  <c:v>63101.364944000001</c:v>
                </c:pt>
                <c:pt idx="361">
                  <c:v>61597.803711999994</c:v>
                </c:pt>
                <c:pt idx="362">
                  <c:v>62889.891095999999</c:v>
                </c:pt>
                <c:pt idx="363">
                  <c:v>62613.939874999996</c:v>
                </c:pt>
                <c:pt idx="364">
                  <c:v>62707.676152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36-4D19-9D0D-F3ABCFD5C879}"/>
            </c:ext>
          </c:extLst>
        </c:ser>
        <c:ser>
          <c:idx val="3"/>
          <c:order val="3"/>
          <c:tx>
            <c:strRef>
              <c:f>'Total Data'!$E$1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Data'!$E$2:$E$366</c:f>
              <c:numCache>
                <c:formatCode>General</c:formatCode>
                <c:ptCount val="365"/>
                <c:pt idx="0">
                  <c:v>27928.565174000003</c:v>
                </c:pt>
                <c:pt idx="1">
                  <c:v>28369.407491000002</c:v>
                </c:pt>
                <c:pt idx="2">
                  <c:v>28681.654091</c:v>
                </c:pt>
                <c:pt idx="3">
                  <c:v>27187.006400999999</c:v>
                </c:pt>
                <c:pt idx="4">
                  <c:v>27989.742495999999</c:v>
                </c:pt>
                <c:pt idx="5">
                  <c:v>28267.265449000002</c:v>
                </c:pt>
                <c:pt idx="6">
                  <c:v>28409.945291</c:v>
                </c:pt>
                <c:pt idx="7">
                  <c:v>28717.642247</c:v>
                </c:pt>
                <c:pt idx="8">
                  <c:v>28831.662735000002</c:v>
                </c:pt>
                <c:pt idx="9">
                  <c:v>28953.816425000001</c:v>
                </c:pt>
                <c:pt idx="10">
                  <c:v>27996.086394999998</c:v>
                </c:pt>
                <c:pt idx="11">
                  <c:v>28231.545497999999</c:v>
                </c:pt>
                <c:pt idx="12">
                  <c:v>28656.800248</c:v>
                </c:pt>
                <c:pt idx="13">
                  <c:v>28273.691257999999</c:v>
                </c:pt>
                <c:pt idx="14">
                  <c:v>27986.231097</c:v>
                </c:pt>
                <c:pt idx="15">
                  <c:v>29555.886043999999</c:v>
                </c:pt>
                <c:pt idx="16">
                  <c:v>28880.041499999999</c:v>
                </c:pt>
                <c:pt idx="17">
                  <c:v>27870.352121</c:v>
                </c:pt>
                <c:pt idx="18">
                  <c:v>28989.165011000001</c:v>
                </c:pt>
                <c:pt idx="19">
                  <c:v>28246.264207</c:v>
                </c:pt>
                <c:pt idx="20">
                  <c:v>29969.06018</c:v>
                </c:pt>
                <c:pt idx="21">
                  <c:v>28621.339098</c:v>
                </c:pt>
                <c:pt idx="22">
                  <c:v>29387.934135</c:v>
                </c:pt>
                <c:pt idx="23">
                  <c:v>29118.541627999999</c:v>
                </c:pt>
                <c:pt idx="24">
                  <c:v>26707.158506</c:v>
                </c:pt>
                <c:pt idx="25">
                  <c:v>27230.380313000001</c:v>
                </c:pt>
                <c:pt idx="26">
                  <c:v>26791.675939000001</c:v>
                </c:pt>
                <c:pt idx="27">
                  <c:v>27227.740637000003</c:v>
                </c:pt>
                <c:pt idx="28">
                  <c:v>27553.605009999999</c:v>
                </c:pt>
                <c:pt idx="29">
                  <c:v>28312.849365000002</c:v>
                </c:pt>
                <c:pt idx="30">
                  <c:v>28504.5897</c:v>
                </c:pt>
                <c:pt idx="31">
                  <c:v>26765.648080999999</c:v>
                </c:pt>
                <c:pt idx="32">
                  <c:v>27753.747511999998</c:v>
                </c:pt>
                <c:pt idx="33">
                  <c:v>27103.787666</c:v>
                </c:pt>
                <c:pt idx="34">
                  <c:v>27484.386147000001</c:v>
                </c:pt>
                <c:pt idx="35">
                  <c:v>27836.784638999998</c:v>
                </c:pt>
                <c:pt idx="36">
                  <c:v>28868.201671000003</c:v>
                </c:pt>
                <c:pt idx="37">
                  <c:v>29521.329948999999</c:v>
                </c:pt>
                <c:pt idx="38">
                  <c:v>27569.006520999999</c:v>
                </c:pt>
                <c:pt idx="39">
                  <c:v>27984.690826999999</c:v>
                </c:pt>
                <c:pt idx="40">
                  <c:v>28526.636318999997</c:v>
                </c:pt>
                <c:pt idx="41">
                  <c:v>28013.956365999999</c:v>
                </c:pt>
                <c:pt idx="42">
                  <c:v>28064.922769000001</c:v>
                </c:pt>
                <c:pt idx="43">
                  <c:v>29031.920830999999</c:v>
                </c:pt>
                <c:pt idx="44">
                  <c:v>30049.688835000001</c:v>
                </c:pt>
                <c:pt idx="45">
                  <c:v>28133.550293</c:v>
                </c:pt>
                <c:pt idx="46">
                  <c:v>27776.396511999999</c:v>
                </c:pt>
                <c:pt idx="47">
                  <c:v>26737.766480000002</c:v>
                </c:pt>
                <c:pt idx="48">
                  <c:v>28379.588235000003</c:v>
                </c:pt>
                <c:pt idx="49">
                  <c:v>31422.006644999998</c:v>
                </c:pt>
                <c:pt idx="50">
                  <c:v>30429.537004999998</c:v>
                </c:pt>
                <c:pt idx="51">
                  <c:v>30612.08784</c:v>
                </c:pt>
                <c:pt idx="52">
                  <c:v>29147.828185999999</c:v>
                </c:pt>
                <c:pt idx="53">
                  <c:v>29515.214741</c:v>
                </c:pt>
                <c:pt idx="54">
                  <c:v>29537.617924999999</c:v>
                </c:pt>
                <c:pt idx="55">
                  <c:v>29407.688498</c:v>
                </c:pt>
                <c:pt idx="56">
                  <c:v>29888.352897000001</c:v>
                </c:pt>
                <c:pt idx="57">
                  <c:v>30078.116965000001</c:v>
                </c:pt>
                <c:pt idx="58">
                  <c:v>29742.199809000002</c:v>
                </c:pt>
                <c:pt idx="59">
                  <c:v>28142.955309999998</c:v>
                </c:pt>
                <c:pt idx="60">
                  <c:v>28514.470260999999</c:v>
                </c:pt>
                <c:pt idx="61">
                  <c:v>28797.110349999999</c:v>
                </c:pt>
                <c:pt idx="62">
                  <c:v>28611.541783000001</c:v>
                </c:pt>
                <c:pt idx="63">
                  <c:v>28792.547084999998</c:v>
                </c:pt>
                <c:pt idx="64">
                  <c:v>29600.101702</c:v>
                </c:pt>
                <c:pt idx="65">
                  <c:v>29559.821326000001</c:v>
                </c:pt>
                <c:pt idx="66">
                  <c:v>27749.067940000001</c:v>
                </c:pt>
                <c:pt idx="67">
                  <c:v>28525.216071999999</c:v>
                </c:pt>
                <c:pt idx="68">
                  <c:v>28462.914515</c:v>
                </c:pt>
                <c:pt idx="69">
                  <c:v>28727.407759000002</c:v>
                </c:pt>
                <c:pt idx="70">
                  <c:v>29690.833387999999</c:v>
                </c:pt>
                <c:pt idx="71">
                  <c:v>30123.893712999998</c:v>
                </c:pt>
                <c:pt idx="72">
                  <c:v>30297.774486000002</c:v>
                </c:pt>
                <c:pt idx="73">
                  <c:v>28367.624377</c:v>
                </c:pt>
                <c:pt idx="74">
                  <c:v>28683.674258999999</c:v>
                </c:pt>
                <c:pt idx="75">
                  <c:v>29096.229399</c:v>
                </c:pt>
                <c:pt idx="76">
                  <c:v>28790.289140000001</c:v>
                </c:pt>
                <c:pt idx="77">
                  <c:v>31341.534501999999</c:v>
                </c:pt>
                <c:pt idx="78">
                  <c:v>31041.375344</c:v>
                </c:pt>
                <c:pt idx="79">
                  <c:v>31509.270677</c:v>
                </c:pt>
                <c:pt idx="80">
                  <c:v>28542.198005000002</c:v>
                </c:pt>
                <c:pt idx="81">
                  <c:v>29244.777027</c:v>
                </c:pt>
                <c:pt idx="82">
                  <c:v>28911.128241999999</c:v>
                </c:pt>
                <c:pt idx="83">
                  <c:v>29050.997965999999</c:v>
                </c:pt>
                <c:pt idx="84">
                  <c:v>29376.958259999999</c:v>
                </c:pt>
                <c:pt idx="85">
                  <c:v>31177.068992</c:v>
                </c:pt>
                <c:pt idx="86">
                  <c:v>30743.300305000001</c:v>
                </c:pt>
                <c:pt idx="87">
                  <c:v>29514.929088000001</c:v>
                </c:pt>
                <c:pt idx="88">
                  <c:v>29772.226429000002</c:v>
                </c:pt>
                <c:pt idx="89">
                  <c:v>29502.573110000001</c:v>
                </c:pt>
                <c:pt idx="90">
                  <c:v>30353.701161000001</c:v>
                </c:pt>
                <c:pt idx="91">
                  <c:v>29737.196258</c:v>
                </c:pt>
                <c:pt idx="92">
                  <c:v>31860.339978</c:v>
                </c:pt>
                <c:pt idx="93">
                  <c:v>30588.088236</c:v>
                </c:pt>
                <c:pt idx="94">
                  <c:v>28771.964479000002</c:v>
                </c:pt>
                <c:pt idx="95">
                  <c:v>29573.274652</c:v>
                </c:pt>
                <c:pt idx="96">
                  <c:v>29164.834658</c:v>
                </c:pt>
                <c:pt idx="97">
                  <c:v>28120.606523000002</c:v>
                </c:pt>
                <c:pt idx="98">
                  <c:v>29764.603788999997</c:v>
                </c:pt>
                <c:pt idx="99">
                  <c:v>30101.780042000002</c:v>
                </c:pt>
                <c:pt idx="100">
                  <c:v>31092.075824</c:v>
                </c:pt>
                <c:pt idx="101">
                  <c:v>28773.688727000001</c:v>
                </c:pt>
                <c:pt idx="102">
                  <c:v>29624.338948000001</c:v>
                </c:pt>
                <c:pt idx="103">
                  <c:v>29338.741392000004</c:v>
                </c:pt>
                <c:pt idx="104">
                  <c:v>29128.580081</c:v>
                </c:pt>
                <c:pt idx="105">
                  <c:v>29714.314334000002</c:v>
                </c:pt>
                <c:pt idx="106">
                  <c:v>30355.544527000002</c:v>
                </c:pt>
                <c:pt idx="107">
                  <c:v>30112.570215</c:v>
                </c:pt>
                <c:pt idx="108">
                  <c:v>30441.777972</c:v>
                </c:pt>
                <c:pt idx="109">
                  <c:v>29151.366192999998</c:v>
                </c:pt>
                <c:pt idx="110">
                  <c:v>28878.461589999999</c:v>
                </c:pt>
                <c:pt idx="111">
                  <c:v>28144.509672</c:v>
                </c:pt>
                <c:pt idx="112">
                  <c:v>29269.208199999997</c:v>
                </c:pt>
                <c:pt idx="113">
                  <c:v>30745.306511000003</c:v>
                </c:pt>
                <c:pt idx="114">
                  <c:v>30777.474365000002</c:v>
                </c:pt>
                <c:pt idx="115">
                  <c:v>28373.586921000002</c:v>
                </c:pt>
                <c:pt idx="116">
                  <c:v>29011.662732999997</c:v>
                </c:pt>
                <c:pt idx="117">
                  <c:v>29117.651876</c:v>
                </c:pt>
                <c:pt idx="118">
                  <c:v>28942.506003999999</c:v>
                </c:pt>
                <c:pt idx="119">
                  <c:v>29480.195113000002</c:v>
                </c:pt>
                <c:pt idx="120">
                  <c:v>30284.757191999997</c:v>
                </c:pt>
                <c:pt idx="121">
                  <c:v>30617.018949000001</c:v>
                </c:pt>
                <c:pt idx="122">
                  <c:v>29957.203497000002</c:v>
                </c:pt>
                <c:pt idx="123">
                  <c:v>28692.403609000001</c:v>
                </c:pt>
                <c:pt idx="124">
                  <c:v>28993.762134999997</c:v>
                </c:pt>
                <c:pt idx="125">
                  <c:v>29068.810263000003</c:v>
                </c:pt>
                <c:pt idx="126">
                  <c:v>29602.759346999999</c:v>
                </c:pt>
                <c:pt idx="127">
                  <c:v>30757.231316999998</c:v>
                </c:pt>
                <c:pt idx="128">
                  <c:v>29529.757549999998</c:v>
                </c:pt>
                <c:pt idx="129">
                  <c:v>28358.083180000001</c:v>
                </c:pt>
                <c:pt idx="130">
                  <c:v>29426.406874</c:v>
                </c:pt>
                <c:pt idx="131">
                  <c:v>29791.16606</c:v>
                </c:pt>
                <c:pt idx="132">
                  <c:v>30140.004872999998</c:v>
                </c:pt>
                <c:pt idx="133">
                  <c:v>30575.939550999999</c:v>
                </c:pt>
                <c:pt idx="134">
                  <c:v>31683.341724000002</c:v>
                </c:pt>
                <c:pt idx="135">
                  <c:v>31182.300117999999</c:v>
                </c:pt>
                <c:pt idx="136">
                  <c:v>30057.122081000001</c:v>
                </c:pt>
                <c:pt idx="137">
                  <c:v>30313.536175999998</c:v>
                </c:pt>
                <c:pt idx="138">
                  <c:v>32491.581646999999</c:v>
                </c:pt>
                <c:pt idx="139">
                  <c:v>30626.868512999998</c:v>
                </c:pt>
                <c:pt idx="140">
                  <c:v>30846.031431000003</c:v>
                </c:pt>
                <c:pt idx="141">
                  <c:v>30186.737381999999</c:v>
                </c:pt>
                <c:pt idx="142">
                  <c:v>31150.528021000002</c:v>
                </c:pt>
                <c:pt idx="143">
                  <c:v>30030.638969</c:v>
                </c:pt>
                <c:pt idx="144">
                  <c:v>31122.964218000001</c:v>
                </c:pt>
                <c:pt idx="145">
                  <c:v>30308.539307999999</c:v>
                </c:pt>
                <c:pt idx="146">
                  <c:v>30259.798176</c:v>
                </c:pt>
                <c:pt idx="147">
                  <c:v>31392.911737999999</c:v>
                </c:pt>
                <c:pt idx="148">
                  <c:v>31354.398214000001</c:v>
                </c:pt>
                <c:pt idx="149">
                  <c:v>31770.222603999999</c:v>
                </c:pt>
                <c:pt idx="150">
                  <c:v>30703.275505000001</c:v>
                </c:pt>
                <c:pt idx="151">
                  <c:v>31325.757400000002</c:v>
                </c:pt>
                <c:pt idx="152">
                  <c:v>30769.062883000002</c:v>
                </c:pt>
                <c:pt idx="153">
                  <c:v>31654.605597000002</c:v>
                </c:pt>
                <c:pt idx="154">
                  <c:v>31305.256503000001</c:v>
                </c:pt>
                <c:pt idx="155">
                  <c:v>31887.351790000001</c:v>
                </c:pt>
                <c:pt idx="156">
                  <c:v>31727.041571000002</c:v>
                </c:pt>
                <c:pt idx="157">
                  <c:v>30483.13236</c:v>
                </c:pt>
                <c:pt idx="158">
                  <c:v>31740.020987</c:v>
                </c:pt>
                <c:pt idx="159">
                  <c:v>30751.041382000003</c:v>
                </c:pt>
                <c:pt idx="160">
                  <c:v>29161.465203</c:v>
                </c:pt>
                <c:pt idx="161">
                  <c:v>22887.381589000001</c:v>
                </c:pt>
                <c:pt idx="162">
                  <c:v>23350.550573</c:v>
                </c:pt>
                <c:pt idx="163">
                  <c:v>30260.161861</c:v>
                </c:pt>
                <c:pt idx="164">
                  <c:v>31185.780219</c:v>
                </c:pt>
                <c:pt idx="165">
                  <c:v>31379.270906999998</c:v>
                </c:pt>
                <c:pt idx="166">
                  <c:v>33067.486539999998</c:v>
                </c:pt>
                <c:pt idx="167">
                  <c:v>33788.273506999998</c:v>
                </c:pt>
                <c:pt idx="168">
                  <c:v>32516.137115000001</c:v>
                </c:pt>
                <c:pt idx="169">
                  <c:v>33129.310498999999</c:v>
                </c:pt>
                <c:pt idx="170">
                  <c:v>33464.984795000004</c:v>
                </c:pt>
                <c:pt idx="171">
                  <c:v>32806.964985999999</c:v>
                </c:pt>
                <c:pt idx="172">
                  <c:v>32162.793147</c:v>
                </c:pt>
                <c:pt idx="173">
                  <c:v>32190.853673000001</c:v>
                </c:pt>
                <c:pt idx="174">
                  <c:v>32551.821101999998</c:v>
                </c:pt>
                <c:pt idx="175">
                  <c:v>32614.411104000003</c:v>
                </c:pt>
                <c:pt idx="176">
                  <c:v>32621.966017999999</c:v>
                </c:pt>
                <c:pt idx="177">
                  <c:v>33104.821923000003</c:v>
                </c:pt>
                <c:pt idx="178">
                  <c:v>31206.610014000002</c:v>
                </c:pt>
                <c:pt idx="179">
                  <c:v>31524.873568999999</c:v>
                </c:pt>
                <c:pt idx="180">
                  <c:v>32190.788296999999</c:v>
                </c:pt>
                <c:pt idx="181">
                  <c:v>32140.212112999998</c:v>
                </c:pt>
                <c:pt idx="182">
                  <c:v>32621.774444999999</c:v>
                </c:pt>
                <c:pt idx="183">
                  <c:v>32767.543568000001</c:v>
                </c:pt>
                <c:pt idx="184">
                  <c:v>33053.191847000002</c:v>
                </c:pt>
                <c:pt idx="185">
                  <c:v>31523.881186999999</c:v>
                </c:pt>
                <c:pt idx="186">
                  <c:v>32865.951029000003</c:v>
                </c:pt>
                <c:pt idx="187">
                  <c:v>32632.175266000002</c:v>
                </c:pt>
                <c:pt idx="188">
                  <c:v>33597.512519000004</c:v>
                </c:pt>
                <c:pt idx="189">
                  <c:v>33074.260992000003</c:v>
                </c:pt>
                <c:pt idx="190">
                  <c:v>33038.472175000003</c:v>
                </c:pt>
                <c:pt idx="191">
                  <c:v>32411.050212999999</c:v>
                </c:pt>
                <c:pt idx="192">
                  <c:v>31751.025425</c:v>
                </c:pt>
                <c:pt idx="193">
                  <c:v>31912.411197999998</c:v>
                </c:pt>
                <c:pt idx="194">
                  <c:v>31069.140965999999</c:v>
                </c:pt>
                <c:pt idx="195">
                  <c:v>33357.406266999998</c:v>
                </c:pt>
                <c:pt idx="196">
                  <c:v>32134.848753999999</c:v>
                </c:pt>
                <c:pt idx="197">
                  <c:v>32650.544593000002</c:v>
                </c:pt>
                <c:pt idx="198">
                  <c:v>31880.561683</c:v>
                </c:pt>
                <c:pt idx="199">
                  <c:v>30197.122368</c:v>
                </c:pt>
                <c:pt idx="200">
                  <c:v>31317.969649000002</c:v>
                </c:pt>
                <c:pt idx="201">
                  <c:v>29951.195517</c:v>
                </c:pt>
                <c:pt idx="202">
                  <c:v>30920.200746999999</c:v>
                </c:pt>
                <c:pt idx="203">
                  <c:v>31334.254077000001</c:v>
                </c:pt>
                <c:pt idx="204">
                  <c:v>29730.871443</c:v>
                </c:pt>
                <c:pt idx="205">
                  <c:v>33169.702895000002</c:v>
                </c:pt>
                <c:pt idx="206">
                  <c:v>32470.555557</c:v>
                </c:pt>
                <c:pt idx="207">
                  <c:v>32065.622750999999</c:v>
                </c:pt>
                <c:pt idx="208">
                  <c:v>33078.492453999999</c:v>
                </c:pt>
                <c:pt idx="209">
                  <c:v>33079.524053000001</c:v>
                </c:pt>
                <c:pt idx="210">
                  <c:v>33593.404652999998</c:v>
                </c:pt>
                <c:pt idx="211">
                  <c:v>33903.955288999998</c:v>
                </c:pt>
                <c:pt idx="212">
                  <c:v>34467.956529000003</c:v>
                </c:pt>
                <c:pt idx="213">
                  <c:v>33131.423801999998</c:v>
                </c:pt>
                <c:pt idx="214">
                  <c:v>32812.019668000001</c:v>
                </c:pt>
                <c:pt idx="215">
                  <c:v>31583.928206000001</c:v>
                </c:pt>
                <c:pt idx="216">
                  <c:v>32164.021849000001</c:v>
                </c:pt>
                <c:pt idx="217">
                  <c:v>32539.342657000001</c:v>
                </c:pt>
                <c:pt idx="218">
                  <c:v>34518.883056999999</c:v>
                </c:pt>
                <c:pt idx="219">
                  <c:v>33658.134732999999</c:v>
                </c:pt>
                <c:pt idx="220">
                  <c:v>32279.943356</c:v>
                </c:pt>
                <c:pt idx="221">
                  <c:v>33473.734007999999</c:v>
                </c:pt>
                <c:pt idx="222">
                  <c:v>31775.448181</c:v>
                </c:pt>
                <c:pt idx="223">
                  <c:v>32039.731924</c:v>
                </c:pt>
                <c:pt idx="224">
                  <c:v>34152.452919000003</c:v>
                </c:pt>
                <c:pt idx="225">
                  <c:v>33157.531048999997</c:v>
                </c:pt>
                <c:pt idx="226">
                  <c:v>35904.54002</c:v>
                </c:pt>
                <c:pt idx="227">
                  <c:v>32008.669801</c:v>
                </c:pt>
                <c:pt idx="228">
                  <c:v>33669.507106999998</c:v>
                </c:pt>
                <c:pt idx="229">
                  <c:v>33932.891356</c:v>
                </c:pt>
                <c:pt idx="230">
                  <c:v>32812.809104</c:v>
                </c:pt>
                <c:pt idx="231">
                  <c:v>33327.457930000004</c:v>
                </c:pt>
                <c:pt idx="232">
                  <c:v>34866.383687999994</c:v>
                </c:pt>
                <c:pt idx="233">
                  <c:v>34039.519250000005</c:v>
                </c:pt>
                <c:pt idx="234">
                  <c:v>32436.569689</c:v>
                </c:pt>
                <c:pt idx="235">
                  <c:v>32399.571574000001</c:v>
                </c:pt>
                <c:pt idx="236">
                  <c:v>32850.009389999999</c:v>
                </c:pt>
                <c:pt idx="237">
                  <c:v>33742.905480000001</c:v>
                </c:pt>
                <c:pt idx="238">
                  <c:v>34380.274328</c:v>
                </c:pt>
                <c:pt idx="239">
                  <c:v>36141.431718</c:v>
                </c:pt>
                <c:pt idx="240">
                  <c:v>35748.543100000003</c:v>
                </c:pt>
                <c:pt idx="241">
                  <c:v>34898.052525999999</c:v>
                </c:pt>
                <c:pt idx="242">
                  <c:v>35069.558921000003</c:v>
                </c:pt>
                <c:pt idx="243">
                  <c:v>34436.876513000003</c:v>
                </c:pt>
                <c:pt idx="244">
                  <c:v>35137.322951999995</c:v>
                </c:pt>
                <c:pt idx="245">
                  <c:v>34085.757138000001</c:v>
                </c:pt>
                <c:pt idx="246">
                  <c:v>34852.531318000001</c:v>
                </c:pt>
                <c:pt idx="247">
                  <c:v>36342.520718</c:v>
                </c:pt>
                <c:pt idx="248">
                  <c:v>33960.632258000005</c:v>
                </c:pt>
                <c:pt idx="249">
                  <c:v>33935.412705999996</c:v>
                </c:pt>
                <c:pt idx="250">
                  <c:v>34454.472204999998</c:v>
                </c:pt>
                <c:pt idx="251">
                  <c:v>34034.547405999998</c:v>
                </c:pt>
                <c:pt idx="252">
                  <c:v>34260.497595000001</c:v>
                </c:pt>
                <c:pt idx="253">
                  <c:v>35888.459898000001</c:v>
                </c:pt>
                <c:pt idx="254">
                  <c:v>34890.815757999997</c:v>
                </c:pt>
                <c:pt idx="255">
                  <c:v>34898.722582999995</c:v>
                </c:pt>
                <c:pt idx="256">
                  <c:v>33535.473516999999</c:v>
                </c:pt>
                <c:pt idx="257">
                  <c:v>33731.547000999999</c:v>
                </c:pt>
                <c:pt idx="258">
                  <c:v>33966.42224</c:v>
                </c:pt>
                <c:pt idx="259">
                  <c:v>33964.704161999995</c:v>
                </c:pt>
                <c:pt idx="260">
                  <c:v>34888.178878999999</c:v>
                </c:pt>
                <c:pt idx="261">
                  <c:v>35147.192002999996</c:v>
                </c:pt>
                <c:pt idx="262">
                  <c:v>32647.122811000001</c:v>
                </c:pt>
                <c:pt idx="263">
                  <c:v>33027.522843999999</c:v>
                </c:pt>
                <c:pt idx="264">
                  <c:v>33718.055323</c:v>
                </c:pt>
                <c:pt idx="265">
                  <c:v>33649.460359000004</c:v>
                </c:pt>
                <c:pt idx="266">
                  <c:v>34346.406080000001</c:v>
                </c:pt>
                <c:pt idx="267">
                  <c:v>34909.616174000003</c:v>
                </c:pt>
                <c:pt idx="268">
                  <c:v>35015.876265999999</c:v>
                </c:pt>
                <c:pt idx="269">
                  <c:v>33146.468763999997</c:v>
                </c:pt>
                <c:pt idx="270">
                  <c:v>34308.078092000003</c:v>
                </c:pt>
                <c:pt idx="271">
                  <c:v>35156.050698999999</c:v>
                </c:pt>
                <c:pt idx="272">
                  <c:v>33805.500805000003</c:v>
                </c:pt>
                <c:pt idx="273">
                  <c:v>34302.710334000003</c:v>
                </c:pt>
                <c:pt idx="274">
                  <c:v>36046.453423999999</c:v>
                </c:pt>
                <c:pt idx="275">
                  <c:v>35358.687890999994</c:v>
                </c:pt>
                <c:pt idx="276">
                  <c:v>34128.152389000003</c:v>
                </c:pt>
                <c:pt idx="277">
                  <c:v>34807.390978000003</c:v>
                </c:pt>
                <c:pt idx="278">
                  <c:v>35282.848460000001</c:v>
                </c:pt>
                <c:pt idx="279">
                  <c:v>34478.552753999997</c:v>
                </c:pt>
                <c:pt idx="280">
                  <c:v>34717.494821</c:v>
                </c:pt>
                <c:pt idx="281">
                  <c:v>36014.74813</c:v>
                </c:pt>
                <c:pt idx="282">
                  <c:v>35783.344079000002</c:v>
                </c:pt>
                <c:pt idx="283">
                  <c:v>34298.810874000003</c:v>
                </c:pt>
                <c:pt idx="284">
                  <c:v>34524.041048999999</c:v>
                </c:pt>
                <c:pt idx="285">
                  <c:v>36455.184969000002</c:v>
                </c:pt>
                <c:pt idx="286">
                  <c:v>34987.132991999999</c:v>
                </c:pt>
                <c:pt idx="287">
                  <c:v>35698.702236999998</c:v>
                </c:pt>
                <c:pt idx="288">
                  <c:v>35678.624416000006</c:v>
                </c:pt>
                <c:pt idx="289">
                  <c:v>35083.448294000002</c:v>
                </c:pt>
                <c:pt idx="290">
                  <c:v>33438.051336999997</c:v>
                </c:pt>
                <c:pt idx="291">
                  <c:v>34564.122305999997</c:v>
                </c:pt>
                <c:pt idx="292">
                  <c:v>35102.279363000001</c:v>
                </c:pt>
                <c:pt idx="293">
                  <c:v>34816.341615999998</c:v>
                </c:pt>
                <c:pt idx="294">
                  <c:v>35696.522605999999</c:v>
                </c:pt>
                <c:pt idx="295">
                  <c:v>37113.160929999998</c:v>
                </c:pt>
                <c:pt idx="296">
                  <c:v>37139.170689999999</c:v>
                </c:pt>
                <c:pt idx="297">
                  <c:v>38076.556746000002</c:v>
                </c:pt>
                <c:pt idx="298">
                  <c:v>39240.857530000001</c:v>
                </c:pt>
                <c:pt idx="299">
                  <c:v>38792.357680000001</c:v>
                </c:pt>
                <c:pt idx="300">
                  <c:v>39053.515639000005</c:v>
                </c:pt>
                <c:pt idx="301">
                  <c:v>39198.357588000006</c:v>
                </c:pt>
                <c:pt idx="302">
                  <c:v>38965.096322000005</c:v>
                </c:pt>
                <c:pt idx="303">
                  <c:v>36969.316329999994</c:v>
                </c:pt>
                <c:pt idx="304">
                  <c:v>35565.303633000003</c:v>
                </c:pt>
                <c:pt idx="305">
                  <c:v>35920.921390000003</c:v>
                </c:pt>
                <c:pt idx="306">
                  <c:v>35350.684813</c:v>
                </c:pt>
                <c:pt idx="307">
                  <c:v>35713.446268</c:v>
                </c:pt>
                <c:pt idx="308">
                  <c:v>36587.288888000003</c:v>
                </c:pt>
                <c:pt idx="309">
                  <c:v>37532.656832000001</c:v>
                </c:pt>
                <c:pt idx="310">
                  <c:v>37178.559675999997</c:v>
                </c:pt>
                <c:pt idx="311">
                  <c:v>35406.101091999997</c:v>
                </c:pt>
                <c:pt idx="312">
                  <c:v>35399.474897999993</c:v>
                </c:pt>
                <c:pt idx="313">
                  <c:v>35502.978354999999</c:v>
                </c:pt>
                <c:pt idx="314">
                  <c:v>35726.203612000005</c:v>
                </c:pt>
                <c:pt idx="315">
                  <c:v>38300.247241999998</c:v>
                </c:pt>
                <c:pt idx="316">
                  <c:v>37713.880125000003</c:v>
                </c:pt>
                <c:pt idx="317">
                  <c:v>37364.380124000003</c:v>
                </c:pt>
                <c:pt idx="318">
                  <c:v>35233.448630999999</c:v>
                </c:pt>
                <c:pt idx="319">
                  <c:v>35061.120344000003</c:v>
                </c:pt>
                <c:pt idx="320">
                  <c:v>35843.157865000001</c:v>
                </c:pt>
                <c:pt idx="321">
                  <c:v>34721.187138000001</c:v>
                </c:pt>
                <c:pt idx="322">
                  <c:v>35596.873904</c:v>
                </c:pt>
                <c:pt idx="323">
                  <c:v>36658.040461999997</c:v>
                </c:pt>
                <c:pt idx="324">
                  <c:v>36784.39774</c:v>
                </c:pt>
                <c:pt idx="325">
                  <c:v>34922.585546000002</c:v>
                </c:pt>
                <c:pt idx="326">
                  <c:v>35692.164291000001</c:v>
                </c:pt>
                <c:pt idx="327">
                  <c:v>36560.580495000002</c:v>
                </c:pt>
                <c:pt idx="328">
                  <c:v>36047.689963000004</c:v>
                </c:pt>
                <c:pt idx="329">
                  <c:v>36906.818447999998</c:v>
                </c:pt>
                <c:pt idx="330">
                  <c:v>37359.427127000003</c:v>
                </c:pt>
                <c:pt idx="331">
                  <c:v>37239.633870999998</c:v>
                </c:pt>
                <c:pt idx="332">
                  <c:v>35008.248468999998</c:v>
                </c:pt>
                <c:pt idx="333">
                  <c:v>35698.059939999999</c:v>
                </c:pt>
                <c:pt idx="334">
                  <c:v>35387.639034</c:v>
                </c:pt>
                <c:pt idx="335">
                  <c:v>35442.545942000004</c:v>
                </c:pt>
                <c:pt idx="336">
                  <c:v>35316.356959000004</c:v>
                </c:pt>
                <c:pt idx="337">
                  <c:v>37209.171057</c:v>
                </c:pt>
                <c:pt idx="338">
                  <c:v>36773.822163000004</c:v>
                </c:pt>
                <c:pt idx="339">
                  <c:v>34658.455377999999</c:v>
                </c:pt>
                <c:pt idx="340">
                  <c:v>35412.207715999997</c:v>
                </c:pt>
                <c:pt idx="341">
                  <c:v>35578.021739999996</c:v>
                </c:pt>
                <c:pt idx="342">
                  <c:v>37108.857005999998</c:v>
                </c:pt>
                <c:pt idx="343">
                  <c:v>36618.736652</c:v>
                </c:pt>
                <c:pt idx="344">
                  <c:v>34650.413846000003</c:v>
                </c:pt>
                <c:pt idx="345">
                  <c:v>39090.817956999999</c:v>
                </c:pt>
                <c:pt idx="346">
                  <c:v>37305.586233000002</c:v>
                </c:pt>
                <c:pt idx="347">
                  <c:v>37030.625598000006</c:v>
                </c:pt>
                <c:pt idx="348">
                  <c:v>37237.983950000002</c:v>
                </c:pt>
                <c:pt idx="349">
                  <c:v>36562.505433999999</c:v>
                </c:pt>
                <c:pt idx="350">
                  <c:v>36662.167081</c:v>
                </c:pt>
                <c:pt idx="351">
                  <c:v>37817.050357</c:v>
                </c:pt>
                <c:pt idx="352">
                  <c:v>37634.681753999997</c:v>
                </c:pt>
                <c:pt idx="353">
                  <c:v>35771.370495999996</c:v>
                </c:pt>
                <c:pt idx="354">
                  <c:v>36055.615309000001</c:v>
                </c:pt>
                <c:pt idx="355">
                  <c:v>36377.022190999996</c:v>
                </c:pt>
                <c:pt idx="356">
                  <c:v>35201.079150999998</c:v>
                </c:pt>
                <c:pt idx="357">
                  <c:v>35795.673030999998</c:v>
                </c:pt>
                <c:pt idx="358">
                  <c:v>37216.364498000003</c:v>
                </c:pt>
                <c:pt idx="359">
                  <c:v>38499.853200999998</c:v>
                </c:pt>
                <c:pt idx="360">
                  <c:v>36723.761575999997</c:v>
                </c:pt>
                <c:pt idx="361">
                  <c:v>36608.155642999998</c:v>
                </c:pt>
                <c:pt idx="362">
                  <c:v>36312.661599999999</c:v>
                </c:pt>
                <c:pt idx="363">
                  <c:v>35649.735702999998</c:v>
                </c:pt>
                <c:pt idx="364">
                  <c:v>37129.902378999999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636-4D19-9D0D-F3ABCFD5C879}"/>
            </c:ext>
          </c:extLst>
        </c:ser>
        <c:ser>
          <c:idx val="4"/>
          <c:order val="4"/>
          <c:tx>
            <c:strRef>
              <c:f>'Total Data'!$F$1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'Total Data'!$A$2:$A$366</c:f>
              <c:numCache>
                <c:formatCode>m/d/yyyy</c:formatCode>
                <c:ptCount val="365"/>
                <c:pt idx="0">
                  <c:v>45828</c:v>
                </c:pt>
                <c:pt idx="1">
                  <c:v>45829</c:v>
                </c:pt>
                <c:pt idx="2">
                  <c:v>45830</c:v>
                </c:pt>
                <c:pt idx="3">
                  <c:v>45831</c:v>
                </c:pt>
                <c:pt idx="4">
                  <c:v>45832</c:v>
                </c:pt>
                <c:pt idx="5">
                  <c:v>45833</c:v>
                </c:pt>
                <c:pt idx="6">
                  <c:v>45834</c:v>
                </c:pt>
                <c:pt idx="7">
                  <c:v>45835</c:v>
                </c:pt>
                <c:pt idx="8">
                  <c:v>45836</c:v>
                </c:pt>
                <c:pt idx="9">
                  <c:v>45837</c:v>
                </c:pt>
                <c:pt idx="10">
                  <c:v>45838</c:v>
                </c:pt>
                <c:pt idx="11">
                  <c:v>45839</c:v>
                </c:pt>
                <c:pt idx="12">
                  <c:v>45840</c:v>
                </c:pt>
                <c:pt idx="13">
                  <c:v>45841</c:v>
                </c:pt>
                <c:pt idx="14">
                  <c:v>45842</c:v>
                </c:pt>
                <c:pt idx="15">
                  <c:v>45843</c:v>
                </c:pt>
                <c:pt idx="16">
                  <c:v>45844</c:v>
                </c:pt>
                <c:pt idx="17">
                  <c:v>45845</c:v>
                </c:pt>
                <c:pt idx="18">
                  <c:v>45846</c:v>
                </c:pt>
                <c:pt idx="19">
                  <c:v>45847</c:v>
                </c:pt>
                <c:pt idx="20">
                  <c:v>45848</c:v>
                </c:pt>
                <c:pt idx="21">
                  <c:v>45849</c:v>
                </c:pt>
                <c:pt idx="22">
                  <c:v>45850</c:v>
                </c:pt>
                <c:pt idx="23">
                  <c:v>45851</c:v>
                </c:pt>
                <c:pt idx="24">
                  <c:v>45852</c:v>
                </c:pt>
                <c:pt idx="25">
                  <c:v>45853</c:v>
                </c:pt>
                <c:pt idx="26">
                  <c:v>45854</c:v>
                </c:pt>
                <c:pt idx="27">
                  <c:v>45855</c:v>
                </c:pt>
                <c:pt idx="28">
                  <c:v>45856</c:v>
                </c:pt>
                <c:pt idx="29">
                  <c:v>45857</c:v>
                </c:pt>
                <c:pt idx="30">
                  <c:v>45858</c:v>
                </c:pt>
                <c:pt idx="31">
                  <c:v>45859</c:v>
                </c:pt>
                <c:pt idx="32">
                  <c:v>45860</c:v>
                </c:pt>
                <c:pt idx="33">
                  <c:v>45861</c:v>
                </c:pt>
                <c:pt idx="34">
                  <c:v>45862</c:v>
                </c:pt>
                <c:pt idx="35">
                  <c:v>45863</c:v>
                </c:pt>
                <c:pt idx="36">
                  <c:v>45864</c:v>
                </c:pt>
                <c:pt idx="37">
                  <c:v>45865</c:v>
                </c:pt>
                <c:pt idx="38">
                  <c:v>45866</c:v>
                </c:pt>
                <c:pt idx="39">
                  <c:v>45867</c:v>
                </c:pt>
                <c:pt idx="40">
                  <c:v>45868</c:v>
                </c:pt>
                <c:pt idx="41">
                  <c:v>45869</c:v>
                </c:pt>
                <c:pt idx="42">
                  <c:v>45870</c:v>
                </c:pt>
                <c:pt idx="43">
                  <c:v>45871</c:v>
                </c:pt>
                <c:pt idx="44">
                  <c:v>45872</c:v>
                </c:pt>
                <c:pt idx="45">
                  <c:v>45873</c:v>
                </c:pt>
                <c:pt idx="46">
                  <c:v>45874</c:v>
                </c:pt>
                <c:pt idx="47">
                  <c:v>45875</c:v>
                </c:pt>
                <c:pt idx="48">
                  <c:v>45876</c:v>
                </c:pt>
                <c:pt idx="49">
                  <c:v>45877</c:v>
                </c:pt>
                <c:pt idx="50">
                  <c:v>45878</c:v>
                </c:pt>
                <c:pt idx="51">
                  <c:v>45879</c:v>
                </c:pt>
                <c:pt idx="52">
                  <c:v>45880</c:v>
                </c:pt>
                <c:pt idx="53">
                  <c:v>45881</c:v>
                </c:pt>
                <c:pt idx="54">
                  <c:v>45882</c:v>
                </c:pt>
                <c:pt idx="55">
                  <c:v>45883</c:v>
                </c:pt>
                <c:pt idx="56">
                  <c:v>45884</c:v>
                </c:pt>
                <c:pt idx="57">
                  <c:v>45885</c:v>
                </c:pt>
                <c:pt idx="58">
                  <c:v>45886</c:v>
                </c:pt>
                <c:pt idx="59">
                  <c:v>45887</c:v>
                </c:pt>
                <c:pt idx="60">
                  <c:v>45888</c:v>
                </c:pt>
                <c:pt idx="61">
                  <c:v>45889</c:v>
                </c:pt>
                <c:pt idx="62">
                  <c:v>45890</c:v>
                </c:pt>
                <c:pt idx="63">
                  <c:v>45891</c:v>
                </c:pt>
                <c:pt idx="64">
                  <c:v>45892</c:v>
                </c:pt>
                <c:pt idx="65">
                  <c:v>45893</c:v>
                </c:pt>
                <c:pt idx="66">
                  <c:v>45894</c:v>
                </c:pt>
                <c:pt idx="67">
                  <c:v>45895</c:v>
                </c:pt>
                <c:pt idx="68">
                  <c:v>45896</c:v>
                </c:pt>
                <c:pt idx="69">
                  <c:v>45897</c:v>
                </c:pt>
                <c:pt idx="70">
                  <c:v>45898</c:v>
                </c:pt>
                <c:pt idx="71">
                  <c:v>45899</c:v>
                </c:pt>
                <c:pt idx="72">
                  <c:v>45900</c:v>
                </c:pt>
                <c:pt idx="73">
                  <c:v>45901</c:v>
                </c:pt>
                <c:pt idx="74">
                  <c:v>45902</c:v>
                </c:pt>
                <c:pt idx="75">
                  <c:v>45903</c:v>
                </c:pt>
                <c:pt idx="76">
                  <c:v>45904</c:v>
                </c:pt>
                <c:pt idx="77">
                  <c:v>45905</c:v>
                </c:pt>
                <c:pt idx="78">
                  <c:v>45906</c:v>
                </c:pt>
                <c:pt idx="79">
                  <c:v>45907</c:v>
                </c:pt>
                <c:pt idx="80">
                  <c:v>45908</c:v>
                </c:pt>
                <c:pt idx="81">
                  <c:v>45909</c:v>
                </c:pt>
                <c:pt idx="82">
                  <c:v>45910</c:v>
                </c:pt>
                <c:pt idx="83">
                  <c:v>45911</c:v>
                </c:pt>
                <c:pt idx="84">
                  <c:v>45912</c:v>
                </c:pt>
                <c:pt idx="85">
                  <c:v>45913</c:v>
                </c:pt>
                <c:pt idx="86">
                  <c:v>45914</c:v>
                </c:pt>
                <c:pt idx="87">
                  <c:v>45915</c:v>
                </c:pt>
                <c:pt idx="88">
                  <c:v>45916</c:v>
                </c:pt>
                <c:pt idx="89">
                  <c:v>45917</c:v>
                </c:pt>
                <c:pt idx="90">
                  <c:v>45918</c:v>
                </c:pt>
                <c:pt idx="91">
                  <c:v>45919</c:v>
                </c:pt>
                <c:pt idx="92">
                  <c:v>45920</c:v>
                </c:pt>
                <c:pt idx="93">
                  <c:v>45921</c:v>
                </c:pt>
                <c:pt idx="94">
                  <c:v>45922</c:v>
                </c:pt>
                <c:pt idx="95">
                  <c:v>45923</c:v>
                </c:pt>
                <c:pt idx="96">
                  <c:v>45924</c:v>
                </c:pt>
                <c:pt idx="97">
                  <c:v>45925</c:v>
                </c:pt>
                <c:pt idx="98">
                  <c:v>45926</c:v>
                </c:pt>
                <c:pt idx="99">
                  <c:v>45927</c:v>
                </c:pt>
                <c:pt idx="100">
                  <c:v>45928</c:v>
                </c:pt>
                <c:pt idx="101">
                  <c:v>45929</c:v>
                </c:pt>
                <c:pt idx="102">
                  <c:v>45930</c:v>
                </c:pt>
                <c:pt idx="103">
                  <c:v>45931</c:v>
                </c:pt>
                <c:pt idx="104">
                  <c:v>45932</c:v>
                </c:pt>
                <c:pt idx="105">
                  <c:v>45933</c:v>
                </c:pt>
                <c:pt idx="106">
                  <c:v>45934</c:v>
                </c:pt>
                <c:pt idx="107">
                  <c:v>45935</c:v>
                </c:pt>
                <c:pt idx="108">
                  <c:v>45936</c:v>
                </c:pt>
                <c:pt idx="109">
                  <c:v>45937</c:v>
                </c:pt>
                <c:pt idx="110">
                  <c:v>45938</c:v>
                </c:pt>
                <c:pt idx="111">
                  <c:v>45939</c:v>
                </c:pt>
                <c:pt idx="112">
                  <c:v>45940</c:v>
                </c:pt>
                <c:pt idx="113">
                  <c:v>45941</c:v>
                </c:pt>
                <c:pt idx="114">
                  <c:v>45942</c:v>
                </c:pt>
                <c:pt idx="115">
                  <c:v>45943</c:v>
                </c:pt>
                <c:pt idx="116">
                  <c:v>45944</c:v>
                </c:pt>
                <c:pt idx="117">
                  <c:v>45945</c:v>
                </c:pt>
                <c:pt idx="118">
                  <c:v>45946</c:v>
                </c:pt>
                <c:pt idx="119">
                  <c:v>45947</c:v>
                </c:pt>
                <c:pt idx="120">
                  <c:v>45948</c:v>
                </c:pt>
                <c:pt idx="121">
                  <c:v>45949</c:v>
                </c:pt>
                <c:pt idx="122">
                  <c:v>45950</c:v>
                </c:pt>
                <c:pt idx="123">
                  <c:v>45951</c:v>
                </c:pt>
                <c:pt idx="124">
                  <c:v>45952</c:v>
                </c:pt>
                <c:pt idx="125">
                  <c:v>45953</c:v>
                </c:pt>
                <c:pt idx="126">
                  <c:v>45954</c:v>
                </c:pt>
                <c:pt idx="127">
                  <c:v>45955</c:v>
                </c:pt>
                <c:pt idx="128">
                  <c:v>45956</c:v>
                </c:pt>
                <c:pt idx="129">
                  <c:v>45957</c:v>
                </c:pt>
                <c:pt idx="130">
                  <c:v>45958</c:v>
                </c:pt>
                <c:pt idx="131">
                  <c:v>45959</c:v>
                </c:pt>
                <c:pt idx="132">
                  <c:v>45960</c:v>
                </c:pt>
                <c:pt idx="133">
                  <c:v>45961</c:v>
                </c:pt>
                <c:pt idx="134">
                  <c:v>45962</c:v>
                </c:pt>
                <c:pt idx="135">
                  <c:v>45963</c:v>
                </c:pt>
                <c:pt idx="136">
                  <c:v>45964</c:v>
                </c:pt>
                <c:pt idx="137">
                  <c:v>45965</c:v>
                </c:pt>
                <c:pt idx="138">
                  <c:v>45966</c:v>
                </c:pt>
                <c:pt idx="139">
                  <c:v>45967</c:v>
                </c:pt>
                <c:pt idx="140">
                  <c:v>45968</c:v>
                </c:pt>
                <c:pt idx="141">
                  <c:v>45969</c:v>
                </c:pt>
                <c:pt idx="142">
                  <c:v>45970</c:v>
                </c:pt>
                <c:pt idx="143">
                  <c:v>45971</c:v>
                </c:pt>
                <c:pt idx="144">
                  <c:v>45972</c:v>
                </c:pt>
                <c:pt idx="145">
                  <c:v>45973</c:v>
                </c:pt>
                <c:pt idx="146">
                  <c:v>45974</c:v>
                </c:pt>
                <c:pt idx="147">
                  <c:v>45975</c:v>
                </c:pt>
                <c:pt idx="148">
                  <c:v>45976</c:v>
                </c:pt>
                <c:pt idx="149">
                  <c:v>45977</c:v>
                </c:pt>
                <c:pt idx="150">
                  <c:v>45978</c:v>
                </c:pt>
                <c:pt idx="151">
                  <c:v>45979</c:v>
                </c:pt>
                <c:pt idx="152">
                  <c:v>45980</c:v>
                </c:pt>
                <c:pt idx="153">
                  <c:v>45981</c:v>
                </c:pt>
                <c:pt idx="154">
                  <c:v>45982</c:v>
                </c:pt>
                <c:pt idx="155">
                  <c:v>45983</c:v>
                </c:pt>
                <c:pt idx="156">
                  <c:v>45984</c:v>
                </c:pt>
                <c:pt idx="157">
                  <c:v>45985</c:v>
                </c:pt>
                <c:pt idx="158">
                  <c:v>45986</c:v>
                </c:pt>
                <c:pt idx="159">
                  <c:v>45987</c:v>
                </c:pt>
                <c:pt idx="160">
                  <c:v>45988</c:v>
                </c:pt>
                <c:pt idx="161">
                  <c:v>45989</c:v>
                </c:pt>
                <c:pt idx="162">
                  <c:v>45990</c:v>
                </c:pt>
                <c:pt idx="163">
                  <c:v>45991</c:v>
                </c:pt>
                <c:pt idx="164">
                  <c:v>45992</c:v>
                </c:pt>
                <c:pt idx="165">
                  <c:v>45993</c:v>
                </c:pt>
                <c:pt idx="166">
                  <c:v>45994</c:v>
                </c:pt>
                <c:pt idx="167">
                  <c:v>45995</c:v>
                </c:pt>
                <c:pt idx="168">
                  <c:v>45996</c:v>
                </c:pt>
                <c:pt idx="169">
                  <c:v>45997</c:v>
                </c:pt>
                <c:pt idx="170">
                  <c:v>45998</c:v>
                </c:pt>
                <c:pt idx="171">
                  <c:v>45999</c:v>
                </c:pt>
                <c:pt idx="172">
                  <c:v>46000</c:v>
                </c:pt>
                <c:pt idx="173">
                  <c:v>46001</c:v>
                </c:pt>
                <c:pt idx="174">
                  <c:v>46002</c:v>
                </c:pt>
                <c:pt idx="175">
                  <c:v>46003</c:v>
                </c:pt>
                <c:pt idx="176">
                  <c:v>46004</c:v>
                </c:pt>
                <c:pt idx="177">
                  <c:v>46005</c:v>
                </c:pt>
                <c:pt idx="178">
                  <c:v>46006</c:v>
                </c:pt>
                <c:pt idx="179">
                  <c:v>46007</c:v>
                </c:pt>
                <c:pt idx="180">
                  <c:v>46008</c:v>
                </c:pt>
                <c:pt idx="181">
                  <c:v>46009</c:v>
                </c:pt>
                <c:pt idx="182">
                  <c:v>46010</c:v>
                </c:pt>
                <c:pt idx="183">
                  <c:v>46011</c:v>
                </c:pt>
                <c:pt idx="184">
                  <c:v>46012</c:v>
                </c:pt>
                <c:pt idx="185">
                  <c:v>46013</c:v>
                </c:pt>
                <c:pt idx="186">
                  <c:v>46014</c:v>
                </c:pt>
                <c:pt idx="187">
                  <c:v>46015</c:v>
                </c:pt>
                <c:pt idx="188">
                  <c:v>46016</c:v>
                </c:pt>
                <c:pt idx="189">
                  <c:v>46017</c:v>
                </c:pt>
                <c:pt idx="190">
                  <c:v>46018</c:v>
                </c:pt>
                <c:pt idx="191">
                  <c:v>46019</c:v>
                </c:pt>
                <c:pt idx="192">
                  <c:v>46020</c:v>
                </c:pt>
                <c:pt idx="193">
                  <c:v>46021</c:v>
                </c:pt>
                <c:pt idx="194">
                  <c:v>46022</c:v>
                </c:pt>
                <c:pt idx="195">
                  <c:v>46023</c:v>
                </c:pt>
                <c:pt idx="196">
                  <c:v>46024</c:v>
                </c:pt>
                <c:pt idx="197">
                  <c:v>46025</c:v>
                </c:pt>
                <c:pt idx="198">
                  <c:v>46026</c:v>
                </c:pt>
                <c:pt idx="199">
                  <c:v>46027</c:v>
                </c:pt>
                <c:pt idx="200">
                  <c:v>46028</c:v>
                </c:pt>
                <c:pt idx="201">
                  <c:v>46029</c:v>
                </c:pt>
                <c:pt idx="202">
                  <c:v>46030</c:v>
                </c:pt>
                <c:pt idx="203">
                  <c:v>46031</c:v>
                </c:pt>
                <c:pt idx="204">
                  <c:v>46032</c:v>
                </c:pt>
                <c:pt idx="205">
                  <c:v>46033</c:v>
                </c:pt>
                <c:pt idx="206">
                  <c:v>46034</c:v>
                </c:pt>
                <c:pt idx="207">
                  <c:v>46035</c:v>
                </c:pt>
                <c:pt idx="208">
                  <c:v>46036</c:v>
                </c:pt>
                <c:pt idx="209">
                  <c:v>46037</c:v>
                </c:pt>
                <c:pt idx="210">
                  <c:v>46038</c:v>
                </c:pt>
                <c:pt idx="211">
                  <c:v>46039</c:v>
                </c:pt>
                <c:pt idx="212">
                  <c:v>46040</c:v>
                </c:pt>
                <c:pt idx="213">
                  <c:v>46041</c:v>
                </c:pt>
                <c:pt idx="214">
                  <c:v>46042</c:v>
                </c:pt>
                <c:pt idx="215">
                  <c:v>46043</c:v>
                </c:pt>
                <c:pt idx="216">
                  <c:v>46044</c:v>
                </c:pt>
                <c:pt idx="217">
                  <c:v>46045</c:v>
                </c:pt>
                <c:pt idx="218">
                  <c:v>46046</c:v>
                </c:pt>
                <c:pt idx="219">
                  <c:v>46047</c:v>
                </c:pt>
                <c:pt idx="220">
                  <c:v>46048</c:v>
                </c:pt>
                <c:pt idx="221">
                  <c:v>46049</c:v>
                </c:pt>
                <c:pt idx="222">
                  <c:v>46050</c:v>
                </c:pt>
                <c:pt idx="223">
                  <c:v>46051</c:v>
                </c:pt>
                <c:pt idx="224">
                  <c:v>46052</c:v>
                </c:pt>
                <c:pt idx="225">
                  <c:v>46053</c:v>
                </c:pt>
                <c:pt idx="226">
                  <c:v>46054</c:v>
                </c:pt>
                <c:pt idx="227">
                  <c:v>46055</c:v>
                </c:pt>
                <c:pt idx="228">
                  <c:v>46056</c:v>
                </c:pt>
                <c:pt idx="229">
                  <c:v>46057</c:v>
                </c:pt>
                <c:pt idx="230">
                  <c:v>46058</c:v>
                </c:pt>
                <c:pt idx="231">
                  <c:v>46059</c:v>
                </c:pt>
                <c:pt idx="232">
                  <c:v>46060</c:v>
                </c:pt>
                <c:pt idx="233">
                  <c:v>46061</c:v>
                </c:pt>
                <c:pt idx="234">
                  <c:v>46062</c:v>
                </c:pt>
                <c:pt idx="235">
                  <c:v>46063</c:v>
                </c:pt>
                <c:pt idx="236">
                  <c:v>46064</c:v>
                </c:pt>
                <c:pt idx="237">
                  <c:v>46065</c:v>
                </c:pt>
                <c:pt idx="238">
                  <c:v>46066</c:v>
                </c:pt>
                <c:pt idx="239">
                  <c:v>46067</c:v>
                </c:pt>
                <c:pt idx="240">
                  <c:v>46068</c:v>
                </c:pt>
                <c:pt idx="241">
                  <c:v>46069</c:v>
                </c:pt>
                <c:pt idx="242">
                  <c:v>46070</c:v>
                </c:pt>
                <c:pt idx="243">
                  <c:v>46071</c:v>
                </c:pt>
                <c:pt idx="244">
                  <c:v>46072</c:v>
                </c:pt>
                <c:pt idx="245">
                  <c:v>46073</c:v>
                </c:pt>
                <c:pt idx="246">
                  <c:v>46074</c:v>
                </c:pt>
                <c:pt idx="247">
                  <c:v>46075</c:v>
                </c:pt>
                <c:pt idx="248">
                  <c:v>46076</c:v>
                </c:pt>
                <c:pt idx="249">
                  <c:v>46077</c:v>
                </c:pt>
                <c:pt idx="250">
                  <c:v>46078</c:v>
                </c:pt>
                <c:pt idx="251">
                  <c:v>46079</c:v>
                </c:pt>
                <c:pt idx="252">
                  <c:v>46080</c:v>
                </c:pt>
                <c:pt idx="253">
                  <c:v>46081</c:v>
                </c:pt>
                <c:pt idx="254">
                  <c:v>46082</c:v>
                </c:pt>
                <c:pt idx="255">
                  <c:v>46083</c:v>
                </c:pt>
                <c:pt idx="256">
                  <c:v>46084</c:v>
                </c:pt>
                <c:pt idx="257">
                  <c:v>46085</c:v>
                </c:pt>
                <c:pt idx="258">
                  <c:v>46086</c:v>
                </c:pt>
                <c:pt idx="259">
                  <c:v>46087</c:v>
                </c:pt>
                <c:pt idx="260">
                  <c:v>46088</c:v>
                </c:pt>
                <c:pt idx="261">
                  <c:v>46089</c:v>
                </c:pt>
                <c:pt idx="262">
                  <c:v>46090</c:v>
                </c:pt>
                <c:pt idx="263">
                  <c:v>46091</c:v>
                </c:pt>
                <c:pt idx="264">
                  <c:v>46092</c:v>
                </c:pt>
                <c:pt idx="265">
                  <c:v>46093</c:v>
                </c:pt>
                <c:pt idx="266">
                  <c:v>46094</c:v>
                </c:pt>
                <c:pt idx="267">
                  <c:v>46095</c:v>
                </c:pt>
                <c:pt idx="268">
                  <c:v>46096</c:v>
                </c:pt>
                <c:pt idx="269">
                  <c:v>46097</c:v>
                </c:pt>
                <c:pt idx="270">
                  <c:v>46098</c:v>
                </c:pt>
                <c:pt idx="271">
                  <c:v>46099</c:v>
                </c:pt>
                <c:pt idx="272">
                  <c:v>46100</c:v>
                </c:pt>
                <c:pt idx="273">
                  <c:v>46101</c:v>
                </c:pt>
                <c:pt idx="274">
                  <c:v>46102</c:v>
                </c:pt>
                <c:pt idx="275">
                  <c:v>46103</c:v>
                </c:pt>
                <c:pt idx="276">
                  <c:v>46104</c:v>
                </c:pt>
                <c:pt idx="277">
                  <c:v>46105</c:v>
                </c:pt>
                <c:pt idx="278">
                  <c:v>46106</c:v>
                </c:pt>
                <c:pt idx="279">
                  <c:v>46107</c:v>
                </c:pt>
                <c:pt idx="280">
                  <c:v>46108</c:v>
                </c:pt>
                <c:pt idx="281">
                  <c:v>46109</c:v>
                </c:pt>
                <c:pt idx="282">
                  <c:v>46110</c:v>
                </c:pt>
                <c:pt idx="283">
                  <c:v>46111</c:v>
                </c:pt>
                <c:pt idx="284">
                  <c:v>46112</c:v>
                </c:pt>
                <c:pt idx="285">
                  <c:v>46113</c:v>
                </c:pt>
                <c:pt idx="286">
                  <c:v>46114</c:v>
                </c:pt>
                <c:pt idx="287">
                  <c:v>46115</c:v>
                </c:pt>
                <c:pt idx="288">
                  <c:v>46116</c:v>
                </c:pt>
                <c:pt idx="289">
                  <c:v>46117</c:v>
                </c:pt>
                <c:pt idx="290">
                  <c:v>46118</c:v>
                </c:pt>
                <c:pt idx="291">
                  <c:v>46119</c:v>
                </c:pt>
                <c:pt idx="292">
                  <c:v>46120</c:v>
                </c:pt>
                <c:pt idx="293">
                  <c:v>46121</c:v>
                </c:pt>
                <c:pt idx="294">
                  <c:v>46122</c:v>
                </c:pt>
                <c:pt idx="295">
                  <c:v>46123</c:v>
                </c:pt>
                <c:pt idx="296">
                  <c:v>46124</c:v>
                </c:pt>
                <c:pt idx="297">
                  <c:v>46125</c:v>
                </c:pt>
                <c:pt idx="298">
                  <c:v>46126</c:v>
                </c:pt>
                <c:pt idx="299">
                  <c:v>46127</c:v>
                </c:pt>
                <c:pt idx="300">
                  <c:v>46128</c:v>
                </c:pt>
                <c:pt idx="301">
                  <c:v>46129</c:v>
                </c:pt>
                <c:pt idx="302">
                  <c:v>46130</c:v>
                </c:pt>
                <c:pt idx="303">
                  <c:v>46131</c:v>
                </c:pt>
                <c:pt idx="304">
                  <c:v>46132</c:v>
                </c:pt>
                <c:pt idx="305">
                  <c:v>46133</c:v>
                </c:pt>
                <c:pt idx="306">
                  <c:v>46134</c:v>
                </c:pt>
                <c:pt idx="307">
                  <c:v>46135</c:v>
                </c:pt>
                <c:pt idx="308">
                  <c:v>46136</c:v>
                </c:pt>
                <c:pt idx="309">
                  <c:v>46137</c:v>
                </c:pt>
                <c:pt idx="310">
                  <c:v>46138</c:v>
                </c:pt>
                <c:pt idx="311">
                  <c:v>46139</c:v>
                </c:pt>
                <c:pt idx="312">
                  <c:v>46140</c:v>
                </c:pt>
                <c:pt idx="313">
                  <c:v>46141</c:v>
                </c:pt>
                <c:pt idx="314">
                  <c:v>46142</c:v>
                </c:pt>
                <c:pt idx="315">
                  <c:v>46143</c:v>
                </c:pt>
                <c:pt idx="316">
                  <c:v>46144</c:v>
                </c:pt>
                <c:pt idx="317">
                  <c:v>46145</c:v>
                </c:pt>
                <c:pt idx="318">
                  <c:v>46146</c:v>
                </c:pt>
                <c:pt idx="319">
                  <c:v>46147</c:v>
                </c:pt>
                <c:pt idx="320">
                  <c:v>46148</c:v>
                </c:pt>
                <c:pt idx="321">
                  <c:v>46149</c:v>
                </c:pt>
                <c:pt idx="322">
                  <c:v>46150</c:v>
                </c:pt>
                <c:pt idx="323">
                  <c:v>46151</c:v>
                </c:pt>
                <c:pt idx="324">
                  <c:v>46152</c:v>
                </c:pt>
                <c:pt idx="325">
                  <c:v>46153</c:v>
                </c:pt>
                <c:pt idx="326">
                  <c:v>46154</c:v>
                </c:pt>
                <c:pt idx="327">
                  <c:v>46155</c:v>
                </c:pt>
                <c:pt idx="328">
                  <c:v>46156</c:v>
                </c:pt>
                <c:pt idx="329">
                  <c:v>46157</c:v>
                </c:pt>
                <c:pt idx="330">
                  <c:v>46158</c:v>
                </c:pt>
                <c:pt idx="331">
                  <c:v>46159</c:v>
                </c:pt>
                <c:pt idx="332">
                  <c:v>46160</c:v>
                </c:pt>
                <c:pt idx="333">
                  <c:v>46161</c:v>
                </c:pt>
                <c:pt idx="334">
                  <c:v>46162</c:v>
                </c:pt>
                <c:pt idx="335">
                  <c:v>46163</c:v>
                </c:pt>
                <c:pt idx="336">
                  <c:v>46164</c:v>
                </c:pt>
                <c:pt idx="337">
                  <c:v>46165</c:v>
                </c:pt>
                <c:pt idx="338">
                  <c:v>46166</c:v>
                </c:pt>
                <c:pt idx="339">
                  <c:v>46167</c:v>
                </c:pt>
                <c:pt idx="340">
                  <c:v>46168</c:v>
                </c:pt>
                <c:pt idx="341">
                  <c:v>46169</c:v>
                </c:pt>
                <c:pt idx="342">
                  <c:v>46170</c:v>
                </c:pt>
                <c:pt idx="343">
                  <c:v>46171</c:v>
                </c:pt>
                <c:pt idx="344">
                  <c:v>46172</c:v>
                </c:pt>
                <c:pt idx="345">
                  <c:v>46173</c:v>
                </c:pt>
                <c:pt idx="346">
                  <c:v>46174</c:v>
                </c:pt>
                <c:pt idx="347">
                  <c:v>46175</c:v>
                </c:pt>
                <c:pt idx="348">
                  <c:v>46176</c:v>
                </c:pt>
                <c:pt idx="349">
                  <c:v>46177</c:v>
                </c:pt>
                <c:pt idx="350">
                  <c:v>46178</c:v>
                </c:pt>
                <c:pt idx="351">
                  <c:v>46179</c:v>
                </c:pt>
                <c:pt idx="352">
                  <c:v>46180</c:v>
                </c:pt>
                <c:pt idx="353">
                  <c:v>46181</c:v>
                </c:pt>
                <c:pt idx="354">
                  <c:v>46182</c:v>
                </c:pt>
                <c:pt idx="355">
                  <c:v>46183</c:v>
                </c:pt>
                <c:pt idx="356">
                  <c:v>46184</c:v>
                </c:pt>
                <c:pt idx="357">
                  <c:v>46185</c:v>
                </c:pt>
                <c:pt idx="358">
                  <c:v>46186</c:v>
                </c:pt>
                <c:pt idx="359">
                  <c:v>46187</c:v>
                </c:pt>
                <c:pt idx="360">
                  <c:v>46188</c:v>
                </c:pt>
                <c:pt idx="361">
                  <c:v>46189</c:v>
                </c:pt>
                <c:pt idx="362">
                  <c:v>46190</c:v>
                </c:pt>
                <c:pt idx="363">
                  <c:v>46191</c:v>
                </c:pt>
                <c:pt idx="364">
                  <c:v>46192</c:v>
                </c:pt>
              </c:numCache>
            </c:numRef>
          </c:cat>
          <c:val>
            <c:numRef>
              <c:f>'Total Data'!$F$2:$F$366</c:f>
              <c:numCache>
                <c:formatCode>General</c:formatCode>
                <c:ptCount val="365"/>
                <c:pt idx="0">
                  <c:v>39223.143359000002</c:v>
                </c:pt>
                <c:pt idx="1">
                  <c:v>40442.390173</c:v>
                </c:pt>
                <c:pt idx="2">
                  <c:v>41810.768211999995</c:v>
                </c:pt>
                <c:pt idx="3">
                  <c:v>38493.185547000001</c:v>
                </c:pt>
                <c:pt idx="4">
                  <c:v>39129.699005000002</c:v>
                </c:pt>
                <c:pt idx="5">
                  <c:v>39787.783434000004</c:v>
                </c:pt>
                <c:pt idx="6">
                  <c:v>39256.043513000004</c:v>
                </c:pt>
                <c:pt idx="7">
                  <c:v>40061.855694999998</c:v>
                </c:pt>
                <c:pt idx="8">
                  <c:v>41883.398569999998</c:v>
                </c:pt>
                <c:pt idx="9">
                  <c:v>41193.32836</c:v>
                </c:pt>
                <c:pt idx="10">
                  <c:v>38447.650683</c:v>
                </c:pt>
                <c:pt idx="11">
                  <c:v>38926.933570999994</c:v>
                </c:pt>
                <c:pt idx="12">
                  <c:v>39314.054450000003</c:v>
                </c:pt>
                <c:pt idx="13">
                  <c:v>39248.361347999999</c:v>
                </c:pt>
                <c:pt idx="14">
                  <c:v>39001.854819</c:v>
                </c:pt>
                <c:pt idx="15">
                  <c:v>40252.156750999995</c:v>
                </c:pt>
                <c:pt idx="16">
                  <c:v>40326.642330999995</c:v>
                </c:pt>
                <c:pt idx="17">
                  <c:v>38061.025691000003</c:v>
                </c:pt>
                <c:pt idx="18">
                  <c:v>39424.769835999999</c:v>
                </c:pt>
                <c:pt idx="19">
                  <c:v>38655.572311000004</c:v>
                </c:pt>
                <c:pt idx="20">
                  <c:v>42868.528685999998</c:v>
                </c:pt>
                <c:pt idx="21">
                  <c:v>39702.364126</c:v>
                </c:pt>
                <c:pt idx="22">
                  <c:v>41034.819960000001</c:v>
                </c:pt>
                <c:pt idx="23">
                  <c:v>42188.555190999999</c:v>
                </c:pt>
                <c:pt idx="24">
                  <c:v>38817.582929000004</c:v>
                </c:pt>
                <c:pt idx="25">
                  <c:v>38305.297435999993</c:v>
                </c:pt>
                <c:pt idx="26">
                  <c:v>38995.749218999998</c:v>
                </c:pt>
                <c:pt idx="27">
                  <c:v>38553.788204999997</c:v>
                </c:pt>
                <c:pt idx="28">
                  <c:v>39158.354222000002</c:v>
                </c:pt>
                <c:pt idx="29">
                  <c:v>40635.016384999995</c:v>
                </c:pt>
                <c:pt idx="30">
                  <c:v>41910.154807999999</c:v>
                </c:pt>
                <c:pt idx="31">
                  <c:v>38658.526805000001</c:v>
                </c:pt>
                <c:pt idx="32">
                  <c:v>39207.124711000004</c:v>
                </c:pt>
                <c:pt idx="33">
                  <c:v>38229.457671000004</c:v>
                </c:pt>
                <c:pt idx="34">
                  <c:v>38649.612645000001</c:v>
                </c:pt>
                <c:pt idx="35">
                  <c:v>39121.999450999996</c:v>
                </c:pt>
                <c:pt idx="36">
                  <c:v>40192.283874000001</c:v>
                </c:pt>
                <c:pt idx="37">
                  <c:v>41309.526888</c:v>
                </c:pt>
                <c:pt idx="38">
                  <c:v>38777.048048999997</c:v>
                </c:pt>
                <c:pt idx="39">
                  <c:v>38917.127653999996</c:v>
                </c:pt>
                <c:pt idx="40">
                  <c:v>40017.921358</c:v>
                </c:pt>
                <c:pt idx="41">
                  <c:v>39841.730567999999</c:v>
                </c:pt>
                <c:pt idx="42">
                  <c:v>39411.232926999997</c:v>
                </c:pt>
                <c:pt idx="43">
                  <c:v>42123.53542</c:v>
                </c:pt>
                <c:pt idx="44">
                  <c:v>43791.913336999998</c:v>
                </c:pt>
                <c:pt idx="45">
                  <c:v>39204.886506000003</c:v>
                </c:pt>
                <c:pt idx="46">
                  <c:v>39553.919493000001</c:v>
                </c:pt>
                <c:pt idx="47">
                  <c:v>37079.611256000004</c:v>
                </c:pt>
                <c:pt idx="48">
                  <c:v>40132.642632000003</c:v>
                </c:pt>
                <c:pt idx="49">
                  <c:v>45191.329917000003</c:v>
                </c:pt>
                <c:pt idx="50">
                  <c:v>43521.975319999998</c:v>
                </c:pt>
                <c:pt idx="51">
                  <c:v>43240.770955</c:v>
                </c:pt>
                <c:pt idx="52">
                  <c:v>42011.833847999995</c:v>
                </c:pt>
                <c:pt idx="53">
                  <c:v>41999.399606999999</c:v>
                </c:pt>
                <c:pt idx="54">
                  <c:v>41900.374845999999</c:v>
                </c:pt>
                <c:pt idx="55">
                  <c:v>41840.040952000003</c:v>
                </c:pt>
                <c:pt idx="56">
                  <c:v>42556.135791000001</c:v>
                </c:pt>
                <c:pt idx="57">
                  <c:v>43000.199777000002</c:v>
                </c:pt>
                <c:pt idx="58">
                  <c:v>43837.671217000003</c:v>
                </c:pt>
                <c:pt idx="59">
                  <c:v>40744.568900999999</c:v>
                </c:pt>
                <c:pt idx="60">
                  <c:v>40601.533839999996</c:v>
                </c:pt>
                <c:pt idx="61">
                  <c:v>40412.980996999999</c:v>
                </c:pt>
                <c:pt idx="62">
                  <c:v>39463.960696000002</c:v>
                </c:pt>
                <c:pt idx="63">
                  <c:v>40887.334476000004</c:v>
                </c:pt>
                <c:pt idx="64">
                  <c:v>43131.430315999998</c:v>
                </c:pt>
                <c:pt idx="65">
                  <c:v>43470.370279000002</c:v>
                </c:pt>
                <c:pt idx="66">
                  <c:v>40303.850851000003</c:v>
                </c:pt>
                <c:pt idx="67">
                  <c:v>41032.013821</c:v>
                </c:pt>
                <c:pt idx="68">
                  <c:v>40554.013282</c:v>
                </c:pt>
                <c:pt idx="69">
                  <c:v>40155.665953999996</c:v>
                </c:pt>
                <c:pt idx="70">
                  <c:v>41401.176852999997</c:v>
                </c:pt>
                <c:pt idx="71">
                  <c:v>43019.157218</c:v>
                </c:pt>
                <c:pt idx="72">
                  <c:v>44346.543416</c:v>
                </c:pt>
                <c:pt idx="73">
                  <c:v>40430.089207000005</c:v>
                </c:pt>
                <c:pt idx="74">
                  <c:v>40293.051345</c:v>
                </c:pt>
                <c:pt idx="75">
                  <c:v>41276.565427999994</c:v>
                </c:pt>
                <c:pt idx="76">
                  <c:v>40563.631527999998</c:v>
                </c:pt>
                <c:pt idx="77">
                  <c:v>44092.316193999999</c:v>
                </c:pt>
                <c:pt idx="78">
                  <c:v>43441.255259999998</c:v>
                </c:pt>
                <c:pt idx="79">
                  <c:v>45654.864748</c:v>
                </c:pt>
                <c:pt idx="80">
                  <c:v>40827.983355999997</c:v>
                </c:pt>
                <c:pt idx="81">
                  <c:v>41759.378325999998</c:v>
                </c:pt>
                <c:pt idx="82">
                  <c:v>41536.204945999998</c:v>
                </c:pt>
                <c:pt idx="83">
                  <c:v>41929.309421999998</c:v>
                </c:pt>
                <c:pt idx="84">
                  <c:v>41877.614521999996</c:v>
                </c:pt>
                <c:pt idx="85">
                  <c:v>45424.838696999999</c:v>
                </c:pt>
                <c:pt idx="86">
                  <c:v>45280.490892000002</c:v>
                </c:pt>
                <c:pt idx="87">
                  <c:v>42576.616269999999</c:v>
                </c:pt>
                <c:pt idx="88">
                  <c:v>42135.705402</c:v>
                </c:pt>
                <c:pt idx="89">
                  <c:v>43541.194597000002</c:v>
                </c:pt>
                <c:pt idx="90">
                  <c:v>43653.289586999999</c:v>
                </c:pt>
                <c:pt idx="91">
                  <c:v>43247.145474000004</c:v>
                </c:pt>
                <c:pt idx="92">
                  <c:v>45344.773990000002</c:v>
                </c:pt>
                <c:pt idx="93">
                  <c:v>45610.820067000001</c:v>
                </c:pt>
                <c:pt idx="94">
                  <c:v>41176.721842999999</c:v>
                </c:pt>
                <c:pt idx="95">
                  <c:v>42044.755809000002</c:v>
                </c:pt>
                <c:pt idx="96">
                  <c:v>42627.772291000001</c:v>
                </c:pt>
                <c:pt idx="97">
                  <c:v>41567.345762000004</c:v>
                </c:pt>
                <c:pt idx="98">
                  <c:v>43514.398609000003</c:v>
                </c:pt>
                <c:pt idx="99">
                  <c:v>44825.507765999995</c:v>
                </c:pt>
                <c:pt idx="100">
                  <c:v>44558.114807999998</c:v>
                </c:pt>
                <c:pt idx="101">
                  <c:v>42043.576159000004</c:v>
                </c:pt>
                <c:pt idx="102">
                  <c:v>41289.813999999998</c:v>
                </c:pt>
                <c:pt idx="103">
                  <c:v>41337.1515</c:v>
                </c:pt>
                <c:pt idx="104">
                  <c:v>41571.612989999994</c:v>
                </c:pt>
                <c:pt idx="105">
                  <c:v>41821.274000000005</c:v>
                </c:pt>
                <c:pt idx="106">
                  <c:v>44436.379433000002</c:v>
                </c:pt>
                <c:pt idx="107">
                  <c:v>45303.682747999999</c:v>
                </c:pt>
                <c:pt idx="108">
                  <c:v>45178.421951999997</c:v>
                </c:pt>
                <c:pt idx="109">
                  <c:v>42572.580199000004</c:v>
                </c:pt>
                <c:pt idx="110">
                  <c:v>42104.402459999998</c:v>
                </c:pt>
                <c:pt idx="111">
                  <c:v>40507.757222</c:v>
                </c:pt>
                <c:pt idx="112">
                  <c:v>42099.849243999997</c:v>
                </c:pt>
                <c:pt idx="113">
                  <c:v>45073.471823</c:v>
                </c:pt>
                <c:pt idx="114">
                  <c:v>45266.564703999997</c:v>
                </c:pt>
                <c:pt idx="115">
                  <c:v>41077.457261999996</c:v>
                </c:pt>
                <c:pt idx="116">
                  <c:v>42416.393001000004</c:v>
                </c:pt>
                <c:pt idx="117">
                  <c:v>43003.633855</c:v>
                </c:pt>
                <c:pt idx="118">
                  <c:v>41944.955333999998</c:v>
                </c:pt>
                <c:pt idx="119">
                  <c:v>43128.736312000001</c:v>
                </c:pt>
                <c:pt idx="120">
                  <c:v>44600.741747</c:v>
                </c:pt>
                <c:pt idx="121">
                  <c:v>46082.511519</c:v>
                </c:pt>
                <c:pt idx="122">
                  <c:v>44286.778957000002</c:v>
                </c:pt>
                <c:pt idx="123">
                  <c:v>42939.935815999997</c:v>
                </c:pt>
                <c:pt idx="124">
                  <c:v>43520.211337000001</c:v>
                </c:pt>
                <c:pt idx="125">
                  <c:v>42416.620365000002</c:v>
                </c:pt>
                <c:pt idx="126">
                  <c:v>43327.777870000005</c:v>
                </c:pt>
                <c:pt idx="127">
                  <c:v>45900.684090999996</c:v>
                </c:pt>
                <c:pt idx="128">
                  <c:v>45450.157186999997</c:v>
                </c:pt>
                <c:pt idx="129">
                  <c:v>42317.308489999996</c:v>
                </c:pt>
                <c:pt idx="130">
                  <c:v>42762.644640999999</c:v>
                </c:pt>
                <c:pt idx="131">
                  <c:v>43175.455362000001</c:v>
                </c:pt>
                <c:pt idx="132">
                  <c:v>43366.083778999993</c:v>
                </c:pt>
                <c:pt idx="133">
                  <c:v>43601.144583000001</c:v>
                </c:pt>
                <c:pt idx="134">
                  <c:v>44106.711263999998</c:v>
                </c:pt>
                <c:pt idx="135">
                  <c:v>46583.425133000004</c:v>
                </c:pt>
                <c:pt idx="136">
                  <c:v>43035.208286000001</c:v>
                </c:pt>
                <c:pt idx="137">
                  <c:v>43121.655099999996</c:v>
                </c:pt>
                <c:pt idx="138">
                  <c:v>47108.549050000001</c:v>
                </c:pt>
                <c:pt idx="139">
                  <c:v>41900.86477</c:v>
                </c:pt>
                <c:pt idx="140">
                  <c:v>44362.884592999995</c:v>
                </c:pt>
                <c:pt idx="141">
                  <c:v>44368.625099999997</c:v>
                </c:pt>
                <c:pt idx="142">
                  <c:v>45065.938707999994</c:v>
                </c:pt>
                <c:pt idx="143">
                  <c:v>42770.659786999997</c:v>
                </c:pt>
                <c:pt idx="144">
                  <c:v>42960.363887</c:v>
                </c:pt>
                <c:pt idx="145">
                  <c:v>43550.089478999995</c:v>
                </c:pt>
                <c:pt idx="146">
                  <c:v>43496.151420000002</c:v>
                </c:pt>
                <c:pt idx="147">
                  <c:v>44360.082665000002</c:v>
                </c:pt>
                <c:pt idx="148">
                  <c:v>44942.811744999999</c:v>
                </c:pt>
                <c:pt idx="149">
                  <c:v>46398.506229999999</c:v>
                </c:pt>
                <c:pt idx="150">
                  <c:v>44462.118187999993</c:v>
                </c:pt>
                <c:pt idx="151">
                  <c:v>45109.419725</c:v>
                </c:pt>
                <c:pt idx="152">
                  <c:v>44266.270472999997</c:v>
                </c:pt>
                <c:pt idx="153">
                  <c:v>44919.492851999996</c:v>
                </c:pt>
                <c:pt idx="154">
                  <c:v>44631.505346999998</c:v>
                </c:pt>
                <c:pt idx="155">
                  <c:v>46639.759188999997</c:v>
                </c:pt>
                <c:pt idx="156">
                  <c:v>46618.880631</c:v>
                </c:pt>
                <c:pt idx="157">
                  <c:v>44456.265674000002</c:v>
                </c:pt>
                <c:pt idx="158">
                  <c:v>45699.013612000002</c:v>
                </c:pt>
                <c:pt idx="159">
                  <c:v>45959.632744000002</c:v>
                </c:pt>
                <c:pt idx="160">
                  <c:v>44020.239271999999</c:v>
                </c:pt>
                <c:pt idx="161">
                  <c:v>37222.167518000002</c:v>
                </c:pt>
                <c:pt idx="162">
                  <c:v>42199.926700000004</c:v>
                </c:pt>
                <c:pt idx="163">
                  <c:v>43449.031402000001</c:v>
                </c:pt>
                <c:pt idx="164">
                  <c:v>45793.415934999997</c:v>
                </c:pt>
                <c:pt idx="165">
                  <c:v>46487.970792</c:v>
                </c:pt>
                <c:pt idx="166">
                  <c:v>47427.278025</c:v>
                </c:pt>
                <c:pt idx="167">
                  <c:v>49792.010399999999</c:v>
                </c:pt>
                <c:pt idx="168">
                  <c:v>47382.158340999995</c:v>
                </c:pt>
                <c:pt idx="169">
                  <c:v>47812.283494999996</c:v>
                </c:pt>
                <c:pt idx="170">
                  <c:v>47736.608228999998</c:v>
                </c:pt>
                <c:pt idx="171">
                  <c:v>45935.182666000001</c:v>
                </c:pt>
                <c:pt idx="172">
                  <c:v>46833.802406999996</c:v>
                </c:pt>
                <c:pt idx="173">
                  <c:v>46487.538537</c:v>
                </c:pt>
                <c:pt idx="174">
                  <c:v>46742.978604999997</c:v>
                </c:pt>
                <c:pt idx="175">
                  <c:v>46694.832188999993</c:v>
                </c:pt>
                <c:pt idx="176">
                  <c:v>47998.408889999999</c:v>
                </c:pt>
                <c:pt idx="177">
                  <c:v>48441.085785000003</c:v>
                </c:pt>
                <c:pt idx="178">
                  <c:v>44422.155937999996</c:v>
                </c:pt>
                <c:pt idx="179">
                  <c:v>45055.631735999996</c:v>
                </c:pt>
                <c:pt idx="180">
                  <c:v>45911.967902000004</c:v>
                </c:pt>
                <c:pt idx="181">
                  <c:v>46413.826707</c:v>
                </c:pt>
                <c:pt idx="182">
                  <c:v>47430.391797999997</c:v>
                </c:pt>
                <c:pt idx="183">
                  <c:v>47734.794479000004</c:v>
                </c:pt>
                <c:pt idx="184">
                  <c:v>48594.003495999998</c:v>
                </c:pt>
                <c:pt idx="185">
                  <c:v>46017.551032999996</c:v>
                </c:pt>
                <c:pt idx="186">
                  <c:v>46825.392615999997</c:v>
                </c:pt>
                <c:pt idx="187">
                  <c:v>47549.553281</c:v>
                </c:pt>
                <c:pt idx="188">
                  <c:v>49727.923948000003</c:v>
                </c:pt>
                <c:pt idx="189">
                  <c:v>48739.000244999996</c:v>
                </c:pt>
                <c:pt idx="190">
                  <c:v>48938.066078999997</c:v>
                </c:pt>
                <c:pt idx="191">
                  <c:v>48014.439852999996</c:v>
                </c:pt>
                <c:pt idx="192">
                  <c:v>44942.787598000003</c:v>
                </c:pt>
                <c:pt idx="193">
                  <c:v>46082.449702999998</c:v>
                </c:pt>
                <c:pt idx="194">
                  <c:v>45567.223988999998</c:v>
                </c:pt>
                <c:pt idx="195">
                  <c:v>47897.153402999997</c:v>
                </c:pt>
                <c:pt idx="196">
                  <c:v>45834.795446999997</c:v>
                </c:pt>
                <c:pt idx="197">
                  <c:v>48271.217388000005</c:v>
                </c:pt>
                <c:pt idx="198">
                  <c:v>45868.799728999998</c:v>
                </c:pt>
                <c:pt idx="199">
                  <c:v>43967.657865000001</c:v>
                </c:pt>
                <c:pt idx="200">
                  <c:v>44007.710705999998</c:v>
                </c:pt>
                <c:pt idx="201">
                  <c:v>44537.280533999998</c:v>
                </c:pt>
                <c:pt idx="202">
                  <c:v>44721.061035999999</c:v>
                </c:pt>
                <c:pt idx="203">
                  <c:v>45519.250624</c:v>
                </c:pt>
                <c:pt idx="204">
                  <c:v>47269.630183999994</c:v>
                </c:pt>
                <c:pt idx="205">
                  <c:v>48355.653879999998</c:v>
                </c:pt>
                <c:pt idx="206">
                  <c:v>45763.710944999999</c:v>
                </c:pt>
                <c:pt idx="207">
                  <c:v>46091.511134</c:v>
                </c:pt>
                <c:pt idx="208">
                  <c:v>46749.550520999997</c:v>
                </c:pt>
                <c:pt idx="209">
                  <c:v>47101.712915000004</c:v>
                </c:pt>
                <c:pt idx="210">
                  <c:v>47036.910622999996</c:v>
                </c:pt>
                <c:pt idx="211">
                  <c:v>47200.571832000001</c:v>
                </c:pt>
                <c:pt idx="212">
                  <c:v>48193.045666999999</c:v>
                </c:pt>
                <c:pt idx="213">
                  <c:v>45836.052119</c:v>
                </c:pt>
                <c:pt idx="214">
                  <c:v>45509.355764</c:v>
                </c:pt>
                <c:pt idx="215">
                  <c:v>44735.207739999998</c:v>
                </c:pt>
                <c:pt idx="216">
                  <c:v>45696.668114</c:v>
                </c:pt>
                <c:pt idx="217">
                  <c:v>44949.240883999999</c:v>
                </c:pt>
                <c:pt idx="218">
                  <c:v>47261.987894000005</c:v>
                </c:pt>
                <c:pt idx="219">
                  <c:v>47383.911321</c:v>
                </c:pt>
                <c:pt idx="220">
                  <c:v>45255.895435999999</c:v>
                </c:pt>
                <c:pt idx="221">
                  <c:v>46543.960564000001</c:v>
                </c:pt>
                <c:pt idx="222">
                  <c:v>46178.201083</c:v>
                </c:pt>
                <c:pt idx="223">
                  <c:v>45825.208447999998</c:v>
                </c:pt>
                <c:pt idx="224">
                  <c:v>46175.139071999998</c:v>
                </c:pt>
                <c:pt idx="225">
                  <c:v>48384.415828999998</c:v>
                </c:pt>
                <c:pt idx="226">
                  <c:v>49446.581263</c:v>
                </c:pt>
                <c:pt idx="227">
                  <c:v>44773.541268000001</c:v>
                </c:pt>
                <c:pt idx="228">
                  <c:v>45805.194813999995</c:v>
                </c:pt>
                <c:pt idx="229">
                  <c:v>49481.157491999998</c:v>
                </c:pt>
                <c:pt idx="230">
                  <c:v>45785.246779000001</c:v>
                </c:pt>
                <c:pt idx="231">
                  <c:v>46277.682597999999</c:v>
                </c:pt>
                <c:pt idx="232">
                  <c:v>47932.820107000007</c:v>
                </c:pt>
                <c:pt idx="233">
                  <c:v>49220.384449999998</c:v>
                </c:pt>
                <c:pt idx="234">
                  <c:v>45362.288035000005</c:v>
                </c:pt>
                <c:pt idx="235">
                  <c:v>45099.902511</c:v>
                </c:pt>
                <c:pt idx="236">
                  <c:v>45343.723207999996</c:v>
                </c:pt>
                <c:pt idx="237">
                  <c:v>46549.297492000005</c:v>
                </c:pt>
                <c:pt idx="238">
                  <c:v>47024.201514999993</c:v>
                </c:pt>
                <c:pt idx="239">
                  <c:v>49119.516001999997</c:v>
                </c:pt>
                <c:pt idx="240">
                  <c:v>50358.747102999994</c:v>
                </c:pt>
                <c:pt idx="241">
                  <c:v>48362.632759</c:v>
                </c:pt>
                <c:pt idx="242">
                  <c:v>47385.001174999998</c:v>
                </c:pt>
                <c:pt idx="243">
                  <c:v>47173.824843999995</c:v>
                </c:pt>
                <c:pt idx="244">
                  <c:v>47762.479856999998</c:v>
                </c:pt>
                <c:pt idx="245">
                  <c:v>47561.780960000004</c:v>
                </c:pt>
                <c:pt idx="246">
                  <c:v>46690.002800999995</c:v>
                </c:pt>
                <c:pt idx="247">
                  <c:v>49735.619662000005</c:v>
                </c:pt>
                <c:pt idx="248">
                  <c:v>46511.667555</c:v>
                </c:pt>
                <c:pt idx="249">
                  <c:v>47614.707732999996</c:v>
                </c:pt>
                <c:pt idx="250">
                  <c:v>47626.552379000001</c:v>
                </c:pt>
                <c:pt idx="251">
                  <c:v>47385.238178</c:v>
                </c:pt>
                <c:pt idx="252">
                  <c:v>48197.671208</c:v>
                </c:pt>
                <c:pt idx="253">
                  <c:v>49278.595569999998</c:v>
                </c:pt>
                <c:pt idx="254">
                  <c:v>49594.964500000002</c:v>
                </c:pt>
                <c:pt idx="255">
                  <c:v>50288.160748000002</c:v>
                </c:pt>
                <c:pt idx="256">
                  <c:v>47122.299300999999</c:v>
                </c:pt>
                <c:pt idx="257">
                  <c:v>47396.167739000004</c:v>
                </c:pt>
                <c:pt idx="258">
                  <c:v>47728.49065</c:v>
                </c:pt>
                <c:pt idx="259">
                  <c:v>48137.156640000001</c:v>
                </c:pt>
                <c:pt idx="260">
                  <c:v>49055.503985999996</c:v>
                </c:pt>
                <c:pt idx="261">
                  <c:v>50738.973356000002</c:v>
                </c:pt>
                <c:pt idx="262">
                  <c:v>47137.213113999998</c:v>
                </c:pt>
                <c:pt idx="263">
                  <c:v>46507.858227000004</c:v>
                </c:pt>
                <c:pt idx="264">
                  <c:v>45198.749362000002</c:v>
                </c:pt>
                <c:pt idx="265">
                  <c:v>47607.498522000002</c:v>
                </c:pt>
                <c:pt idx="266">
                  <c:v>47524.756286999997</c:v>
                </c:pt>
                <c:pt idx="267">
                  <c:v>49429.867470000005</c:v>
                </c:pt>
                <c:pt idx="268">
                  <c:v>49435.199196000001</c:v>
                </c:pt>
                <c:pt idx="269">
                  <c:v>46570.083901999998</c:v>
                </c:pt>
                <c:pt idx="270">
                  <c:v>47307.957869999998</c:v>
                </c:pt>
                <c:pt idx="271">
                  <c:v>49748.850686999998</c:v>
                </c:pt>
                <c:pt idx="272">
                  <c:v>47668.041274999996</c:v>
                </c:pt>
                <c:pt idx="273">
                  <c:v>48118.065505999999</c:v>
                </c:pt>
                <c:pt idx="274">
                  <c:v>49663.656432999996</c:v>
                </c:pt>
                <c:pt idx="275">
                  <c:v>50406.443533000005</c:v>
                </c:pt>
                <c:pt idx="276">
                  <c:v>47234.046919</c:v>
                </c:pt>
                <c:pt idx="277">
                  <c:v>48771.031545999998</c:v>
                </c:pt>
                <c:pt idx="278">
                  <c:v>50057.778931000001</c:v>
                </c:pt>
                <c:pt idx="279">
                  <c:v>47813.087436000002</c:v>
                </c:pt>
                <c:pt idx="280">
                  <c:v>48316.977292999996</c:v>
                </c:pt>
                <c:pt idx="281">
                  <c:v>50105.117137999994</c:v>
                </c:pt>
                <c:pt idx="282">
                  <c:v>50095.902522000004</c:v>
                </c:pt>
                <c:pt idx="283">
                  <c:v>47949.317307000005</c:v>
                </c:pt>
                <c:pt idx="284">
                  <c:v>47634.778570000002</c:v>
                </c:pt>
                <c:pt idx="285">
                  <c:v>51230.831142999996</c:v>
                </c:pt>
                <c:pt idx="286">
                  <c:v>47118.319747999994</c:v>
                </c:pt>
                <c:pt idx="287">
                  <c:v>50021.652225999998</c:v>
                </c:pt>
                <c:pt idx="288">
                  <c:v>50122.207859999995</c:v>
                </c:pt>
                <c:pt idx="289">
                  <c:v>50738.325141000001</c:v>
                </c:pt>
                <c:pt idx="290">
                  <c:v>46416.849638</c:v>
                </c:pt>
                <c:pt idx="291">
                  <c:v>47038.123574000005</c:v>
                </c:pt>
                <c:pt idx="292">
                  <c:v>47844.534161000003</c:v>
                </c:pt>
                <c:pt idx="293">
                  <c:v>47585.586672000005</c:v>
                </c:pt>
                <c:pt idx="294">
                  <c:v>47952.503591000001</c:v>
                </c:pt>
                <c:pt idx="295">
                  <c:v>49133.49783</c:v>
                </c:pt>
                <c:pt idx="296">
                  <c:v>50356.224156999997</c:v>
                </c:pt>
                <c:pt idx="297">
                  <c:v>52785.607673999999</c:v>
                </c:pt>
                <c:pt idx="298">
                  <c:v>54089.027636999999</c:v>
                </c:pt>
                <c:pt idx="299">
                  <c:v>50988.131552999999</c:v>
                </c:pt>
                <c:pt idx="300">
                  <c:v>51039.737005000003</c:v>
                </c:pt>
                <c:pt idx="301">
                  <c:v>52076.991877</c:v>
                </c:pt>
                <c:pt idx="302">
                  <c:v>49883.582742999999</c:v>
                </c:pt>
                <c:pt idx="303">
                  <c:v>49187.813656999999</c:v>
                </c:pt>
                <c:pt idx="304">
                  <c:v>48028.332222000005</c:v>
                </c:pt>
                <c:pt idx="305">
                  <c:v>49247.326284000002</c:v>
                </c:pt>
                <c:pt idx="306">
                  <c:v>48679.638980999996</c:v>
                </c:pt>
                <c:pt idx="307">
                  <c:v>48567.410809000001</c:v>
                </c:pt>
                <c:pt idx="308">
                  <c:v>49346.882128999998</c:v>
                </c:pt>
                <c:pt idx="309">
                  <c:v>51699.406505000006</c:v>
                </c:pt>
                <c:pt idx="310">
                  <c:v>50647.875777000001</c:v>
                </c:pt>
                <c:pt idx="311">
                  <c:v>48820.237003999995</c:v>
                </c:pt>
                <c:pt idx="312">
                  <c:v>49545.136621999998</c:v>
                </c:pt>
                <c:pt idx="313">
                  <c:v>49138.825897999996</c:v>
                </c:pt>
                <c:pt idx="314">
                  <c:v>48503.231249999997</c:v>
                </c:pt>
                <c:pt idx="315">
                  <c:v>54975.407099000004</c:v>
                </c:pt>
                <c:pt idx="316">
                  <c:v>52848.334863999997</c:v>
                </c:pt>
                <c:pt idx="317">
                  <c:v>52339.376732999997</c:v>
                </c:pt>
                <c:pt idx="318">
                  <c:v>48908.331960999996</c:v>
                </c:pt>
                <c:pt idx="319">
                  <c:v>48618.873986999999</c:v>
                </c:pt>
                <c:pt idx="320">
                  <c:v>48541.878889</c:v>
                </c:pt>
                <c:pt idx="321">
                  <c:v>48430.613694</c:v>
                </c:pt>
                <c:pt idx="322">
                  <c:v>49232.729600999999</c:v>
                </c:pt>
                <c:pt idx="323">
                  <c:v>51405.863973</c:v>
                </c:pt>
                <c:pt idx="324">
                  <c:v>51991.263727000005</c:v>
                </c:pt>
                <c:pt idx="325">
                  <c:v>48491.530756</c:v>
                </c:pt>
                <c:pt idx="326">
                  <c:v>49497.467141000001</c:v>
                </c:pt>
                <c:pt idx="327">
                  <c:v>52176.215549</c:v>
                </c:pt>
                <c:pt idx="328">
                  <c:v>49734.419284000003</c:v>
                </c:pt>
                <c:pt idx="329">
                  <c:v>50741.791086000005</c:v>
                </c:pt>
                <c:pt idx="330">
                  <c:v>52792.057213</c:v>
                </c:pt>
                <c:pt idx="331">
                  <c:v>52752.416494000005</c:v>
                </c:pt>
                <c:pt idx="332">
                  <c:v>48989.911309000003</c:v>
                </c:pt>
                <c:pt idx="333">
                  <c:v>49002.096106999998</c:v>
                </c:pt>
                <c:pt idx="334">
                  <c:v>48722.013623999999</c:v>
                </c:pt>
                <c:pt idx="335">
                  <c:v>48670.704504000001</c:v>
                </c:pt>
                <c:pt idx="336">
                  <c:v>52734.336683999994</c:v>
                </c:pt>
                <c:pt idx="337">
                  <c:v>52089.436697999998</c:v>
                </c:pt>
                <c:pt idx="338">
                  <c:v>53317.378594000002</c:v>
                </c:pt>
                <c:pt idx="339">
                  <c:v>48737.586091999998</c:v>
                </c:pt>
                <c:pt idx="340">
                  <c:v>49325.837934000003</c:v>
                </c:pt>
                <c:pt idx="341">
                  <c:v>50783.739105000001</c:v>
                </c:pt>
                <c:pt idx="342">
                  <c:v>53268.446716999999</c:v>
                </c:pt>
                <c:pt idx="343">
                  <c:v>50647.011261</c:v>
                </c:pt>
                <c:pt idx="344">
                  <c:v>49295.459163</c:v>
                </c:pt>
                <c:pt idx="345">
                  <c:v>54224.235463999998</c:v>
                </c:pt>
                <c:pt idx="346">
                  <c:v>50346.335347</c:v>
                </c:pt>
                <c:pt idx="347">
                  <c:v>50603.179736999999</c:v>
                </c:pt>
                <c:pt idx="348">
                  <c:v>50684.449825999996</c:v>
                </c:pt>
                <c:pt idx="349">
                  <c:v>50582.296550000006</c:v>
                </c:pt>
                <c:pt idx="350">
                  <c:v>49522.294650999997</c:v>
                </c:pt>
                <c:pt idx="351">
                  <c:v>52373.094139000001</c:v>
                </c:pt>
                <c:pt idx="352">
                  <c:v>53175.911954999996</c:v>
                </c:pt>
                <c:pt idx="353">
                  <c:v>49171.358680000005</c:v>
                </c:pt>
                <c:pt idx="354">
                  <c:v>48523.339015999998</c:v>
                </c:pt>
                <c:pt idx="355">
                  <c:v>48476.533775000004</c:v>
                </c:pt>
                <c:pt idx="356">
                  <c:v>47846.433625999998</c:v>
                </c:pt>
                <c:pt idx="357">
                  <c:v>48363.214701000004</c:v>
                </c:pt>
                <c:pt idx="358">
                  <c:v>52522.457540000003</c:v>
                </c:pt>
                <c:pt idx="359">
                  <c:v>52772.989200999997</c:v>
                </c:pt>
                <c:pt idx="360">
                  <c:v>50140.265355000003</c:v>
                </c:pt>
                <c:pt idx="361">
                  <c:v>49472.279917</c:v>
                </c:pt>
                <c:pt idx="362">
                  <c:v>49367.093451000001</c:v>
                </c:pt>
                <c:pt idx="363">
                  <c:v>50856.289925999998</c:v>
                </c:pt>
                <c:pt idx="364">
                  <c:v>50610.480803999999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636-4D19-9D0D-F3ABCFD5C8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6849583"/>
        <c:axId val="1416850063"/>
      </c:lineChart>
      <c:dateAx>
        <c:axId val="14168495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850063"/>
        <c:crosses val="autoZero"/>
        <c:auto val="1"/>
        <c:lblOffset val="100"/>
        <c:baseTimeUnit val="days"/>
      </c:dateAx>
      <c:valAx>
        <c:axId val="1416850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Total Data Traffic (TB)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6849583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rgbClr val="002060"/>
                </a:solidFill>
              </a:rPr>
              <a:t>VoLTE traffic Behavior - Southern Cluster 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VoLTE!$B$1</c:f>
              <c:strCache>
                <c:ptCount val="1"/>
                <c:pt idx="0">
                  <c:v>Galle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VoLTE!$A$2:$A$366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VoLTE!$B$2:$B$366</c:f>
              <c:numCache>
                <c:formatCode>General</c:formatCode>
                <c:ptCount val="365"/>
                <c:pt idx="0">
                  <c:v>1301.6205</c:v>
                </c:pt>
                <c:pt idx="1">
                  <c:v>1256.0590999999999</c:v>
                </c:pt>
                <c:pt idx="2">
                  <c:v>1393.4964</c:v>
                </c:pt>
                <c:pt idx="3">
                  <c:v>1388.0685000000001</c:v>
                </c:pt>
                <c:pt idx="4">
                  <c:v>1430.9142999999999</c:v>
                </c:pt>
                <c:pt idx="5">
                  <c:v>1410.5155</c:v>
                </c:pt>
                <c:pt idx="6">
                  <c:v>1423.5436999999999</c:v>
                </c:pt>
                <c:pt idx="7">
                  <c:v>1301.7532000000001</c:v>
                </c:pt>
                <c:pt idx="8">
                  <c:v>1225.1615999999999</c:v>
                </c:pt>
                <c:pt idx="9">
                  <c:v>1368.7065</c:v>
                </c:pt>
                <c:pt idx="10">
                  <c:v>1357.3676</c:v>
                </c:pt>
                <c:pt idx="11">
                  <c:v>1311.6447000000001</c:v>
                </c:pt>
                <c:pt idx="12">
                  <c:v>1361.1409000000001</c:v>
                </c:pt>
                <c:pt idx="13">
                  <c:v>1363.4843000000001</c:v>
                </c:pt>
                <c:pt idx="14">
                  <c:v>1243.8857</c:v>
                </c:pt>
                <c:pt idx="15">
                  <c:v>1133.8688</c:v>
                </c:pt>
                <c:pt idx="16">
                  <c:v>1326.8624</c:v>
                </c:pt>
                <c:pt idx="17">
                  <c:v>1312.8511000000001</c:v>
                </c:pt>
                <c:pt idx="18">
                  <c:v>1368.5335</c:v>
                </c:pt>
                <c:pt idx="19">
                  <c:v>1113.3516</c:v>
                </c:pt>
                <c:pt idx="20">
                  <c:v>1483.7333000000001</c:v>
                </c:pt>
                <c:pt idx="21">
                  <c:v>1275.0025000000001</c:v>
                </c:pt>
                <c:pt idx="22">
                  <c:v>1230.9467999999999</c:v>
                </c:pt>
                <c:pt idx="23">
                  <c:v>1315.2216000000001</c:v>
                </c:pt>
                <c:pt idx="24">
                  <c:v>1313.6722</c:v>
                </c:pt>
                <c:pt idx="25">
                  <c:v>1275.4565</c:v>
                </c:pt>
                <c:pt idx="26">
                  <c:v>1300.6291000000001</c:v>
                </c:pt>
                <c:pt idx="27">
                  <c:v>1345.2409</c:v>
                </c:pt>
                <c:pt idx="28">
                  <c:v>1277.0929000000001</c:v>
                </c:pt>
                <c:pt idx="29">
                  <c:v>1179.2748999999999</c:v>
                </c:pt>
                <c:pt idx="30">
                  <c:v>1304.9114999999999</c:v>
                </c:pt>
                <c:pt idx="31">
                  <c:v>1311.6087</c:v>
                </c:pt>
                <c:pt idx="32">
                  <c:v>1252.9598000000001</c:v>
                </c:pt>
                <c:pt idx="33">
                  <c:v>1276.0657000000001</c:v>
                </c:pt>
                <c:pt idx="34">
                  <c:v>1268.4114</c:v>
                </c:pt>
                <c:pt idx="35">
                  <c:v>1209.4169999999999</c:v>
                </c:pt>
                <c:pt idx="36">
                  <c:v>1132.8155999999999</c:v>
                </c:pt>
                <c:pt idx="37">
                  <c:v>1344.9670000000001</c:v>
                </c:pt>
                <c:pt idx="38">
                  <c:v>1323.0608999999999</c:v>
                </c:pt>
                <c:pt idx="39">
                  <c:v>1266.7606000000001</c:v>
                </c:pt>
                <c:pt idx="40">
                  <c:v>1271.7653</c:v>
                </c:pt>
                <c:pt idx="41">
                  <c:v>1272.6183000000001</c:v>
                </c:pt>
                <c:pt idx="42">
                  <c:v>1189.1645000000001</c:v>
                </c:pt>
                <c:pt idx="43">
                  <c:v>1154.5784000000001</c:v>
                </c:pt>
                <c:pt idx="44">
                  <c:v>1283.8684000000001</c:v>
                </c:pt>
                <c:pt idx="45">
                  <c:v>1250.6319000000001</c:v>
                </c:pt>
                <c:pt idx="46">
                  <c:v>1296.365</c:v>
                </c:pt>
                <c:pt idx="47">
                  <c:v>1300.8407999999999</c:v>
                </c:pt>
                <c:pt idx="48">
                  <c:v>1053.0311999999999</c:v>
                </c:pt>
                <c:pt idx="49">
                  <c:v>1251.8176000000001</c:v>
                </c:pt>
                <c:pt idx="50">
                  <c:v>1185.4158</c:v>
                </c:pt>
                <c:pt idx="51">
                  <c:v>1316.1032</c:v>
                </c:pt>
                <c:pt idx="52">
                  <c:v>1239.1187</c:v>
                </c:pt>
                <c:pt idx="53">
                  <c:v>1274.4817</c:v>
                </c:pt>
                <c:pt idx="54">
                  <c:v>1247.8638000000001</c:v>
                </c:pt>
                <c:pt idx="55">
                  <c:v>1261.3876</c:v>
                </c:pt>
                <c:pt idx="56">
                  <c:v>1199.7045000000001</c:v>
                </c:pt>
                <c:pt idx="57">
                  <c:v>1125.8859</c:v>
                </c:pt>
                <c:pt idx="58">
                  <c:v>1251.0418</c:v>
                </c:pt>
                <c:pt idx="59">
                  <c:v>1273.8453</c:v>
                </c:pt>
                <c:pt idx="60">
                  <c:v>1280.3934999999999</c:v>
                </c:pt>
                <c:pt idx="61">
                  <c:v>1301.1474000000001</c:v>
                </c:pt>
                <c:pt idx="62">
                  <c:v>1285.6219000000001</c:v>
                </c:pt>
                <c:pt idx="63">
                  <c:v>1193.4646</c:v>
                </c:pt>
                <c:pt idx="64">
                  <c:v>1192.6695999999999</c:v>
                </c:pt>
                <c:pt idx="65">
                  <c:v>1312.2538</c:v>
                </c:pt>
                <c:pt idx="66">
                  <c:v>1312.4059999999999</c:v>
                </c:pt>
                <c:pt idx="67">
                  <c:v>1280.7663</c:v>
                </c:pt>
                <c:pt idx="68">
                  <c:v>1225.7184999999999</c:v>
                </c:pt>
                <c:pt idx="69">
                  <c:v>1240.6507999999999</c:v>
                </c:pt>
                <c:pt idx="70">
                  <c:v>1221.3833999999999</c:v>
                </c:pt>
                <c:pt idx="71">
                  <c:v>1167.7082</c:v>
                </c:pt>
                <c:pt idx="72">
                  <c:v>1253.4927</c:v>
                </c:pt>
                <c:pt idx="73">
                  <c:v>1278.0623000000001</c:v>
                </c:pt>
                <c:pt idx="74">
                  <c:v>1254.8769</c:v>
                </c:pt>
                <c:pt idx="75">
                  <c:v>1391.9989</c:v>
                </c:pt>
                <c:pt idx="76">
                  <c:v>1176.4466</c:v>
                </c:pt>
                <c:pt idx="77">
                  <c:v>1191.0817999999999</c:v>
                </c:pt>
                <c:pt idx="78">
                  <c:v>1055.0128</c:v>
                </c:pt>
                <c:pt idx="79">
                  <c:v>1288.0777</c:v>
                </c:pt>
                <c:pt idx="80">
                  <c:v>1280.2761</c:v>
                </c:pt>
                <c:pt idx="81">
                  <c:v>1275.8725999999999</c:v>
                </c:pt>
                <c:pt idx="82">
                  <c:v>1287.9467999999999</c:v>
                </c:pt>
                <c:pt idx="83">
                  <c:v>1291.6541999999999</c:v>
                </c:pt>
                <c:pt idx="84">
                  <c:v>1213.8874000000001</c:v>
                </c:pt>
                <c:pt idx="85">
                  <c:v>1157.5436999999999</c:v>
                </c:pt>
                <c:pt idx="86">
                  <c:v>1253.9059999999999</c:v>
                </c:pt>
                <c:pt idx="87">
                  <c:v>1251.1496999999999</c:v>
                </c:pt>
                <c:pt idx="88">
                  <c:v>1185.1804999999999</c:v>
                </c:pt>
                <c:pt idx="89">
                  <c:v>1189.4779000000001</c:v>
                </c:pt>
                <c:pt idx="90">
                  <c:v>1219.3375000000001</c:v>
                </c:pt>
                <c:pt idx="91">
                  <c:v>1141.8152</c:v>
                </c:pt>
                <c:pt idx="92">
                  <c:v>1116.8877</c:v>
                </c:pt>
                <c:pt idx="93">
                  <c:v>1243.7910999999999</c:v>
                </c:pt>
                <c:pt idx="94">
                  <c:v>1208.0353</c:v>
                </c:pt>
                <c:pt idx="95">
                  <c:v>1223.4041999999999</c:v>
                </c:pt>
                <c:pt idx="96">
                  <c:v>1208.2343000000001</c:v>
                </c:pt>
                <c:pt idx="97">
                  <c:v>1228.0669</c:v>
                </c:pt>
                <c:pt idx="98">
                  <c:v>1200.7331999999999</c:v>
                </c:pt>
                <c:pt idx="99">
                  <c:v>1136.1670999999999</c:v>
                </c:pt>
                <c:pt idx="100">
                  <c:v>1264.3613</c:v>
                </c:pt>
                <c:pt idx="101">
                  <c:v>1290.72</c:v>
                </c:pt>
                <c:pt idx="102">
                  <c:v>1289.3354999999999</c:v>
                </c:pt>
                <c:pt idx="103">
                  <c:v>1271.1518000000001</c:v>
                </c:pt>
                <c:pt idx="104">
                  <c:v>1287.9135000000001</c:v>
                </c:pt>
                <c:pt idx="105">
                  <c:v>1187.3431</c:v>
                </c:pt>
                <c:pt idx="106">
                  <c:v>1199.4531999999999</c:v>
                </c:pt>
                <c:pt idx="107">
                  <c:v>1058.5156999999999</c:v>
                </c:pt>
                <c:pt idx="108">
                  <c:v>1268.4268</c:v>
                </c:pt>
                <c:pt idx="109">
                  <c:v>1262.7969000000001</c:v>
                </c:pt>
                <c:pt idx="110">
                  <c:v>1296.3063999999999</c:v>
                </c:pt>
                <c:pt idx="111">
                  <c:v>1314.7108000000001</c:v>
                </c:pt>
                <c:pt idx="112">
                  <c:v>1231.2629999999999</c:v>
                </c:pt>
                <c:pt idx="113">
                  <c:v>1104.4262000000001</c:v>
                </c:pt>
                <c:pt idx="114">
                  <c:v>1212.4294</c:v>
                </c:pt>
                <c:pt idx="115">
                  <c:v>1242.7065</c:v>
                </c:pt>
                <c:pt idx="116">
                  <c:v>1250.4463000000001</c:v>
                </c:pt>
                <c:pt idx="117">
                  <c:v>1244.1385</c:v>
                </c:pt>
                <c:pt idx="118">
                  <c:v>1224.5373</c:v>
                </c:pt>
                <c:pt idx="119">
                  <c:v>1197.5518999999999</c:v>
                </c:pt>
                <c:pt idx="120">
                  <c:v>1108.2421999999999</c:v>
                </c:pt>
                <c:pt idx="121">
                  <c:v>1109.0966000000001</c:v>
                </c:pt>
                <c:pt idx="122">
                  <c:v>1271.0046</c:v>
                </c:pt>
                <c:pt idx="123">
                  <c:v>1234.0524</c:v>
                </c:pt>
                <c:pt idx="124">
                  <c:v>1196.4086</c:v>
                </c:pt>
                <c:pt idx="125">
                  <c:v>1283.0556999999999</c:v>
                </c:pt>
                <c:pt idx="126">
                  <c:v>1177.3825999999999</c:v>
                </c:pt>
                <c:pt idx="127">
                  <c:v>1148.7076999999999</c:v>
                </c:pt>
                <c:pt idx="128">
                  <c:v>1296.1288</c:v>
                </c:pt>
                <c:pt idx="129">
                  <c:v>1275.0712000000001</c:v>
                </c:pt>
                <c:pt idx="130">
                  <c:v>1296.5098</c:v>
                </c:pt>
                <c:pt idx="131">
                  <c:v>1301.0165999999999</c:v>
                </c:pt>
                <c:pt idx="132">
                  <c:v>1251.8092999999999</c:v>
                </c:pt>
                <c:pt idx="133">
                  <c:v>1267.9329</c:v>
                </c:pt>
                <c:pt idx="134">
                  <c:v>1199.1808000000001</c:v>
                </c:pt>
                <c:pt idx="135">
                  <c:v>1356.3823</c:v>
                </c:pt>
                <c:pt idx="136">
                  <c:v>1506.5675000000001</c:v>
                </c:pt>
                <c:pt idx="137">
                  <c:v>1237.4784</c:v>
                </c:pt>
                <c:pt idx="138">
                  <c:v>1461.6172999999999</c:v>
                </c:pt>
                <c:pt idx="139">
                  <c:v>1413.6129000000001</c:v>
                </c:pt>
                <c:pt idx="140">
                  <c:v>1656.6505999999999</c:v>
                </c:pt>
                <c:pt idx="141">
                  <c:v>1649.029</c:v>
                </c:pt>
                <c:pt idx="142">
                  <c:v>1819.1087</c:v>
                </c:pt>
                <c:pt idx="143">
                  <c:v>1783.7219</c:v>
                </c:pt>
                <c:pt idx="144">
                  <c:v>1725.7831000000001</c:v>
                </c:pt>
                <c:pt idx="145">
                  <c:v>1693.7467999999999</c:v>
                </c:pt>
                <c:pt idx="146">
                  <c:v>1714.1090999999999</c:v>
                </c:pt>
                <c:pt idx="147">
                  <c:v>1657.8054999999999</c:v>
                </c:pt>
                <c:pt idx="148">
                  <c:v>1564.1346000000001</c:v>
                </c:pt>
                <c:pt idx="149">
                  <c:v>1699.6559</c:v>
                </c:pt>
                <c:pt idx="150">
                  <c:v>1665.4233999999999</c:v>
                </c:pt>
                <c:pt idx="151">
                  <c:v>1711.2462</c:v>
                </c:pt>
                <c:pt idx="152">
                  <c:v>1705.1083000000001</c:v>
                </c:pt>
                <c:pt idx="153">
                  <c:v>1663.7212</c:v>
                </c:pt>
                <c:pt idx="154">
                  <c:v>1662.8116</c:v>
                </c:pt>
                <c:pt idx="155">
                  <c:v>1558.8204000000001</c:v>
                </c:pt>
                <c:pt idx="156">
                  <c:v>1737.8299</c:v>
                </c:pt>
                <c:pt idx="157">
                  <c:v>1762.5399</c:v>
                </c:pt>
                <c:pt idx="158">
                  <c:v>1709.1133</c:v>
                </c:pt>
                <c:pt idx="159">
                  <c:v>1678.0786000000001</c:v>
                </c:pt>
                <c:pt idx="160">
                  <c:v>1775.9413999999999</c:v>
                </c:pt>
                <c:pt idx="161">
                  <c:v>1721.1089999999999</c:v>
                </c:pt>
                <c:pt idx="162">
                  <c:v>1751.4577999999999</c:v>
                </c:pt>
                <c:pt idx="163">
                  <c:v>1892.8959</c:v>
                </c:pt>
                <c:pt idx="164">
                  <c:v>1813.4119000000001</c:v>
                </c:pt>
                <c:pt idx="165">
                  <c:v>1856.8556000000001</c:v>
                </c:pt>
                <c:pt idx="166">
                  <c:v>1456.8306</c:v>
                </c:pt>
                <c:pt idx="167">
                  <c:v>1757.2222999999999</c:v>
                </c:pt>
                <c:pt idx="168">
                  <c:v>1647.2868000000001</c:v>
                </c:pt>
                <c:pt idx="169">
                  <c:v>1523.0776000000001</c:v>
                </c:pt>
                <c:pt idx="170">
                  <c:v>1768.2792999999999</c:v>
                </c:pt>
                <c:pt idx="171">
                  <c:v>1770.7202</c:v>
                </c:pt>
                <c:pt idx="172">
                  <c:v>1741.9707000000001</c:v>
                </c:pt>
                <c:pt idx="173">
                  <c:v>1781.2552000000001</c:v>
                </c:pt>
                <c:pt idx="174">
                  <c:v>1776.7732000000001</c:v>
                </c:pt>
                <c:pt idx="175">
                  <c:v>1803.2021999999999</c:v>
                </c:pt>
                <c:pt idx="176">
                  <c:v>1806.4686999999999</c:v>
                </c:pt>
                <c:pt idx="177">
                  <c:v>2039.7782999999999</c:v>
                </c:pt>
                <c:pt idx="178">
                  <c:v>1966.3143</c:v>
                </c:pt>
                <c:pt idx="179">
                  <c:v>1956.3458000000001</c:v>
                </c:pt>
                <c:pt idx="180">
                  <c:v>2010.5789</c:v>
                </c:pt>
                <c:pt idx="181">
                  <c:v>1977.6594</c:v>
                </c:pt>
                <c:pt idx="182">
                  <c:v>1889.7655</c:v>
                </c:pt>
                <c:pt idx="183">
                  <c:v>1799.8606</c:v>
                </c:pt>
                <c:pt idx="184">
                  <c:v>2026.606</c:v>
                </c:pt>
                <c:pt idx="185">
                  <c:v>1983.9094</c:v>
                </c:pt>
                <c:pt idx="186">
                  <c:v>1973.0704000000001</c:v>
                </c:pt>
                <c:pt idx="187">
                  <c:v>1706.7638999999999</c:v>
                </c:pt>
                <c:pt idx="188">
                  <c:v>1953.9391000000001</c:v>
                </c:pt>
                <c:pt idx="189">
                  <c:v>1845.9260999999999</c:v>
                </c:pt>
                <c:pt idx="190">
                  <c:v>1798.9099000000001</c:v>
                </c:pt>
                <c:pt idx="191">
                  <c:v>2019.8785</c:v>
                </c:pt>
                <c:pt idx="192">
                  <c:v>2002.4272000000001</c:v>
                </c:pt>
                <c:pt idx="193">
                  <c:v>2130.4018000000001</c:v>
                </c:pt>
                <c:pt idx="194">
                  <c:v>2204.7267000000002</c:v>
                </c:pt>
                <c:pt idx="195">
                  <c:v>1988.8005000000001</c:v>
                </c:pt>
                <c:pt idx="196">
                  <c:v>1671.8912</c:v>
                </c:pt>
                <c:pt idx="197">
                  <c:v>1869.3463999999999</c:v>
                </c:pt>
                <c:pt idx="198">
                  <c:v>2067.4362000000001</c:v>
                </c:pt>
                <c:pt idx="199">
                  <c:v>2013.5799</c:v>
                </c:pt>
                <c:pt idx="200">
                  <c:v>2039.4184</c:v>
                </c:pt>
                <c:pt idx="201">
                  <c:v>1973.2946999999999</c:v>
                </c:pt>
                <c:pt idx="202">
                  <c:v>2014.7704000000001</c:v>
                </c:pt>
                <c:pt idx="203">
                  <c:v>1894.7138</c:v>
                </c:pt>
                <c:pt idx="204">
                  <c:v>1774.9676999999999</c:v>
                </c:pt>
                <c:pt idx="205">
                  <c:v>1994.3245999999999</c:v>
                </c:pt>
                <c:pt idx="206">
                  <c:v>1928.9981</c:v>
                </c:pt>
                <c:pt idx="207">
                  <c:v>1978.7235000000001</c:v>
                </c:pt>
                <c:pt idx="208">
                  <c:v>1825.5746999999999</c:v>
                </c:pt>
                <c:pt idx="209">
                  <c:v>1965.4376</c:v>
                </c:pt>
                <c:pt idx="210">
                  <c:v>1877.2512999999999</c:v>
                </c:pt>
                <c:pt idx="211">
                  <c:v>1802.3584000000001</c:v>
                </c:pt>
                <c:pt idx="212">
                  <c:v>2025.5081</c:v>
                </c:pt>
                <c:pt idx="213">
                  <c:v>2019.7431999999999</c:v>
                </c:pt>
                <c:pt idx="214">
                  <c:v>2054.703</c:v>
                </c:pt>
                <c:pt idx="215">
                  <c:v>2010.6003000000001</c:v>
                </c:pt>
                <c:pt idx="216">
                  <c:v>2091.9879000000001</c:v>
                </c:pt>
                <c:pt idx="217">
                  <c:v>1928.8603000000001</c:v>
                </c:pt>
                <c:pt idx="218">
                  <c:v>1870.104</c:v>
                </c:pt>
                <c:pt idx="219">
                  <c:v>2101.0277999999998</c:v>
                </c:pt>
                <c:pt idx="220">
                  <c:v>2069.4182999999998</c:v>
                </c:pt>
                <c:pt idx="221">
                  <c:v>2073.9371999999998</c:v>
                </c:pt>
                <c:pt idx="222">
                  <c:v>2029.7084</c:v>
                </c:pt>
                <c:pt idx="223">
                  <c:v>2040.4992</c:v>
                </c:pt>
                <c:pt idx="224">
                  <c:v>1961.8054</c:v>
                </c:pt>
                <c:pt idx="225">
                  <c:v>1658.6057000000001</c:v>
                </c:pt>
                <c:pt idx="226">
                  <c:v>2020.2439999999999</c:v>
                </c:pt>
                <c:pt idx="227">
                  <c:v>2042.1985</c:v>
                </c:pt>
                <c:pt idx="228">
                  <c:v>1800.7849000000001</c:v>
                </c:pt>
                <c:pt idx="229">
                  <c:v>2115.5463</c:v>
                </c:pt>
                <c:pt idx="230">
                  <c:v>2066.5219999999999</c:v>
                </c:pt>
                <c:pt idx="231">
                  <c:v>1945.5579</c:v>
                </c:pt>
                <c:pt idx="232">
                  <c:v>1857.4936</c:v>
                </c:pt>
                <c:pt idx="233">
                  <c:v>2087.8917000000001</c:v>
                </c:pt>
                <c:pt idx="234">
                  <c:v>2096.4571000000001</c:v>
                </c:pt>
                <c:pt idx="235">
                  <c:v>2124.9362000000001</c:v>
                </c:pt>
                <c:pt idx="236">
                  <c:v>2063.2485000000001</c:v>
                </c:pt>
                <c:pt idx="237">
                  <c:v>2079.0304999999998</c:v>
                </c:pt>
                <c:pt idx="238">
                  <c:v>1899.5695000000001</c:v>
                </c:pt>
                <c:pt idx="239">
                  <c:v>1770.0844</c:v>
                </c:pt>
                <c:pt idx="240">
                  <c:v>1971.2277999999999</c:v>
                </c:pt>
                <c:pt idx="241">
                  <c:v>1972.5464999999999</c:v>
                </c:pt>
                <c:pt idx="242">
                  <c:v>1945.1602</c:v>
                </c:pt>
                <c:pt idx="243">
                  <c:v>1920.2885000000001</c:v>
                </c:pt>
                <c:pt idx="244">
                  <c:v>1953.3330000000001</c:v>
                </c:pt>
                <c:pt idx="245">
                  <c:v>1838.4746</c:v>
                </c:pt>
                <c:pt idx="246">
                  <c:v>1753.1080999999999</c:v>
                </c:pt>
                <c:pt idx="247">
                  <c:v>1997.0306</c:v>
                </c:pt>
                <c:pt idx="248">
                  <c:v>2013.9192</c:v>
                </c:pt>
                <c:pt idx="249">
                  <c:v>1975.9027000000001</c:v>
                </c:pt>
                <c:pt idx="250">
                  <c:v>2028.8053</c:v>
                </c:pt>
                <c:pt idx="251">
                  <c:v>2088.7593000000002</c:v>
                </c:pt>
                <c:pt idx="252">
                  <c:v>2006.3530000000001</c:v>
                </c:pt>
                <c:pt idx="253">
                  <c:v>2012.2951</c:v>
                </c:pt>
                <c:pt idx="254">
                  <c:v>1753.2873</c:v>
                </c:pt>
                <c:pt idx="255">
                  <c:v>2132.1203</c:v>
                </c:pt>
                <c:pt idx="256">
                  <c:v>2100.9243000000001</c:v>
                </c:pt>
                <c:pt idx="257">
                  <c:v>2075.7847000000002</c:v>
                </c:pt>
                <c:pt idx="258">
                  <c:v>2086.2498999999998</c:v>
                </c:pt>
                <c:pt idx="259">
                  <c:v>1969.3338000000001</c:v>
                </c:pt>
                <c:pt idx="260">
                  <c:v>1858.5354</c:v>
                </c:pt>
                <c:pt idx="261">
                  <c:v>2105.0218</c:v>
                </c:pt>
                <c:pt idx="262">
                  <c:v>2058.7060000000001</c:v>
                </c:pt>
                <c:pt idx="263">
                  <c:v>2105.3227000000002</c:v>
                </c:pt>
                <c:pt idx="264">
                  <c:v>2096.6369</c:v>
                </c:pt>
                <c:pt idx="265">
                  <c:v>2092.8262</c:v>
                </c:pt>
                <c:pt idx="266">
                  <c:v>1994.7429999999999</c:v>
                </c:pt>
                <c:pt idx="267">
                  <c:v>2044.0853</c:v>
                </c:pt>
                <c:pt idx="268">
                  <c:v>2300.4207000000001</c:v>
                </c:pt>
                <c:pt idx="269">
                  <c:v>2221.7725999999998</c:v>
                </c:pt>
                <c:pt idx="270">
                  <c:v>2072.6828</c:v>
                </c:pt>
                <c:pt idx="271">
                  <c:v>2138.4218999999998</c:v>
                </c:pt>
                <c:pt idx="272">
                  <c:v>2108.8761</c:v>
                </c:pt>
                <c:pt idx="273">
                  <c:v>2046.0273</c:v>
                </c:pt>
                <c:pt idx="274">
                  <c:v>1938.8389999999999</c:v>
                </c:pt>
                <c:pt idx="275">
                  <c:v>2103.5041000000001</c:v>
                </c:pt>
                <c:pt idx="276">
                  <c:v>2105.5594999999998</c:v>
                </c:pt>
                <c:pt idx="277">
                  <c:v>1998.155</c:v>
                </c:pt>
                <c:pt idx="278">
                  <c:v>2144.4268999999999</c:v>
                </c:pt>
                <c:pt idx="279">
                  <c:v>2144.0109000000002</c:v>
                </c:pt>
                <c:pt idx="280">
                  <c:v>2013.5539000000001</c:v>
                </c:pt>
                <c:pt idx="281">
                  <c:v>1824.0834</c:v>
                </c:pt>
                <c:pt idx="282">
                  <c:v>2167.5308</c:v>
                </c:pt>
                <c:pt idx="283">
                  <c:v>2112.8344999999999</c:v>
                </c:pt>
                <c:pt idx="284">
                  <c:v>1968.4599000000001</c:v>
                </c:pt>
                <c:pt idx="285">
                  <c:v>2132.5601000000001</c:v>
                </c:pt>
                <c:pt idx="286">
                  <c:v>1976.7811999999999</c:v>
                </c:pt>
                <c:pt idx="287">
                  <c:v>1944.9729</c:v>
                </c:pt>
                <c:pt idx="288">
                  <c:v>1867.5755999999999</c:v>
                </c:pt>
                <c:pt idx="289">
                  <c:v>2106.4540000000002</c:v>
                </c:pt>
                <c:pt idx="290">
                  <c:v>2114.6833000000001</c:v>
                </c:pt>
                <c:pt idx="291">
                  <c:v>2124.1334999999999</c:v>
                </c:pt>
                <c:pt idx="292">
                  <c:v>2153.0232000000001</c:v>
                </c:pt>
                <c:pt idx="293">
                  <c:v>2225.3897000000002</c:v>
                </c:pt>
                <c:pt idx="294">
                  <c:v>2095.0327000000002</c:v>
                </c:pt>
                <c:pt idx="295">
                  <c:v>1981.2751000000001</c:v>
                </c:pt>
                <c:pt idx="296">
                  <c:v>1781.8769</c:v>
                </c:pt>
                <c:pt idx="297">
                  <c:v>1755.933</c:v>
                </c:pt>
                <c:pt idx="298">
                  <c:v>1762.5372</c:v>
                </c:pt>
                <c:pt idx="299">
                  <c:v>1869.05</c:v>
                </c:pt>
                <c:pt idx="300">
                  <c:v>1883.8276000000001</c:v>
                </c:pt>
                <c:pt idx="301">
                  <c:v>1894.4557</c:v>
                </c:pt>
                <c:pt idx="302">
                  <c:v>1787.6539</c:v>
                </c:pt>
                <c:pt idx="303">
                  <c:v>1980.9394</c:v>
                </c:pt>
                <c:pt idx="304">
                  <c:v>2040.6343999999999</c:v>
                </c:pt>
                <c:pt idx="305">
                  <c:v>2012.1721</c:v>
                </c:pt>
                <c:pt idx="306">
                  <c:v>2018.7709</c:v>
                </c:pt>
                <c:pt idx="307">
                  <c:v>2077.7566000000002</c:v>
                </c:pt>
                <c:pt idx="308">
                  <c:v>2261.9050999999999</c:v>
                </c:pt>
                <c:pt idx="309">
                  <c:v>2136.9085</c:v>
                </c:pt>
                <c:pt idx="310">
                  <c:v>2461.9524999999999</c:v>
                </c:pt>
                <c:pt idx="311">
                  <c:v>2407.0554000000002</c:v>
                </c:pt>
                <c:pt idx="312">
                  <c:v>2436.0187999999998</c:v>
                </c:pt>
                <c:pt idx="313">
                  <c:v>2477.8791999999999</c:v>
                </c:pt>
                <c:pt idx="314">
                  <c:v>2009.6248000000001</c:v>
                </c:pt>
                <c:pt idx="315">
                  <c:v>2123.2402999999999</c:v>
                </c:pt>
                <c:pt idx="316">
                  <c:v>2103.5864999999999</c:v>
                </c:pt>
                <c:pt idx="317">
                  <c:v>2369.9776999999999</c:v>
                </c:pt>
                <c:pt idx="318">
                  <c:v>2324.2963</c:v>
                </c:pt>
                <c:pt idx="319">
                  <c:v>2322.8272000000002</c:v>
                </c:pt>
                <c:pt idx="320">
                  <c:v>2285.2736</c:v>
                </c:pt>
                <c:pt idx="321">
                  <c:v>2371.1925000000001</c:v>
                </c:pt>
                <c:pt idx="322">
                  <c:v>2224.7986999999998</c:v>
                </c:pt>
                <c:pt idx="323">
                  <c:v>2087.3279000000002</c:v>
                </c:pt>
                <c:pt idx="324">
                  <c:v>2206.1152000000002</c:v>
                </c:pt>
                <c:pt idx="325">
                  <c:v>2270.5848000000001</c:v>
                </c:pt>
                <c:pt idx="326">
                  <c:v>2284.5257999999999</c:v>
                </c:pt>
                <c:pt idx="327">
                  <c:v>2237.5888</c:v>
                </c:pt>
                <c:pt idx="328">
                  <c:v>2231.7384999999999</c:v>
                </c:pt>
                <c:pt idx="329">
                  <c:v>2129.6448999999998</c:v>
                </c:pt>
                <c:pt idx="330">
                  <c:v>2076.0457000000001</c:v>
                </c:pt>
                <c:pt idx="331">
                  <c:v>2321.5866000000001</c:v>
                </c:pt>
                <c:pt idx="332">
                  <c:v>2311.7473</c:v>
                </c:pt>
                <c:pt idx="333">
                  <c:v>2264.2060999999999</c:v>
                </c:pt>
                <c:pt idx="334">
                  <c:v>2307.5953</c:v>
                </c:pt>
                <c:pt idx="335">
                  <c:v>2283.2511</c:v>
                </c:pt>
                <c:pt idx="336">
                  <c:v>2185.4126000000001</c:v>
                </c:pt>
                <c:pt idx="337">
                  <c:v>2123.5918000000001</c:v>
                </c:pt>
                <c:pt idx="338">
                  <c:v>2335.1343999999999</c:v>
                </c:pt>
                <c:pt idx="339">
                  <c:v>2352.4913999999999</c:v>
                </c:pt>
                <c:pt idx="340">
                  <c:v>2344.4562000000001</c:v>
                </c:pt>
                <c:pt idx="341">
                  <c:v>2170.8357999999998</c:v>
                </c:pt>
                <c:pt idx="342">
                  <c:v>2486.683</c:v>
                </c:pt>
                <c:pt idx="343">
                  <c:v>1984.6057000000001</c:v>
                </c:pt>
                <c:pt idx="344">
                  <c:v>2178.5520999999999</c:v>
                </c:pt>
                <c:pt idx="345">
                  <c:v>2702.2566999999999</c:v>
                </c:pt>
                <c:pt idx="346">
                  <c:v>2620.6448999999998</c:v>
                </c:pt>
                <c:pt idx="347">
                  <c:v>2606.3240000000001</c:v>
                </c:pt>
                <c:pt idx="348">
                  <c:v>2533.8467999999998</c:v>
                </c:pt>
                <c:pt idx="349">
                  <c:v>2537.1921000000002</c:v>
                </c:pt>
                <c:pt idx="350">
                  <c:v>2407.2725999999998</c:v>
                </c:pt>
                <c:pt idx="351">
                  <c:v>2253.3539000000001</c:v>
                </c:pt>
                <c:pt idx="352">
                  <c:v>2560.7134999999998</c:v>
                </c:pt>
                <c:pt idx="353">
                  <c:v>2568.1572999999999</c:v>
                </c:pt>
                <c:pt idx="354">
                  <c:v>2559.4596999999999</c:v>
                </c:pt>
                <c:pt idx="355">
                  <c:v>2675.0356000000002</c:v>
                </c:pt>
                <c:pt idx="356">
                  <c:v>2626.6860000000001</c:v>
                </c:pt>
                <c:pt idx="357">
                  <c:v>2411.9821999999999</c:v>
                </c:pt>
                <c:pt idx="358">
                  <c:v>2345.0533</c:v>
                </c:pt>
                <c:pt idx="359">
                  <c:v>2587.5201000000002</c:v>
                </c:pt>
                <c:pt idx="360">
                  <c:v>2289.0131999999999</c:v>
                </c:pt>
                <c:pt idx="361">
                  <c:v>2235.0938999999998</c:v>
                </c:pt>
                <c:pt idx="362">
                  <c:v>2241.0394000000001</c:v>
                </c:pt>
                <c:pt idx="363">
                  <c:v>2303.7732000000001</c:v>
                </c:pt>
                <c:pt idx="364">
                  <c:v>2357.2669999999998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02-40D9-B842-4FCD3F948572}"/>
            </c:ext>
          </c:extLst>
        </c:ser>
        <c:ser>
          <c:idx val="1"/>
          <c:order val="1"/>
          <c:tx>
            <c:strRef>
              <c:f>VoLTE!$C$1</c:f>
              <c:strCache>
                <c:ptCount val="1"/>
                <c:pt idx="0">
                  <c:v>Hambantota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VoLTE!$A$2:$A$366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VoLTE!$C$2:$C$366</c:f>
              <c:numCache>
                <c:formatCode>General</c:formatCode>
                <c:ptCount val="365"/>
                <c:pt idx="0">
                  <c:v>655.69770000000005</c:v>
                </c:pt>
                <c:pt idx="1">
                  <c:v>628.24839999999995</c:v>
                </c:pt>
                <c:pt idx="2">
                  <c:v>709.6893</c:v>
                </c:pt>
                <c:pt idx="3">
                  <c:v>730.45640000000003</c:v>
                </c:pt>
                <c:pt idx="4">
                  <c:v>732.28499999999997</c:v>
                </c:pt>
                <c:pt idx="5">
                  <c:v>703.6893</c:v>
                </c:pt>
                <c:pt idx="6">
                  <c:v>698.82939999999996</c:v>
                </c:pt>
                <c:pt idx="7">
                  <c:v>647.75559999999996</c:v>
                </c:pt>
                <c:pt idx="8">
                  <c:v>666.24860000000001</c:v>
                </c:pt>
                <c:pt idx="9">
                  <c:v>736.82950000000005</c:v>
                </c:pt>
                <c:pt idx="10">
                  <c:v>703.92319999999995</c:v>
                </c:pt>
                <c:pt idx="11">
                  <c:v>677.07870000000003</c:v>
                </c:pt>
                <c:pt idx="12">
                  <c:v>693.38139999999999</c:v>
                </c:pt>
                <c:pt idx="13">
                  <c:v>710.87980000000005</c:v>
                </c:pt>
                <c:pt idx="14">
                  <c:v>629.27359999999999</c:v>
                </c:pt>
                <c:pt idx="15">
                  <c:v>642.19190000000003</c:v>
                </c:pt>
                <c:pt idx="16">
                  <c:v>708.70519999999999</c:v>
                </c:pt>
                <c:pt idx="17">
                  <c:v>702.01009999999997</c:v>
                </c:pt>
                <c:pt idx="18">
                  <c:v>730.3886</c:v>
                </c:pt>
                <c:pt idx="19">
                  <c:v>609.01949999999999</c:v>
                </c:pt>
                <c:pt idx="20">
                  <c:v>807.61749999999995</c:v>
                </c:pt>
                <c:pt idx="21">
                  <c:v>674.69619999999998</c:v>
                </c:pt>
                <c:pt idx="22">
                  <c:v>664.36749999999995</c:v>
                </c:pt>
                <c:pt idx="23">
                  <c:v>720.13059999999996</c:v>
                </c:pt>
                <c:pt idx="24">
                  <c:v>708.56989999999996</c:v>
                </c:pt>
                <c:pt idx="25">
                  <c:v>686.81510000000003</c:v>
                </c:pt>
                <c:pt idx="26">
                  <c:v>671.36929999999995</c:v>
                </c:pt>
                <c:pt idx="27">
                  <c:v>702.08169999999996</c:v>
                </c:pt>
                <c:pt idx="28">
                  <c:v>635.6721</c:v>
                </c:pt>
                <c:pt idx="29">
                  <c:v>648.05060000000003</c:v>
                </c:pt>
                <c:pt idx="30">
                  <c:v>683.5421</c:v>
                </c:pt>
                <c:pt idx="31">
                  <c:v>666.9008</c:v>
                </c:pt>
                <c:pt idx="32">
                  <c:v>662.65710000000001</c:v>
                </c:pt>
                <c:pt idx="33">
                  <c:v>683.75779999999997</c:v>
                </c:pt>
                <c:pt idx="34">
                  <c:v>701.90560000000005</c:v>
                </c:pt>
                <c:pt idx="35">
                  <c:v>637.90239999999994</c:v>
                </c:pt>
                <c:pt idx="36">
                  <c:v>638.07889999999998</c:v>
                </c:pt>
                <c:pt idx="37">
                  <c:v>655.65480000000002</c:v>
                </c:pt>
                <c:pt idx="38">
                  <c:v>684.71100000000001</c:v>
                </c:pt>
                <c:pt idx="39">
                  <c:v>701.99630000000002</c:v>
                </c:pt>
                <c:pt idx="40">
                  <c:v>693.49929999999995</c:v>
                </c:pt>
                <c:pt idx="41">
                  <c:v>669.68889999999999</c:v>
                </c:pt>
                <c:pt idx="42">
                  <c:v>660.44749999999999</c:v>
                </c:pt>
                <c:pt idx="43">
                  <c:v>611.33460000000002</c:v>
                </c:pt>
                <c:pt idx="44">
                  <c:v>687.96209999999996</c:v>
                </c:pt>
                <c:pt idx="45">
                  <c:v>692.19889999999998</c:v>
                </c:pt>
                <c:pt idx="46">
                  <c:v>695.94550000000004</c:v>
                </c:pt>
                <c:pt idx="47">
                  <c:v>677.83609999999999</c:v>
                </c:pt>
                <c:pt idx="48">
                  <c:v>592.12419999999997</c:v>
                </c:pt>
                <c:pt idx="49">
                  <c:v>705.54179999999997</c:v>
                </c:pt>
                <c:pt idx="50">
                  <c:v>683.86630000000002</c:v>
                </c:pt>
                <c:pt idx="51">
                  <c:v>722.43399999999997</c:v>
                </c:pt>
                <c:pt idx="52">
                  <c:v>680.34699999999998</c:v>
                </c:pt>
                <c:pt idx="53">
                  <c:v>713.74609999999996</c:v>
                </c:pt>
                <c:pt idx="54">
                  <c:v>678.68050000000005</c:v>
                </c:pt>
                <c:pt idx="55">
                  <c:v>701.524</c:v>
                </c:pt>
                <c:pt idx="56">
                  <c:v>628.94060000000002</c:v>
                </c:pt>
                <c:pt idx="57">
                  <c:v>612.88080000000002</c:v>
                </c:pt>
                <c:pt idx="58">
                  <c:v>722.54459999999995</c:v>
                </c:pt>
                <c:pt idx="59">
                  <c:v>721.88329999999996</c:v>
                </c:pt>
                <c:pt idx="60">
                  <c:v>706.90340000000003</c:v>
                </c:pt>
                <c:pt idx="61">
                  <c:v>692.55970000000002</c:v>
                </c:pt>
                <c:pt idx="62">
                  <c:v>698.50720000000001</c:v>
                </c:pt>
                <c:pt idx="63">
                  <c:v>644.62929999999994</c:v>
                </c:pt>
                <c:pt idx="64">
                  <c:v>643.07039999999995</c:v>
                </c:pt>
                <c:pt idx="65">
                  <c:v>702.82320000000004</c:v>
                </c:pt>
                <c:pt idx="66">
                  <c:v>707.99680000000001</c:v>
                </c:pt>
                <c:pt idx="67">
                  <c:v>701.24239999999998</c:v>
                </c:pt>
                <c:pt idx="68">
                  <c:v>668.65179999999998</c:v>
                </c:pt>
                <c:pt idx="69">
                  <c:v>672.30110000000002</c:v>
                </c:pt>
                <c:pt idx="70">
                  <c:v>660.96749999999997</c:v>
                </c:pt>
                <c:pt idx="71">
                  <c:v>624.07460000000003</c:v>
                </c:pt>
                <c:pt idx="72">
                  <c:v>673.46159999999998</c:v>
                </c:pt>
                <c:pt idx="73">
                  <c:v>683.57929999999999</c:v>
                </c:pt>
                <c:pt idx="74">
                  <c:v>690.27800000000002</c:v>
                </c:pt>
                <c:pt idx="75">
                  <c:v>766.38919999999996</c:v>
                </c:pt>
                <c:pt idx="76">
                  <c:v>699.14290000000005</c:v>
                </c:pt>
                <c:pt idx="77">
                  <c:v>683.36630000000002</c:v>
                </c:pt>
                <c:pt idx="78">
                  <c:v>598.26959999999997</c:v>
                </c:pt>
                <c:pt idx="79">
                  <c:v>698.77700000000004</c:v>
                </c:pt>
                <c:pt idx="80">
                  <c:v>734.59810000000004</c:v>
                </c:pt>
                <c:pt idx="81">
                  <c:v>664.13210000000004</c:v>
                </c:pt>
                <c:pt idx="82">
                  <c:v>661.77639999999997</c:v>
                </c:pt>
                <c:pt idx="83">
                  <c:v>673.33690000000001</c:v>
                </c:pt>
                <c:pt idx="84">
                  <c:v>648.29650000000004</c:v>
                </c:pt>
                <c:pt idx="85">
                  <c:v>618.37900000000002</c:v>
                </c:pt>
                <c:pt idx="86">
                  <c:v>665.7296</c:v>
                </c:pt>
                <c:pt idx="87">
                  <c:v>690.61929999999995</c:v>
                </c:pt>
                <c:pt idx="88">
                  <c:v>658.16809999999998</c:v>
                </c:pt>
                <c:pt idx="89">
                  <c:v>652.80200000000002</c:v>
                </c:pt>
                <c:pt idx="90">
                  <c:v>653.73530000000005</c:v>
                </c:pt>
                <c:pt idx="91">
                  <c:v>660.83109999999999</c:v>
                </c:pt>
                <c:pt idx="92">
                  <c:v>643.26049999999998</c:v>
                </c:pt>
                <c:pt idx="93">
                  <c:v>676.96939999999995</c:v>
                </c:pt>
                <c:pt idx="94">
                  <c:v>660.99279999999999</c:v>
                </c:pt>
                <c:pt idx="95">
                  <c:v>654.89110000000005</c:v>
                </c:pt>
                <c:pt idx="96">
                  <c:v>622.78769999999997</c:v>
                </c:pt>
                <c:pt idx="97">
                  <c:v>644.04650000000004</c:v>
                </c:pt>
                <c:pt idx="98">
                  <c:v>637.63350000000003</c:v>
                </c:pt>
                <c:pt idx="99">
                  <c:v>621.53189999999995</c:v>
                </c:pt>
                <c:pt idx="100">
                  <c:v>680.27760000000001</c:v>
                </c:pt>
                <c:pt idx="101">
                  <c:v>671.89170000000001</c:v>
                </c:pt>
                <c:pt idx="102">
                  <c:v>662.57910000000004</c:v>
                </c:pt>
                <c:pt idx="103">
                  <c:v>675.99390000000005</c:v>
                </c:pt>
                <c:pt idx="104">
                  <c:v>665.32090000000005</c:v>
                </c:pt>
                <c:pt idx="105">
                  <c:v>657.95950000000005</c:v>
                </c:pt>
                <c:pt idx="106">
                  <c:v>667.7672</c:v>
                </c:pt>
                <c:pt idx="107">
                  <c:v>593.67579999999998</c:v>
                </c:pt>
                <c:pt idx="108">
                  <c:v>706.13080000000002</c:v>
                </c:pt>
                <c:pt idx="109">
                  <c:v>667.39520000000005</c:v>
                </c:pt>
                <c:pt idx="110">
                  <c:v>674.41880000000003</c:v>
                </c:pt>
                <c:pt idx="111">
                  <c:v>667.31539999999995</c:v>
                </c:pt>
                <c:pt idx="112">
                  <c:v>635.71</c:v>
                </c:pt>
                <c:pt idx="113">
                  <c:v>576.57479999999998</c:v>
                </c:pt>
                <c:pt idx="114">
                  <c:v>628.87390000000005</c:v>
                </c:pt>
                <c:pt idx="115">
                  <c:v>618.73030000000006</c:v>
                </c:pt>
                <c:pt idx="116">
                  <c:v>640.93989999999997</c:v>
                </c:pt>
                <c:pt idx="117">
                  <c:v>624.69870000000003</c:v>
                </c:pt>
                <c:pt idx="118">
                  <c:v>670.92139999999995</c:v>
                </c:pt>
                <c:pt idx="119">
                  <c:v>743.03499999999997</c:v>
                </c:pt>
                <c:pt idx="120">
                  <c:v>742.04719999999998</c:v>
                </c:pt>
                <c:pt idx="121">
                  <c:v>760.72529999999995</c:v>
                </c:pt>
                <c:pt idx="122">
                  <c:v>791.83910000000003</c:v>
                </c:pt>
                <c:pt idx="123">
                  <c:v>790.46960000000001</c:v>
                </c:pt>
                <c:pt idx="124">
                  <c:v>770.12750000000005</c:v>
                </c:pt>
                <c:pt idx="125">
                  <c:v>771.65800000000002</c:v>
                </c:pt>
                <c:pt idx="126">
                  <c:v>745.64710000000002</c:v>
                </c:pt>
                <c:pt idx="127">
                  <c:v>761.03250000000003</c:v>
                </c:pt>
                <c:pt idx="128">
                  <c:v>790.06489999999997</c:v>
                </c:pt>
                <c:pt idx="129">
                  <c:v>779.72260000000006</c:v>
                </c:pt>
                <c:pt idx="130">
                  <c:v>800.28570000000002</c:v>
                </c:pt>
                <c:pt idx="131">
                  <c:v>820.70309999999995</c:v>
                </c:pt>
                <c:pt idx="132">
                  <c:v>821.48170000000005</c:v>
                </c:pt>
                <c:pt idx="133">
                  <c:v>785.43039999999996</c:v>
                </c:pt>
                <c:pt idx="134">
                  <c:v>760.5095</c:v>
                </c:pt>
                <c:pt idx="135">
                  <c:v>811.74919999999997</c:v>
                </c:pt>
                <c:pt idx="136">
                  <c:v>852.02020000000005</c:v>
                </c:pt>
                <c:pt idx="137">
                  <c:v>710.32489999999996</c:v>
                </c:pt>
                <c:pt idx="138">
                  <c:v>840.19169999999997</c:v>
                </c:pt>
                <c:pt idx="139">
                  <c:v>837.10299999999995</c:v>
                </c:pt>
                <c:pt idx="140">
                  <c:v>823.35730000000001</c:v>
                </c:pt>
                <c:pt idx="141">
                  <c:v>788.6771</c:v>
                </c:pt>
                <c:pt idx="142">
                  <c:v>873.55539999999996</c:v>
                </c:pt>
                <c:pt idx="143">
                  <c:v>835.68550000000005</c:v>
                </c:pt>
                <c:pt idx="144">
                  <c:v>800.62549999999999</c:v>
                </c:pt>
                <c:pt idx="145">
                  <c:v>776.34360000000004</c:v>
                </c:pt>
                <c:pt idx="146">
                  <c:v>773.70060000000001</c:v>
                </c:pt>
                <c:pt idx="147">
                  <c:v>767.44500000000005</c:v>
                </c:pt>
                <c:pt idx="148">
                  <c:v>707.53390000000002</c:v>
                </c:pt>
                <c:pt idx="149">
                  <c:v>774.5367</c:v>
                </c:pt>
                <c:pt idx="150">
                  <c:v>748.49760000000003</c:v>
                </c:pt>
                <c:pt idx="151">
                  <c:v>792.1662</c:v>
                </c:pt>
                <c:pt idx="152">
                  <c:v>777.41840000000002</c:v>
                </c:pt>
                <c:pt idx="153">
                  <c:v>770.64589999999998</c:v>
                </c:pt>
                <c:pt idx="154">
                  <c:v>772.95010000000002</c:v>
                </c:pt>
                <c:pt idx="155">
                  <c:v>716.41359999999997</c:v>
                </c:pt>
                <c:pt idx="156">
                  <c:v>764.64880000000005</c:v>
                </c:pt>
                <c:pt idx="157">
                  <c:v>797.91020000000003</c:v>
                </c:pt>
                <c:pt idx="158">
                  <c:v>758.93349999999998</c:v>
                </c:pt>
                <c:pt idx="159">
                  <c:v>807.87810000000002</c:v>
                </c:pt>
                <c:pt idx="160">
                  <c:v>816.89279999999997</c:v>
                </c:pt>
                <c:pt idx="161">
                  <c:v>803.52719999999999</c:v>
                </c:pt>
                <c:pt idx="162">
                  <c:v>798.03229999999996</c:v>
                </c:pt>
                <c:pt idx="163">
                  <c:v>848.59559999999999</c:v>
                </c:pt>
                <c:pt idx="164">
                  <c:v>850.43420000000003</c:v>
                </c:pt>
                <c:pt idx="165">
                  <c:v>871.30719999999997</c:v>
                </c:pt>
                <c:pt idx="166">
                  <c:v>721.73030000000006</c:v>
                </c:pt>
                <c:pt idx="167">
                  <c:v>823.3981</c:v>
                </c:pt>
                <c:pt idx="168">
                  <c:v>774.97199999999998</c:v>
                </c:pt>
                <c:pt idx="169">
                  <c:v>733.41859999999997</c:v>
                </c:pt>
                <c:pt idx="170">
                  <c:v>788.04430000000002</c:v>
                </c:pt>
                <c:pt idx="171">
                  <c:v>817.50720000000001</c:v>
                </c:pt>
                <c:pt idx="172">
                  <c:v>803.53279999999995</c:v>
                </c:pt>
                <c:pt idx="173">
                  <c:v>794.35559999999998</c:v>
                </c:pt>
                <c:pt idx="174">
                  <c:v>788.596</c:v>
                </c:pt>
                <c:pt idx="175">
                  <c:v>930.09839999999997</c:v>
                </c:pt>
                <c:pt idx="176">
                  <c:v>890.69090000000006</c:v>
                </c:pt>
                <c:pt idx="177">
                  <c:v>961.3922</c:v>
                </c:pt>
                <c:pt idx="178">
                  <c:v>956.774</c:v>
                </c:pt>
                <c:pt idx="179">
                  <c:v>926.17160000000001</c:v>
                </c:pt>
                <c:pt idx="180">
                  <c:v>903.9769</c:v>
                </c:pt>
                <c:pt idx="181">
                  <c:v>952.26199999999994</c:v>
                </c:pt>
                <c:pt idx="182">
                  <c:v>901.00130000000001</c:v>
                </c:pt>
                <c:pt idx="183">
                  <c:v>871.18939999999998</c:v>
                </c:pt>
                <c:pt idx="184">
                  <c:v>936.71230000000003</c:v>
                </c:pt>
                <c:pt idx="185">
                  <c:v>951.15639999999996</c:v>
                </c:pt>
                <c:pt idx="186">
                  <c:v>959.87440000000004</c:v>
                </c:pt>
                <c:pt idx="187">
                  <c:v>884.54629999999997</c:v>
                </c:pt>
                <c:pt idx="188">
                  <c:v>985.98979999999995</c:v>
                </c:pt>
                <c:pt idx="189">
                  <c:v>939.61149999999998</c:v>
                </c:pt>
                <c:pt idx="190">
                  <c:v>911.92809999999997</c:v>
                </c:pt>
                <c:pt idx="191">
                  <c:v>991.3501</c:v>
                </c:pt>
                <c:pt idx="192">
                  <c:v>1002.3416</c:v>
                </c:pt>
                <c:pt idx="193">
                  <c:v>967.77020000000005</c:v>
                </c:pt>
                <c:pt idx="194">
                  <c:v>1034.6255000000001</c:v>
                </c:pt>
                <c:pt idx="195">
                  <c:v>965.92819999999995</c:v>
                </c:pt>
                <c:pt idx="196">
                  <c:v>859.47199999999998</c:v>
                </c:pt>
                <c:pt idx="197">
                  <c:v>922.07259999999997</c:v>
                </c:pt>
                <c:pt idx="198">
                  <c:v>960.85159999999996</c:v>
                </c:pt>
                <c:pt idx="199">
                  <c:v>935.79700000000003</c:v>
                </c:pt>
                <c:pt idx="200">
                  <c:v>983.43079999999998</c:v>
                </c:pt>
                <c:pt idx="201">
                  <c:v>991.93219999999997</c:v>
                </c:pt>
                <c:pt idx="202">
                  <c:v>1000.3126999999999</c:v>
                </c:pt>
                <c:pt idx="203">
                  <c:v>971.76149999999996</c:v>
                </c:pt>
                <c:pt idx="204">
                  <c:v>899.65499999999997</c:v>
                </c:pt>
                <c:pt idx="205">
                  <c:v>1013.0377999999999</c:v>
                </c:pt>
                <c:pt idx="206">
                  <c:v>983.49829999999997</c:v>
                </c:pt>
                <c:pt idx="207">
                  <c:v>979.78150000000005</c:v>
                </c:pt>
                <c:pt idx="208">
                  <c:v>933.13679999999999</c:v>
                </c:pt>
                <c:pt idx="209">
                  <c:v>953.32539999999995</c:v>
                </c:pt>
                <c:pt idx="210">
                  <c:v>924.05989999999997</c:v>
                </c:pt>
                <c:pt idx="211">
                  <c:v>872.60829999999999</c:v>
                </c:pt>
                <c:pt idx="212">
                  <c:v>967.51310000000001</c:v>
                </c:pt>
                <c:pt idx="213">
                  <c:v>953.81370000000004</c:v>
                </c:pt>
                <c:pt idx="214">
                  <c:v>964.22170000000006</c:v>
                </c:pt>
                <c:pt idx="215">
                  <c:v>917.57429999999999</c:v>
                </c:pt>
                <c:pt idx="216">
                  <c:v>1011.4186</c:v>
                </c:pt>
                <c:pt idx="217">
                  <c:v>962.0077</c:v>
                </c:pt>
                <c:pt idx="218">
                  <c:v>971.44929999999999</c:v>
                </c:pt>
                <c:pt idx="219">
                  <c:v>1018.4442</c:v>
                </c:pt>
                <c:pt idx="220">
                  <c:v>1059.3367000000001</c:v>
                </c:pt>
                <c:pt idx="221">
                  <c:v>1014.7852</c:v>
                </c:pt>
                <c:pt idx="222">
                  <c:v>1005.3855</c:v>
                </c:pt>
                <c:pt idx="223">
                  <c:v>1064.0726</c:v>
                </c:pt>
                <c:pt idx="224">
                  <c:v>968.64070000000004</c:v>
                </c:pt>
                <c:pt idx="225">
                  <c:v>821.23209999999995</c:v>
                </c:pt>
                <c:pt idx="226">
                  <c:v>993.16470000000004</c:v>
                </c:pt>
                <c:pt idx="227">
                  <c:v>1008.6324</c:v>
                </c:pt>
                <c:pt idx="228">
                  <c:v>915.66390000000001</c:v>
                </c:pt>
                <c:pt idx="229">
                  <c:v>1054.5120999999999</c:v>
                </c:pt>
                <c:pt idx="230">
                  <c:v>1038.8434</c:v>
                </c:pt>
                <c:pt idx="231">
                  <c:v>961.48889999999994</c:v>
                </c:pt>
                <c:pt idx="232">
                  <c:v>919.68200000000002</c:v>
                </c:pt>
                <c:pt idx="233">
                  <c:v>1010.3117999999999</c:v>
                </c:pt>
                <c:pt idx="234">
                  <c:v>1042.9870000000001</c:v>
                </c:pt>
                <c:pt idx="235">
                  <c:v>1065.5450000000001</c:v>
                </c:pt>
                <c:pt idx="236">
                  <c:v>1028.3339000000001</c:v>
                </c:pt>
                <c:pt idx="237">
                  <c:v>1040.4458</c:v>
                </c:pt>
                <c:pt idx="238">
                  <c:v>1013.1237</c:v>
                </c:pt>
                <c:pt idx="239">
                  <c:v>955.00900000000001</c:v>
                </c:pt>
                <c:pt idx="240">
                  <c:v>1013.9274</c:v>
                </c:pt>
                <c:pt idx="241">
                  <c:v>1030.6199999999999</c:v>
                </c:pt>
                <c:pt idx="242">
                  <c:v>1017.4656</c:v>
                </c:pt>
                <c:pt idx="243">
                  <c:v>1004.5445999999999</c:v>
                </c:pt>
                <c:pt idx="244">
                  <c:v>1004.9657</c:v>
                </c:pt>
                <c:pt idx="245">
                  <c:v>936.0575</c:v>
                </c:pt>
                <c:pt idx="246">
                  <c:v>909.34780000000001</c:v>
                </c:pt>
                <c:pt idx="247">
                  <c:v>1003.5992</c:v>
                </c:pt>
                <c:pt idx="248">
                  <c:v>1008.0382</c:v>
                </c:pt>
                <c:pt idx="249">
                  <c:v>1040.7195999999999</c:v>
                </c:pt>
                <c:pt idx="250">
                  <c:v>1059.8166000000001</c:v>
                </c:pt>
                <c:pt idx="251">
                  <c:v>1052.3506</c:v>
                </c:pt>
                <c:pt idx="252">
                  <c:v>1088.7999</c:v>
                </c:pt>
                <c:pt idx="253">
                  <c:v>1049.1079999999999</c:v>
                </c:pt>
                <c:pt idx="254">
                  <c:v>933.39559999999994</c:v>
                </c:pt>
                <c:pt idx="255">
                  <c:v>1089.7846</c:v>
                </c:pt>
                <c:pt idx="256">
                  <c:v>1092.1501000000001</c:v>
                </c:pt>
                <c:pt idx="257">
                  <c:v>1054.3628000000001</c:v>
                </c:pt>
                <c:pt idx="258">
                  <c:v>1042.4765</c:v>
                </c:pt>
                <c:pt idx="259">
                  <c:v>1002.8067</c:v>
                </c:pt>
                <c:pt idx="260">
                  <c:v>946.92070000000001</c:v>
                </c:pt>
                <c:pt idx="261">
                  <c:v>1072.6753000000001</c:v>
                </c:pt>
                <c:pt idx="262">
                  <c:v>1024.1116999999999</c:v>
                </c:pt>
                <c:pt idx="263">
                  <c:v>1005.6902</c:v>
                </c:pt>
                <c:pt idx="264">
                  <c:v>1057.3114</c:v>
                </c:pt>
                <c:pt idx="265">
                  <c:v>1104.5642</c:v>
                </c:pt>
                <c:pt idx="266">
                  <c:v>1058.9577999999999</c:v>
                </c:pt>
                <c:pt idx="267">
                  <c:v>1066.4614999999999</c:v>
                </c:pt>
                <c:pt idx="268">
                  <c:v>1116.6159</c:v>
                </c:pt>
                <c:pt idx="269">
                  <c:v>1157.4267</c:v>
                </c:pt>
                <c:pt idx="270">
                  <c:v>1122.1597999999999</c:v>
                </c:pt>
                <c:pt idx="271">
                  <c:v>1134.2478000000001</c:v>
                </c:pt>
                <c:pt idx="272">
                  <c:v>1157.7301</c:v>
                </c:pt>
                <c:pt idx="273">
                  <c:v>1091.7343000000001</c:v>
                </c:pt>
                <c:pt idx="274">
                  <c:v>1086.1542999999999</c:v>
                </c:pt>
                <c:pt idx="275">
                  <c:v>1161.3323</c:v>
                </c:pt>
                <c:pt idx="276">
                  <c:v>1144.8327999999999</c:v>
                </c:pt>
                <c:pt idx="277">
                  <c:v>1117.7201</c:v>
                </c:pt>
                <c:pt idx="278">
                  <c:v>1101.5853999999999</c:v>
                </c:pt>
                <c:pt idx="279">
                  <c:v>1100.5679</c:v>
                </c:pt>
                <c:pt idx="280">
                  <c:v>1034.5389</c:v>
                </c:pt>
                <c:pt idx="281">
                  <c:v>987.28440000000001</c:v>
                </c:pt>
                <c:pt idx="282">
                  <c:v>1115.473</c:v>
                </c:pt>
                <c:pt idx="283">
                  <c:v>1113.1364000000001</c:v>
                </c:pt>
                <c:pt idx="284">
                  <c:v>1028.299</c:v>
                </c:pt>
                <c:pt idx="285">
                  <c:v>1137.2608</c:v>
                </c:pt>
                <c:pt idx="286">
                  <c:v>1056.8791000000001</c:v>
                </c:pt>
                <c:pt idx="287">
                  <c:v>1015.0881000000001</c:v>
                </c:pt>
                <c:pt idx="288">
                  <c:v>955.85789999999997</c:v>
                </c:pt>
                <c:pt idx="289">
                  <c:v>1062.5947000000001</c:v>
                </c:pt>
                <c:pt idx="290">
                  <c:v>1055.6503</c:v>
                </c:pt>
                <c:pt idx="291">
                  <c:v>1096.8399999999999</c:v>
                </c:pt>
                <c:pt idx="292">
                  <c:v>1098.0735</c:v>
                </c:pt>
                <c:pt idx="293">
                  <c:v>1164.6982</c:v>
                </c:pt>
                <c:pt idx="294">
                  <c:v>1145.8802000000001</c:v>
                </c:pt>
                <c:pt idx="295">
                  <c:v>1204.4474</c:v>
                </c:pt>
                <c:pt idx="296">
                  <c:v>1071.4785999999999</c:v>
                </c:pt>
                <c:pt idx="297">
                  <c:v>1102.0627999999999</c:v>
                </c:pt>
                <c:pt idx="298">
                  <c:v>1102.6285</c:v>
                </c:pt>
                <c:pt idx="299">
                  <c:v>1117.44</c:v>
                </c:pt>
                <c:pt idx="300">
                  <c:v>1096.1437000000001</c:v>
                </c:pt>
                <c:pt idx="301">
                  <c:v>1038.1309000000001</c:v>
                </c:pt>
                <c:pt idx="302">
                  <c:v>1023.4967</c:v>
                </c:pt>
                <c:pt idx="303">
                  <c:v>1041.096</c:v>
                </c:pt>
                <c:pt idx="304">
                  <c:v>1046.9085</c:v>
                </c:pt>
                <c:pt idx="305">
                  <c:v>1071.2869000000001</c:v>
                </c:pt>
                <c:pt idx="306">
                  <c:v>1054.588</c:v>
                </c:pt>
                <c:pt idx="307">
                  <c:v>1064.0029999999999</c:v>
                </c:pt>
                <c:pt idx="308">
                  <c:v>1257.7498000000001</c:v>
                </c:pt>
                <c:pt idx="309">
                  <c:v>1202.3345999999999</c:v>
                </c:pt>
                <c:pt idx="310">
                  <c:v>1310.7635</c:v>
                </c:pt>
                <c:pt idx="311">
                  <c:v>1278.8688999999999</c:v>
                </c:pt>
                <c:pt idx="312">
                  <c:v>1289.6588999999999</c:v>
                </c:pt>
                <c:pt idx="313">
                  <c:v>1274.9060999999999</c:v>
                </c:pt>
                <c:pt idx="314">
                  <c:v>1087.5463999999999</c:v>
                </c:pt>
                <c:pt idx="315">
                  <c:v>1213.1072999999999</c:v>
                </c:pt>
                <c:pt idx="316">
                  <c:v>1165.0486000000001</c:v>
                </c:pt>
                <c:pt idx="317">
                  <c:v>1241.2166</c:v>
                </c:pt>
                <c:pt idx="318">
                  <c:v>1196.3619000000001</c:v>
                </c:pt>
                <c:pt idx="319">
                  <c:v>1198.2311</c:v>
                </c:pt>
                <c:pt idx="320">
                  <c:v>1213.4456</c:v>
                </c:pt>
                <c:pt idx="321">
                  <c:v>1218.1489999999999</c:v>
                </c:pt>
                <c:pt idx="322">
                  <c:v>1188.0046</c:v>
                </c:pt>
                <c:pt idx="323">
                  <c:v>1147.4538</c:v>
                </c:pt>
                <c:pt idx="324">
                  <c:v>1232.1018999999999</c:v>
                </c:pt>
                <c:pt idx="325">
                  <c:v>1216.5237999999999</c:v>
                </c:pt>
                <c:pt idx="326">
                  <c:v>1204.0127</c:v>
                </c:pt>
                <c:pt idx="327">
                  <c:v>1194.4179999999999</c:v>
                </c:pt>
                <c:pt idx="328">
                  <c:v>1206.3290999999999</c:v>
                </c:pt>
                <c:pt idx="329">
                  <c:v>1152.3856000000001</c:v>
                </c:pt>
                <c:pt idx="330">
                  <c:v>1066.2487000000001</c:v>
                </c:pt>
                <c:pt idx="331">
                  <c:v>1222.9935</c:v>
                </c:pt>
                <c:pt idx="332">
                  <c:v>1192.7795000000001</c:v>
                </c:pt>
                <c:pt idx="333">
                  <c:v>1215.2198000000001</c:v>
                </c:pt>
                <c:pt idx="334">
                  <c:v>1204.8113000000001</c:v>
                </c:pt>
                <c:pt idx="335">
                  <c:v>1258.6633999999999</c:v>
                </c:pt>
                <c:pt idx="336">
                  <c:v>1195.4132999999999</c:v>
                </c:pt>
                <c:pt idx="337">
                  <c:v>1156.8034</c:v>
                </c:pt>
                <c:pt idx="338">
                  <c:v>1223.3521000000001</c:v>
                </c:pt>
                <c:pt idx="339">
                  <c:v>1226.0787</c:v>
                </c:pt>
                <c:pt idx="340">
                  <c:v>1243.1685</c:v>
                </c:pt>
                <c:pt idx="341">
                  <c:v>1183.2717</c:v>
                </c:pt>
                <c:pt idx="342">
                  <c:v>1361.8729000000001</c:v>
                </c:pt>
                <c:pt idx="343">
                  <c:v>1150.6030000000001</c:v>
                </c:pt>
                <c:pt idx="344">
                  <c:v>1246.6387999999999</c:v>
                </c:pt>
                <c:pt idx="345">
                  <c:v>1344.1316999999999</c:v>
                </c:pt>
                <c:pt idx="346">
                  <c:v>1382.0911000000001</c:v>
                </c:pt>
                <c:pt idx="347">
                  <c:v>1322.4576999999999</c:v>
                </c:pt>
                <c:pt idx="348">
                  <c:v>1308.854</c:v>
                </c:pt>
                <c:pt idx="349">
                  <c:v>1306.902</c:v>
                </c:pt>
                <c:pt idx="350">
                  <c:v>1275.5655999999999</c:v>
                </c:pt>
                <c:pt idx="351">
                  <c:v>1202.0449000000001</c:v>
                </c:pt>
                <c:pt idx="352">
                  <c:v>1301.5600999999999</c:v>
                </c:pt>
                <c:pt idx="353">
                  <c:v>1317.1342</c:v>
                </c:pt>
                <c:pt idx="354">
                  <c:v>1350.7274</c:v>
                </c:pt>
                <c:pt idx="355">
                  <c:v>1356.1588999999999</c:v>
                </c:pt>
                <c:pt idx="356">
                  <c:v>1331.6505</c:v>
                </c:pt>
                <c:pt idx="357">
                  <c:v>1264.0798</c:v>
                </c:pt>
                <c:pt idx="358">
                  <c:v>1244.3332</c:v>
                </c:pt>
                <c:pt idx="359">
                  <c:v>1332.7657999999999</c:v>
                </c:pt>
                <c:pt idx="360">
                  <c:v>1224.4630999999999</c:v>
                </c:pt>
                <c:pt idx="361">
                  <c:v>1206.8398999999999</c:v>
                </c:pt>
                <c:pt idx="362">
                  <c:v>1202.4327000000001</c:v>
                </c:pt>
                <c:pt idx="363">
                  <c:v>1271.0561</c:v>
                </c:pt>
                <c:pt idx="364">
                  <c:v>1231.9665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02-40D9-B842-4FCD3F948572}"/>
            </c:ext>
          </c:extLst>
        </c:ser>
        <c:ser>
          <c:idx val="2"/>
          <c:order val="2"/>
          <c:tx>
            <c:strRef>
              <c:f>VoLTE!$D$1</c:f>
              <c:strCache>
                <c:ptCount val="1"/>
                <c:pt idx="0">
                  <c:v>Matara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VoLTE!$A$2:$A$366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VoLTE!$D$2:$D$366</c:f>
              <c:numCache>
                <c:formatCode>General</c:formatCode>
                <c:ptCount val="365"/>
                <c:pt idx="0">
                  <c:v>1069.3451</c:v>
                </c:pt>
                <c:pt idx="1">
                  <c:v>964.22239999999999</c:v>
                </c:pt>
                <c:pt idx="2">
                  <c:v>1073.8764000000001</c:v>
                </c:pt>
                <c:pt idx="3">
                  <c:v>1111.2791</c:v>
                </c:pt>
                <c:pt idx="4">
                  <c:v>1112.4774</c:v>
                </c:pt>
                <c:pt idx="5">
                  <c:v>1093.7528</c:v>
                </c:pt>
                <c:pt idx="6">
                  <c:v>1104.4770000000001</c:v>
                </c:pt>
                <c:pt idx="7">
                  <c:v>1009.3924</c:v>
                </c:pt>
                <c:pt idx="8">
                  <c:v>952.98749999999995</c:v>
                </c:pt>
                <c:pt idx="9">
                  <c:v>1103.1413</c:v>
                </c:pt>
                <c:pt idx="10">
                  <c:v>1078.1556</c:v>
                </c:pt>
                <c:pt idx="11">
                  <c:v>1035.6566</c:v>
                </c:pt>
                <c:pt idx="12">
                  <c:v>1064.7953</c:v>
                </c:pt>
                <c:pt idx="13">
                  <c:v>1077.0307</c:v>
                </c:pt>
                <c:pt idx="14">
                  <c:v>972.05330000000004</c:v>
                </c:pt>
                <c:pt idx="15">
                  <c:v>944.20489999999995</c:v>
                </c:pt>
                <c:pt idx="16">
                  <c:v>1079.1949999999999</c:v>
                </c:pt>
                <c:pt idx="17">
                  <c:v>1058.5969</c:v>
                </c:pt>
                <c:pt idx="18">
                  <c:v>1080.9066</c:v>
                </c:pt>
                <c:pt idx="19">
                  <c:v>877.40890000000002</c:v>
                </c:pt>
                <c:pt idx="20">
                  <c:v>1196.6995999999999</c:v>
                </c:pt>
                <c:pt idx="21">
                  <c:v>1010.6587</c:v>
                </c:pt>
                <c:pt idx="22">
                  <c:v>980.57489999999996</c:v>
                </c:pt>
                <c:pt idx="23">
                  <c:v>1067.0823</c:v>
                </c:pt>
                <c:pt idx="24">
                  <c:v>1064.4174</c:v>
                </c:pt>
                <c:pt idx="25">
                  <c:v>1030.6364000000001</c:v>
                </c:pt>
                <c:pt idx="26">
                  <c:v>1041.7528</c:v>
                </c:pt>
                <c:pt idx="27">
                  <c:v>1035.0852</c:v>
                </c:pt>
                <c:pt idx="28">
                  <c:v>961.50340000000006</c:v>
                </c:pt>
                <c:pt idx="29">
                  <c:v>932.78499999999997</c:v>
                </c:pt>
                <c:pt idx="30">
                  <c:v>1039.5752</c:v>
                </c:pt>
                <c:pt idx="31">
                  <c:v>1017.1612</c:v>
                </c:pt>
                <c:pt idx="32">
                  <c:v>1035.2291</c:v>
                </c:pt>
                <c:pt idx="33">
                  <c:v>1012.6269</c:v>
                </c:pt>
                <c:pt idx="34">
                  <c:v>1050.1764000000001</c:v>
                </c:pt>
                <c:pt idx="35">
                  <c:v>967.24519999999995</c:v>
                </c:pt>
                <c:pt idx="36">
                  <c:v>951.28679999999997</c:v>
                </c:pt>
                <c:pt idx="37">
                  <c:v>1073.5340000000001</c:v>
                </c:pt>
                <c:pt idx="38">
                  <c:v>1027.5519999999999</c:v>
                </c:pt>
                <c:pt idx="39">
                  <c:v>1014.7351</c:v>
                </c:pt>
                <c:pt idx="40">
                  <c:v>999.75639999999999</c:v>
                </c:pt>
                <c:pt idx="41">
                  <c:v>1030.2971</c:v>
                </c:pt>
                <c:pt idx="42">
                  <c:v>934.57719999999995</c:v>
                </c:pt>
                <c:pt idx="43">
                  <c:v>937.36090000000002</c:v>
                </c:pt>
                <c:pt idx="44">
                  <c:v>1016.1373</c:v>
                </c:pt>
                <c:pt idx="45">
                  <c:v>1020.8292</c:v>
                </c:pt>
                <c:pt idx="46">
                  <c:v>1039.5848000000001</c:v>
                </c:pt>
                <c:pt idx="47">
                  <c:v>1077.0039999999999</c:v>
                </c:pt>
                <c:pt idx="48">
                  <c:v>868.14509999999996</c:v>
                </c:pt>
                <c:pt idx="49">
                  <c:v>982.69370000000004</c:v>
                </c:pt>
                <c:pt idx="50">
                  <c:v>980.59829999999999</c:v>
                </c:pt>
                <c:pt idx="51">
                  <c:v>1017.0584</c:v>
                </c:pt>
                <c:pt idx="52">
                  <c:v>1028.7807</c:v>
                </c:pt>
                <c:pt idx="53">
                  <c:v>962.99839999999995</c:v>
                </c:pt>
                <c:pt idx="54">
                  <c:v>958.38520000000005</c:v>
                </c:pt>
                <c:pt idx="55">
                  <c:v>989.95100000000002</c:v>
                </c:pt>
                <c:pt idx="56">
                  <c:v>953.83770000000004</c:v>
                </c:pt>
                <c:pt idx="57">
                  <c:v>926.18349999999998</c:v>
                </c:pt>
                <c:pt idx="58">
                  <c:v>1011.0608</c:v>
                </c:pt>
                <c:pt idx="59">
                  <c:v>1032.9332999999999</c:v>
                </c:pt>
                <c:pt idx="60">
                  <c:v>1029.2529</c:v>
                </c:pt>
                <c:pt idx="61">
                  <c:v>1044.4214999999999</c:v>
                </c:pt>
                <c:pt idx="62">
                  <c:v>1072.5988</c:v>
                </c:pt>
                <c:pt idx="63">
                  <c:v>999.89369999999997</c:v>
                </c:pt>
                <c:pt idx="64">
                  <c:v>925.0213</c:v>
                </c:pt>
                <c:pt idx="65">
                  <c:v>1040.6547</c:v>
                </c:pt>
                <c:pt idx="66">
                  <c:v>1030.0388</c:v>
                </c:pt>
                <c:pt idx="67">
                  <c:v>1014.5901</c:v>
                </c:pt>
                <c:pt idx="68">
                  <c:v>1015.6242</c:v>
                </c:pt>
                <c:pt idx="69">
                  <c:v>1019.8673</c:v>
                </c:pt>
                <c:pt idx="70">
                  <c:v>994.34659999999997</c:v>
                </c:pt>
                <c:pt idx="71">
                  <c:v>947.50670000000002</c:v>
                </c:pt>
                <c:pt idx="72">
                  <c:v>1019.3203999999999</c:v>
                </c:pt>
                <c:pt idx="73">
                  <c:v>1059.1039000000001</c:v>
                </c:pt>
                <c:pt idx="74">
                  <c:v>1042.1397999999999</c:v>
                </c:pt>
                <c:pt idx="75">
                  <c:v>1136.5344</c:v>
                </c:pt>
                <c:pt idx="76">
                  <c:v>977.14300000000003</c:v>
                </c:pt>
                <c:pt idx="77">
                  <c:v>978.25160000000005</c:v>
                </c:pt>
                <c:pt idx="78">
                  <c:v>909.60590000000002</c:v>
                </c:pt>
                <c:pt idx="79">
                  <c:v>1072.8366000000001</c:v>
                </c:pt>
                <c:pt idx="80">
                  <c:v>1027.1727000000001</c:v>
                </c:pt>
                <c:pt idx="81">
                  <c:v>1064.7854</c:v>
                </c:pt>
                <c:pt idx="82">
                  <c:v>1053.6982</c:v>
                </c:pt>
                <c:pt idx="83">
                  <c:v>1036.047</c:v>
                </c:pt>
                <c:pt idx="84">
                  <c:v>986.8039</c:v>
                </c:pt>
                <c:pt idx="85">
                  <c:v>965.88369999999998</c:v>
                </c:pt>
                <c:pt idx="86">
                  <c:v>995.88409999999999</c:v>
                </c:pt>
                <c:pt idx="87">
                  <c:v>979.05849999999998</c:v>
                </c:pt>
                <c:pt idx="88">
                  <c:v>982.56610000000001</c:v>
                </c:pt>
                <c:pt idx="89">
                  <c:v>958.404</c:v>
                </c:pt>
                <c:pt idx="90">
                  <c:v>968.17020000000002</c:v>
                </c:pt>
                <c:pt idx="91">
                  <c:v>910.46720000000005</c:v>
                </c:pt>
                <c:pt idx="92">
                  <c:v>857.7364</c:v>
                </c:pt>
                <c:pt idx="93">
                  <c:v>910.14919999999995</c:v>
                </c:pt>
                <c:pt idx="94">
                  <c:v>927.27089999999998</c:v>
                </c:pt>
                <c:pt idx="95">
                  <c:v>907.27909999999997</c:v>
                </c:pt>
                <c:pt idx="96">
                  <c:v>911.23590000000002</c:v>
                </c:pt>
                <c:pt idx="97">
                  <c:v>897.44280000000003</c:v>
                </c:pt>
                <c:pt idx="98">
                  <c:v>915.51130000000001</c:v>
                </c:pt>
                <c:pt idx="99">
                  <c:v>902.55</c:v>
                </c:pt>
                <c:pt idx="100">
                  <c:v>927.72360000000003</c:v>
                </c:pt>
                <c:pt idx="101">
                  <c:v>980.15229999999997</c:v>
                </c:pt>
                <c:pt idx="102">
                  <c:v>978.33960000000002</c:v>
                </c:pt>
                <c:pt idx="103">
                  <c:v>989.68690000000004</c:v>
                </c:pt>
                <c:pt idx="104">
                  <c:v>998.08780000000002</c:v>
                </c:pt>
                <c:pt idx="105">
                  <c:v>935.51869999999997</c:v>
                </c:pt>
                <c:pt idx="106">
                  <c:v>943.52880000000005</c:v>
                </c:pt>
                <c:pt idx="107">
                  <c:v>827.7192</c:v>
                </c:pt>
                <c:pt idx="108">
                  <c:v>974.58730000000003</c:v>
                </c:pt>
                <c:pt idx="109">
                  <c:v>935.65599999999995</c:v>
                </c:pt>
                <c:pt idx="110">
                  <c:v>1006.7622</c:v>
                </c:pt>
                <c:pt idx="111">
                  <c:v>967.20569999999998</c:v>
                </c:pt>
                <c:pt idx="112">
                  <c:v>922.66020000000003</c:v>
                </c:pt>
                <c:pt idx="113">
                  <c:v>870.0095</c:v>
                </c:pt>
                <c:pt idx="114">
                  <c:v>956.69740000000002</c:v>
                </c:pt>
                <c:pt idx="115">
                  <c:v>976.97969999999998</c:v>
                </c:pt>
                <c:pt idx="116">
                  <c:v>949.27819999999997</c:v>
                </c:pt>
                <c:pt idx="117">
                  <c:v>953.56579999999997</c:v>
                </c:pt>
                <c:pt idx="118">
                  <c:v>993.5412</c:v>
                </c:pt>
                <c:pt idx="119">
                  <c:v>899.54369999999994</c:v>
                </c:pt>
                <c:pt idx="120">
                  <c:v>880.04499999999996</c:v>
                </c:pt>
                <c:pt idx="121">
                  <c:v>920.90350000000001</c:v>
                </c:pt>
                <c:pt idx="122">
                  <c:v>948.8691</c:v>
                </c:pt>
                <c:pt idx="123">
                  <c:v>932.96550000000002</c:v>
                </c:pt>
                <c:pt idx="124">
                  <c:v>968.74530000000004</c:v>
                </c:pt>
                <c:pt idx="125">
                  <c:v>966.19010000000003</c:v>
                </c:pt>
                <c:pt idx="126">
                  <c:v>906.42449999999997</c:v>
                </c:pt>
                <c:pt idx="127">
                  <c:v>853.39700000000005</c:v>
                </c:pt>
                <c:pt idx="128">
                  <c:v>968.0548</c:v>
                </c:pt>
                <c:pt idx="129">
                  <c:v>939.49289999999996</c:v>
                </c:pt>
                <c:pt idx="130">
                  <c:v>999.44380000000001</c:v>
                </c:pt>
                <c:pt idx="131">
                  <c:v>1013.0753999999999</c:v>
                </c:pt>
                <c:pt idx="132">
                  <c:v>1043.0171</c:v>
                </c:pt>
                <c:pt idx="133">
                  <c:v>975.67880000000002</c:v>
                </c:pt>
                <c:pt idx="134">
                  <c:v>951.44150000000002</c:v>
                </c:pt>
                <c:pt idx="135">
                  <c:v>1019.1299</c:v>
                </c:pt>
                <c:pt idx="136">
                  <c:v>1081.2618</c:v>
                </c:pt>
                <c:pt idx="137">
                  <c:v>892.5598</c:v>
                </c:pt>
                <c:pt idx="138">
                  <c:v>1061.6153999999999</c:v>
                </c:pt>
                <c:pt idx="139">
                  <c:v>1064.7288000000001</c:v>
                </c:pt>
                <c:pt idx="140">
                  <c:v>1105.76</c:v>
                </c:pt>
                <c:pt idx="141">
                  <c:v>1110.4627</c:v>
                </c:pt>
                <c:pt idx="142">
                  <c:v>1211.7752</c:v>
                </c:pt>
                <c:pt idx="143">
                  <c:v>1205.6337000000001</c:v>
                </c:pt>
                <c:pt idx="144">
                  <c:v>1186.8768</c:v>
                </c:pt>
                <c:pt idx="145">
                  <c:v>1194.3742</c:v>
                </c:pt>
                <c:pt idx="146">
                  <c:v>1185.6164000000001</c:v>
                </c:pt>
                <c:pt idx="147">
                  <c:v>1151.8687</c:v>
                </c:pt>
                <c:pt idx="148">
                  <c:v>1052.9871000000001</c:v>
                </c:pt>
                <c:pt idx="149">
                  <c:v>1179.1269</c:v>
                </c:pt>
                <c:pt idx="150">
                  <c:v>1128.5367000000001</c:v>
                </c:pt>
                <c:pt idx="151">
                  <c:v>1136.1103000000001</c:v>
                </c:pt>
                <c:pt idx="152">
                  <c:v>1161.9937</c:v>
                </c:pt>
                <c:pt idx="153">
                  <c:v>1143.7815000000001</c:v>
                </c:pt>
                <c:pt idx="154">
                  <c:v>1195.4276</c:v>
                </c:pt>
                <c:pt idx="155">
                  <c:v>1075.0047</c:v>
                </c:pt>
                <c:pt idx="156">
                  <c:v>1132.6919</c:v>
                </c:pt>
                <c:pt idx="157">
                  <c:v>1166.5636999999999</c:v>
                </c:pt>
                <c:pt idx="158">
                  <c:v>1138.6792</c:v>
                </c:pt>
                <c:pt idx="159">
                  <c:v>1195.8706999999999</c:v>
                </c:pt>
                <c:pt idx="160">
                  <c:v>1218.4218000000001</c:v>
                </c:pt>
                <c:pt idx="161">
                  <c:v>1225.8551</c:v>
                </c:pt>
                <c:pt idx="162">
                  <c:v>1232.1609000000001</c:v>
                </c:pt>
                <c:pt idx="163">
                  <c:v>1201.5449000000001</c:v>
                </c:pt>
                <c:pt idx="164">
                  <c:v>1166.0388</c:v>
                </c:pt>
                <c:pt idx="165">
                  <c:v>1228.0112999999999</c:v>
                </c:pt>
                <c:pt idx="166">
                  <c:v>967.79489999999998</c:v>
                </c:pt>
                <c:pt idx="167">
                  <c:v>1169.4793</c:v>
                </c:pt>
                <c:pt idx="168">
                  <c:v>1112.8613</c:v>
                </c:pt>
                <c:pt idx="169">
                  <c:v>1050.0183</c:v>
                </c:pt>
                <c:pt idx="170">
                  <c:v>1153.1855</c:v>
                </c:pt>
                <c:pt idx="171">
                  <c:v>1153.8408999999999</c:v>
                </c:pt>
                <c:pt idx="172">
                  <c:v>1153.8616999999999</c:v>
                </c:pt>
                <c:pt idx="173">
                  <c:v>1151.0648000000001</c:v>
                </c:pt>
                <c:pt idx="174">
                  <c:v>1161.2846999999999</c:v>
                </c:pt>
                <c:pt idx="175">
                  <c:v>1291.1702</c:v>
                </c:pt>
                <c:pt idx="176">
                  <c:v>1299.8606</c:v>
                </c:pt>
                <c:pt idx="177">
                  <c:v>1442.0941</c:v>
                </c:pt>
                <c:pt idx="178">
                  <c:v>1384.4239</c:v>
                </c:pt>
                <c:pt idx="179">
                  <c:v>1365.3474000000001</c:v>
                </c:pt>
                <c:pt idx="180">
                  <c:v>1421.0038</c:v>
                </c:pt>
                <c:pt idx="181">
                  <c:v>1432.2594999999999</c:v>
                </c:pt>
                <c:pt idx="182">
                  <c:v>1371.5776000000001</c:v>
                </c:pt>
                <c:pt idx="183">
                  <c:v>1314.5554999999999</c:v>
                </c:pt>
                <c:pt idx="184">
                  <c:v>1433.5336</c:v>
                </c:pt>
                <c:pt idx="185">
                  <c:v>1437.0376000000001</c:v>
                </c:pt>
                <c:pt idx="186">
                  <c:v>1428.0220999999999</c:v>
                </c:pt>
                <c:pt idx="187">
                  <c:v>1314.5555999999999</c:v>
                </c:pt>
                <c:pt idx="188">
                  <c:v>1421.5879</c:v>
                </c:pt>
                <c:pt idx="189">
                  <c:v>1388.3542</c:v>
                </c:pt>
                <c:pt idx="190">
                  <c:v>1359.2104999999999</c:v>
                </c:pt>
                <c:pt idx="191">
                  <c:v>1455.4295</c:v>
                </c:pt>
                <c:pt idx="192">
                  <c:v>1452.9015999999999</c:v>
                </c:pt>
                <c:pt idx="193">
                  <c:v>1484.5324000000001</c:v>
                </c:pt>
                <c:pt idx="194">
                  <c:v>1548.7598</c:v>
                </c:pt>
                <c:pt idx="195">
                  <c:v>1496.5598</c:v>
                </c:pt>
                <c:pt idx="196">
                  <c:v>1233.3064999999999</c:v>
                </c:pt>
                <c:pt idx="197">
                  <c:v>1393.4833000000001</c:v>
                </c:pt>
                <c:pt idx="198">
                  <c:v>1440.4880000000001</c:v>
                </c:pt>
                <c:pt idx="199">
                  <c:v>1424.9411</c:v>
                </c:pt>
                <c:pt idx="200">
                  <c:v>1467.2023999999999</c:v>
                </c:pt>
                <c:pt idx="201">
                  <c:v>1463.3833999999999</c:v>
                </c:pt>
                <c:pt idx="202">
                  <c:v>1484.46</c:v>
                </c:pt>
                <c:pt idx="203">
                  <c:v>1439.4684</c:v>
                </c:pt>
                <c:pt idx="204">
                  <c:v>1362.2753</c:v>
                </c:pt>
                <c:pt idx="205">
                  <c:v>1462.8601000000001</c:v>
                </c:pt>
                <c:pt idx="206">
                  <c:v>1467.9187999999999</c:v>
                </c:pt>
                <c:pt idx="207">
                  <c:v>1410.1938</c:v>
                </c:pt>
                <c:pt idx="208">
                  <c:v>1355.7954</c:v>
                </c:pt>
                <c:pt idx="209">
                  <c:v>1433.9748</c:v>
                </c:pt>
                <c:pt idx="210">
                  <c:v>1376.4237000000001</c:v>
                </c:pt>
                <c:pt idx="211">
                  <c:v>1283.5804000000001</c:v>
                </c:pt>
                <c:pt idx="212">
                  <c:v>1445.5724</c:v>
                </c:pt>
                <c:pt idx="213">
                  <c:v>1423.7134000000001</c:v>
                </c:pt>
                <c:pt idx="214">
                  <c:v>1415.2019</c:v>
                </c:pt>
                <c:pt idx="215">
                  <c:v>1391.1994</c:v>
                </c:pt>
                <c:pt idx="216">
                  <c:v>1480.4380000000001</c:v>
                </c:pt>
                <c:pt idx="217">
                  <c:v>1411.6313</c:v>
                </c:pt>
                <c:pt idx="218">
                  <c:v>1388.3967</c:v>
                </c:pt>
                <c:pt idx="219">
                  <c:v>1483.3152</c:v>
                </c:pt>
                <c:pt idx="220">
                  <c:v>1476.3545999999999</c:v>
                </c:pt>
                <c:pt idx="221">
                  <c:v>1488.1161999999999</c:v>
                </c:pt>
                <c:pt idx="222">
                  <c:v>1455.5924</c:v>
                </c:pt>
                <c:pt idx="223">
                  <c:v>1448.6421</c:v>
                </c:pt>
                <c:pt idx="224">
                  <c:v>1443.6129000000001</c:v>
                </c:pt>
                <c:pt idx="225">
                  <c:v>1200.3533</c:v>
                </c:pt>
                <c:pt idx="226">
                  <c:v>1424.5160000000001</c:v>
                </c:pt>
                <c:pt idx="227">
                  <c:v>1436.6726000000001</c:v>
                </c:pt>
                <c:pt idx="228">
                  <c:v>1297.2938999999999</c:v>
                </c:pt>
                <c:pt idx="229">
                  <c:v>1537.3601000000001</c:v>
                </c:pt>
                <c:pt idx="230">
                  <c:v>1487.6964</c:v>
                </c:pt>
                <c:pt idx="231">
                  <c:v>1442.1993</c:v>
                </c:pt>
                <c:pt idx="232">
                  <c:v>1308.7645</c:v>
                </c:pt>
                <c:pt idx="233">
                  <c:v>1445.9444000000001</c:v>
                </c:pt>
                <c:pt idx="234">
                  <c:v>1525.7544</c:v>
                </c:pt>
                <c:pt idx="235">
                  <c:v>1491.7732000000001</c:v>
                </c:pt>
                <c:pt idx="236">
                  <c:v>1438.155</c:v>
                </c:pt>
                <c:pt idx="237">
                  <c:v>1452.5817</c:v>
                </c:pt>
                <c:pt idx="238">
                  <c:v>1422.5413000000001</c:v>
                </c:pt>
                <c:pt idx="239">
                  <c:v>1312.5754999999999</c:v>
                </c:pt>
                <c:pt idx="240">
                  <c:v>1431.9184</c:v>
                </c:pt>
                <c:pt idx="241">
                  <c:v>1427.2389000000001</c:v>
                </c:pt>
                <c:pt idx="242">
                  <c:v>1411.4730999999999</c:v>
                </c:pt>
                <c:pt idx="243">
                  <c:v>1395.6744000000001</c:v>
                </c:pt>
                <c:pt idx="244">
                  <c:v>1361.4102</c:v>
                </c:pt>
                <c:pt idx="245">
                  <c:v>1357.5034000000001</c:v>
                </c:pt>
                <c:pt idx="246">
                  <c:v>1254.2213999999999</c:v>
                </c:pt>
                <c:pt idx="247">
                  <c:v>1444.5186000000001</c:v>
                </c:pt>
                <c:pt idx="248">
                  <c:v>1427.6387</c:v>
                </c:pt>
                <c:pt idx="249">
                  <c:v>1419.6103000000001</c:v>
                </c:pt>
                <c:pt idx="250">
                  <c:v>1448.5679</c:v>
                </c:pt>
                <c:pt idx="251">
                  <c:v>1585.2635</c:v>
                </c:pt>
                <c:pt idx="252">
                  <c:v>1509.7141999999999</c:v>
                </c:pt>
                <c:pt idx="253">
                  <c:v>1519.1061999999999</c:v>
                </c:pt>
                <c:pt idx="254">
                  <c:v>1298.3016</c:v>
                </c:pt>
                <c:pt idx="255">
                  <c:v>1541.6996999999999</c:v>
                </c:pt>
                <c:pt idx="256">
                  <c:v>1518.8497</c:v>
                </c:pt>
                <c:pt idx="257">
                  <c:v>1479.8286000000001</c:v>
                </c:pt>
                <c:pt idx="258">
                  <c:v>1450.4914000000001</c:v>
                </c:pt>
                <c:pt idx="259">
                  <c:v>1399.4729</c:v>
                </c:pt>
                <c:pt idx="260">
                  <c:v>1335.2591</c:v>
                </c:pt>
                <c:pt idx="261">
                  <c:v>1533.1821</c:v>
                </c:pt>
                <c:pt idx="262">
                  <c:v>1498.1128000000001</c:v>
                </c:pt>
                <c:pt idx="263">
                  <c:v>1461.95</c:v>
                </c:pt>
                <c:pt idx="264">
                  <c:v>1449.4985999999999</c:v>
                </c:pt>
                <c:pt idx="265">
                  <c:v>1564.5039999999999</c:v>
                </c:pt>
                <c:pt idx="266">
                  <c:v>1521.1794</c:v>
                </c:pt>
                <c:pt idx="267">
                  <c:v>1518.1927000000001</c:v>
                </c:pt>
                <c:pt idx="268">
                  <c:v>1698.7596000000001</c:v>
                </c:pt>
                <c:pt idx="269">
                  <c:v>1641.4241</c:v>
                </c:pt>
                <c:pt idx="270">
                  <c:v>1545.8835999999999</c:v>
                </c:pt>
                <c:pt idx="271">
                  <c:v>1592.9199000000001</c:v>
                </c:pt>
                <c:pt idx="272">
                  <c:v>1586.4482</c:v>
                </c:pt>
                <c:pt idx="273">
                  <c:v>1496.2049999999999</c:v>
                </c:pt>
                <c:pt idx="274">
                  <c:v>1450.6672000000001</c:v>
                </c:pt>
                <c:pt idx="275">
                  <c:v>1625.7286999999999</c:v>
                </c:pt>
                <c:pt idx="276">
                  <c:v>1592.8009</c:v>
                </c:pt>
                <c:pt idx="277">
                  <c:v>1463.3101999999999</c:v>
                </c:pt>
                <c:pt idx="278">
                  <c:v>1543.4362000000001</c:v>
                </c:pt>
                <c:pt idx="279">
                  <c:v>1576.2292</c:v>
                </c:pt>
                <c:pt idx="280">
                  <c:v>1462.5725</c:v>
                </c:pt>
                <c:pt idx="281">
                  <c:v>1429.7248</c:v>
                </c:pt>
                <c:pt idx="282">
                  <c:v>1550.1384</c:v>
                </c:pt>
                <c:pt idx="283">
                  <c:v>1553.8422</c:v>
                </c:pt>
                <c:pt idx="284">
                  <c:v>1394.2284</c:v>
                </c:pt>
                <c:pt idx="285">
                  <c:v>1529.7108000000001</c:v>
                </c:pt>
                <c:pt idx="286">
                  <c:v>1419.4176</c:v>
                </c:pt>
                <c:pt idx="287">
                  <c:v>1428.3843999999999</c:v>
                </c:pt>
                <c:pt idx="288">
                  <c:v>1364.4612999999999</c:v>
                </c:pt>
                <c:pt idx="289">
                  <c:v>1485.6543999999999</c:v>
                </c:pt>
                <c:pt idx="290">
                  <c:v>1520.5772999999999</c:v>
                </c:pt>
                <c:pt idx="291">
                  <c:v>1491.0074999999999</c:v>
                </c:pt>
                <c:pt idx="292">
                  <c:v>1535.61</c:v>
                </c:pt>
                <c:pt idx="293">
                  <c:v>1609.5531000000001</c:v>
                </c:pt>
                <c:pt idx="294">
                  <c:v>1575.4259</c:v>
                </c:pt>
                <c:pt idx="295">
                  <c:v>1552.3619000000001</c:v>
                </c:pt>
                <c:pt idx="296">
                  <c:v>1456.1165000000001</c:v>
                </c:pt>
                <c:pt idx="297">
                  <c:v>1432.9588000000001</c:v>
                </c:pt>
                <c:pt idx="298">
                  <c:v>1469.6714999999999</c:v>
                </c:pt>
                <c:pt idx="299">
                  <c:v>1491.8018999999999</c:v>
                </c:pt>
                <c:pt idx="300">
                  <c:v>1465.4143999999999</c:v>
                </c:pt>
                <c:pt idx="301">
                  <c:v>1411.9802</c:v>
                </c:pt>
                <c:pt idx="302">
                  <c:v>1395.3173999999999</c:v>
                </c:pt>
                <c:pt idx="303">
                  <c:v>1459.8821</c:v>
                </c:pt>
                <c:pt idx="304">
                  <c:v>1490.5599</c:v>
                </c:pt>
                <c:pt idx="305">
                  <c:v>1482.6113</c:v>
                </c:pt>
                <c:pt idx="306">
                  <c:v>1479.2598</c:v>
                </c:pt>
                <c:pt idx="307">
                  <c:v>1513.0360000000001</c:v>
                </c:pt>
                <c:pt idx="308">
                  <c:v>1715.6886</c:v>
                </c:pt>
                <c:pt idx="309">
                  <c:v>1655.5052000000001</c:v>
                </c:pt>
                <c:pt idx="310">
                  <c:v>1798.0103999999999</c:v>
                </c:pt>
                <c:pt idx="311">
                  <c:v>1786.2337</c:v>
                </c:pt>
                <c:pt idx="312">
                  <c:v>1803.1846</c:v>
                </c:pt>
                <c:pt idx="313">
                  <c:v>1873.1293000000001</c:v>
                </c:pt>
                <c:pt idx="314">
                  <c:v>1500.5189</c:v>
                </c:pt>
                <c:pt idx="315">
                  <c:v>1683.7162000000001</c:v>
                </c:pt>
                <c:pt idx="316">
                  <c:v>1623.7864999999999</c:v>
                </c:pt>
                <c:pt idx="317">
                  <c:v>1759.2478000000001</c:v>
                </c:pt>
                <c:pt idx="318">
                  <c:v>1761.6470999999999</c:v>
                </c:pt>
                <c:pt idx="319">
                  <c:v>1718.1895</c:v>
                </c:pt>
                <c:pt idx="320">
                  <c:v>1708.8271</c:v>
                </c:pt>
                <c:pt idx="321">
                  <c:v>1732.4351999999999</c:v>
                </c:pt>
                <c:pt idx="322">
                  <c:v>1751.2267999999999</c:v>
                </c:pt>
                <c:pt idx="323">
                  <c:v>1692.4657999999999</c:v>
                </c:pt>
                <c:pt idx="324">
                  <c:v>1772.6303</c:v>
                </c:pt>
                <c:pt idx="325">
                  <c:v>1694.4864</c:v>
                </c:pt>
                <c:pt idx="326">
                  <c:v>1753.4898000000001</c:v>
                </c:pt>
                <c:pt idx="327">
                  <c:v>1710.9628</c:v>
                </c:pt>
                <c:pt idx="328">
                  <c:v>1707.7695000000001</c:v>
                </c:pt>
                <c:pt idx="329">
                  <c:v>1620.9250999999999</c:v>
                </c:pt>
                <c:pt idx="330">
                  <c:v>1515.8955000000001</c:v>
                </c:pt>
                <c:pt idx="331">
                  <c:v>1746.1792</c:v>
                </c:pt>
                <c:pt idx="332">
                  <c:v>1737.9338</c:v>
                </c:pt>
                <c:pt idx="333">
                  <c:v>1723.7927</c:v>
                </c:pt>
                <c:pt idx="334">
                  <c:v>1705.6983</c:v>
                </c:pt>
                <c:pt idx="335">
                  <c:v>1707.538</c:v>
                </c:pt>
                <c:pt idx="336">
                  <c:v>1702.5934</c:v>
                </c:pt>
                <c:pt idx="337">
                  <c:v>1649.5014000000001</c:v>
                </c:pt>
                <c:pt idx="338">
                  <c:v>1830.9947</c:v>
                </c:pt>
                <c:pt idx="339">
                  <c:v>1815.8434</c:v>
                </c:pt>
                <c:pt idx="340">
                  <c:v>1744.3254999999999</c:v>
                </c:pt>
                <c:pt idx="341">
                  <c:v>1662.9323999999999</c:v>
                </c:pt>
                <c:pt idx="342">
                  <c:v>1951.8841</c:v>
                </c:pt>
                <c:pt idx="343">
                  <c:v>1900.6442999999999</c:v>
                </c:pt>
                <c:pt idx="344">
                  <c:v>2064.5088999999998</c:v>
                </c:pt>
                <c:pt idx="345">
                  <c:v>2288.7129</c:v>
                </c:pt>
                <c:pt idx="346">
                  <c:v>2153.4607000000001</c:v>
                </c:pt>
                <c:pt idx="347">
                  <c:v>2045.9123999999999</c:v>
                </c:pt>
                <c:pt idx="348">
                  <c:v>1977.0446999999999</c:v>
                </c:pt>
                <c:pt idx="349">
                  <c:v>2012.2897</c:v>
                </c:pt>
                <c:pt idx="350">
                  <c:v>1890.6638</c:v>
                </c:pt>
                <c:pt idx="351">
                  <c:v>1768.4228000000001</c:v>
                </c:pt>
                <c:pt idx="352">
                  <c:v>1953.1414</c:v>
                </c:pt>
                <c:pt idx="353">
                  <c:v>1993.9879000000001</c:v>
                </c:pt>
                <c:pt idx="354">
                  <c:v>2084.4881999999998</c:v>
                </c:pt>
                <c:pt idx="355">
                  <c:v>2106.4007000000001</c:v>
                </c:pt>
                <c:pt idx="356">
                  <c:v>1990.6176</c:v>
                </c:pt>
                <c:pt idx="357">
                  <c:v>1908.3443</c:v>
                </c:pt>
                <c:pt idx="358">
                  <c:v>1815.5587</c:v>
                </c:pt>
                <c:pt idx="359">
                  <c:v>2060.0907000000002</c:v>
                </c:pt>
                <c:pt idx="360">
                  <c:v>1858.7264</c:v>
                </c:pt>
                <c:pt idx="361">
                  <c:v>1828.1217999999999</c:v>
                </c:pt>
                <c:pt idx="362">
                  <c:v>1814.2275</c:v>
                </c:pt>
                <c:pt idx="363">
                  <c:v>1833.6605999999999</c:v>
                </c:pt>
                <c:pt idx="364">
                  <c:v>1885.0713000000001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002-40D9-B842-4FCD3F948572}"/>
            </c:ext>
          </c:extLst>
        </c:ser>
        <c:ser>
          <c:idx val="3"/>
          <c:order val="3"/>
          <c:tx>
            <c:strRef>
              <c:f>VoLTE!$E$1</c:f>
              <c:strCache>
                <c:ptCount val="1"/>
                <c:pt idx="0">
                  <c:v>Monaragala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VoLTE!$A$2:$A$366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VoLTE!$E$2:$E$366</c:f>
              <c:numCache>
                <c:formatCode>General</c:formatCode>
                <c:ptCount val="365"/>
                <c:pt idx="0">
                  <c:v>786.93539999999996</c:v>
                </c:pt>
                <c:pt idx="1">
                  <c:v>721.30010000000004</c:v>
                </c:pt>
                <c:pt idx="2">
                  <c:v>874.48800000000006</c:v>
                </c:pt>
                <c:pt idx="3">
                  <c:v>833.84770000000003</c:v>
                </c:pt>
                <c:pt idx="4">
                  <c:v>905.45150000000001</c:v>
                </c:pt>
                <c:pt idx="5">
                  <c:v>909.94389999999999</c:v>
                </c:pt>
                <c:pt idx="6">
                  <c:v>927.31579999999997</c:v>
                </c:pt>
                <c:pt idx="7">
                  <c:v>842.36080000000004</c:v>
                </c:pt>
                <c:pt idx="8">
                  <c:v>828.71619999999996</c:v>
                </c:pt>
                <c:pt idx="9">
                  <c:v>947.11829999999998</c:v>
                </c:pt>
                <c:pt idx="10">
                  <c:v>901.90340000000003</c:v>
                </c:pt>
                <c:pt idx="11">
                  <c:v>892.98779999999999</c:v>
                </c:pt>
                <c:pt idx="12">
                  <c:v>889.42039999999997</c:v>
                </c:pt>
                <c:pt idx="13">
                  <c:v>911.89430000000004</c:v>
                </c:pt>
                <c:pt idx="14">
                  <c:v>856.49249999999995</c:v>
                </c:pt>
                <c:pt idx="15">
                  <c:v>828.50829999999996</c:v>
                </c:pt>
                <c:pt idx="16">
                  <c:v>884.23739999999998</c:v>
                </c:pt>
                <c:pt idx="17">
                  <c:v>903.97760000000005</c:v>
                </c:pt>
                <c:pt idx="18">
                  <c:v>949.0059</c:v>
                </c:pt>
                <c:pt idx="19">
                  <c:v>774.87469999999996</c:v>
                </c:pt>
                <c:pt idx="20">
                  <c:v>931.86749999999995</c:v>
                </c:pt>
                <c:pt idx="21">
                  <c:v>794.47040000000004</c:v>
                </c:pt>
                <c:pt idx="22">
                  <c:v>752.19600000000003</c:v>
                </c:pt>
                <c:pt idx="23">
                  <c:v>826.24390000000005</c:v>
                </c:pt>
                <c:pt idx="24">
                  <c:v>863.26469999999995</c:v>
                </c:pt>
                <c:pt idx="25">
                  <c:v>772.79970000000003</c:v>
                </c:pt>
                <c:pt idx="26">
                  <c:v>820.66539999999998</c:v>
                </c:pt>
                <c:pt idx="27">
                  <c:v>826.12689999999998</c:v>
                </c:pt>
                <c:pt idx="28">
                  <c:v>743.70069999999998</c:v>
                </c:pt>
                <c:pt idx="29">
                  <c:v>696.85699999999997</c:v>
                </c:pt>
                <c:pt idx="30">
                  <c:v>781.29139999999995</c:v>
                </c:pt>
                <c:pt idx="31">
                  <c:v>791.44949999999994</c:v>
                </c:pt>
                <c:pt idx="32">
                  <c:v>780.53579999999999</c:v>
                </c:pt>
                <c:pt idx="33">
                  <c:v>783.05709999999999</c:v>
                </c:pt>
                <c:pt idx="34">
                  <c:v>768.51440000000002</c:v>
                </c:pt>
                <c:pt idx="35">
                  <c:v>754.33540000000005</c:v>
                </c:pt>
                <c:pt idx="36">
                  <c:v>712.29290000000003</c:v>
                </c:pt>
                <c:pt idx="37">
                  <c:v>820.65340000000003</c:v>
                </c:pt>
                <c:pt idx="38">
                  <c:v>771.54200000000003</c:v>
                </c:pt>
                <c:pt idx="39">
                  <c:v>778.13900000000001</c:v>
                </c:pt>
                <c:pt idx="40">
                  <c:v>807.54669999999999</c:v>
                </c:pt>
                <c:pt idx="41">
                  <c:v>759.33619999999996</c:v>
                </c:pt>
                <c:pt idx="42">
                  <c:v>674.69600000000003</c:v>
                </c:pt>
                <c:pt idx="43">
                  <c:v>663.62879999999996</c:v>
                </c:pt>
                <c:pt idx="44">
                  <c:v>754.30420000000004</c:v>
                </c:pt>
                <c:pt idx="45">
                  <c:v>801.78160000000003</c:v>
                </c:pt>
                <c:pt idx="46">
                  <c:v>772.37919999999997</c:v>
                </c:pt>
                <c:pt idx="47">
                  <c:v>813.43799999999999</c:v>
                </c:pt>
                <c:pt idx="48">
                  <c:v>683.45860000000005</c:v>
                </c:pt>
                <c:pt idx="49">
                  <c:v>777.62030000000004</c:v>
                </c:pt>
                <c:pt idx="50">
                  <c:v>757.82050000000004</c:v>
                </c:pt>
                <c:pt idx="51">
                  <c:v>781.98490000000004</c:v>
                </c:pt>
                <c:pt idx="52">
                  <c:v>769.55359999999996</c:v>
                </c:pt>
                <c:pt idx="53">
                  <c:v>767.31460000000004</c:v>
                </c:pt>
                <c:pt idx="54">
                  <c:v>757.66489999999999</c:v>
                </c:pt>
                <c:pt idx="55">
                  <c:v>750.79589999999996</c:v>
                </c:pt>
                <c:pt idx="56">
                  <c:v>702.86990000000003</c:v>
                </c:pt>
                <c:pt idx="57">
                  <c:v>686.51580000000001</c:v>
                </c:pt>
                <c:pt idx="58">
                  <c:v>738.17930000000001</c:v>
                </c:pt>
                <c:pt idx="59">
                  <c:v>763.47180000000003</c:v>
                </c:pt>
                <c:pt idx="60">
                  <c:v>773.52589999999998</c:v>
                </c:pt>
                <c:pt idx="61">
                  <c:v>769.88750000000005</c:v>
                </c:pt>
                <c:pt idx="62">
                  <c:v>792.69359999999995</c:v>
                </c:pt>
                <c:pt idx="63">
                  <c:v>712.58199999999999</c:v>
                </c:pt>
                <c:pt idx="64">
                  <c:v>665.69989999999996</c:v>
                </c:pt>
                <c:pt idx="65">
                  <c:v>752.50519999999995</c:v>
                </c:pt>
                <c:pt idx="66">
                  <c:v>740.13040000000001</c:v>
                </c:pt>
                <c:pt idx="67">
                  <c:v>768.16809999999998</c:v>
                </c:pt>
                <c:pt idx="68">
                  <c:v>734.16030000000001</c:v>
                </c:pt>
                <c:pt idx="69">
                  <c:v>755.66309999999999</c:v>
                </c:pt>
                <c:pt idx="70">
                  <c:v>723.34090000000003</c:v>
                </c:pt>
                <c:pt idx="71">
                  <c:v>696.02340000000004</c:v>
                </c:pt>
                <c:pt idx="72">
                  <c:v>779.56669999999997</c:v>
                </c:pt>
                <c:pt idx="73">
                  <c:v>770.85720000000003</c:v>
                </c:pt>
                <c:pt idx="74">
                  <c:v>792.72590000000002</c:v>
                </c:pt>
                <c:pt idx="75">
                  <c:v>855.46600000000001</c:v>
                </c:pt>
                <c:pt idx="76">
                  <c:v>782.3306</c:v>
                </c:pt>
                <c:pt idx="77">
                  <c:v>766.64329999999995</c:v>
                </c:pt>
                <c:pt idx="78">
                  <c:v>674.50260000000003</c:v>
                </c:pt>
                <c:pt idx="79">
                  <c:v>767.4606</c:v>
                </c:pt>
                <c:pt idx="80">
                  <c:v>776.49530000000004</c:v>
                </c:pt>
                <c:pt idx="81">
                  <c:v>794.19889999999998</c:v>
                </c:pt>
                <c:pt idx="82">
                  <c:v>787.47439999999995</c:v>
                </c:pt>
                <c:pt idx="83">
                  <c:v>772.17460000000005</c:v>
                </c:pt>
                <c:pt idx="84">
                  <c:v>714.18629999999996</c:v>
                </c:pt>
                <c:pt idx="85">
                  <c:v>718.42769999999996</c:v>
                </c:pt>
                <c:pt idx="86">
                  <c:v>744.8886</c:v>
                </c:pt>
                <c:pt idx="87">
                  <c:v>749.31489999999997</c:v>
                </c:pt>
                <c:pt idx="88">
                  <c:v>741.42250000000001</c:v>
                </c:pt>
                <c:pt idx="89">
                  <c:v>736.90830000000005</c:v>
                </c:pt>
                <c:pt idx="90">
                  <c:v>757.20630000000006</c:v>
                </c:pt>
                <c:pt idx="91">
                  <c:v>725.89340000000004</c:v>
                </c:pt>
                <c:pt idx="92">
                  <c:v>693.14790000000005</c:v>
                </c:pt>
                <c:pt idx="93">
                  <c:v>754.33299999999997</c:v>
                </c:pt>
                <c:pt idx="94">
                  <c:v>739.68669999999997</c:v>
                </c:pt>
                <c:pt idx="95">
                  <c:v>749.08489999999995</c:v>
                </c:pt>
                <c:pt idx="96">
                  <c:v>731.29650000000004</c:v>
                </c:pt>
                <c:pt idx="97">
                  <c:v>745.64599999999996</c:v>
                </c:pt>
                <c:pt idx="98">
                  <c:v>654.38440000000003</c:v>
                </c:pt>
                <c:pt idx="99">
                  <c:v>675.48099999999999</c:v>
                </c:pt>
                <c:pt idx="100">
                  <c:v>773.66549999999995</c:v>
                </c:pt>
                <c:pt idx="101">
                  <c:v>795.43299999999999</c:v>
                </c:pt>
                <c:pt idx="102">
                  <c:v>752.14869999999996</c:v>
                </c:pt>
                <c:pt idx="103">
                  <c:v>742.34310000000005</c:v>
                </c:pt>
                <c:pt idx="104">
                  <c:v>755.48440000000005</c:v>
                </c:pt>
                <c:pt idx="105">
                  <c:v>729.71270000000004</c:v>
                </c:pt>
                <c:pt idx="106">
                  <c:v>719.81709999999998</c:v>
                </c:pt>
                <c:pt idx="107">
                  <c:v>626.46370000000002</c:v>
                </c:pt>
                <c:pt idx="108">
                  <c:v>751.58699999999999</c:v>
                </c:pt>
                <c:pt idx="109">
                  <c:v>747.22929999999997</c:v>
                </c:pt>
                <c:pt idx="110">
                  <c:v>748.43349999999998</c:v>
                </c:pt>
                <c:pt idx="111">
                  <c:v>735.74990000000003</c:v>
                </c:pt>
                <c:pt idx="112">
                  <c:v>705.62900000000002</c:v>
                </c:pt>
                <c:pt idx="113">
                  <c:v>651.25220000000002</c:v>
                </c:pt>
                <c:pt idx="114">
                  <c:v>695.44640000000004</c:v>
                </c:pt>
                <c:pt idx="115">
                  <c:v>708.64959999999996</c:v>
                </c:pt>
                <c:pt idx="116">
                  <c:v>717.06010000000003</c:v>
                </c:pt>
                <c:pt idx="117">
                  <c:v>687.84720000000004</c:v>
                </c:pt>
                <c:pt idx="118">
                  <c:v>716.85730000000001</c:v>
                </c:pt>
                <c:pt idx="119">
                  <c:v>741.41399999999999</c:v>
                </c:pt>
                <c:pt idx="120">
                  <c:v>716.78440000000001</c:v>
                </c:pt>
                <c:pt idx="121">
                  <c:v>719.0059</c:v>
                </c:pt>
                <c:pt idx="122">
                  <c:v>824.01049999999998</c:v>
                </c:pt>
                <c:pt idx="123">
                  <c:v>826.77329999999995</c:v>
                </c:pt>
                <c:pt idx="124">
                  <c:v>821.50810000000001</c:v>
                </c:pt>
                <c:pt idx="125">
                  <c:v>810.43650000000002</c:v>
                </c:pt>
                <c:pt idx="126">
                  <c:v>791.84370000000001</c:v>
                </c:pt>
                <c:pt idx="127">
                  <c:v>712.01220000000001</c:v>
                </c:pt>
                <c:pt idx="128">
                  <c:v>839.25109999999995</c:v>
                </c:pt>
                <c:pt idx="129">
                  <c:v>867.82389999999998</c:v>
                </c:pt>
                <c:pt idx="130">
                  <c:v>862.7989</c:v>
                </c:pt>
                <c:pt idx="131">
                  <c:v>851.24580000000003</c:v>
                </c:pt>
                <c:pt idx="132">
                  <c:v>857.41859999999997</c:v>
                </c:pt>
                <c:pt idx="133">
                  <c:v>786.27279999999996</c:v>
                </c:pt>
                <c:pt idx="134">
                  <c:v>749.70550000000003</c:v>
                </c:pt>
                <c:pt idx="135">
                  <c:v>863.54579999999999</c:v>
                </c:pt>
                <c:pt idx="136">
                  <c:v>860.96780000000001</c:v>
                </c:pt>
                <c:pt idx="137">
                  <c:v>763.63220000000001</c:v>
                </c:pt>
                <c:pt idx="138">
                  <c:v>882.44290000000001</c:v>
                </c:pt>
                <c:pt idx="139">
                  <c:v>852.54560000000004</c:v>
                </c:pt>
                <c:pt idx="140">
                  <c:v>795.35820000000001</c:v>
                </c:pt>
                <c:pt idx="141">
                  <c:v>774.19740000000002</c:v>
                </c:pt>
                <c:pt idx="142">
                  <c:v>862.66200000000003</c:v>
                </c:pt>
                <c:pt idx="143">
                  <c:v>848.01819999999998</c:v>
                </c:pt>
                <c:pt idx="144">
                  <c:v>794.04020000000003</c:v>
                </c:pt>
                <c:pt idx="145">
                  <c:v>790.91729999999995</c:v>
                </c:pt>
                <c:pt idx="146">
                  <c:v>790.57809999999995</c:v>
                </c:pt>
                <c:pt idx="147">
                  <c:v>781.15750000000003</c:v>
                </c:pt>
                <c:pt idx="148">
                  <c:v>719.91989999999998</c:v>
                </c:pt>
                <c:pt idx="149">
                  <c:v>825.59760000000006</c:v>
                </c:pt>
                <c:pt idx="150">
                  <c:v>809.09379999999999</c:v>
                </c:pt>
                <c:pt idx="151">
                  <c:v>795.08839999999998</c:v>
                </c:pt>
                <c:pt idx="152">
                  <c:v>782.49929999999995</c:v>
                </c:pt>
                <c:pt idx="153">
                  <c:v>803.35090000000002</c:v>
                </c:pt>
                <c:pt idx="154">
                  <c:v>741.91049999999996</c:v>
                </c:pt>
                <c:pt idx="155">
                  <c:v>711.03240000000005</c:v>
                </c:pt>
                <c:pt idx="156">
                  <c:v>775.09119999999996</c:v>
                </c:pt>
                <c:pt idx="157">
                  <c:v>774.28869999999995</c:v>
                </c:pt>
                <c:pt idx="158">
                  <c:v>742.26130000000001</c:v>
                </c:pt>
                <c:pt idx="159">
                  <c:v>769.11789999999996</c:v>
                </c:pt>
                <c:pt idx="160">
                  <c:v>645.55520000000001</c:v>
                </c:pt>
                <c:pt idx="161">
                  <c:v>634.56629999999996</c:v>
                </c:pt>
                <c:pt idx="162">
                  <c:v>781.37049999999999</c:v>
                </c:pt>
                <c:pt idx="163">
                  <c:v>865.15509999999995</c:v>
                </c:pt>
                <c:pt idx="164">
                  <c:v>880.26369999999997</c:v>
                </c:pt>
                <c:pt idx="165">
                  <c:v>886.56089999999995</c:v>
                </c:pt>
                <c:pt idx="166">
                  <c:v>766.94979999999998</c:v>
                </c:pt>
                <c:pt idx="167">
                  <c:v>830.11850000000004</c:v>
                </c:pt>
                <c:pt idx="168">
                  <c:v>813.06809999999996</c:v>
                </c:pt>
                <c:pt idx="169">
                  <c:v>787.85929999999996</c:v>
                </c:pt>
                <c:pt idx="170">
                  <c:v>870.33720000000005</c:v>
                </c:pt>
                <c:pt idx="171">
                  <c:v>823.33590000000004</c:v>
                </c:pt>
                <c:pt idx="172">
                  <c:v>802.18949999999995</c:v>
                </c:pt>
                <c:pt idx="173">
                  <c:v>805.30039999999997</c:v>
                </c:pt>
                <c:pt idx="174">
                  <c:v>814.2894</c:v>
                </c:pt>
                <c:pt idx="175">
                  <c:v>895.71759999999995</c:v>
                </c:pt>
                <c:pt idx="176">
                  <c:v>852.80089999999996</c:v>
                </c:pt>
                <c:pt idx="177">
                  <c:v>931.45180000000005</c:v>
                </c:pt>
                <c:pt idx="178">
                  <c:v>926.072</c:v>
                </c:pt>
                <c:pt idx="179">
                  <c:v>846.18309999999997</c:v>
                </c:pt>
                <c:pt idx="180">
                  <c:v>914.24149999999997</c:v>
                </c:pt>
                <c:pt idx="181">
                  <c:v>913.72940000000006</c:v>
                </c:pt>
                <c:pt idx="182">
                  <c:v>874.4615</c:v>
                </c:pt>
                <c:pt idx="183">
                  <c:v>820.45410000000004</c:v>
                </c:pt>
                <c:pt idx="184">
                  <c:v>887.26890000000003</c:v>
                </c:pt>
                <c:pt idx="185">
                  <c:v>956.6146</c:v>
                </c:pt>
                <c:pt idx="186">
                  <c:v>971.80930000000001</c:v>
                </c:pt>
                <c:pt idx="187">
                  <c:v>894.88660000000004</c:v>
                </c:pt>
                <c:pt idx="188">
                  <c:v>976.93899999999996</c:v>
                </c:pt>
                <c:pt idx="189">
                  <c:v>925.90830000000005</c:v>
                </c:pt>
                <c:pt idx="190">
                  <c:v>851.62159999999994</c:v>
                </c:pt>
                <c:pt idx="191">
                  <c:v>978.32669999999996</c:v>
                </c:pt>
                <c:pt idx="192">
                  <c:v>970.98230000000001</c:v>
                </c:pt>
                <c:pt idx="193">
                  <c:v>986.28859999999997</c:v>
                </c:pt>
                <c:pt idx="194">
                  <c:v>1027.6836000000001</c:v>
                </c:pt>
                <c:pt idx="195">
                  <c:v>971.53099999999995</c:v>
                </c:pt>
                <c:pt idx="196">
                  <c:v>860.80880000000002</c:v>
                </c:pt>
                <c:pt idx="197">
                  <c:v>878.99170000000004</c:v>
                </c:pt>
                <c:pt idx="198">
                  <c:v>973.79830000000004</c:v>
                </c:pt>
                <c:pt idx="199">
                  <c:v>908.38890000000004</c:v>
                </c:pt>
                <c:pt idx="200">
                  <c:v>931.68949999999995</c:v>
                </c:pt>
                <c:pt idx="201">
                  <c:v>907.80259999999998</c:v>
                </c:pt>
                <c:pt idx="202">
                  <c:v>950.09889999999996</c:v>
                </c:pt>
                <c:pt idx="203">
                  <c:v>890.98429999999996</c:v>
                </c:pt>
                <c:pt idx="204">
                  <c:v>858.90689999999995</c:v>
                </c:pt>
                <c:pt idx="205">
                  <c:v>933.98419999999999</c:v>
                </c:pt>
                <c:pt idx="206">
                  <c:v>1122.9865</c:v>
                </c:pt>
                <c:pt idx="207">
                  <c:v>1134.0621000000001</c:v>
                </c:pt>
                <c:pt idx="208">
                  <c:v>1080.3092999999999</c:v>
                </c:pt>
                <c:pt idx="209">
                  <c:v>1148.8864000000001</c:v>
                </c:pt>
                <c:pt idx="210">
                  <c:v>1091.0338999999999</c:v>
                </c:pt>
                <c:pt idx="211">
                  <c:v>1083.4797000000001</c:v>
                </c:pt>
                <c:pt idx="212">
                  <c:v>1172.5687</c:v>
                </c:pt>
                <c:pt idx="213">
                  <c:v>1173.6946</c:v>
                </c:pt>
                <c:pt idx="214">
                  <c:v>1157.9754</c:v>
                </c:pt>
                <c:pt idx="215">
                  <c:v>1162.9009000000001</c:v>
                </c:pt>
                <c:pt idx="216">
                  <c:v>1313.7692999999999</c:v>
                </c:pt>
                <c:pt idx="217">
                  <c:v>1250.4338</c:v>
                </c:pt>
                <c:pt idx="218">
                  <c:v>1149.4096</c:v>
                </c:pt>
                <c:pt idx="219">
                  <c:v>1297.7403999999999</c:v>
                </c:pt>
                <c:pt idx="220">
                  <c:v>1292.2583</c:v>
                </c:pt>
                <c:pt idx="221">
                  <c:v>1315.8577</c:v>
                </c:pt>
                <c:pt idx="222">
                  <c:v>1280.9290000000001</c:v>
                </c:pt>
                <c:pt idx="223">
                  <c:v>1253.5169000000001</c:v>
                </c:pt>
                <c:pt idx="224">
                  <c:v>1171.5377000000001</c:v>
                </c:pt>
                <c:pt idx="225">
                  <c:v>1067.4031</c:v>
                </c:pt>
                <c:pt idx="226">
                  <c:v>1286.6322</c:v>
                </c:pt>
                <c:pt idx="227">
                  <c:v>1282.1684</c:v>
                </c:pt>
                <c:pt idx="228">
                  <c:v>1077.8119999999999</c:v>
                </c:pt>
                <c:pt idx="229">
                  <c:v>1255.6288999999999</c:v>
                </c:pt>
                <c:pt idx="230">
                  <c:v>1290.9893999999999</c:v>
                </c:pt>
                <c:pt idx="231">
                  <c:v>1209.1369</c:v>
                </c:pt>
                <c:pt idx="232">
                  <c:v>1085.0532000000001</c:v>
                </c:pt>
                <c:pt idx="233">
                  <c:v>1301.3611000000001</c:v>
                </c:pt>
                <c:pt idx="234">
                  <c:v>1311.7583</c:v>
                </c:pt>
                <c:pt idx="235">
                  <c:v>1297.0177000000001</c:v>
                </c:pt>
                <c:pt idx="236">
                  <c:v>1226.2337</c:v>
                </c:pt>
                <c:pt idx="237">
                  <c:v>1258.3454999999999</c:v>
                </c:pt>
                <c:pt idx="238">
                  <c:v>1226.9258</c:v>
                </c:pt>
                <c:pt idx="239">
                  <c:v>1193.4177999999999</c:v>
                </c:pt>
                <c:pt idx="240">
                  <c:v>1211.5316</c:v>
                </c:pt>
                <c:pt idx="241">
                  <c:v>1178.2117000000001</c:v>
                </c:pt>
                <c:pt idx="242">
                  <c:v>1176.2219</c:v>
                </c:pt>
                <c:pt idx="243">
                  <c:v>1151.3387</c:v>
                </c:pt>
                <c:pt idx="244">
                  <c:v>1205.6895</c:v>
                </c:pt>
                <c:pt idx="245">
                  <c:v>1095.9487999999999</c:v>
                </c:pt>
                <c:pt idx="246">
                  <c:v>1106.9462000000001</c:v>
                </c:pt>
                <c:pt idx="247">
                  <c:v>1251.4786999999999</c:v>
                </c:pt>
                <c:pt idx="248">
                  <c:v>1226.9963</c:v>
                </c:pt>
                <c:pt idx="249">
                  <c:v>1247.8279</c:v>
                </c:pt>
                <c:pt idx="250">
                  <c:v>1262.4273000000001</c:v>
                </c:pt>
                <c:pt idx="251">
                  <c:v>1370.5401999999999</c:v>
                </c:pt>
                <c:pt idx="252">
                  <c:v>1358.7352000000001</c:v>
                </c:pt>
                <c:pt idx="253">
                  <c:v>1316.3361</c:v>
                </c:pt>
                <c:pt idx="254">
                  <c:v>1207.8828000000001</c:v>
                </c:pt>
                <c:pt idx="255">
                  <c:v>1401.1887999999999</c:v>
                </c:pt>
                <c:pt idx="256">
                  <c:v>1370.3304000000001</c:v>
                </c:pt>
                <c:pt idx="257">
                  <c:v>1309.5234</c:v>
                </c:pt>
                <c:pt idx="258">
                  <c:v>1315.5311999999999</c:v>
                </c:pt>
                <c:pt idx="259">
                  <c:v>1281.3928000000001</c:v>
                </c:pt>
                <c:pt idx="260">
                  <c:v>1190.0786000000001</c:v>
                </c:pt>
                <c:pt idx="261">
                  <c:v>1330.0944999999999</c:v>
                </c:pt>
                <c:pt idx="262">
                  <c:v>1349.2807</c:v>
                </c:pt>
                <c:pt idx="263">
                  <c:v>1389.9051999999999</c:v>
                </c:pt>
                <c:pt idx="264">
                  <c:v>1327.5979</c:v>
                </c:pt>
                <c:pt idx="265">
                  <c:v>1362.0752</c:v>
                </c:pt>
                <c:pt idx="266">
                  <c:v>1303.1549</c:v>
                </c:pt>
                <c:pt idx="267">
                  <c:v>1237.5199</c:v>
                </c:pt>
                <c:pt idx="268">
                  <c:v>1420.2244000000001</c:v>
                </c:pt>
                <c:pt idx="269">
                  <c:v>1477.3805</c:v>
                </c:pt>
                <c:pt idx="270">
                  <c:v>1357.6949</c:v>
                </c:pt>
                <c:pt idx="271">
                  <c:v>1374.9956999999999</c:v>
                </c:pt>
                <c:pt idx="272">
                  <c:v>1372.3569</c:v>
                </c:pt>
                <c:pt idx="273">
                  <c:v>1332.5989</c:v>
                </c:pt>
                <c:pt idx="274">
                  <c:v>1261.2439999999999</c:v>
                </c:pt>
                <c:pt idx="275">
                  <c:v>1380.7349999999999</c:v>
                </c:pt>
                <c:pt idx="276">
                  <c:v>1344.3614</c:v>
                </c:pt>
                <c:pt idx="277">
                  <c:v>1318.2421999999999</c:v>
                </c:pt>
                <c:pt idx="278">
                  <c:v>1400.0716</c:v>
                </c:pt>
                <c:pt idx="279">
                  <c:v>1406.1195</c:v>
                </c:pt>
                <c:pt idx="280">
                  <c:v>1313.5869</c:v>
                </c:pt>
                <c:pt idx="281">
                  <c:v>1273.3869</c:v>
                </c:pt>
                <c:pt idx="282">
                  <c:v>1397.1316999999999</c:v>
                </c:pt>
                <c:pt idx="283">
                  <c:v>1450.1891000000001</c:v>
                </c:pt>
                <c:pt idx="284">
                  <c:v>1306.1472000000001</c:v>
                </c:pt>
                <c:pt idx="285">
                  <c:v>1438.9779000000001</c:v>
                </c:pt>
                <c:pt idx="286">
                  <c:v>1294.0782999999999</c:v>
                </c:pt>
                <c:pt idx="287">
                  <c:v>1289.3119999999999</c:v>
                </c:pt>
                <c:pt idx="288">
                  <c:v>1231.7373</c:v>
                </c:pt>
                <c:pt idx="289">
                  <c:v>1381.9431</c:v>
                </c:pt>
                <c:pt idx="290">
                  <c:v>1386.7935</c:v>
                </c:pt>
                <c:pt idx="291">
                  <c:v>1409.9417000000001</c:v>
                </c:pt>
                <c:pt idx="292">
                  <c:v>1428.3009999999999</c:v>
                </c:pt>
                <c:pt idx="293">
                  <c:v>1516.3054</c:v>
                </c:pt>
                <c:pt idx="294">
                  <c:v>1478.4736</c:v>
                </c:pt>
                <c:pt idx="295">
                  <c:v>1438.4016999999999</c:v>
                </c:pt>
                <c:pt idx="296">
                  <c:v>1243.8733</c:v>
                </c:pt>
                <c:pt idx="297">
                  <c:v>1297.4948999999999</c:v>
                </c:pt>
                <c:pt idx="298">
                  <c:v>1341.7302</c:v>
                </c:pt>
                <c:pt idx="299">
                  <c:v>1405.4492</c:v>
                </c:pt>
                <c:pt idx="300">
                  <c:v>1409.3925999999999</c:v>
                </c:pt>
                <c:pt idx="301">
                  <c:v>1356.8255999999999</c:v>
                </c:pt>
                <c:pt idx="302">
                  <c:v>1287.1836000000001</c:v>
                </c:pt>
                <c:pt idx="303">
                  <c:v>1333.3690999999999</c:v>
                </c:pt>
                <c:pt idx="304">
                  <c:v>1362.2298000000001</c:v>
                </c:pt>
                <c:pt idx="305">
                  <c:v>1354.3144</c:v>
                </c:pt>
                <c:pt idx="306">
                  <c:v>1320.4834000000001</c:v>
                </c:pt>
                <c:pt idx="307">
                  <c:v>1389.607</c:v>
                </c:pt>
                <c:pt idx="308">
                  <c:v>1594.6935000000001</c:v>
                </c:pt>
                <c:pt idx="309">
                  <c:v>1502.1774</c:v>
                </c:pt>
                <c:pt idx="310">
                  <c:v>1616.5183999999999</c:v>
                </c:pt>
                <c:pt idx="311">
                  <c:v>1643.4860000000001</c:v>
                </c:pt>
                <c:pt idx="312">
                  <c:v>1636.0718999999999</c:v>
                </c:pt>
                <c:pt idx="313">
                  <c:v>1661.864</c:v>
                </c:pt>
                <c:pt idx="314">
                  <c:v>1361.7447</c:v>
                </c:pt>
                <c:pt idx="315">
                  <c:v>1513.1445000000001</c:v>
                </c:pt>
                <c:pt idx="316">
                  <c:v>1459.4547</c:v>
                </c:pt>
                <c:pt idx="317">
                  <c:v>1594.2692</c:v>
                </c:pt>
                <c:pt idx="318">
                  <c:v>1561.4242999999999</c:v>
                </c:pt>
                <c:pt idx="319">
                  <c:v>1562.6137000000001</c:v>
                </c:pt>
                <c:pt idx="320">
                  <c:v>1494.9716000000001</c:v>
                </c:pt>
                <c:pt idx="321">
                  <c:v>1503.3418999999999</c:v>
                </c:pt>
                <c:pt idx="322">
                  <c:v>1487.0305000000001</c:v>
                </c:pt>
                <c:pt idx="323">
                  <c:v>1389.2755</c:v>
                </c:pt>
                <c:pt idx="324">
                  <c:v>1529.4289000000001</c:v>
                </c:pt>
                <c:pt idx="325">
                  <c:v>1523.8514</c:v>
                </c:pt>
                <c:pt idx="326">
                  <c:v>1599.4124999999999</c:v>
                </c:pt>
                <c:pt idx="327">
                  <c:v>1614.4675999999999</c:v>
                </c:pt>
                <c:pt idx="328">
                  <c:v>1584.2581</c:v>
                </c:pt>
                <c:pt idx="329">
                  <c:v>1469.7281</c:v>
                </c:pt>
                <c:pt idx="330">
                  <c:v>1380.8015</c:v>
                </c:pt>
                <c:pt idx="331">
                  <c:v>1541.5029999999999</c:v>
                </c:pt>
                <c:pt idx="332">
                  <c:v>1553.7072000000001</c:v>
                </c:pt>
                <c:pt idx="333">
                  <c:v>1598.0861</c:v>
                </c:pt>
                <c:pt idx="334">
                  <c:v>1584.3224</c:v>
                </c:pt>
                <c:pt idx="335">
                  <c:v>1547.5785000000001</c:v>
                </c:pt>
                <c:pt idx="336">
                  <c:v>1466.2190000000001</c:v>
                </c:pt>
                <c:pt idx="337">
                  <c:v>1495.4964</c:v>
                </c:pt>
                <c:pt idx="338">
                  <c:v>1660.7807</c:v>
                </c:pt>
                <c:pt idx="339">
                  <c:v>1648.7746999999999</c:v>
                </c:pt>
                <c:pt idx="340">
                  <c:v>1639.5139999999999</c:v>
                </c:pt>
                <c:pt idx="341">
                  <c:v>1546.7991999999999</c:v>
                </c:pt>
                <c:pt idx="342">
                  <c:v>1759.6927000000001</c:v>
                </c:pt>
                <c:pt idx="343">
                  <c:v>1386.8395</c:v>
                </c:pt>
                <c:pt idx="344">
                  <c:v>1531.4073000000001</c:v>
                </c:pt>
                <c:pt idx="345">
                  <c:v>1744.1964</c:v>
                </c:pt>
                <c:pt idx="346">
                  <c:v>1730.5677000000001</c:v>
                </c:pt>
                <c:pt idx="347">
                  <c:v>1741.1818000000001</c:v>
                </c:pt>
                <c:pt idx="348">
                  <c:v>1739.0543</c:v>
                </c:pt>
                <c:pt idx="349">
                  <c:v>1688.7107000000001</c:v>
                </c:pt>
                <c:pt idx="350">
                  <c:v>1552.2814000000001</c:v>
                </c:pt>
                <c:pt idx="351">
                  <c:v>1500.0424</c:v>
                </c:pt>
                <c:pt idx="352">
                  <c:v>1648.0635</c:v>
                </c:pt>
                <c:pt idx="353">
                  <c:v>1669.7073</c:v>
                </c:pt>
                <c:pt idx="354">
                  <c:v>1742.0730000000001</c:v>
                </c:pt>
                <c:pt idx="355">
                  <c:v>1745.8221000000001</c:v>
                </c:pt>
                <c:pt idx="356">
                  <c:v>1664.606</c:v>
                </c:pt>
                <c:pt idx="357">
                  <c:v>1585.9558</c:v>
                </c:pt>
                <c:pt idx="358">
                  <c:v>1552.7143000000001</c:v>
                </c:pt>
                <c:pt idx="359">
                  <c:v>1738.6849999999999</c:v>
                </c:pt>
                <c:pt idx="360">
                  <c:v>1548.3208999999999</c:v>
                </c:pt>
                <c:pt idx="361">
                  <c:v>1537.6958999999999</c:v>
                </c:pt>
                <c:pt idx="362">
                  <c:v>1505.4139</c:v>
                </c:pt>
                <c:pt idx="363">
                  <c:v>1561.3641</c:v>
                </c:pt>
                <c:pt idx="364">
                  <c:v>1593.9471000000001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02-40D9-B842-4FCD3F948572}"/>
            </c:ext>
          </c:extLst>
        </c:ser>
        <c:ser>
          <c:idx val="4"/>
          <c:order val="4"/>
          <c:tx>
            <c:strRef>
              <c:f>VoLTE!$F$1</c:f>
              <c:strCache>
                <c:ptCount val="1"/>
                <c:pt idx="0">
                  <c:v>Ratnapura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VoLTE!$A$2:$A$366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VoLTE!$F$2:$F$366</c:f>
              <c:numCache>
                <c:formatCode>General</c:formatCode>
                <c:ptCount val="365"/>
                <c:pt idx="0">
                  <c:v>960.04340000000002</c:v>
                </c:pt>
                <c:pt idx="1">
                  <c:v>921.38610000000006</c:v>
                </c:pt>
                <c:pt idx="2">
                  <c:v>1054.0841</c:v>
                </c:pt>
                <c:pt idx="3">
                  <c:v>1080.8071</c:v>
                </c:pt>
                <c:pt idx="4">
                  <c:v>1069.921</c:v>
                </c:pt>
                <c:pt idx="5">
                  <c:v>1045.2844</c:v>
                </c:pt>
                <c:pt idx="6">
                  <c:v>1063.0731000000001</c:v>
                </c:pt>
                <c:pt idx="7">
                  <c:v>1006.5699</c:v>
                </c:pt>
                <c:pt idx="8">
                  <c:v>993.43960000000004</c:v>
                </c:pt>
                <c:pt idx="9">
                  <c:v>1103.9807000000001</c:v>
                </c:pt>
                <c:pt idx="10">
                  <c:v>1070.075</c:v>
                </c:pt>
                <c:pt idx="11">
                  <c:v>1024.9241</c:v>
                </c:pt>
                <c:pt idx="12">
                  <c:v>1034.5772999999999</c:v>
                </c:pt>
                <c:pt idx="13">
                  <c:v>979.35059999999999</c:v>
                </c:pt>
                <c:pt idx="14">
                  <c:v>915.53430000000003</c:v>
                </c:pt>
                <c:pt idx="15">
                  <c:v>950.30799999999999</c:v>
                </c:pt>
                <c:pt idx="16">
                  <c:v>1022.2768</c:v>
                </c:pt>
                <c:pt idx="17">
                  <c:v>1051.8375000000001</c:v>
                </c:pt>
                <c:pt idx="18">
                  <c:v>1063.7669000000001</c:v>
                </c:pt>
                <c:pt idx="19">
                  <c:v>878.66369999999995</c:v>
                </c:pt>
                <c:pt idx="20">
                  <c:v>1195.9390000000001</c:v>
                </c:pt>
                <c:pt idx="21">
                  <c:v>995.26130000000001</c:v>
                </c:pt>
                <c:pt idx="22">
                  <c:v>964.49639999999999</c:v>
                </c:pt>
                <c:pt idx="23">
                  <c:v>1031.9228000000001</c:v>
                </c:pt>
                <c:pt idx="24">
                  <c:v>980.40359999999998</c:v>
                </c:pt>
                <c:pt idx="25">
                  <c:v>977.55470000000003</c:v>
                </c:pt>
                <c:pt idx="26">
                  <c:v>965.17</c:v>
                </c:pt>
                <c:pt idx="27">
                  <c:v>991.88969999999995</c:v>
                </c:pt>
                <c:pt idx="28">
                  <c:v>893.84720000000004</c:v>
                </c:pt>
                <c:pt idx="29">
                  <c:v>880.22170000000006</c:v>
                </c:pt>
                <c:pt idx="30">
                  <c:v>955.76880000000006</c:v>
                </c:pt>
                <c:pt idx="31">
                  <c:v>948.84699999999998</c:v>
                </c:pt>
                <c:pt idx="32">
                  <c:v>936.62459999999999</c:v>
                </c:pt>
                <c:pt idx="33">
                  <c:v>990.01729999999998</c:v>
                </c:pt>
                <c:pt idx="34">
                  <c:v>983.46910000000003</c:v>
                </c:pt>
                <c:pt idx="35">
                  <c:v>908.69809999999995</c:v>
                </c:pt>
                <c:pt idx="36">
                  <c:v>909.35659999999996</c:v>
                </c:pt>
                <c:pt idx="37">
                  <c:v>985.58789999999999</c:v>
                </c:pt>
                <c:pt idx="38">
                  <c:v>1001.5473</c:v>
                </c:pt>
                <c:pt idx="39">
                  <c:v>1003.0758</c:v>
                </c:pt>
                <c:pt idx="40">
                  <c:v>1022.1523</c:v>
                </c:pt>
                <c:pt idx="41">
                  <c:v>964.73260000000005</c:v>
                </c:pt>
                <c:pt idx="42">
                  <c:v>905.20140000000004</c:v>
                </c:pt>
                <c:pt idx="43">
                  <c:v>877.56140000000005</c:v>
                </c:pt>
                <c:pt idx="44">
                  <c:v>960.89350000000002</c:v>
                </c:pt>
                <c:pt idx="45">
                  <c:v>941.67619999999999</c:v>
                </c:pt>
                <c:pt idx="46">
                  <c:v>977.73950000000002</c:v>
                </c:pt>
                <c:pt idx="47">
                  <c:v>997.2482</c:v>
                </c:pt>
                <c:pt idx="48">
                  <c:v>810.38810000000001</c:v>
                </c:pt>
                <c:pt idx="49">
                  <c:v>951.83050000000003</c:v>
                </c:pt>
                <c:pt idx="50">
                  <c:v>971.50099999999998</c:v>
                </c:pt>
                <c:pt idx="51">
                  <c:v>983.1703</c:v>
                </c:pt>
                <c:pt idx="52">
                  <c:v>958.86329999999998</c:v>
                </c:pt>
                <c:pt idx="53">
                  <c:v>944.67650000000003</c:v>
                </c:pt>
                <c:pt idx="54">
                  <c:v>940.58100000000002</c:v>
                </c:pt>
                <c:pt idx="55">
                  <c:v>970.85950000000003</c:v>
                </c:pt>
                <c:pt idx="56">
                  <c:v>906.53660000000002</c:v>
                </c:pt>
                <c:pt idx="57">
                  <c:v>875.29539999999997</c:v>
                </c:pt>
                <c:pt idx="58">
                  <c:v>990.59109999999998</c:v>
                </c:pt>
                <c:pt idx="59">
                  <c:v>988.01980000000003</c:v>
                </c:pt>
                <c:pt idx="60">
                  <c:v>994.22919999999999</c:v>
                </c:pt>
                <c:pt idx="61">
                  <c:v>969.56910000000005</c:v>
                </c:pt>
                <c:pt idx="62">
                  <c:v>1001.2139</c:v>
                </c:pt>
                <c:pt idx="63">
                  <c:v>924.84320000000002</c:v>
                </c:pt>
                <c:pt idx="64">
                  <c:v>931.48599999999999</c:v>
                </c:pt>
                <c:pt idx="65">
                  <c:v>1011.0862</c:v>
                </c:pt>
                <c:pt idx="66">
                  <c:v>982.30020000000002</c:v>
                </c:pt>
                <c:pt idx="67">
                  <c:v>967.20929999999998</c:v>
                </c:pt>
                <c:pt idx="68">
                  <c:v>968.05420000000004</c:v>
                </c:pt>
                <c:pt idx="69">
                  <c:v>985.37120000000004</c:v>
                </c:pt>
                <c:pt idx="70">
                  <c:v>928.41269999999997</c:v>
                </c:pt>
                <c:pt idx="71">
                  <c:v>927.38369999999998</c:v>
                </c:pt>
                <c:pt idx="72">
                  <c:v>1004.8040999999999</c:v>
                </c:pt>
                <c:pt idx="73">
                  <c:v>983.34190000000001</c:v>
                </c:pt>
                <c:pt idx="74">
                  <c:v>972.5136</c:v>
                </c:pt>
                <c:pt idx="75">
                  <c:v>1059.6672000000001</c:v>
                </c:pt>
                <c:pt idx="76">
                  <c:v>971.55460000000005</c:v>
                </c:pt>
                <c:pt idx="77">
                  <c:v>1010.4238</c:v>
                </c:pt>
                <c:pt idx="78">
                  <c:v>867.19880000000001</c:v>
                </c:pt>
                <c:pt idx="79">
                  <c:v>992.60619999999994</c:v>
                </c:pt>
                <c:pt idx="80">
                  <c:v>986.40880000000004</c:v>
                </c:pt>
                <c:pt idx="81">
                  <c:v>989.5933</c:v>
                </c:pt>
                <c:pt idx="82">
                  <c:v>951.23860000000002</c:v>
                </c:pt>
                <c:pt idx="83">
                  <c:v>966.91110000000003</c:v>
                </c:pt>
                <c:pt idx="84">
                  <c:v>941.32950000000005</c:v>
                </c:pt>
                <c:pt idx="85">
                  <c:v>914.29790000000003</c:v>
                </c:pt>
                <c:pt idx="86">
                  <c:v>1012.6858999999999</c:v>
                </c:pt>
                <c:pt idx="87">
                  <c:v>944.40459999999996</c:v>
                </c:pt>
                <c:pt idx="88">
                  <c:v>931.18510000000003</c:v>
                </c:pt>
                <c:pt idx="89">
                  <c:v>897.64480000000003</c:v>
                </c:pt>
                <c:pt idx="90">
                  <c:v>904.19159999999999</c:v>
                </c:pt>
                <c:pt idx="91">
                  <c:v>882.13109999999995</c:v>
                </c:pt>
                <c:pt idx="92">
                  <c:v>848.87450000000001</c:v>
                </c:pt>
                <c:pt idx="93">
                  <c:v>874.17690000000005</c:v>
                </c:pt>
                <c:pt idx="94">
                  <c:v>889.63829999999996</c:v>
                </c:pt>
                <c:pt idx="95">
                  <c:v>909.0521</c:v>
                </c:pt>
                <c:pt idx="96">
                  <c:v>862.51080000000002</c:v>
                </c:pt>
                <c:pt idx="97">
                  <c:v>885.87869999999998</c:v>
                </c:pt>
                <c:pt idx="98">
                  <c:v>865.34670000000006</c:v>
                </c:pt>
                <c:pt idx="99">
                  <c:v>838.50710000000004</c:v>
                </c:pt>
                <c:pt idx="100">
                  <c:v>953.25940000000003</c:v>
                </c:pt>
                <c:pt idx="101">
                  <c:v>967.9683</c:v>
                </c:pt>
                <c:pt idx="102">
                  <c:v>934.58</c:v>
                </c:pt>
                <c:pt idx="103">
                  <c:v>946.13490000000002</c:v>
                </c:pt>
                <c:pt idx="104">
                  <c:v>899.47640000000001</c:v>
                </c:pt>
                <c:pt idx="105">
                  <c:v>846.8329</c:v>
                </c:pt>
                <c:pt idx="106">
                  <c:v>892.74149999999997</c:v>
                </c:pt>
                <c:pt idx="107">
                  <c:v>771.52210000000002</c:v>
                </c:pt>
                <c:pt idx="108">
                  <c:v>942.01549999999997</c:v>
                </c:pt>
                <c:pt idx="109">
                  <c:v>961.55290000000002</c:v>
                </c:pt>
                <c:pt idx="110">
                  <c:v>936.92470000000003</c:v>
                </c:pt>
                <c:pt idx="111">
                  <c:v>950.65750000000003</c:v>
                </c:pt>
                <c:pt idx="112">
                  <c:v>881.7971</c:v>
                </c:pt>
                <c:pt idx="113">
                  <c:v>823.37720000000002</c:v>
                </c:pt>
                <c:pt idx="114">
                  <c:v>885.85879999999997</c:v>
                </c:pt>
                <c:pt idx="115">
                  <c:v>927.37390000000005</c:v>
                </c:pt>
                <c:pt idx="116">
                  <c:v>914.92970000000003</c:v>
                </c:pt>
                <c:pt idx="117">
                  <c:v>898.28200000000004</c:v>
                </c:pt>
                <c:pt idx="118">
                  <c:v>878.39440000000002</c:v>
                </c:pt>
                <c:pt idx="119">
                  <c:v>828.11400000000003</c:v>
                </c:pt>
                <c:pt idx="120">
                  <c:v>807.17219999999998</c:v>
                </c:pt>
                <c:pt idx="121">
                  <c:v>851.4914</c:v>
                </c:pt>
                <c:pt idx="122">
                  <c:v>886.01170000000002</c:v>
                </c:pt>
                <c:pt idx="123">
                  <c:v>892.05939999999998</c:v>
                </c:pt>
                <c:pt idx="124">
                  <c:v>839.81129999999996</c:v>
                </c:pt>
                <c:pt idx="125">
                  <c:v>866.42</c:v>
                </c:pt>
                <c:pt idx="126">
                  <c:v>795.60730000000001</c:v>
                </c:pt>
                <c:pt idx="127">
                  <c:v>791.75289999999995</c:v>
                </c:pt>
                <c:pt idx="128">
                  <c:v>916.71529999999996</c:v>
                </c:pt>
                <c:pt idx="129">
                  <c:v>927.63530000000003</c:v>
                </c:pt>
                <c:pt idx="130">
                  <c:v>955.35680000000002</c:v>
                </c:pt>
                <c:pt idx="131">
                  <c:v>978.87699999999995</c:v>
                </c:pt>
                <c:pt idx="132">
                  <c:v>993.86540000000002</c:v>
                </c:pt>
                <c:pt idx="133">
                  <c:v>901.64030000000002</c:v>
                </c:pt>
                <c:pt idx="134">
                  <c:v>898.56</c:v>
                </c:pt>
                <c:pt idx="135">
                  <c:v>989.01570000000004</c:v>
                </c:pt>
                <c:pt idx="136">
                  <c:v>979.82140000000004</c:v>
                </c:pt>
                <c:pt idx="137">
                  <c:v>796.35879999999997</c:v>
                </c:pt>
                <c:pt idx="138">
                  <c:v>931.32010000000002</c:v>
                </c:pt>
                <c:pt idx="139">
                  <c:v>936.87950000000001</c:v>
                </c:pt>
                <c:pt idx="140">
                  <c:v>837.72500000000002</c:v>
                </c:pt>
                <c:pt idx="141">
                  <c:v>841.7337</c:v>
                </c:pt>
                <c:pt idx="142">
                  <c:v>924.62609999999995</c:v>
                </c:pt>
                <c:pt idx="143">
                  <c:v>894.50419999999997</c:v>
                </c:pt>
                <c:pt idx="144">
                  <c:v>871.49390000000005</c:v>
                </c:pt>
                <c:pt idx="145">
                  <c:v>837.17489999999998</c:v>
                </c:pt>
                <c:pt idx="146">
                  <c:v>839.33720000000005</c:v>
                </c:pt>
                <c:pt idx="147">
                  <c:v>841.90570000000002</c:v>
                </c:pt>
                <c:pt idx="148">
                  <c:v>808.22940000000006</c:v>
                </c:pt>
                <c:pt idx="149">
                  <c:v>881.60969999999998</c:v>
                </c:pt>
                <c:pt idx="150">
                  <c:v>879.22400000000005</c:v>
                </c:pt>
                <c:pt idx="151">
                  <c:v>865.65710000000001</c:v>
                </c:pt>
                <c:pt idx="152">
                  <c:v>889.11699999999996</c:v>
                </c:pt>
                <c:pt idx="153">
                  <c:v>835.97609999999997</c:v>
                </c:pt>
                <c:pt idx="154">
                  <c:v>860.39089999999999</c:v>
                </c:pt>
                <c:pt idx="155">
                  <c:v>789.79750000000001</c:v>
                </c:pt>
                <c:pt idx="156">
                  <c:v>858.56119999999999</c:v>
                </c:pt>
                <c:pt idx="157">
                  <c:v>866.2491</c:v>
                </c:pt>
                <c:pt idx="158">
                  <c:v>858.1078</c:v>
                </c:pt>
                <c:pt idx="159">
                  <c:v>828.92139999999995</c:v>
                </c:pt>
                <c:pt idx="160">
                  <c:v>841.67089999999996</c:v>
                </c:pt>
                <c:pt idx="161">
                  <c:v>790.79499999999996</c:v>
                </c:pt>
                <c:pt idx="162">
                  <c:v>816.47990000000004</c:v>
                </c:pt>
                <c:pt idx="163">
                  <c:v>931.68269999999995</c:v>
                </c:pt>
                <c:pt idx="164">
                  <c:v>918.04639999999995</c:v>
                </c:pt>
                <c:pt idx="165">
                  <c:v>943.87180000000001</c:v>
                </c:pt>
                <c:pt idx="166">
                  <c:v>742.36879999999996</c:v>
                </c:pt>
                <c:pt idx="167">
                  <c:v>907.98720000000003</c:v>
                </c:pt>
                <c:pt idx="168">
                  <c:v>827.01969999999994</c:v>
                </c:pt>
                <c:pt idx="169">
                  <c:v>801.6087</c:v>
                </c:pt>
                <c:pt idx="170">
                  <c:v>906.46600000000001</c:v>
                </c:pt>
                <c:pt idx="171">
                  <c:v>862.93679999999995</c:v>
                </c:pt>
                <c:pt idx="172">
                  <c:v>885.2758</c:v>
                </c:pt>
                <c:pt idx="173">
                  <c:v>870.15390000000002</c:v>
                </c:pt>
                <c:pt idx="174">
                  <c:v>838.99210000000005</c:v>
                </c:pt>
                <c:pt idx="175">
                  <c:v>981.36959999999999</c:v>
                </c:pt>
                <c:pt idx="176">
                  <c:v>954.21609999999998</c:v>
                </c:pt>
                <c:pt idx="177">
                  <c:v>1008.4894</c:v>
                </c:pt>
                <c:pt idx="178">
                  <c:v>998.32439999999997</c:v>
                </c:pt>
                <c:pt idx="179">
                  <c:v>1012.6371</c:v>
                </c:pt>
                <c:pt idx="180">
                  <c:v>1012.0309999999999</c:v>
                </c:pt>
                <c:pt idx="181">
                  <c:v>1079.0479</c:v>
                </c:pt>
                <c:pt idx="182">
                  <c:v>971.15170000000001</c:v>
                </c:pt>
                <c:pt idx="183">
                  <c:v>942.50360000000001</c:v>
                </c:pt>
                <c:pt idx="184">
                  <c:v>1043.4078</c:v>
                </c:pt>
                <c:pt idx="185">
                  <c:v>1027.5181</c:v>
                </c:pt>
                <c:pt idx="186">
                  <c:v>1039.8288</c:v>
                </c:pt>
                <c:pt idx="187">
                  <c:v>942.58979999999997</c:v>
                </c:pt>
                <c:pt idx="188">
                  <c:v>1061.0427</c:v>
                </c:pt>
                <c:pt idx="189">
                  <c:v>1010.6681</c:v>
                </c:pt>
                <c:pt idx="190">
                  <c:v>993.92349999999999</c:v>
                </c:pt>
                <c:pt idx="191">
                  <c:v>1083.3671999999999</c:v>
                </c:pt>
                <c:pt idx="192">
                  <c:v>1066.9804999999999</c:v>
                </c:pt>
                <c:pt idx="193">
                  <c:v>1071.9589000000001</c:v>
                </c:pt>
                <c:pt idx="194">
                  <c:v>1076.1925000000001</c:v>
                </c:pt>
                <c:pt idx="195">
                  <c:v>1028.9630999999999</c:v>
                </c:pt>
                <c:pt idx="196">
                  <c:v>864.49220000000003</c:v>
                </c:pt>
                <c:pt idx="197">
                  <c:v>1026.6292000000001</c:v>
                </c:pt>
                <c:pt idx="198">
                  <c:v>1087.8032000000001</c:v>
                </c:pt>
                <c:pt idx="199">
                  <c:v>1040.7371000000001</c:v>
                </c:pt>
                <c:pt idx="200">
                  <c:v>1058.2256</c:v>
                </c:pt>
                <c:pt idx="201">
                  <c:v>1033.1385</c:v>
                </c:pt>
                <c:pt idx="202">
                  <c:v>1039.2891999999999</c:v>
                </c:pt>
                <c:pt idx="203">
                  <c:v>1021.0284</c:v>
                </c:pt>
                <c:pt idx="204">
                  <c:v>993.08839999999998</c:v>
                </c:pt>
                <c:pt idx="205">
                  <c:v>1060.6561999999999</c:v>
                </c:pt>
                <c:pt idx="206">
                  <c:v>1061.1094000000001</c:v>
                </c:pt>
                <c:pt idx="207">
                  <c:v>1083.3621000000001</c:v>
                </c:pt>
                <c:pt idx="208">
                  <c:v>966.57849999999996</c:v>
                </c:pt>
                <c:pt idx="209">
                  <c:v>1066.7828</c:v>
                </c:pt>
                <c:pt idx="210">
                  <c:v>1025.2159999999999</c:v>
                </c:pt>
                <c:pt idx="211">
                  <c:v>952.42129999999997</c:v>
                </c:pt>
                <c:pt idx="212">
                  <c:v>1049.2999</c:v>
                </c:pt>
                <c:pt idx="213">
                  <c:v>1055.6101000000001</c:v>
                </c:pt>
                <c:pt idx="214">
                  <c:v>1086.7867000000001</c:v>
                </c:pt>
                <c:pt idx="215">
                  <c:v>1026.4145000000001</c:v>
                </c:pt>
                <c:pt idx="216">
                  <c:v>1112.1902</c:v>
                </c:pt>
                <c:pt idx="217">
                  <c:v>1082.1406999999999</c:v>
                </c:pt>
                <c:pt idx="218">
                  <c:v>1028.6242</c:v>
                </c:pt>
                <c:pt idx="219">
                  <c:v>1116.6179</c:v>
                </c:pt>
                <c:pt idx="220">
                  <c:v>1103.3240000000001</c:v>
                </c:pt>
                <c:pt idx="221">
                  <c:v>1114.5839000000001</c:v>
                </c:pt>
                <c:pt idx="222">
                  <c:v>1095.9544000000001</c:v>
                </c:pt>
                <c:pt idx="223">
                  <c:v>1076.2525000000001</c:v>
                </c:pt>
                <c:pt idx="224">
                  <c:v>1082.4684999999999</c:v>
                </c:pt>
                <c:pt idx="225">
                  <c:v>866.59789999999998</c:v>
                </c:pt>
                <c:pt idx="226">
                  <c:v>1088.0913</c:v>
                </c:pt>
                <c:pt idx="227">
                  <c:v>1069.1210000000001</c:v>
                </c:pt>
                <c:pt idx="228">
                  <c:v>944.55650000000003</c:v>
                </c:pt>
                <c:pt idx="229">
                  <c:v>1097.8692000000001</c:v>
                </c:pt>
                <c:pt idx="230">
                  <c:v>1082.4757</c:v>
                </c:pt>
                <c:pt idx="231">
                  <c:v>999.82809999999995</c:v>
                </c:pt>
                <c:pt idx="232">
                  <c:v>992.07799999999997</c:v>
                </c:pt>
                <c:pt idx="233">
                  <c:v>1089.3697</c:v>
                </c:pt>
                <c:pt idx="234">
                  <c:v>1103.9820999999999</c:v>
                </c:pt>
                <c:pt idx="235">
                  <c:v>1098.6047000000001</c:v>
                </c:pt>
                <c:pt idx="236">
                  <c:v>1035.9557</c:v>
                </c:pt>
                <c:pt idx="237">
                  <c:v>1100.1324</c:v>
                </c:pt>
                <c:pt idx="238">
                  <c:v>1089.7578000000001</c:v>
                </c:pt>
                <c:pt idx="239">
                  <c:v>1060.7840000000001</c:v>
                </c:pt>
                <c:pt idx="240">
                  <c:v>1086.0201999999999</c:v>
                </c:pt>
                <c:pt idx="241">
                  <c:v>1107.4079999999999</c:v>
                </c:pt>
                <c:pt idx="242">
                  <c:v>1050.8389999999999</c:v>
                </c:pt>
                <c:pt idx="243">
                  <c:v>1052.5961</c:v>
                </c:pt>
                <c:pt idx="244">
                  <c:v>1038.404</c:v>
                </c:pt>
                <c:pt idx="245">
                  <c:v>961.92280000000005</c:v>
                </c:pt>
                <c:pt idx="246">
                  <c:v>971.15210000000002</c:v>
                </c:pt>
                <c:pt idx="247">
                  <c:v>1082.1955</c:v>
                </c:pt>
                <c:pt idx="248">
                  <c:v>1076.9721999999999</c:v>
                </c:pt>
                <c:pt idx="249">
                  <c:v>1090.9947</c:v>
                </c:pt>
                <c:pt idx="250">
                  <c:v>1150.8044</c:v>
                </c:pt>
                <c:pt idx="251">
                  <c:v>1205.6631</c:v>
                </c:pt>
                <c:pt idx="252">
                  <c:v>1131.9355</c:v>
                </c:pt>
                <c:pt idx="253">
                  <c:v>1112.8474000000001</c:v>
                </c:pt>
                <c:pt idx="254">
                  <c:v>950.78620000000001</c:v>
                </c:pt>
                <c:pt idx="255">
                  <c:v>1175.6945000000001</c:v>
                </c:pt>
                <c:pt idx="256">
                  <c:v>1150.0610999999999</c:v>
                </c:pt>
                <c:pt idx="257">
                  <c:v>1135.8471</c:v>
                </c:pt>
                <c:pt idx="258">
                  <c:v>1167.6527000000001</c:v>
                </c:pt>
                <c:pt idx="259">
                  <c:v>1087.3418999999999</c:v>
                </c:pt>
                <c:pt idx="260">
                  <c:v>1015.3081</c:v>
                </c:pt>
                <c:pt idx="261">
                  <c:v>1150.8315</c:v>
                </c:pt>
                <c:pt idx="262">
                  <c:v>1155.9175</c:v>
                </c:pt>
                <c:pt idx="263">
                  <c:v>1092.0251000000001</c:v>
                </c:pt>
                <c:pt idx="264">
                  <c:v>1110.3235999999999</c:v>
                </c:pt>
                <c:pt idx="265">
                  <c:v>1172.5681</c:v>
                </c:pt>
                <c:pt idx="266">
                  <c:v>1102.8210999999999</c:v>
                </c:pt>
                <c:pt idx="267">
                  <c:v>1118.3716999999999</c:v>
                </c:pt>
                <c:pt idx="268">
                  <c:v>1241.9711</c:v>
                </c:pt>
                <c:pt idx="269">
                  <c:v>1240.481</c:v>
                </c:pt>
                <c:pt idx="270">
                  <c:v>1142.7347</c:v>
                </c:pt>
                <c:pt idx="271">
                  <c:v>1160.7159999999999</c:v>
                </c:pt>
                <c:pt idx="272">
                  <c:v>1152.6643999999999</c:v>
                </c:pt>
                <c:pt idx="273">
                  <c:v>1081.6899000000001</c:v>
                </c:pt>
                <c:pt idx="274">
                  <c:v>1039.3351</c:v>
                </c:pt>
                <c:pt idx="275">
                  <c:v>1190.546</c:v>
                </c:pt>
                <c:pt idx="276">
                  <c:v>1165.1296</c:v>
                </c:pt>
                <c:pt idx="277">
                  <c:v>1103.5313000000001</c:v>
                </c:pt>
                <c:pt idx="278">
                  <c:v>1132.6946</c:v>
                </c:pt>
                <c:pt idx="279">
                  <c:v>1181.5755999999999</c:v>
                </c:pt>
                <c:pt idx="280">
                  <c:v>1083.7037</c:v>
                </c:pt>
                <c:pt idx="281">
                  <c:v>1083.6258</c:v>
                </c:pt>
                <c:pt idx="282">
                  <c:v>1166.3610000000001</c:v>
                </c:pt>
                <c:pt idx="283">
                  <c:v>1186.6043</c:v>
                </c:pt>
                <c:pt idx="284">
                  <c:v>1086.8423</c:v>
                </c:pt>
                <c:pt idx="285">
                  <c:v>1161.7961</c:v>
                </c:pt>
                <c:pt idx="286">
                  <c:v>1034.1600000000001</c:v>
                </c:pt>
                <c:pt idx="287">
                  <c:v>986.8057</c:v>
                </c:pt>
                <c:pt idx="288">
                  <c:v>1006.5972</c:v>
                </c:pt>
                <c:pt idx="289">
                  <c:v>1077.2221999999999</c:v>
                </c:pt>
                <c:pt idx="290">
                  <c:v>1113.5565999999999</c:v>
                </c:pt>
                <c:pt idx="291">
                  <c:v>1130.0727999999999</c:v>
                </c:pt>
                <c:pt idx="292">
                  <c:v>1121.3058000000001</c:v>
                </c:pt>
                <c:pt idx="293">
                  <c:v>1223.6144999999999</c:v>
                </c:pt>
                <c:pt idx="294">
                  <c:v>1217.3737000000001</c:v>
                </c:pt>
                <c:pt idx="295">
                  <c:v>1167.598</c:v>
                </c:pt>
                <c:pt idx="296">
                  <c:v>985.72209999999995</c:v>
                </c:pt>
                <c:pt idx="297">
                  <c:v>961.36159999999995</c:v>
                </c:pt>
                <c:pt idx="298">
                  <c:v>1005.2674</c:v>
                </c:pt>
                <c:pt idx="299">
                  <c:v>1067.2596000000001</c:v>
                </c:pt>
                <c:pt idx="300">
                  <c:v>1093.0967000000001</c:v>
                </c:pt>
                <c:pt idx="301">
                  <c:v>1061.598</c:v>
                </c:pt>
                <c:pt idx="302">
                  <c:v>1027.827</c:v>
                </c:pt>
                <c:pt idx="303">
                  <c:v>1057.0409</c:v>
                </c:pt>
                <c:pt idx="304">
                  <c:v>1128.635</c:v>
                </c:pt>
                <c:pt idx="305">
                  <c:v>1139.1858</c:v>
                </c:pt>
                <c:pt idx="306">
                  <c:v>1128.2652</c:v>
                </c:pt>
                <c:pt idx="307">
                  <c:v>1135.884</c:v>
                </c:pt>
                <c:pt idx="308">
                  <c:v>1344.1555000000001</c:v>
                </c:pt>
                <c:pt idx="309">
                  <c:v>1321.1034</c:v>
                </c:pt>
                <c:pt idx="310">
                  <c:v>1425.4206999999999</c:v>
                </c:pt>
                <c:pt idx="311">
                  <c:v>1476.0101999999999</c:v>
                </c:pt>
                <c:pt idx="312">
                  <c:v>1454.7311</c:v>
                </c:pt>
                <c:pt idx="313">
                  <c:v>1461.8584000000001</c:v>
                </c:pt>
                <c:pt idx="314">
                  <c:v>1204.0673999999999</c:v>
                </c:pt>
                <c:pt idx="315">
                  <c:v>1313.8466000000001</c:v>
                </c:pt>
                <c:pt idx="316">
                  <c:v>1330.8176000000001</c:v>
                </c:pt>
                <c:pt idx="317">
                  <c:v>1458.2325000000001</c:v>
                </c:pt>
                <c:pt idx="318">
                  <c:v>1448.6608000000001</c:v>
                </c:pt>
                <c:pt idx="319">
                  <c:v>1418.7832000000001</c:v>
                </c:pt>
                <c:pt idx="320">
                  <c:v>1375.1502</c:v>
                </c:pt>
                <c:pt idx="321">
                  <c:v>1362.7258999999999</c:v>
                </c:pt>
                <c:pt idx="322">
                  <c:v>1362.3382999999999</c:v>
                </c:pt>
                <c:pt idx="323">
                  <c:v>1277.3271</c:v>
                </c:pt>
                <c:pt idx="324">
                  <c:v>1340.3535999999999</c:v>
                </c:pt>
                <c:pt idx="325">
                  <c:v>1417.9671000000001</c:v>
                </c:pt>
                <c:pt idx="326">
                  <c:v>1400.5654999999999</c:v>
                </c:pt>
                <c:pt idx="327">
                  <c:v>1318.7055</c:v>
                </c:pt>
                <c:pt idx="328">
                  <c:v>1362.4989</c:v>
                </c:pt>
                <c:pt idx="329">
                  <c:v>1267.3100999999999</c:v>
                </c:pt>
                <c:pt idx="330">
                  <c:v>1230.6590000000001</c:v>
                </c:pt>
                <c:pt idx="331">
                  <c:v>1424.7264</c:v>
                </c:pt>
                <c:pt idx="332">
                  <c:v>1362.5791999999999</c:v>
                </c:pt>
                <c:pt idx="333">
                  <c:v>1380.9123</c:v>
                </c:pt>
                <c:pt idx="334">
                  <c:v>1414.3039000000001</c:v>
                </c:pt>
                <c:pt idx="335">
                  <c:v>1467.0008</c:v>
                </c:pt>
                <c:pt idx="336">
                  <c:v>1293.1505</c:v>
                </c:pt>
                <c:pt idx="337">
                  <c:v>1277.5418</c:v>
                </c:pt>
                <c:pt idx="338">
                  <c:v>1385.1868999999999</c:v>
                </c:pt>
                <c:pt idx="339">
                  <c:v>1411.874</c:v>
                </c:pt>
                <c:pt idx="340">
                  <c:v>1329.6476</c:v>
                </c:pt>
                <c:pt idx="341">
                  <c:v>1287.8666000000001</c:v>
                </c:pt>
                <c:pt idx="342">
                  <c:v>1495.9763</c:v>
                </c:pt>
                <c:pt idx="343">
                  <c:v>1165.8224</c:v>
                </c:pt>
                <c:pt idx="344">
                  <c:v>1388.1239</c:v>
                </c:pt>
                <c:pt idx="345">
                  <c:v>1616.4653000000001</c:v>
                </c:pt>
                <c:pt idx="346">
                  <c:v>1641.1996999999999</c:v>
                </c:pt>
                <c:pt idx="347">
                  <c:v>1583.2684999999999</c:v>
                </c:pt>
                <c:pt idx="348">
                  <c:v>1472.1315999999999</c:v>
                </c:pt>
                <c:pt idx="349">
                  <c:v>1471.8598999999999</c:v>
                </c:pt>
                <c:pt idx="350">
                  <c:v>1388.5561</c:v>
                </c:pt>
                <c:pt idx="351">
                  <c:v>1289.1134999999999</c:v>
                </c:pt>
                <c:pt idx="352">
                  <c:v>1461.3995</c:v>
                </c:pt>
                <c:pt idx="353">
                  <c:v>1479.7153000000001</c:v>
                </c:pt>
                <c:pt idx="354">
                  <c:v>1502.3181</c:v>
                </c:pt>
                <c:pt idx="355">
                  <c:v>1535.0265999999999</c:v>
                </c:pt>
                <c:pt idx="356">
                  <c:v>1470.9418000000001</c:v>
                </c:pt>
                <c:pt idx="357">
                  <c:v>1432.0518</c:v>
                </c:pt>
                <c:pt idx="358">
                  <c:v>1368.0705</c:v>
                </c:pt>
                <c:pt idx="359">
                  <c:v>1555.3584000000001</c:v>
                </c:pt>
                <c:pt idx="360">
                  <c:v>1444.9449</c:v>
                </c:pt>
                <c:pt idx="361">
                  <c:v>1397.7570000000001</c:v>
                </c:pt>
                <c:pt idx="362">
                  <c:v>1409.5617999999999</c:v>
                </c:pt>
                <c:pt idx="363">
                  <c:v>1457.7067</c:v>
                </c:pt>
                <c:pt idx="364">
                  <c:v>1444.8352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002-40D9-B842-4FCD3F9485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8263215"/>
        <c:axId val="2019855951"/>
      </c:lineChart>
      <c:dateAx>
        <c:axId val="12782632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9855951"/>
        <c:crosses val="autoZero"/>
        <c:auto val="1"/>
        <c:lblOffset val="100"/>
        <c:baseTimeUnit val="days"/>
      </c:dateAx>
      <c:valAx>
        <c:axId val="2019855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VoLTE traffic (Erl)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8263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VoLTE traffic – Network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'VoLTE-Network'!$B$1</c:f>
              <c:strCache>
                <c:ptCount val="1"/>
                <c:pt idx="0">
                  <c:v>Network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'VoLTE-Network'!$A$2:$A$366</c:f>
              <c:numCache>
                <c:formatCode>m/d/yyyy</c:formatCode>
                <c:ptCount val="365"/>
                <c:pt idx="0">
                  <c:v>45829</c:v>
                </c:pt>
                <c:pt idx="1">
                  <c:v>45830</c:v>
                </c:pt>
                <c:pt idx="2">
                  <c:v>45831</c:v>
                </c:pt>
                <c:pt idx="3">
                  <c:v>45832</c:v>
                </c:pt>
                <c:pt idx="4">
                  <c:v>45833</c:v>
                </c:pt>
                <c:pt idx="5">
                  <c:v>45834</c:v>
                </c:pt>
                <c:pt idx="6">
                  <c:v>45835</c:v>
                </c:pt>
                <c:pt idx="7">
                  <c:v>45836</c:v>
                </c:pt>
                <c:pt idx="8">
                  <c:v>45837</c:v>
                </c:pt>
                <c:pt idx="9">
                  <c:v>45838</c:v>
                </c:pt>
                <c:pt idx="10">
                  <c:v>45839</c:v>
                </c:pt>
                <c:pt idx="11">
                  <c:v>45840</c:v>
                </c:pt>
                <c:pt idx="12">
                  <c:v>45841</c:v>
                </c:pt>
                <c:pt idx="13">
                  <c:v>45842</c:v>
                </c:pt>
                <c:pt idx="14">
                  <c:v>45843</c:v>
                </c:pt>
                <c:pt idx="15">
                  <c:v>45844</c:v>
                </c:pt>
                <c:pt idx="16">
                  <c:v>45845</c:v>
                </c:pt>
                <c:pt idx="17">
                  <c:v>45846</c:v>
                </c:pt>
                <c:pt idx="18">
                  <c:v>45847</c:v>
                </c:pt>
                <c:pt idx="19">
                  <c:v>45848</c:v>
                </c:pt>
                <c:pt idx="20">
                  <c:v>45849</c:v>
                </c:pt>
                <c:pt idx="21">
                  <c:v>45850</c:v>
                </c:pt>
                <c:pt idx="22">
                  <c:v>45851</c:v>
                </c:pt>
                <c:pt idx="23">
                  <c:v>45852</c:v>
                </c:pt>
                <c:pt idx="24">
                  <c:v>45853</c:v>
                </c:pt>
                <c:pt idx="25">
                  <c:v>45854</c:v>
                </c:pt>
                <c:pt idx="26">
                  <c:v>45855</c:v>
                </c:pt>
                <c:pt idx="27">
                  <c:v>45856</c:v>
                </c:pt>
                <c:pt idx="28">
                  <c:v>45857</c:v>
                </c:pt>
                <c:pt idx="29">
                  <c:v>45858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45864</c:v>
                </c:pt>
                <c:pt idx="36">
                  <c:v>45865</c:v>
                </c:pt>
                <c:pt idx="37">
                  <c:v>45866</c:v>
                </c:pt>
                <c:pt idx="38">
                  <c:v>45867</c:v>
                </c:pt>
                <c:pt idx="39">
                  <c:v>45868</c:v>
                </c:pt>
                <c:pt idx="40">
                  <c:v>45869</c:v>
                </c:pt>
                <c:pt idx="41">
                  <c:v>45870</c:v>
                </c:pt>
                <c:pt idx="42">
                  <c:v>45871</c:v>
                </c:pt>
                <c:pt idx="43">
                  <c:v>45872</c:v>
                </c:pt>
                <c:pt idx="44">
                  <c:v>45873</c:v>
                </c:pt>
                <c:pt idx="45">
                  <c:v>45874</c:v>
                </c:pt>
                <c:pt idx="46">
                  <c:v>45875</c:v>
                </c:pt>
                <c:pt idx="47">
                  <c:v>45876</c:v>
                </c:pt>
                <c:pt idx="48">
                  <c:v>45877</c:v>
                </c:pt>
                <c:pt idx="49">
                  <c:v>45878</c:v>
                </c:pt>
                <c:pt idx="50">
                  <c:v>45879</c:v>
                </c:pt>
                <c:pt idx="51">
                  <c:v>45880</c:v>
                </c:pt>
                <c:pt idx="52">
                  <c:v>45881</c:v>
                </c:pt>
                <c:pt idx="53">
                  <c:v>45882</c:v>
                </c:pt>
                <c:pt idx="54">
                  <c:v>45883</c:v>
                </c:pt>
                <c:pt idx="55">
                  <c:v>45884</c:v>
                </c:pt>
                <c:pt idx="56">
                  <c:v>45885</c:v>
                </c:pt>
                <c:pt idx="57">
                  <c:v>45886</c:v>
                </c:pt>
                <c:pt idx="58">
                  <c:v>45887</c:v>
                </c:pt>
                <c:pt idx="59">
                  <c:v>45888</c:v>
                </c:pt>
                <c:pt idx="60">
                  <c:v>45889</c:v>
                </c:pt>
                <c:pt idx="61">
                  <c:v>45890</c:v>
                </c:pt>
                <c:pt idx="62">
                  <c:v>45891</c:v>
                </c:pt>
                <c:pt idx="63">
                  <c:v>45892</c:v>
                </c:pt>
                <c:pt idx="64">
                  <c:v>45893</c:v>
                </c:pt>
                <c:pt idx="65">
                  <c:v>45894</c:v>
                </c:pt>
                <c:pt idx="66">
                  <c:v>45895</c:v>
                </c:pt>
                <c:pt idx="67">
                  <c:v>45896</c:v>
                </c:pt>
                <c:pt idx="68">
                  <c:v>45897</c:v>
                </c:pt>
                <c:pt idx="69">
                  <c:v>45898</c:v>
                </c:pt>
                <c:pt idx="70">
                  <c:v>45899</c:v>
                </c:pt>
                <c:pt idx="71">
                  <c:v>45900</c:v>
                </c:pt>
                <c:pt idx="72">
                  <c:v>45901</c:v>
                </c:pt>
                <c:pt idx="73">
                  <c:v>45902</c:v>
                </c:pt>
                <c:pt idx="74">
                  <c:v>45903</c:v>
                </c:pt>
                <c:pt idx="75">
                  <c:v>45904</c:v>
                </c:pt>
                <c:pt idx="76">
                  <c:v>45905</c:v>
                </c:pt>
                <c:pt idx="77">
                  <c:v>45906</c:v>
                </c:pt>
                <c:pt idx="78">
                  <c:v>45907</c:v>
                </c:pt>
                <c:pt idx="79">
                  <c:v>45908</c:v>
                </c:pt>
                <c:pt idx="80">
                  <c:v>45909</c:v>
                </c:pt>
                <c:pt idx="81">
                  <c:v>45910</c:v>
                </c:pt>
                <c:pt idx="82">
                  <c:v>45911</c:v>
                </c:pt>
                <c:pt idx="83">
                  <c:v>45912</c:v>
                </c:pt>
                <c:pt idx="84">
                  <c:v>45913</c:v>
                </c:pt>
                <c:pt idx="85">
                  <c:v>45914</c:v>
                </c:pt>
                <c:pt idx="86">
                  <c:v>45915</c:v>
                </c:pt>
                <c:pt idx="87">
                  <c:v>45916</c:v>
                </c:pt>
                <c:pt idx="88">
                  <c:v>45917</c:v>
                </c:pt>
                <c:pt idx="89">
                  <c:v>45918</c:v>
                </c:pt>
                <c:pt idx="90">
                  <c:v>45919</c:v>
                </c:pt>
                <c:pt idx="91">
                  <c:v>45920</c:v>
                </c:pt>
                <c:pt idx="92">
                  <c:v>45921</c:v>
                </c:pt>
                <c:pt idx="93">
                  <c:v>45922</c:v>
                </c:pt>
                <c:pt idx="94">
                  <c:v>45923</c:v>
                </c:pt>
                <c:pt idx="95">
                  <c:v>45924</c:v>
                </c:pt>
                <c:pt idx="96">
                  <c:v>45925</c:v>
                </c:pt>
                <c:pt idx="97">
                  <c:v>45926</c:v>
                </c:pt>
                <c:pt idx="98">
                  <c:v>45927</c:v>
                </c:pt>
                <c:pt idx="99">
                  <c:v>45928</c:v>
                </c:pt>
                <c:pt idx="100">
                  <c:v>45929</c:v>
                </c:pt>
                <c:pt idx="101">
                  <c:v>45930</c:v>
                </c:pt>
                <c:pt idx="102">
                  <c:v>45931</c:v>
                </c:pt>
                <c:pt idx="103">
                  <c:v>45932</c:v>
                </c:pt>
                <c:pt idx="104">
                  <c:v>45933</c:v>
                </c:pt>
                <c:pt idx="105">
                  <c:v>45934</c:v>
                </c:pt>
                <c:pt idx="106">
                  <c:v>45935</c:v>
                </c:pt>
                <c:pt idx="107">
                  <c:v>45936</c:v>
                </c:pt>
                <c:pt idx="108">
                  <c:v>45937</c:v>
                </c:pt>
                <c:pt idx="109">
                  <c:v>45938</c:v>
                </c:pt>
                <c:pt idx="110">
                  <c:v>45939</c:v>
                </c:pt>
                <c:pt idx="111">
                  <c:v>45940</c:v>
                </c:pt>
                <c:pt idx="112">
                  <c:v>45941</c:v>
                </c:pt>
                <c:pt idx="113">
                  <c:v>45942</c:v>
                </c:pt>
                <c:pt idx="114">
                  <c:v>45943</c:v>
                </c:pt>
                <c:pt idx="115">
                  <c:v>45944</c:v>
                </c:pt>
                <c:pt idx="116">
                  <c:v>45945</c:v>
                </c:pt>
                <c:pt idx="117">
                  <c:v>45946</c:v>
                </c:pt>
                <c:pt idx="118">
                  <c:v>45947</c:v>
                </c:pt>
                <c:pt idx="119">
                  <c:v>45948</c:v>
                </c:pt>
                <c:pt idx="120">
                  <c:v>45949</c:v>
                </c:pt>
                <c:pt idx="121">
                  <c:v>45950</c:v>
                </c:pt>
                <c:pt idx="122">
                  <c:v>45951</c:v>
                </c:pt>
                <c:pt idx="123">
                  <c:v>45952</c:v>
                </c:pt>
                <c:pt idx="124">
                  <c:v>45953</c:v>
                </c:pt>
                <c:pt idx="125">
                  <c:v>45954</c:v>
                </c:pt>
                <c:pt idx="126">
                  <c:v>45955</c:v>
                </c:pt>
                <c:pt idx="127">
                  <c:v>45956</c:v>
                </c:pt>
                <c:pt idx="128">
                  <c:v>45957</c:v>
                </c:pt>
                <c:pt idx="129">
                  <c:v>45958</c:v>
                </c:pt>
                <c:pt idx="130">
                  <c:v>45959</c:v>
                </c:pt>
                <c:pt idx="131">
                  <c:v>45960</c:v>
                </c:pt>
                <c:pt idx="132">
                  <c:v>45961</c:v>
                </c:pt>
                <c:pt idx="133">
                  <c:v>45962</c:v>
                </c:pt>
                <c:pt idx="134">
                  <c:v>45963</c:v>
                </c:pt>
                <c:pt idx="135">
                  <c:v>45964</c:v>
                </c:pt>
                <c:pt idx="136">
                  <c:v>45965</c:v>
                </c:pt>
                <c:pt idx="137">
                  <c:v>45966</c:v>
                </c:pt>
                <c:pt idx="138">
                  <c:v>45967</c:v>
                </c:pt>
                <c:pt idx="139">
                  <c:v>45968</c:v>
                </c:pt>
                <c:pt idx="140">
                  <c:v>45969</c:v>
                </c:pt>
                <c:pt idx="141">
                  <c:v>45970</c:v>
                </c:pt>
                <c:pt idx="142">
                  <c:v>45971</c:v>
                </c:pt>
                <c:pt idx="143">
                  <c:v>45972</c:v>
                </c:pt>
                <c:pt idx="144">
                  <c:v>45973</c:v>
                </c:pt>
                <c:pt idx="145">
                  <c:v>45974</c:v>
                </c:pt>
                <c:pt idx="146">
                  <c:v>45975</c:v>
                </c:pt>
                <c:pt idx="147">
                  <c:v>45976</c:v>
                </c:pt>
                <c:pt idx="148">
                  <c:v>45977</c:v>
                </c:pt>
                <c:pt idx="149">
                  <c:v>45978</c:v>
                </c:pt>
                <c:pt idx="150">
                  <c:v>45979</c:v>
                </c:pt>
                <c:pt idx="151">
                  <c:v>45980</c:v>
                </c:pt>
                <c:pt idx="152">
                  <c:v>45981</c:v>
                </c:pt>
                <c:pt idx="153">
                  <c:v>45982</c:v>
                </c:pt>
                <c:pt idx="154">
                  <c:v>45983</c:v>
                </c:pt>
                <c:pt idx="155">
                  <c:v>45984</c:v>
                </c:pt>
                <c:pt idx="156">
                  <c:v>45985</c:v>
                </c:pt>
                <c:pt idx="157">
                  <c:v>45986</c:v>
                </c:pt>
                <c:pt idx="158">
                  <c:v>45987</c:v>
                </c:pt>
                <c:pt idx="159">
                  <c:v>45988</c:v>
                </c:pt>
                <c:pt idx="160">
                  <c:v>45989</c:v>
                </c:pt>
                <c:pt idx="161">
                  <c:v>45990</c:v>
                </c:pt>
                <c:pt idx="162">
                  <c:v>45991</c:v>
                </c:pt>
                <c:pt idx="163">
                  <c:v>45992</c:v>
                </c:pt>
                <c:pt idx="164">
                  <c:v>45993</c:v>
                </c:pt>
                <c:pt idx="165">
                  <c:v>45994</c:v>
                </c:pt>
                <c:pt idx="166">
                  <c:v>45995</c:v>
                </c:pt>
                <c:pt idx="167">
                  <c:v>45996</c:v>
                </c:pt>
                <c:pt idx="168">
                  <c:v>45997</c:v>
                </c:pt>
                <c:pt idx="169">
                  <c:v>45998</c:v>
                </c:pt>
                <c:pt idx="170">
                  <c:v>45999</c:v>
                </c:pt>
                <c:pt idx="171">
                  <c:v>46000</c:v>
                </c:pt>
                <c:pt idx="172">
                  <c:v>46001</c:v>
                </c:pt>
                <c:pt idx="173">
                  <c:v>46002</c:v>
                </c:pt>
                <c:pt idx="174">
                  <c:v>46003</c:v>
                </c:pt>
                <c:pt idx="175">
                  <c:v>46004</c:v>
                </c:pt>
                <c:pt idx="176">
                  <c:v>46005</c:v>
                </c:pt>
                <c:pt idx="177">
                  <c:v>46006</c:v>
                </c:pt>
                <c:pt idx="178">
                  <c:v>46007</c:v>
                </c:pt>
                <c:pt idx="179">
                  <c:v>46008</c:v>
                </c:pt>
                <c:pt idx="180">
                  <c:v>46009</c:v>
                </c:pt>
                <c:pt idx="181">
                  <c:v>46010</c:v>
                </c:pt>
                <c:pt idx="182">
                  <c:v>46011</c:v>
                </c:pt>
                <c:pt idx="183">
                  <c:v>46012</c:v>
                </c:pt>
                <c:pt idx="184">
                  <c:v>46013</c:v>
                </c:pt>
                <c:pt idx="185">
                  <c:v>46014</c:v>
                </c:pt>
                <c:pt idx="186">
                  <c:v>46015</c:v>
                </c:pt>
                <c:pt idx="187">
                  <c:v>46016</c:v>
                </c:pt>
                <c:pt idx="188">
                  <c:v>46017</c:v>
                </c:pt>
                <c:pt idx="189">
                  <c:v>46018</c:v>
                </c:pt>
                <c:pt idx="190">
                  <c:v>46019</c:v>
                </c:pt>
                <c:pt idx="191">
                  <c:v>46020</c:v>
                </c:pt>
                <c:pt idx="192">
                  <c:v>46021</c:v>
                </c:pt>
                <c:pt idx="193">
                  <c:v>46022</c:v>
                </c:pt>
                <c:pt idx="194">
                  <c:v>46023</c:v>
                </c:pt>
                <c:pt idx="195">
                  <c:v>46024</c:v>
                </c:pt>
                <c:pt idx="196">
                  <c:v>46025</c:v>
                </c:pt>
                <c:pt idx="197">
                  <c:v>46026</c:v>
                </c:pt>
                <c:pt idx="198">
                  <c:v>46027</c:v>
                </c:pt>
                <c:pt idx="199">
                  <c:v>46028</c:v>
                </c:pt>
                <c:pt idx="200">
                  <c:v>46029</c:v>
                </c:pt>
                <c:pt idx="201">
                  <c:v>46030</c:v>
                </c:pt>
                <c:pt idx="202">
                  <c:v>46031</c:v>
                </c:pt>
                <c:pt idx="203">
                  <c:v>46032</c:v>
                </c:pt>
                <c:pt idx="204">
                  <c:v>46033</c:v>
                </c:pt>
                <c:pt idx="205">
                  <c:v>46034</c:v>
                </c:pt>
                <c:pt idx="206">
                  <c:v>46035</c:v>
                </c:pt>
                <c:pt idx="207">
                  <c:v>46036</c:v>
                </c:pt>
                <c:pt idx="208">
                  <c:v>46037</c:v>
                </c:pt>
                <c:pt idx="209">
                  <c:v>46038</c:v>
                </c:pt>
                <c:pt idx="210">
                  <c:v>46039</c:v>
                </c:pt>
                <c:pt idx="211">
                  <c:v>46040</c:v>
                </c:pt>
                <c:pt idx="212">
                  <c:v>46041</c:v>
                </c:pt>
                <c:pt idx="213">
                  <c:v>46042</c:v>
                </c:pt>
                <c:pt idx="214">
                  <c:v>46043</c:v>
                </c:pt>
                <c:pt idx="215">
                  <c:v>46044</c:v>
                </c:pt>
                <c:pt idx="216">
                  <c:v>46045</c:v>
                </c:pt>
                <c:pt idx="217">
                  <c:v>46046</c:v>
                </c:pt>
                <c:pt idx="218">
                  <c:v>46047</c:v>
                </c:pt>
                <c:pt idx="219">
                  <c:v>46048</c:v>
                </c:pt>
                <c:pt idx="220">
                  <c:v>46049</c:v>
                </c:pt>
                <c:pt idx="221">
                  <c:v>46050</c:v>
                </c:pt>
                <c:pt idx="222">
                  <c:v>46051</c:v>
                </c:pt>
                <c:pt idx="223">
                  <c:v>46052</c:v>
                </c:pt>
                <c:pt idx="224">
                  <c:v>46053</c:v>
                </c:pt>
                <c:pt idx="225">
                  <c:v>46054</c:v>
                </c:pt>
                <c:pt idx="226">
                  <c:v>46055</c:v>
                </c:pt>
                <c:pt idx="227">
                  <c:v>46056</c:v>
                </c:pt>
                <c:pt idx="228">
                  <c:v>46057</c:v>
                </c:pt>
                <c:pt idx="229">
                  <c:v>46058</c:v>
                </c:pt>
                <c:pt idx="230">
                  <c:v>46059</c:v>
                </c:pt>
                <c:pt idx="231">
                  <c:v>46060</c:v>
                </c:pt>
                <c:pt idx="232">
                  <c:v>46061</c:v>
                </c:pt>
                <c:pt idx="233">
                  <c:v>46062</c:v>
                </c:pt>
                <c:pt idx="234">
                  <c:v>46063</c:v>
                </c:pt>
                <c:pt idx="235">
                  <c:v>46064</c:v>
                </c:pt>
                <c:pt idx="236">
                  <c:v>46065</c:v>
                </c:pt>
                <c:pt idx="237">
                  <c:v>46066</c:v>
                </c:pt>
                <c:pt idx="238">
                  <c:v>46067</c:v>
                </c:pt>
                <c:pt idx="239">
                  <c:v>46068</c:v>
                </c:pt>
                <c:pt idx="240">
                  <c:v>46069</c:v>
                </c:pt>
                <c:pt idx="241">
                  <c:v>46070</c:v>
                </c:pt>
                <c:pt idx="242">
                  <c:v>46071</c:v>
                </c:pt>
                <c:pt idx="243">
                  <c:v>46072</c:v>
                </c:pt>
                <c:pt idx="244">
                  <c:v>46073</c:v>
                </c:pt>
                <c:pt idx="245">
                  <c:v>46074</c:v>
                </c:pt>
                <c:pt idx="246">
                  <c:v>46075</c:v>
                </c:pt>
                <c:pt idx="247">
                  <c:v>46076</c:v>
                </c:pt>
                <c:pt idx="248">
                  <c:v>46077</c:v>
                </c:pt>
                <c:pt idx="249">
                  <c:v>46078</c:v>
                </c:pt>
                <c:pt idx="250">
                  <c:v>46079</c:v>
                </c:pt>
                <c:pt idx="251">
                  <c:v>46080</c:v>
                </c:pt>
                <c:pt idx="252">
                  <c:v>46081</c:v>
                </c:pt>
                <c:pt idx="253">
                  <c:v>46082</c:v>
                </c:pt>
                <c:pt idx="254">
                  <c:v>46083</c:v>
                </c:pt>
                <c:pt idx="255">
                  <c:v>46084</c:v>
                </c:pt>
                <c:pt idx="256">
                  <c:v>46085</c:v>
                </c:pt>
                <c:pt idx="257">
                  <c:v>46086</c:v>
                </c:pt>
                <c:pt idx="258">
                  <c:v>46087</c:v>
                </c:pt>
                <c:pt idx="259">
                  <c:v>46088</c:v>
                </c:pt>
                <c:pt idx="260">
                  <c:v>46089</c:v>
                </c:pt>
                <c:pt idx="261">
                  <c:v>46090</c:v>
                </c:pt>
                <c:pt idx="262">
                  <c:v>46091</c:v>
                </c:pt>
                <c:pt idx="263">
                  <c:v>46092</c:v>
                </c:pt>
                <c:pt idx="264">
                  <c:v>46093</c:v>
                </c:pt>
                <c:pt idx="265">
                  <c:v>46094</c:v>
                </c:pt>
                <c:pt idx="266">
                  <c:v>46095</c:v>
                </c:pt>
                <c:pt idx="267">
                  <c:v>46096</c:v>
                </c:pt>
                <c:pt idx="268">
                  <c:v>46097</c:v>
                </c:pt>
                <c:pt idx="269">
                  <c:v>46098</c:v>
                </c:pt>
                <c:pt idx="270">
                  <c:v>46099</c:v>
                </c:pt>
                <c:pt idx="271">
                  <c:v>46100</c:v>
                </c:pt>
                <c:pt idx="272">
                  <c:v>46101</c:v>
                </c:pt>
                <c:pt idx="273">
                  <c:v>46102</c:v>
                </c:pt>
                <c:pt idx="274">
                  <c:v>46103</c:v>
                </c:pt>
                <c:pt idx="275">
                  <c:v>46104</c:v>
                </c:pt>
                <c:pt idx="276">
                  <c:v>46105</c:v>
                </c:pt>
                <c:pt idx="277">
                  <c:v>46106</c:v>
                </c:pt>
                <c:pt idx="278">
                  <c:v>46107</c:v>
                </c:pt>
                <c:pt idx="279">
                  <c:v>46108</c:v>
                </c:pt>
                <c:pt idx="280">
                  <c:v>46109</c:v>
                </c:pt>
                <c:pt idx="281">
                  <c:v>46110</c:v>
                </c:pt>
                <c:pt idx="282">
                  <c:v>46111</c:v>
                </c:pt>
                <c:pt idx="283">
                  <c:v>46112</c:v>
                </c:pt>
                <c:pt idx="284">
                  <c:v>46113</c:v>
                </c:pt>
                <c:pt idx="285">
                  <c:v>46114</c:v>
                </c:pt>
                <c:pt idx="286">
                  <c:v>46115</c:v>
                </c:pt>
                <c:pt idx="287">
                  <c:v>46116</c:v>
                </c:pt>
                <c:pt idx="288">
                  <c:v>46117</c:v>
                </c:pt>
                <c:pt idx="289">
                  <c:v>46118</c:v>
                </c:pt>
                <c:pt idx="290">
                  <c:v>46119</c:v>
                </c:pt>
                <c:pt idx="291">
                  <c:v>46120</c:v>
                </c:pt>
                <c:pt idx="292">
                  <c:v>46121</c:v>
                </c:pt>
                <c:pt idx="293">
                  <c:v>46122</c:v>
                </c:pt>
                <c:pt idx="294">
                  <c:v>46123</c:v>
                </c:pt>
                <c:pt idx="295">
                  <c:v>46124</c:v>
                </c:pt>
                <c:pt idx="296">
                  <c:v>46125</c:v>
                </c:pt>
                <c:pt idx="297">
                  <c:v>46126</c:v>
                </c:pt>
                <c:pt idx="298">
                  <c:v>46127</c:v>
                </c:pt>
                <c:pt idx="299">
                  <c:v>46128</c:v>
                </c:pt>
                <c:pt idx="300">
                  <c:v>46129</c:v>
                </c:pt>
                <c:pt idx="301">
                  <c:v>46130</c:v>
                </c:pt>
                <c:pt idx="302">
                  <c:v>46131</c:v>
                </c:pt>
                <c:pt idx="303">
                  <c:v>46132</c:v>
                </c:pt>
                <c:pt idx="304">
                  <c:v>46133</c:v>
                </c:pt>
                <c:pt idx="305">
                  <c:v>46134</c:v>
                </c:pt>
                <c:pt idx="306">
                  <c:v>46135</c:v>
                </c:pt>
                <c:pt idx="307">
                  <c:v>46136</c:v>
                </c:pt>
                <c:pt idx="308">
                  <c:v>46137</c:v>
                </c:pt>
                <c:pt idx="309">
                  <c:v>46138</c:v>
                </c:pt>
                <c:pt idx="310">
                  <c:v>46139</c:v>
                </c:pt>
                <c:pt idx="311">
                  <c:v>46140</c:v>
                </c:pt>
                <c:pt idx="312">
                  <c:v>46141</c:v>
                </c:pt>
                <c:pt idx="313">
                  <c:v>46142</c:v>
                </c:pt>
                <c:pt idx="314">
                  <c:v>46143</c:v>
                </c:pt>
                <c:pt idx="315">
                  <c:v>46144</c:v>
                </c:pt>
                <c:pt idx="316">
                  <c:v>46145</c:v>
                </c:pt>
                <c:pt idx="317">
                  <c:v>46146</c:v>
                </c:pt>
                <c:pt idx="318">
                  <c:v>46147</c:v>
                </c:pt>
                <c:pt idx="319">
                  <c:v>46148</c:v>
                </c:pt>
                <c:pt idx="320">
                  <c:v>46149</c:v>
                </c:pt>
                <c:pt idx="321">
                  <c:v>46150</c:v>
                </c:pt>
                <c:pt idx="322">
                  <c:v>46151</c:v>
                </c:pt>
                <c:pt idx="323">
                  <c:v>46152</c:v>
                </c:pt>
                <c:pt idx="324">
                  <c:v>46153</c:v>
                </c:pt>
                <c:pt idx="325">
                  <c:v>46154</c:v>
                </c:pt>
                <c:pt idx="326">
                  <c:v>46155</c:v>
                </c:pt>
                <c:pt idx="327">
                  <c:v>46156</c:v>
                </c:pt>
                <c:pt idx="328">
                  <c:v>46157</c:v>
                </c:pt>
                <c:pt idx="329">
                  <c:v>46158</c:v>
                </c:pt>
                <c:pt idx="330">
                  <c:v>46159</c:v>
                </c:pt>
                <c:pt idx="331">
                  <c:v>46160</c:v>
                </c:pt>
                <c:pt idx="332">
                  <c:v>46161</c:v>
                </c:pt>
                <c:pt idx="333">
                  <c:v>46162</c:v>
                </c:pt>
                <c:pt idx="334">
                  <c:v>46163</c:v>
                </c:pt>
                <c:pt idx="335">
                  <c:v>46164</c:v>
                </c:pt>
                <c:pt idx="336">
                  <c:v>46165</c:v>
                </c:pt>
                <c:pt idx="337">
                  <c:v>46166</c:v>
                </c:pt>
                <c:pt idx="338">
                  <c:v>46167</c:v>
                </c:pt>
                <c:pt idx="339">
                  <c:v>46168</c:v>
                </c:pt>
                <c:pt idx="340">
                  <c:v>46169</c:v>
                </c:pt>
                <c:pt idx="341">
                  <c:v>46170</c:v>
                </c:pt>
                <c:pt idx="342">
                  <c:v>46171</c:v>
                </c:pt>
                <c:pt idx="343">
                  <c:v>46172</c:v>
                </c:pt>
                <c:pt idx="344">
                  <c:v>46173</c:v>
                </c:pt>
                <c:pt idx="345">
                  <c:v>46174</c:v>
                </c:pt>
                <c:pt idx="346">
                  <c:v>46175</c:v>
                </c:pt>
                <c:pt idx="347">
                  <c:v>46176</c:v>
                </c:pt>
                <c:pt idx="348">
                  <c:v>46177</c:v>
                </c:pt>
                <c:pt idx="349">
                  <c:v>46178</c:v>
                </c:pt>
                <c:pt idx="350">
                  <c:v>46179</c:v>
                </c:pt>
                <c:pt idx="351">
                  <c:v>46180</c:v>
                </c:pt>
                <c:pt idx="352">
                  <c:v>46181</c:v>
                </c:pt>
                <c:pt idx="353">
                  <c:v>46182</c:v>
                </c:pt>
                <c:pt idx="354">
                  <c:v>46183</c:v>
                </c:pt>
                <c:pt idx="355">
                  <c:v>46184</c:v>
                </c:pt>
                <c:pt idx="356">
                  <c:v>46185</c:v>
                </c:pt>
                <c:pt idx="357">
                  <c:v>46186</c:v>
                </c:pt>
                <c:pt idx="358">
                  <c:v>46187</c:v>
                </c:pt>
                <c:pt idx="359">
                  <c:v>46188</c:v>
                </c:pt>
                <c:pt idx="360">
                  <c:v>46189</c:v>
                </c:pt>
                <c:pt idx="361">
                  <c:v>46190</c:v>
                </c:pt>
                <c:pt idx="362">
                  <c:v>46191</c:v>
                </c:pt>
                <c:pt idx="363">
                  <c:v>46192</c:v>
                </c:pt>
                <c:pt idx="364">
                  <c:v>46193</c:v>
                </c:pt>
              </c:numCache>
            </c:numRef>
          </c:cat>
          <c:val>
            <c:numRef>
              <c:f>'VoLTE-Network'!$B$2:$B$366</c:f>
              <c:numCache>
                <c:formatCode>General</c:formatCode>
                <c:ptCount val="365"/>
                <c:pt idx="0">
                  <c:v>45602.821100000001</c:v>
                </c:pt>
                <c:pt idx="1">
                  <c:v>41954.240899999997</c:v>
                </c:pt>
                <c:pt idx="2">
                  <c:v>50814.561399999999</c:v>
                </c:pt>
                <c:pt idx="3">
                  <c:v>52879.981299999999</c:v>
                </c:pt>
                <c:pt idx="4">
                  <c:v>53237.858</c:v>
                </c:pt>
                <c:pt idx="5">
                  <c:v>52346.027699999999</c:v>
                </c:pt>
                <c:pt idx="6">
                  <c:v>52480.012999999999</c:v>
                </c:pt>
                <c:pt idx="7">
                  <c:v>48185.686600000001</c:v>
                </c:pt>
                <c:pt idx="8">
                  <c:v>44783.389600000002</c:v>
                </c:pt>
                <c:pt idx="9">
                  <c:v>53971.982600000003</c:v>
                </c:pt>
                <c:pt idx="10">
                  <c:v>53082.411200000002</c:v>
                </c:pt>
                <c:pt idx="11">
                  <c:v>51670.219499999999</c:v>
                </c:pt>
                <c:pt idx="12">
                  <c:v>52046.1927</c:v>
                </c:pt>
                <c:pt idx="13">
                  <c:v>51706.37</c:v>
                </c:pt>
                <c:pt idx="14">
                  <c:v>47232.347900000001</c:v>
                </c:pt>
                <c:pt idx="15">
                  <c:v>45310.150699999998</c:v>
                </c:pt>
                <c:pt idx="16">
                  <c:v>54109.322</c:v>
                </c:pt>
                <c:pt idx="17">
                  <c:v>53872.812400000003</c:v>
                </c:pt>
                <c:pt idx="18">
                  <c:v>55269.100700000003</c:v>
                </c:pt>
                <c:pt idx="19">
                  <c:v>43993.314200000001</c:v>
                </c:pt>
                <c:pt idx="20">
                  <c:v>57401.715199999999</c:v>
                </c:pt>
                <c:pt idx="21">
                  <c:v>49099.820299999999</c:v>
                </c:pt>
                <c:pt idx="22">
                  <c:v>45418.478900000002</c:v>
                </c:pt>
                <c:pt idx="23">
                  <c:v>54486.8632</c:v>
                </c:pt>
                <c:pt idx="24">
                  <c:v>54092.4565</c:v>
                </c:pt>
                <c:pt idx="25">
                  <c:v>53556.086499999998</c:v>
                </c:pt>
                <c:pt idx="26">
                  <c:v>53261.130299999997</c:v>
                </c:pt>
                <c:pt idx="27">
                  <c:v>52661.469899999996</c:v>
                </c:pt>
                <c:pt idx="28">
                  <c:v>47584.559800000003</c:v>
                </c:pt>
                <c:pt idx="29">
                  <c:v>44423.561500000003</c:v>
                </c:pt>
                <c:pt idx="30">
                  <c:v>52614.925199999998</c:v>
                </c:pt>
                <c:pt idx="31">
                  <c:v>53106.9205</c:v>
                </c:pt>
                <c:pt idx="32">
                  <c:v>52490.922200000001</c:v>
                </c:pt>
                <c:pt idx="33">
                  <c:v>52548.974399999999</c:v>
                </c:pt>
                <c:pt idx="34">
                  <c:v>53515.243699999999</c:v>
                </c:pt>
                <c:pt idx="35">
                  <c:v>48464.235800000002</c:v>
                </c:pt>
                <c:pt idx="36">
                  <c:v>45480.261599999998</c:v>
                </c:pt>
                <c:pt idx="37">
                  <c:v>54162.763299999999</c:v>
                </c:pt>
                <c:pt idx="38">
                  <c:v>55019.598599999998</c:v>
                </c:pt>
                <c:pt idx="39">
                  <c:v>54965.708599999998</c:v>
                </c:pt>
                <c:pt idx="40">
                  <c:v>55574.455800000003</c:v>
                </c:pt>
                <c:pt idx="41">
                  <c:v>54260.998500000002</c:v>
                </c:pt>
                <c:pt idx="42">
                  <c:v>49358.777800000003</c:v>
                </c:pt>
                <c:pt idx="43">
                  <c:v>46001.799800000001</c:v>
                </c:pt>
                <c:pt idx="44">
                  <c:v>54659.781499999997</c:v>
                </c:pt>
                <c:pt idx="45">
                  <c:v>54869.659800000001</c:v>
                </c:pt>
                <c:pt idx="46">
                  <c:v>54805.1008</c:v>
                </c:pt>
                <c:pt idx="47">
                  <c:v>55867.072500000002</c:v>
                </c:pt>
                <c:pt idx="48">
                  <c:v>43034.1276</c:v>
                </c:pt>
                <c:pt idx="49">
                  <c:v>47969.567900000002</c:v>
                </c:pt>
                <c:pt idx="50">
                  <c:v>46040.115299999998</c:v>
                </c:pt>
                <c:pt idx="51">
                  <c:v>54088.859299999996</c:v>
                </c:pt>
                <c:pt idx="52">
                  <c:v>53732.696400000001</c:v>
                </c:pt>
                <c:pt idx="53">
                  <c:v>53500.381500000003</c:v>
                </c:pt>
                <c:pt idx="54">
                  <c:v>53344.864300000001</c:v>
                </c:pt>
                <c:pt idx="55">
                  <c:v>52649.690300000002</c:v>
                </c:pt>
                <c:pt idx="56">
                  <c:v>48948.256399999998</c:v>
                </c:pt>
                <c:pt idx="57">
                  <c:v>45729.771800000002</c:v>
                </c:pt>
                <c:pt idx="58">
                  <c:v>54262.566899999998</c:v>
                </c:pt>
                <c:pt idx="59">
                  <c:v>54607.952899999997</c:v>
                </c:pt>
                <c:pt idx="60">
                  <c:v>57639.284099999997</c:v>
                </c:pt>
                <c:pt idx="61">
                  <c:v>58115.987300000001</c:v>
                </c:pt>
                <c:pt idx="62">
                  <c:v>57208.613400000002</c:v>
                </c:pt>
                <c:pt idx="63">
                  <c:v>52303.261899999998</c:v>
                </c:pt>
                <c:pt idx="64">
                  <c:v>49311.555</c:v>
                </c:pt>
                <c:pt idx="65">
                  <c:v>58026.993499999997</c:v>
                </c:pt>
                <c:pt idx="66">
                  <c:v>58169.4107</c:v>
                </c:pt>
                <c:pt idx="67">
                  <c:v>57396.289100000002</c:v>
                </c:pt>
                <c:pt idx="68">
                  <c:v>57254.175300000003</c:v>
                </c:pt>
                <c:pt idx="69">
                  <c:v>57074.1711</c:v>
                </c:pt>
                <c:pt idx="70">
                  <c:v>53462.138800000001</c:v>
                </c:pt>
                <c:pt idx="71">
                  <c:v>49477.690300000002</c:v>
                </c:pt>
                <c:pt idx="72">
                  <c:v>57997.7255</c:v>
                </c:pt>
                <c:pt idx="73">
                  <c:v>58432.466999999997</c:v>
                </c:pt>
                <c:pt idx="74">
                  <c:v>58026.503199999999</c:v>
                </c:pt>
                <c:pt idx="75">
                  <c:v>61372.092100000002</c:v>
                </c:pt>
                <c:pt idx="76">
                  <c:v>50123.322099999998</c:v>
                </c:pt>
                <c:pt idx="77">
                  <c:v>50205.0455</c:v>
                </c:pt>
                <c:pt idx="78">
                  <c:v>44519.0383</c:v>
                </c:pt>
                <c:pt idx="79">
                  <c:v>58026.703300000001</c:v>
                </c:pt>
                <c:pt idx="80">
                  <c:v>57729.235099999998</c:v>
                </c:pt>
                <c:pt idx="81">
                  <c:v>58505.099699999999</c:v>
                </c:pt>
                <c:pt idx="82">
                  <c:v>58952.471100000002</c:v>
                </c:pt>
                <c:pt idx="83">
                  <c:v>57828.8943</c:v>
                </c:pt>
                <c:pt idx="84">
                  <c:v>52697.449800000002</c:v>
                </c:pt>
                <c:pt idx="85">
                  <c:v>49293.336799999997</c:v>
                </c:pt>
                <c:pt idx="86">
                  <c:v>58426.272900000004</c:v>
                </c:pt>
                <c:pt idx="87">
                  <c:v>58490.2912</c:v>
                </c:pt>
                <c:pt idx="88">
                  <c:v>57332.633500000004</c:v>
                </c:pt>
                <c:pt idx="89">
                  <c:v>56529.498</c:v>
                </c:pt>
                <c:pt idx="90">
                  <c:v>55997.317499999997</c:v>
                </c:pt>
                <c:pt idx="91">
                  <c:v>51823.988299999997</c:v>
                </c:pt>
                <c:pt idx="92">
                  <c:v>48133.9352</c:v>
                </c:pt>
                <c:pt idx="93">
                  <c:v>57121.215300000003</c:v>
                </c:pt>
                <c:pt idx="94">
                  <c:v>57292.442000000003</c:v>
                </c:pt>
                <c:pt idx="95">
                  <c:v>57903.775399999999</c:v>
                </c:pt>
                <c:pt idx="96">
                  <c:v>57910.460299999999</c:v>
                </c:pt>
                <c:pt idx="97">
                  <c:v>56787.072399999997</c:v>
                </c:pt>
                <c:pt idx="98">
                  <c:v>52622.961600000002</c:v>
                </c:pt>
                <c:pt idx="99">
                  <c:v>48688.385300000002</c:v>
                </c:pt>
                <c:pt idx="100">
                  <c:v>58933.173999999999</c:v>
                </c:pt>
                <c:pt idx="101">
                  <c:v>60807.631800000003</c:v>
                </c:pt>
                <c:pt idx="102">
                  <c:v>59421.145799999998</c:v>
                </c:pt>
                <c:pt idx="103">
                  <c:v>59264.058400000002</c:v>
                </c:pt>
                <c:pt idx="104">
                  <c:v>58436.643100000001</c:v>
                </c:pt>
                <c:pt idx="105">
                  <c:v>51479.396699999998</c:v>
                </c:pt>
                <c:pt idx="106">
                  <c:v>48317.402800000003</c:v>
                </c:pt>
                <c:pt idx="107">
                  <c:v>45296.514900000002</c:v>
                </c:pt>
                <c:pt idx="108">
                  <c:v>58560.930200000003</c:v>
                </c:pt>
                <c:pt idx="109">
                  <c:v>59172.042999999998</c:v>
                </c:pt>
                <c:pt idx="110">
                  <c:v>60447.481599999999</c:v>
                </c:pt>
                <c:pt idx="111">
                  <c:v>59922.186099999999</c:v>
                </c:pt>
                <c:pt idx="112">
                  <c:v>54984.981899999999</c:v>
                </c:pt>
                <c:pt idx="113">
                  <c:v>49985.814100000003</c:v>
                </c:pt>
                <c:pt idx="114">
                  <c:v>58157.041100000002</c:v>
                </c:pt>
                <c:pt idx="115">
                  <c:v>58521.394200000002</c:v>
                </c:pt>
                <c:pt idx="116">
                  <c:v>57976.808900000004</c:v>
                </c:pt>
                <c:pt idx="117">
                  <c:v>57577.989399999999</c:v>
                </c:pt>
                <c:pt idx="118">
                  <c:v>56738.326500000003</c:v>
                </c:pt>
                <c:pt idx="119">
                  <c:v>54589.040999999997</c:v>
                </c:pt>
                <c:pt idx="120">
                  <c:v>49633.3537</c:v>
                </c:pt>
                <c:pt idx="121">
                  <c:v>53575.332600000002</c:v>
                </c:pt>
                <c:pt idx="122">
                  <c:v>59165.678099999997</c:v>
                </c:pt>
                <c:pt idx="123">
                  <c:v>59117.3413</c:v>
                </c:pt>
                <c:pt idx="124">
                  <c:v>58234.904000000002</c:v>
                </c:pt>
                <c:pt idx="125">
                  <c:v>57987.022700000001</c:v>
                </c:pt>
                <c:pt idx="126">
                  <c:v>54335.326699999998</c:v>
                </c:pt>
                <c:pt idx="127">
                  <c:v>50088.377399999998</c:v>
                </c:pt>
                <c:pt idx="128">
                  <c:v>60128.917000000001</c:v>
                </c:pt>
                <c:pt idx="129">
                  <c:v>60927.386899999998</c:v>
                </c:pt>
                <c:pt idx="130">
                  <c:v>61377.830800000003</c:v>
                </c:pt>
                <c:pt idx="131">
                  <c:v>62527.652000000002</c:v>
                </c:pt>
                <c:pt idx="132">
                  <c:v>62766.788699999997</c:v>
                </c:pt>
                <c:pt idx="133">
                  <c:v>57235.916299999997</c:v>
                </c:pt>
                <c:pt idx="134">
                  <c:v>52474.754999999997</c:v>
                </c:pt>
                <c:pt idx="135">
                  <c:v>62491.995900000002</c:v>
                </c:pt>
                <c:pt idx="136">
                  <c:v>62752.272599999997</c:v>
                </c:pt>
                <c:pt idx="137">
                  <c:v>50739.494100000004</c:v>
                </c:pt>
                <c:pt idx="138">
                  <c:v>58321.768199999999</c:v>
                </c:pt>
                <c:pt idx="139">
                  <c:v>59841.270499999999</c:v>
                </c:pt>
                <c:pt idx="140">
                  <c:v>56216.226499999997</c:v>
                </c:pt>
                <c:pt idx="141">
                  <c:v>53348.284699999997</c:v>
                </c:pt>
                <c:pt idx="142">
                  <c:v>63104.084499999997</c:v>
                </c:pt>
                <c:pt idx="143">
                  <c:v>62407.187599999997</c:v>
                </c:pt>
                <c:pt idx="144">
                  <c:v>61471.961900000002</c:v>
                </c:pt>
                <c:pt idx="145">
                  <c:v>60806.403899999998</c:v>
                </c:pt>
                <c:pt idx="146">
                  <c:v>60046.4179</c:v>
                </c:pt>
                <c:pt idx="147">
                  <c:v>56228.725899999998</c:v>
                </c:pt>
                <c:pt idx="148">
                  <c:v>51165.008000000002</c:v>
                </c:pt>
                <c:pt idx="149">
                  <c:v>59851.661699999997</c:v>
                </c:pt>
                <c:pt idx="150">
                  <c:v>59530.273300000001</c:v>
                </c:pt>
                <c:pt idx="151">
                  <c:v>60590.349300000002</c:v>
                </c:pt>
                <c:pt idx="152">
                  <c:v>60279.387699999999</c:v>
                </c:pt>
                <c:pt idx="153">
                  <c:v>58977.746099999997</c:v>
                </c:pt>
                <c:pt idx="154">
                  <c:v>55573.456400000003</c:v>
                </c:pt>
                <c:pt idx="155">
                  <c:v>50767.704299999998</c:v>
                </c:pt>
                <c:pt idx="156">
                  <c:v>59814.197500000002</c:v>
                </c:pt>
                <c:pt idx="157">
                  <c:v>60242.043700000002</c:v>
                </c:pt>
                <c:pt idx="158">
                  <c:v>58788.8724</c:v>
                </c:pt>
                <c:pt idx="159">
                  <c:v>60151.122000000003</c:v>
                </c:pt>
                <c:pt idx="160">
                  <c:v>55688.647900000004</c:v>
                </c:pt>
                <c:pt idx="161">
                  <c:v>52651.553599999999</c:v>
                </c:pt>
                <c:pt idx="162">
                  <c:v>56154.420100000003</c:v>
                </c:pt>
                <c:pt idx="163">
                  <c:v>62577.380400000002</c:v>
                </c:pt>
                <c:pt idx="164">
                  <c:v>62302.1276</c:v>
                </c:pt>
                <c:pt idx="165">
                  <c:v>63136.171499999997</c:v>
                </c:pt>
                <c:pt idx="166">
                  <c:v>52402.990299999998</c:v>
                </c:pt>
                <c:pt idx="167">
                  <c:v>60018.438999999998</c:v>
                </c:pt>
                <c:pt idx="168">
                  <c:v>56416.372799999997</c:v>
                </c:pt>
                <c:pt idx="169">
                  <c:v>52686.815300000002</c:v>
                </c:pt>
                <c:pt idx="170">
                  <c:v>62452.495799999997</c:v>
                </c:pt>
                <c:pt idx="171">
                  <c:v>61597.455800000003</c:v>
                </c:pt>
                <c:pt idx="172">
                  <c:v>62278.879099999998</c:v>
                </c:pt>
                <c:pt idx="173">
                  <c:v>61440.561099999999</c:v>
                </c:pt>
                <c:pt idx="174">
                  <c:v>60880.471899999997</c:v>
                </c:pt>
                <c:pt idx="175">
                  <c:v>62243.578600000001</c:v>
                </c:pt>
                <c:pt idx="176">
                  <c:v>58410.267200000002</c:v>
                </c:pt>
                <c:pt idx="177">
                  <c:v>68361.048699999999</c:v>
                </c:pt>
                <c:pt idx="178">
                  <c:v>68280.921499999997</c:v>
                </c:pt>
                <c:pt idx="179">
                  <c:v>66768.483200000002</c:v>
                </c:pt>
                <c:pt idx="180">
                  <c:v>67909.968500000003</c:v>
                </c:pt>
                <c:pt idx="181">
                  <c:v>68065.674299999999</c:v>
                </c:pt>
                <c:pt idx="182">
                  <c:v>63466.796999999999</c:v>
                </c:pt>
                <c:pt idx="183">
                  <c:v>58519.733999999997</c:v>
                </c:pt>
                <c:pt idx="184">
                  <c:v>68935.761400000003</c:v>
                </c:pt>
                <c:pt idx="185">
                  <c:v>68793.247399999993</c:v>
                </c:pt>
                <c:pt idx="186">
                  <c:v>68230.064799999993</c:v>
                </c:pt>
                <c:pt idx="187">
                  <c:v>57276.703500000003</c:v>
                </c:pt>
                <c:pt idx="188">
                  <c:v>63841.489399999999</c:v>
                </c:pt>
                <c:pt idx="189">
                  <c:v>60546.326699999998</c:v>
                </c:pt>
                <c:pt idx="190">
                  <c:v>57034.144999999997</c:v>
                </c:pt>
                <c:pt idx="191">
                  <c:v>67363.667799999996</c:v>
                </c:pt>
                <c:pt idx="192">
                  <c:v>68184.812099999996</c:v>
                </c:pt>
                <c:pt idx="193">
                  <c:v>70300.024399999995</c:v>
                </c:pt>
                <c:pt idx="194">
                  <c:v>71157.916100000002</c:v>
                </c:pt>
                <c:pt idx="195">
                  <c:v>67111.418699999995</c:v>
                </c:pt>
                <c:pt idx="196">
                  <c:v>55637.835800000001</c:v>
                </c:pt>
                <c:pt idx="197">
                  <c:v>58627.796600000001</c:v>
                </c:pt>
                <c:pt idx="198">
                  <c:v>68706.886299999998</c:v>
                </c:pt>
                <c:pt idx="199">
                  <c:v>67643.891199999998</c:v>
                </c:pt>
                <c:pt idx="200">
                  <c:v>68257.920599999998</c:v>
                </c:pt>
                <c:pt idx="201">
                  <c:v>67836.5386</c:v>
                </c:pt>
                <c:pt idx="202">
                  <c:v>67304.762300000002</c:v>
                </c:pt>
                <c:pt idx="203">
                  <c:v>62705.317499999997</c:v>
                </c:pt>
                <c:pt idx="204">
                  <c:v>57856.345099999999</c:v>
                </c:pt>
                <c:pt idx="205">
                  <c:v>68368.969400000002</c:v>
                </c:pt>
                <c:pt idx="206">
                  <c:v>68336.116299999994</c:v>
                </c:pt>
                <c:pt idx="207">
                  <c:v>69366.334600000002</c:v>
                </c:pt>
                <c:pt idx="208">
                  <c:v>60987.483999999997</c:v>
                </c:pt>
                <c:pt idx="209">
                  <c:v>67107.150899999993</c:v>
                </c:pt>
                <c:pt idx="210">
                  <c:v>62746.108200000002</c:v>
                </c:pt>
                <c:pt idx="211">
                  <c:v>59103.602500000001</c:v>
                </c:pt>
                <c:pt idx="212">
                  <c:v>69834.616800000003</c:v>
                </c:pt>
                <c:pt idx="213">
                  <c:v>69932.897400000002</c:v>
                </c:pt>
                <c:pt idx="214">
                  <c:v>69943.574800000002</c:v>
                </c:pt>
                <c:pt idx="215">
                  <c:v>68952.835200000001</c:v>
                </c:pt>
                <c:pt idx="216">
                  <c:v>72487.905499999993</c:v>
                </c:pt>
                <c:pt idx="217">
                  <c:v>66666.799499999994</c:v>
                </c:pt>
                <c:pt idx="218">
                  <c:v>62978.239200000004</c:v>
                </c:pt>
                <c:pt idx="219">
                  <c:v>73203.695300000007</c:v>
                </c:pt>
                <c:pt idx="220">
                  <c:v>72637.921600000001</c:v>
                </c:pt>
                <c:pt idx="221">
                  <c:v>73422.831699999995</c:v>
                </c:pt>
                <c:pt idx="222">
                  <c:v>72174.646500000003</c:v>
                </c:pt>
                <c:pt idx="223">
                  <c:v>71480.981799999994</c:v>
                </c:pt>
                <c:pt idx="224">
                  <c:v>66688.551099999997</c:v>
                </c:pt>
                <c:pt idx="225">
                  <c:v>57101.395600000003</c:v>
                </c:pt>
                <c:pt idx="226">
                  <c:v>72210.117299999998</c:v>
                </c:pt>
                <c:pt idx="227">
                  <c:v>72115.282699999996</c:v>
                </c:pt>
                <c:pt idx="228">
                  <c:v>60617.022100000002</c:v>
                </c:pt>
                <c:pt idx="229">
                  <c:v>73469.744200000001</c:v>
                </c:pt>
                <c:pt idx="230">
                  <c:v>72450.547399999996</c:v>
                </c:pt>
                <c:pt idx="231">
                  <c:v>66633.527799999996</c:v>
                </c:pt>
                <c:pt idx="232">
                  <c:v>62000.921300000002</c:v>
                </c:pt>
                <c:pt idx="233">
                  <c:v>73908.484500000006</c:v>
                </c:pt>
                <c:pt idx="234">
                  <c:v>74970.541100000002</c:v>
                </c:pt>
                <c:pt idx="235">
                  <c:v>74567.789999999994</c:v>
                </c:pt>
                <c:pt idx="236">
                  <c:v>72629.748500000002</c:v>
                </c:pt>
                <c:pt idx="237">
                  <c:v>72098.098700000002</c:v>
                </c:pt>
                <c:pt idx="238">
                  <c:v>67905.327900000004</c:v>
                </c:pt>
                <c:pt idx="239">
                  <c:v>62359.9274</c:v>
                </c:pt>
                <c:pt idx="240">
                  <c:v>72062.617700000003</c:v>
                </c:pt>
                <c:pt idx="241">
                  <c:v>71568.0579</c:v>
                </c:pt>
                <c:pt idx="242">
                  <c:v>71503.074399999998</c:v>
                </c:pt>
                <c:pt idx="243">
                  <c:v>68824.2978</c:v>
                </c:pt>
                <c:pt idx="244">
                  <c:v>69268.169500000004</c:v>
                </c:pt>
                <c:pt idx="245">
                  <c:v>63436.059099999999</c:v>
                </c:pt>
                <c:pt idx="246">
                  <c:v>59580.791899999997</c:v>
                </c:pt>
                <c:pt idx="247">
                  <c:v>70264.065199999997</c:v>
                </c:pt>
                <c:pt idx="248">
                  <c:v>70418.993300000002</c:v>
                </c:pt>
                <c:pt idx="249">
                  <c:v>71003.183999999994</c:v>
                </c:pt>
                <c:pt idx="250">
                  <c:v>71603.033299999996</c:v>
                </c:pt>
                <c:pt idx="251">
                  <c:v>73851.783299999996</c:v>
                </c:pt>
                <c:pt idx="252">
                  <c:v>69375.206000000006</c:v>
                </c:pt>
                <c:pt idx="253">
                  <c:v>65030.296000000002</c:v>
                </c:pt>
                <c:pt idx="254">
                  <c:v>60009.960500000001</c:v>
                </c:pt>
                <c:pt idx="255">
                  <c:v>75258.126799999998</c:v>
                </c:pt>
                <c:pt idx="256">
                  <c:v>74029.310899999997</c:v>
                </c:pt>
                <c:pt idx="257">
                  <c:v>73359.837799999994</c:v>
                </c:pt>
                <c:pt idx="258">
                  <c:v>72958.509300000005</c:v>
                </c:pt>
                <c:pt idx="259">
                  <c:v>67960.952099999995</c:v>
                </c:pt>
                <c:pt idx="260">
                  <c:v>62622.732400000001</c:v>
                </c:pt>
                <c:pt idx="261">
                  <c:v>74259.606400000004</c:v>
                </c:pt>
                <c:pt idx="262">
                  <c:v>75316.686300000001</c:v>
                </c:pt>
                <c:pt idx="263">
                  <c:v>74432.064400000003</c:v>
                </c:pt>
                <c:pt idx="264">
                  <c:v>74035.170100000003</c:v>
                </c:pt>
                <c:pt idx="265">
                  <c:v>74685.4179</c:v>
                </c:pt>
                <c:pt idx="266">
                  <c:v>69445.164399999994</c:v>
                </c:pt>
                <c:pt idx="267">
                  <c:v>68087.2016</c:v>
                </c:pt>
                <c:pt idx="268">
                  <c:v>79502.707200000004</c:v>
                </c:pt>
                <c:pt idx="269">
                  <c:v>79220.423500000004</c:v>
                </c:pt>
                <c:pt idx="270">
                  <c:v>74468.188899999994</c:v>
                </c:pt>
                <c:pt idx="271">
                  <c:v>76380.874599999996</c:v>
                </c:pt>
                <c:pt idx="272">
                  <c:v>75413.818299999999</c:v>
                </c:pt>
                <c:pt idx="273">
                  <c:v>68730.7981</c:v>
                </c:pt>
                <c:pt idx="274">
                  <c:v>64818.964800000002</c:v>
                </c:pt>
                <c:pt idx="275">
                  <c:v>76351.305699999997</c:v>
                </c:pt>
                <c:pt idx="276">
                  <c:v>75916.5677</c:v>
                </c:pt>
                <c:pt idx="277">
                  <c:v>72310.316399999996</c:v>
                </c:pt>
                <c:pt idx="278">
                  <c:v>76251.234200000006</c:v>
                </c:pt>
                <c:pt idx="279">
                  <c:v>75632.232499999998</c:v>
                </c:pt>
                <c:pt idx="280">
                  <c:v>69840.010899999994</c:v>
                </c:pt>
                <c:pt idx="281">
                  <c:v>65448.503299999997</c:v>
                </c:pt>
                <c:pt idx="282">
                  <c:v>76828.062699999995</c:v>
                </c:pt>
                <c:pt idx="283">
                  <c:v>77558.255000000005</c:v>
                </c:pt>
                <c:pt idx="284">
                  <c:v>68581.600300000006</c:v>
                </c:pt>
                <c:pt idx="285">
                  <c:v>75033.321500000005</c:v>
                </c:pt>
                <c:pt idx="286">
                  <c:v>67706.1443</c:v>
                </c:pt>
                <c:pt idx="287">
                  <c:v>67591.5576</c:v>
                </c:pt>
                <c:pt idx="288">
                  <c:v>64461.938800000004</c:v>
                </c:pt>
                <c:pt idx="289">
                  <c:v>75449.126799999998</c:v>
                </c:pt>
                <c:pt idx="290">
                  <c:v>75085.490099999995</c:v>
                </c:pt>
                <c:pt idx="291">
                  <c:v>75128.978700000007</c:v>
                </c:pt>
                <c:pt idx="292">
                  <c:v>76279.767800000001</c:v>
                </c:pt>
                <c:pt idx="293">
                  <c:v>78776.112399999998</c:v>
                </c:pt>
                <c:pt idx="294">
                  <c:v>71346.143800000005</c:v>
                </c:pt>
                <c:pt idx="295">
                  <c:v>62539.455999999998</c:v>
                </c:pt>
                <c:pt idx="296">
                  <c:v>54243.453000000001</c:v>
                </c:pt>
                <c:pt idx="297">
                  <c:v>53450.061800000003</c:v>
                </c:pt>
                <c:pt idx="298">
                  <c:v>54911.644999999997</c:v>
                </c:pt>
                <c:pt idx="299">
                  <c:v>58679.074800000002</c:v>
                </c:pt>
                <c:pt idx="300">
                  <c:v>61219.5458</c:v>
                </c:pt>
                <c:pt idx="301">
                  <c:v>60311.0268</c:v>
                </c:pt>
                <c:pt idx="302">
                  <c:v>59755.000999999997</c:v>
                </c:pt>
                <c:pt idx="303">
                  <c:v>70059.209400000007</c:v>
                </c:pt>
                <c:pt idx="304">
                  <c:v>71851.680600000007</c:v>
                </c:pt>
                <c:pt idx="305">
                  <c:v>73013.723700000002</c:v>
                </c:pt>
                <c:pt idx="306">
                  <c:v>72703.068700000003</c:v>
                </c:pt>
                <c:pt idx="307">
                  <c:v>73498.217600000004</c:v>
                </c:pt>
                <c:pt idx="308">
                  <c:v>77101.386199999994</c:v>
                </c:pt>
                <c:pt idx="309">
                  <c:v>71397.515499999994</c:v>
                </c:pt>
                <c:pt idx="310">
                  <c:v>82822.871499999994</c:v>
                </c:pt>
                <c:pt idx="311">
                  <c:v>82474.910499999998</c:v>
                </c:pt>
                <c:pt idx="312">
                  <c:v>82244.7929</c:v>
                </c:pt>
                <c:pt idx="313">
                  <c:v>84389.771800000002</c:v>
                </c:pt>
                <c:pt idx="314">
                  <c:v>66247.162500000006</c:v>
                </c:pt>
                <c:pt idx="315">
                  <c:v>72406.848100000003</c:v>
                </c:pt>
                <c:pt idx="316">
                  <c:v>69481.646800000002</c:v>
                </c:pt>
                <c:pt idx="317">
                  <c:v>81392.292100000006</c:v>
                </c:pt>
                <c:pt idx="318">
                  <c:v>82380.998200000002</c:v>
                </c:pt>
                <c:pt idx="319">
                  <c:v>80418.779500000004</c:v>
                </c:pt>
                <c:pt idx="320">
                  <c:v>80338.600900000005</c:v>
                </c:pt>
                <c:pt idx="321">
                  <c:v>78390.6967</c:v>
                </c:pt>
                <c:pt idx="322">
                  <c:v>75189.572100000005</c:v>
                </c:pt>
                <c:pt idx="323">
                  <c:v>70726.214000000007</c:v>
                </c:pt>
                <c:pt idx="324">
                  <c:v>80843.254100000006</c:v>
                </c:pt>
                <c:pt idx="325">
                  <c:v>80510.815199999997</c:v>
                </c:pt>
                <c:pt idx="326">
                  <c:v>80740.578899999993</c:v>
                </c:pt>
                <c:pt idx="327">
                  <c:v>77637.605100000001</c:v>
                </c:pt>
                <c:pt idx="328">
                  <c:v>78238.935400000002</c:v>
                </c:pt>
                <c:pt idx="329">
                  <c:v>72832.698300000004</c:v>
                </c:pt>
                <c:pt idx="330">
                  <c:v>68631.353099999993</c:v>
                </c:pt>
                <c:pt idx="331">
                  <c:v>80799.8272</c:v>
                </c:pt>
                <c:pt idx="332">
                  <c:v>80468.167300000001</c:v>
                </c:pt>
                <c:pt idx="333">
                  <c:v>80866.968900000007</c:v>
                </c:pt>
                <c:pt idx="334">
                  <c:v>80232.954400000002</c:v>
                </c:pt>
                <c:pt idx="335">
                  <c:v>81155.454700000002</c:v>
                </c:pt>
                <c:pt idx="336">
                  <c:v>74876.371899999998</c:v>
                </c:pt>
                <c:pt idx="337">
                  <c:v>70504.223800000007</c:v>
                </c:pt>
                <c:pt idx="338">
                  <c:v>83100.626199999999</c:v>
                </c:pt>
                <c:pt idx="339">
                  <c:v>83000.594800000006</c:v>
                </c:pt>
                <c:pt idx="340">
                  <c:v>82433.058699999994</c:v>
                </c:pt>
                <c:pt idx="341">
                  <c:v>75101.836299999995</c:v>
                </c:pt>
                <c:pt idx="342">
                  <c:v>83156.025399999999</c:v>
                </c:pt>
                <c:pt idx="343">
                  <c:v>68300.281199999998</c:v>
                </c:pt>
                <c:pt idx="344">
                  <c:v>73014.289799999999</c:v>
                </c:pt>
                <c:pt idx="345">
                  <c:v>88398.833199999994</c:v>
                </c:pt>
                <c:pt idx="346">
                  <c:v>89211.813200000004</c:v>
                </c:pt>
                <c:pt idx="347">
                  <c:v>87427.322400000005</c:v>
                </c:pt>
                <c:pt idx="348">
                  <c:v>85570.129100000006</c:v>
                </c:pt>
                <c:pt idx="349">
                  <c:v>84011.059500000003</c:v>
                </c:pt>
                <c:pt idx="350">
                  <c:v>78487.421100000007</c:v>
                </c:pt>
                <c:pt idx="351">
                  <c:v>72424.213499999998</c:v>
                </c:pt>
                <c:pt idx="352">
                  <c:v>84689.209700000007</c:v>
                </c:pt>
                <c:pt idx="353">
                  <c:v>85503.198900000003</c:v>
                </c:pt>
                <c:pt idx="354">
                  <c:v>87659.615000000005</c:v>
                </c:pt>
                <c:pt idx="355">
                  <c:v>87892.160600000003</c:v>
                </c:pt>
                <c:pt idx="356">
                  <c:v>85160.395900000003</c:v>
                </c:pt>
                <c:pt idx="357">
                  <c:v>78768.291500000007</c:v>
                </c:pt>
                <c:pt idx="358">
                  <c:v>74267.360799999995</c:v>
                </c:pt>
                <c:pt idx="359">
                  <c:v>87837.7739</c:v>
                </c:pt>
                <c:pt idx="360">
                  <c:v>80022.891799999998</c:v>
                </c:pt>
                <c:pt idx="361">
                  <c:v>79136.862500000003</c:v>
                </c:pt>
                <c:pt idx="362">
                  <c:v>78658.452300000004</c:v>
                </c:pt>
                <c:pt idx="363">
                  <c:v>79580.503599999996</c:v>
                </c:pt>
                <c:pt idx="364">
                  <c:v>77672.271500000003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E5-4F2C-B1A1-9C00BC714D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7725231"/>
        <c:axId val="1427725711"/>
      </c:lineChart>
      <c:dateAx>
        <c:axId val="14277252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7725711"/>
        <c:crosses val="autoZero"/>
        <c:auto val="1"/>
        <c:lblOffset val="100"/>
        <c:baseTimeUnit val="days"/>
      </c:dateAx>
      <c:valAx>
        <c:axId val="1427725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VoLTE traffic (Erl)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7725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E1E74-BE2F-4132-B6B7-B525972D300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687A-0FC4-42B7-A8F3-58A51698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05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F4E12-3E92-4DEA-AF37-25F52F88F2AC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C5E4C-FB3B-4B25-8B01-946B835A9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9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34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75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09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4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03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72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3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F27F-89ED-F92E-D678-993833D2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FC6FD-5603-A52E-282B-6A0C6EF22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A8181-4CDA-409D-01CF-449E1EDDF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6242D-9FD7-117E-F3C3-008E7CA4B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351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C5E4C-FB3B-4B25-8B01-946B835A98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9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96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5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37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35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889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584200" y="6105832"/>
            <a:ext cx="723900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85" b="1">
                <a:solidFill>
                  <a:srgbClr val="ED7D31"/>
                </a:solidFill>
              </a:rPr>
              <a:t>your logo</a:t>
            </a:r>
            <a:endParaRPr lang="uk-UA" sz="1061" b="1">
              <a:solidFill>
                <a:srgbClr val="ED7D31"/>
              </a:solidFill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69900" y="6142998"/>
            <a:ext cx="0" cy="432718"/>
          </a:xfrm>
          <a:prstGeom prst="line">
            <a:avLst/>
          </a:prstGeom>
          <a:ln w="889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11163300" y="6142998"/>
            <a:ext cx="0" cy="432718"/>
          </a:xfrm>
          <a:prstGeom prst="line">
            <a:avLst/>
          </a:prstGeom>
          <a:ln w="88900">
            <a:solidFill>
              <a:schemeClr val="accent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433051"/>
            <a:ext cx="3632200" cy="753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2387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0" y="6074406"/>
            <a:ext cx="1155700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485" b="1" smtClean="0">
                <a:solidFill>
                  <a:schemeClr val="accent2"/>
                </a:solidFill>
              </a:defRPr>
            </a:lvl1pPr>
          </a:lstStyle>
          <a:p>
            <a:pPr algn="l"/>
            <a:r>
              <a:rPr lang="en-US">
                <a:solidFill>
                  <a:srgbClr val="ED7D31"/>
                </a:solidFill>
              </a:rPr>
              <a:t>page</a:t>
            </a:r>
          </a:p>
          <a:p>
            <a:pPr algn="l"/>
            <a:r>
              <a:rPr lang="en-US">
                <a:solidFill>
                  <a:srgbClr val="ED7D31"/>
                </a:solidFill>
              </a:rPr>
              <a:t>0</a:t>
            </a:r>
            <a:fld id="{37D409AB-2201-4E18-8A34-C31753AD9B06}" type="slidenum">
              <a:rPr>
                <a:solidFill>
                  <a:srgbClr val="ED7D31"/>
                </a:solidFill>
              </a:rPr>
              <a:pPr algn="l"/>
              <a:t>‹#›</a:t>
            </a:fld>
            <a:endParaRPr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50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8231"/>
            <a:ext cx="10515600" cy="490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0" y="6324917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51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1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8231"/>
            <a:ext cx="10515600" cy="490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 - Title Font = Arial, Font Size = 28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0" y="6324917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29A84D-83B6-4E87-9839-7C59DBEAF3F4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1000" y="307239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1506200" y="6233160"/>
            <a:ext cx="0" cy="548640"/>
          </a:xfrm>
          <a:prstGeom prst="line">
            <a:avLst/>
          </a:prstGeom>
          <a:ln w="38100">
            <a:solidFill>
              <a:srgbClr val="F670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7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emf"/><Relationship Id="rId7" Type="http://schemas.openxmlformats.org/officeDocument/2006/relationships/package" Target="../embeddings/Microsoft_Excel_Worksheet2.xlsx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BFA2C4-528D-8B31-5A46-C7E93C7C47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1" b="59023"/>
          <a:stretch/>
        </p:blipFill>
        <p:spPr>
          <a:xfrm>
            <a:off x="-23446" y="1"/>
            <a:ext cx="12215446" cy="6858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13A91-15C9-94A5-54ED-87282C71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15AF5-5769-A9E8-69B6-F7C0958364A0}"/>
              </a:ext>
            </a:extLst>
          </p:cNvPr>
          <p:cNvSpPr txBox="1"/>
          <p:nvPr/>
        </p:nvSpPr>
        <p:spPr>
          <a:xfrm>
            <a:off x="1194063" y="381000"/>
            <a:ext cx="10563597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Southern Region 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Network-Sales Meeting</a:t>
            </a: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</a:b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			</a:t>
            </a:r>
            <a:r>
              <a:rPr lang="en-US" sz="5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	June </a:t>
            </a: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 Rounded MT Bold" panose="020F0704030504030204" pitchFamily="34" charset="0"/>
              </a:rPr>
              <a:t>2026</a:t>
            </a:r>
          </a:p>
        </p:txBody>
      </p:sp>
      <p:pic>
        <p:nvPicPr>
          <p:cNvPr id="7" name="Picture 2" descr="Hutch logo and symbol, meaning, history, PNG">
            <a:extLst>
              <a:ext uri="{FF2B5EF4-FFF2-40B4-BE49-F238E27FC236}">
                <a16:creationId xmlns:a16="http://schemas.microsoft.com/office/drawing/2014/main" id="{49D6CAA3-22E7-A83A-1C16-7DBF679B4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034" t="-6970" r="-10198" b="-14"/>
          <a:stretch/>
        </p:blipFill>
        <p:spPr bwMode="auto">
          <a:xfrm>
            <a:off x="-304800" y="4343400"/>
            <a:ext cx="5425699" cy="2590800"/>
          </a:xfrm>
          <a:custGeom>
            <a:avLst/>
            <a:gdLst/>
            <a:ahLst/>
            <a:cxnLst/>
            <a:rect l="l" t="t" r="r" b="b"/>
            <a:pathLst>
              <a:path w="5283866" h="4210442">
                <a:moveTo>
                  <a:pt x="839883" y="18"/>
                </a:moveTo>
                <a:cubicBezTo>
                  <a:pt x="851945" y="328"/>
                  <a:pt x="864423" y="4671"/>
                  <a:pt x="875727" y="6050"/>
                </a:cubicBezTo>
                <a:cubicBezTo>
                  <a:pt x="1125267" y="36932"/>
                  <a:pt x="1374804" y="70296"/>
                  <a:pt x="1624617" y="99799"/>
                </a:cubicBezTo>
                <a:cubicBezTo>
                  <a:pt x="1858164" y="127373"/>
                  <a:pt x="2093363" y="133714"/>
                  <a:pt x="2328012" y="148051"/>
                </a:cubicBezTo>
                <a:cubicBezTo>
                  <a:pt x="2612016" y="165424"/>
                  <a:pt x="2895470" y="189965"/>
                  <a:pt x="3177820" y="228566"/>
                </a:cubicBezTo>
                <a:cubicBezTo>
                  <a:pt x="3373866" y="255590"/>
                  <a:pt x="3571843" y="274338"/>
                  <a:pt x="3770646" y="252831"/>
                </a:cubicBezTo>
                <a:cubicBezTo>
                  <a:pt x="3780572" y="251727"/>
                  <a:pt x="3791878" y="248144"/>
                  <a:pt x="3800149" y="251727"/>
                </a:cubicBezTo>
                <a:cubicBezTo>
                  <a:pt x="3896658" y="291986"/>
                  <a:pt x="4001986" y="263033"/>
                  <a:pt x="4102076" y="288400"/>
                </a:cubicBezTo>
                <a:cubicBezTo>
                  <a:pt x="4076434" y="386286"/>
                  <a:pt x="3966416" y="378289"/>
                  <a:pt x="3904377" y="446120"/>
                </a:cubicBezTo>
                <a:cubicBezTo>
                  <a:pt x="4005570" y="473141"/>
                  <a:pt x="4096562" y="500439"/>
                  <a:pt x="4188933" y="520843"/>
                </a:cubicBezTo>
                <a:cubicBezTo>
                  <a:pt x="4286818" y="542350"/>
                  <a:pt x="4369813" y="600531"/>
                  <a:pt x="4465492" y="626449"/>
                </a:cubicBezTo>
                <a:cubicBezTo>
                  <a:pt x="4485897" y="631964"/>
                  <a:pt x="4510437" y="651264"/>
                  <a:pt x="4517606" y="670015"/>
                </a:cubicBezTo>
                <a:cubicBezTo>
                  <a:pt x="4540768" y="730677"/>
                  <a:pt x="5003171" y="900804"/>
                  <a:pt x="4948576" y="954847"/>
                </a:cubicBezTo>
                <a:cubicBezTo>
                  <a:pt x="4925966" y="977182"/>
                  <a:pt x="4896738" y="993174"/>
                  <a:pt x="4866132" y="1015233"/>
                </a:cubicBezTo>
                <a:cubicBezTo>
                  <a:pt x="4912180" y="1056869"/>
                  <a:pt x="4964017" y="1075067"/>
                  <a:pt x="5019164" y="1087474"/>
                </a:cubicBezTo>
                <a:cubicBezTo>
                  <a:pt x="5035708" y="1091335"/>
                  <a:pt x="5051977" y="1099055"/>
                  <a:pt x="5053630" y="1117806"/>
                </a:cubicBezTo>
                <a:cubicBezTo>
                  <a:pt x="5055284" y="1137382"/>
                  <a:pt x="5038464" y="1145101"/>
                  <a:pt x="5024404" y="1154202"/>
                </a:cubicBezTo>
                <a:cubicBezTo>
                  <a:pt x="5004826" y="1166885"/>
                  <a:pt x="4985800" y="1177916"/>
                  <a:pt x="4960984" y="1179569"/>
                </a:cubicBezTo>
                <a:cubicBezTo>
                  <a:pt x="4920176" y="1182051"/>
                  <a:pt x="4900600" y="1217344"/>
                  <a:pt x="4876887" y="1243814"/>
                </a:cubicBezTo>
                <a:cubicBezTo>
                  <a:pt x="4863652" y="1258705"/>
                  <a:pt x="4857034" y="1288759"/>
                  <a:pt x="4880195" y="1293998"/>
                </a:cubicBezTo>
                <a:cubicBezTo>
                  <a:pt x="4935892" y="1306682"/>
                  <a:pt x="4931480" y="1343355"/>
                  <a:pt x="4930104" y="1384991"/>
                </a:cubicBezTo>
                <a:cubicBezTo>
                  <a:pt x="4928173" y="1436553"/>
                  <a:pt x="4895360" y="1460265"/>
                  <a:pt x="4855103" y="1480119"/>
                </a:cubicBezTo>
                <a:cubicBezTo>
                  <a:pt x="4841316" y="1487011"/>
                  <a:pt x="4821740" y="1486735"/>
                  <a:pt x="4816500" y="1508242"/>
                </a:cubicBezTo>
                <a:cubicBezTo>
                  <a:pt x="4839110" y="1528648"/>
                  <a:pt x="4866684" y="1512103"/>
                  <a:pt x="4890949" y="1517893"/>
                </a:cubicBezTo>
                <a:cubicBezTo>
                  <a:pt x="4911077" y="1522581"/>
                  <a:pt x="4944441" y="1520100"/>
                  <a:pt x="4916868" y="1557599"/>
                </a:cubicBezTo>
                <a:cubicBezTo>
                  <a:pt x="4908870" y="1568352"/>
                  <a:pt x="4918245" y="1576625"/>
                  <a:pt x="4928448" y="1577453"/>
                </a:cubicBezTo>
                <a:cubicBezTo>
                  <a:pt x="5010066" y="1586000"/>
                  <a:pt x="4972566" y="1661827"/>
                  <a:pt x="4998760" y="1701809"/>
                </a:cubicBezTo>
                <a:cubicBezTo>
                  <a:pt x="5005928" y="1712836"/>
                  <a:pt x="4998208" y="1731862"/>
                  <a:pt x="4986903" y="1736550"/>
                </a:cubicBezTo>
                <a:cubicBezTo>
                  <a:pt x="4914660" y="1767432"/>
                  <a:pt x="4904735" y="1841053"/>
                  <a:pt x="4869716" y="1904472"/>
                </a:cubicBezTo>
                <a:cubicBezTo>
                  <a:pt x="4907768" y="1929562"/>
                  <a:pt x="4953264" y="1935077"/>
                  <a:pt x="4994348" y="1951346"/>
                </a:cubicBezTo>
                <a:cubicBezTo>
                  <a:pt x="5037087" y="1968441"/>
                  <a:pt x="5037087" y="1981125"/>
                  <a:pt x="5001792" y="2030756"/>
                </a:cubicBezTo>
                <a:cubicBezTo>
                  <a:pt x="5093611" y="2041511"/>
                  <a:pt x="5093611" y="2041511"/>
                  <a:pt x="5065212" y="2119543"/>
                </a:cubicBezTo>
                <a:cubicBezTo>
                  <a:pt x="5142142" y="2126712"/>
                  <a:pt x="5192876" y="2163660"/>
                  <a:pt x="5204732" y="2244450"/>
                </a:cubicBezTo>
                <a:cubicBezTo>
                  <a:pt x="5210523" y="2283604"/>
                  <a:pt x="5245265" y="2302077"/>
                  <a:pt x="5283866" y="2328272"/>
                </a:cubicBezTo>
                <a:cubicBezTo>
                  <a:pt x="5235890" y="2353641"/>
                  <a:pt x="5203354" y="2406580"/>
                  <a:pt x="5147380" y="2350606"/>
                </a:cubicBezTo>
                <a:cubicBezTo>
                  <a:pt x="5126976" y="2330203"/>
                  <a:pt x="5128904" y="2356121"/>
                  <a:pt x="5126148" y="2363566"/>
                </a:cubicBezTo>
                <a:cubicBezTo>
                  <a:pt x="5119532" y="2381764"/>
                  <a:pt x="5133316" y="2393897"/>
                  <a:pt x="5142417" y="2407682"/>
                </a:cubicBezTo>
                <a:cubicBezTo>
                  <a:pt x="5151240" y="2421470"/>
                  <a:pt x="5161718" y="2436083"/>
                  <a:pt x="5164200" y="2451526"/>
                </a:cubicBezTo>
                <a:cubicBezTo>
                  <a:pt x="5165852" y="2462279"/>
                  <a:pt x="5157858" y="2477994"/>
                  <a:pt x="5149034" y="2485992"/>
                </a:cubicBezTo>
                <a:cubicBezTo>
                  <a:pt x="5102710" y="2528178"/>
                  <a:pt x="5130284" y="2623031"/>
                  <a:pt x="5042601" y="2635164"/>
                </a:cubicBezTo>
                <a:cubicBezTo>
                  <a:pt x="5003171" y="2640677"/>
                  <a:pt x="4984146" y="2675420"/>
                  <a:pt x="4955194" y="2694445"/>
                </a:cubicBezTo>
                <a:cubicBezTo>
                  <a:pt x="4854552" y="2760897"/>
                  <a:pt x="4787272" y="2846375"/>
                  <a:pt x="4756116" y="2963836"/>
                </a:cubicBezTo>
                <a:cubicBezTo>
                  <a:pt x="4747568" y="2996372"/>
                  <a:pt x="4714754" y="3022569"/>
                  <a:pt x="4693523" y="3051244"/>
                </a:cubicBezTo>
                <a:cubicBezTo>
                  <a:pt x="4703726" y="3072199"/>
                  <a:pt x="4759424" y="3026979"/>
                  <a:pt x="4739848" y="3082125"/>
                </a:cubicBezTo>
                <a:cubicBezTo>
                  <a:pt x="4724958" y="3123486"/>
                  <a:pt x="4686906" y="3149129"/>
                  <a:pt x="4651060" y="3173670"/>
                </a:cubicBezTo>
                <a:cubicBezTo>
                  <a:pt x="4610252" y="3201518"/>
                  <a:pt x="4565032" y="3223852"/>
                  <a:pt x="4546556" y="3275413"/>
                </a:cubicBezTo>
                <a:cubicBezTo>
                  <a:pt x="4542697" y="3286444"/>
                  <a:pt x="4530288" y="3298024"/>
                  <a:pt x="4519261" y="3302437"/>
                </a:cubicBezTo>
                <a:cubicBezTo>
                  <a:pt x="3944081" y="4209875"/>
                  <a:pt x="2528194" y="4215939"/>
                  <a:pt x="2364961" y="4209597"/>
                </a:cubicBezTo>
                <a:cubicBezTo>
                  <a:pt x="2167260" y="4201602"/>
                  <a:pt x="1980313" y="4145627"/>
                  <a:pt x="1796951" y="4075867"/>
                </a:cubicBezTo>
                <a:cubicBezTo>
                  <a:pt x="1719469" y="4046365"/>
                  <a:pt x="1647505" y="4004453"/>
                  <a:pt x="1572227" y="3971917"/>
                </a:cubicBezTo>
                <a:cubicBezTo>
                  <a:pt x="1468277" y="3926971"/>
                  <a:pt x="1388040" y="3841219"/>
                  <a:pt x="1284364" y="3805097"/>
                </a:cubicBezTo>
                <a:cubicBezTo>
                  <a:pt x="1177655" y="3767873"/>
                  <a:pt x="1086388" y="3699767"/>
                  <a:pt x="976645" y="3670815"/>
                </a:cubicBezTo>
                <a:cubicBezTo>
                  <a:pt x="918742" y="3655375"/>
                  <a:pt x="862768" y="3627527"/>
                  <a:pt x="871866" y="3547839"/>
                </a:cubicBezTo>
                <a:cubicBezTo>
                  <a:pt x="874349" y="3525228"/>
                  <a:pt x="859184" y="3506755"/>
                  <a:pt x="835195" y="3513373"/>
                </a:cubicBezTo>
                <a:cubicBezTo>
                  <a:pt x="789424" y="3525780"/>
                  <a:pt x="768744" y="3492967"/>
                  <a:pt x="743375" y="3468427"/>
                </a:cubicBezTo>
                <a:cubicBezTo>
                  <a:pt x="698156" y="3424863"/>
                  <a:pt x="655142" y="3378540"/>
                  <a:pt x="583175" y="3371370"/>
                </a:cubicBezTo>
                <a:cubicBezTo>
                  <a:pt x="596961" y="3337178"/>
                  <a:pt x="620399" y="3342142"/>
                  <a:pt x="641906" y="3349311"/>
                </a:cubicBezTo>
                <a:cubicBezTo>
                  <a:pt x="698432" y="3368062"/>
                  <a:pt x="754405" y="3389293"/>
                  <a:pt x="810930" y="3408042"/>
                </a:cubicBezTo>
                <a:cubicBezTo>
                  <a:pt x="847878" y="3420175"/>
                  <a:pt x="884551" y="3437271"/>
                  <a:pt x="933908" y="3423758"/>
                </a:cubicBezTo>
                <a:cubicBezTo>
                  <a:pt x="891445" y="3354826"/>
                  <a:pt x="819202" y="3342418"/>
                  <a:pt x="760747" y="3321187"/>
                </a:cubicBezTo>
                <a:cubicBezTo>
                  <a:pt x="687678" y="3294441"/>
                  <a:pt x="644664" y="3243980"/>
                  <a:pt x="593101" y="3187731"/>
                </a:cubicBezTo>
                <a:cubicBezTo>
                  <a:pt x="646869" y="3174220"/>
                  <a:pt x="680233" y="3215581"/>
                  <a:pt x="722419" y="3213374"/>
                </a:cubicBezTo>
                <a:cubicBezTo>
                  <a:pt x="724627" y="3206207"/>
                  <a:pt x="728486" y="3195729"/>
                  <a:pt x="727934" y="3195451"/>
                </a:cubicBezTo>
                <a:cubicBezTo>
                  <a:pt x="659002" y="3164570"/>
                  <a:pt x="626741" y="3106666"/>
                  <a:pt x="615987" y="3036630"/>
                </a:cubicBezTo>
                <a:cubicBezTo>
                  <a:pt x="610473" y="3000510"/>
                  <a:pt x="585381" y="2989205"/>
                  <a:pt x="560564" y="2972660"/>
                </a:cubicBezTo>
                <a:cubicBezTo>
                  <a:pt x="473984" y="2913930"/>
                  <a:pt x="382441" y="2860713"/>
                  <a:pt x="311302" y="2779924"/>
                </a:cubicBezTo>
                <a:cubicBezTo>
                  <a:pt x="393471" y="2790677"/>
                  <a:pt x="459371" y="2843341"/>
                  <a:pt x="547882" y="2865952"/>
                </a:cubicBezTo>
                <a:cubicBezTo>
                  <a:pt x="477570" y="2777166"/>
                  <a:pt x="386577" y="2732222"/>
                  <a:pt x="303582" y="2678453"/>
                </a:cubicBezTo>
                <a:cubicBezTo>
                  <a:pt x="265806" y="2653913"/>
                  <a:pt x="230790" y="2622479"/>
                  <a:pt x="185016" y="2609244"/>
                </a:cubicBezTo>
                <a:cubicBezTo>
                  <a:pt x="168748" y="2604556"/>
                  <a:pt x="142002" y="2594630"/>
                  <a:pt x="154963" y="2568435"/>
                </a:cubicBezTo>
                <a:cubicBezTo>
                  <a:pt x="165990" y="2546654"/>
                  <a:pt x="187773" y="2553269"/>
                  <a:pt x="207627" y="2559612"/>
                </a:cubicBezTo>
                <a:cubicBezTo>
                  <a:pt x="255328" y="2575330"/>
                  <a:pt x="304685" y="2575604"/>
                  <a:pt x="369207" y="2575330"/>
                </a:cubicBezTo>
                <a:cubicBezTo>
                  <a:pt x="315163" y="2503363"/>
                  <a:pt x="216174" y="2524871"/>
                  <a:pt x="169852" y="2449319"/>
                </a:cubicBezTo>
                <a:cubicBezTo>
                  <a:pt x="227755" y="2436083"/>
                  <a:pt x="272424" y="2463381"/>
                  <a:pt x="319299" y="2468619"/>
                </a:cubicBezTo>
                <a:cubicBezTo>
                  <a:pt x="361761" y="2473307"/>
                  <a:pt x="372239" y="2460624"/>
                  <a:pt x="362313" y="2418988"/>
                </a:cubicBezTo>
                <a:cubicBezTo>
                  <a:pt x="346873" y="2354190"/>
                  <a:pt x="370034" y="2321102"/>
                  <a:pt x="431798" y="2338750"/>
                </a:cubicBezTo>
                <a:cubicBezTo>
                  <a:pt x="489149" y="2355293"/>
                  <a:pt x="495215" y="2331030"/>
                  <a:pt x="479775" y="2294082"/>
                </a:cubicBezTo>
                <a:cubicBezTo>
                  <a:pt x="457716" y="2240315"/>
                  <a:pt x="482807" y="2198678"/>
                  <a:pt x="499903" y="2153458"/>
                </a:cubicBezTo>
                <a:cubicBezTo>
                  <a:pt x="526099" y="2084525"/>
                  <a:pt x="515069" y="2050885"/>
                  <a:pt x="458544" y="1999599"/>
                </a:cubicBezTo>
                <a:cubicBezTo>
                  <a:pt x="426835" y="1970921"/>
                  <a:pt x="392645" y="1946658"/>
                  <a:pt x="346596" y="1921843"/>
                </a:cubicBezTo>
                <a:cubicBezTo>
                  <a:pt x="452753" y="1908331"/>
                  <a:pt x="341358" y="1862836"/>
                  <a:pt x="378857" y="1834435"/>
                </a:cubicBezTo>
                <a:cubicBezTo>
                  <a:pt x="453856" y="1822854"/>
                  <a:pt x="515069" y="1913294"/>
                  <a:pt x="617091" y="1887376"/>
                </a:cubicBezTo>
                <a:cubicBezTo>
                  <a:pt x="491080" y="1809066"/>
                  <a:pt x="351835" y="1783423"/>
                  <a:pt x="260568" y="1679198"/>
                </a:cubicBezTo>
                <a:cubicBezTo>
                  <a:pt x="281523" y="1655484"/>
                  <a:pt x="302479" y="1677543"/>
                  <a:pt x="320402" y="1668720"/>
                </a:cubicBezTo>
                <a:cubicBezTo>
                  <a:pt x="319850" y="1663205"/>
                  <a:pt x="321230" y="1654932"/>
                  <a:pt x="317920" y="1652452"/>
                </a:cubicBezTo>
                <a:cubicBezTo>
                  <a:pt x="249815" y="1595650"/>
                  <a:pt x="248711" y="1594273"/>
                  <a:pt x="321779" y="1552359"/>
                </a:cubicBezTo>
                <a:cubicBezTo>
                  <a:pt x="347424" y="1537746"/>
                  <a:pt x="345218" y="1524786"/>
                  <a:pt x="331707" y="1506313"/>
                </a:cubicBezTo>
                <a:cubicBezTo>
                  <a:pt x="322055" y="1493353"/>
                  <a:pt x="310475" y="1481772"/>
                  <a:pt x="315990" y="1453371"/>
                </a:cubicBezTo>
                <a:cubicBezTo>
                  <a:pt x="355971" y="1489769"/>
                  <a:pt x="549259" y="1477912"/>
                  <a:pt x="583450" y="1474052"/>
                </a:cubicBezTo>
                <a:cubicBezTo>
                  <a:pt x="621777" y="1469917"/>
                  <a:pt x="659553" y="1452269"/>
                  <a:pt x="699809" y="1461919"/>
                </a:cubicBezTo>
                <a:cubicBezTo>
                  <a:pt x="732070" y="1469641"/>
                  <a:pt x="881516" y="1544364"/>
                  <a:pt x="902750" y="1458612"/>
                </a:cubicBezTo>
                <a:cubicBezTo>
                  <a:pt x="903853" y="1454475"/>
                  <a:pt x="964237" y="1464127"/>
                  <a:pt x="996774" y="1468814"/>
                </a:cubicBezTo>
                <a:cubicBezTo>
                  <a:pt x="1025451" y="1472674"/>
                  <a:pt x="1057712" y="1489769"/>
                  <a:pt x="1077012" y="1455578"/>
                </a:cubicBezTo>
                <a:cubicBezTo>
                  <a:pt x="1088317" y="1435450"/>
                  <a:pt x="1041719" y="1396571"/>
                  <a:pt x="1000083" y="1393262"/>
                </a:cubicBezTo>
                <a:cubicBezTo>
                  <a:pt x="963961" y="1390229"/>
                  <a:pt x="926186" y="1385817"/>
                  <a:pt x="891720" y="1394089"/>
                </a:cubicBezTo>
                <a:cubicBezTo>
                  <a:pt x="849258" y="1404017"/>
                  <a:pt x="826372" y="1388024"/>
                  <a:pt x="814515" y="1353557"/>
                </a:cubicBezTo>
                <a:cubicBezTo>
                  <a:pt x="801280" y="1315506"/>
                  <a:pt x="775911" y="1297858"/>
                  <a:pt x="740895" y="1280211"/>
                </a:cubicBezTo>
                <a:cubicBezTo>
                  <a:pt x="655967" y="1237474"/>
                  <a:pt x="574352" y="1188118"/>
                  <a:pt x="481154" y="1163301"/>
                </a:cubicBezTo>
                <a:cubicBezTo>
                  <a:pt x="462679" y="1158337"/>
                  <a:pt x="442276" y="1151719"/>
                  <a:pt x="433728" y="1118909"/>
                </a:cubicBezTo>
                <a:cubicBezTo>
                  <a:pt x="686023" y="1167987"/>
                  <a:pt x="915984" y="1295929"/>
                  <a:pt x="1176276" y="1288484"/>
                </a:cubicBezTo>
                <a:cubicBezTo>
                  <a:pt x="1105137" y="1247950"/>
                  <a:pt x="1022694" y="1245745"/>
                  <a:pt x="946867" y="1217344"/>
                </a:cubicBezTo>
                <a:cubicBezTo>
                  <a:pt x="1000635" y="1196113"/>
                  <a:pt x="1051094" y="1218172"/>
                  <a:pt x="1102104" y="1230304"/>
                </a:cubicBezTo>
                <a:cubicBezTo>
                  <a:pt x="1144843" y="1240230"/>
                  <a:pt x="1183446" y="1241885"/>
                  <a:pt x="1188133" y="1182603"/>
                </a:cubicBezTo>
                <a:cubicBezTo>
                  <a:pt x="1186478" y="1178742"/>
                  <a:pt x="1186754" y="1173780"/>
                  <a:pt x="1187030" y="1169092"/>
                </a:cubicBezTo>
                <a:cubicBezTo>
                  <a:pt x="1172690" y="1144552"/>
                  <a:pt x="1150358" y="1131868"/>
                  <a:pt x="1123887" y="1124698"/>
                </a:cubicBezTo>
                <a:cubicBezTo>
                  <a:pt x="1107894" y="1120286"/>
                  <a:pt x="1086663" y="1113668"/>
                  <a:pt x="1086938" y="1096023"/>
                </a:cubicBezTo>
                <a:cubicBezTo>
                  <a:pt x="1087765" y="1030674"/>
                  <a:pt x="1036756" y="1011647"/>
                  <a:pt x="985744" y="992622"/>
                </a:cubicBezTo>
                <a:cubicBezTo>
                  <a:pt x="1014145" y="960086"/>
                  <a:pt x="1036479" y="984074"/>
                  <a:pt x="1057987" y="981594"/>
                </a:cubicBezTo>
                <a:cubicBezTo>
                  <a:pt x="1072049" y="979939"/>
                  <a:pt x="1084733" y="976906"/>
                  <a:pt x="1084733" y="960086"/>
                </a:cubicBezTo>
                <a:cubicBezTo>
                  <a:pt x="1085008" y="946023"/>
                  <a:pt x="1078390" y="930030"/>
                  <a:pt x="1064605" y="929756"/>
                </a:cubicBezTo>
                <a:cubicBezTo>
                  <a:pt x="978300" y="927273"/>
                  <a:pt x="930599" y="836833"/>
                  <a:pt x="840985" y="836558"/>
                </a:cubicBezTo>
                <a:cubicBezTo>
                  <a:pt x="787493" y="836558"/>
                  <a:pt x="868834" y="785547"/>
                  <a:pt x="823615" y="764315"/>
                </a:cubicBezTo>
                <a:cubicBezTo>
                  <a:pt x="813687" y="759628"/>
                  <a:pt x="849533" y="752460"/>
                  <a:pt x="865526" y="753562"/>
                </a:cubicBezTo>
                <a:cubicBezTo>
                  <a:pt x="881242" y="754665"/>
                  <a:pt x="895304" y="768175"/>
                  <a:pt x="914331" y="758525"/>
                </a:cubicBezTo>
                <a:cubicBezTo>
                  <a:pt x="924808" y="724059"/>
                  <a:pt x="897787" y="711375"/>
                  <a:pt x="875452" y="701724"/>
                </a:cubicBezTo>
                <a:cubicBezTo>
                  <a:pt x="823889" y="679390"/>
                  <a:pt x="773706" y="652369"/>
                  <a:pt x="717181" y="644371"/>
                </a:cubicBezTo>
                <a:cubicBezTo>
                  <a:pt x="697053" y="641614"/>
                  <a:pt x="746133" y="604666"/>
                  <a:pt x="755783" y="591707"/>
                </a:cubicBezTo>
                <a:cubicBezTo>
                  <a:pt x="528304" y="455496"/>
                  <a:pt x="254778" y="462388"/>
                  <a:pt x="0" y="352370"/>
                </a:cubicBezTo>
                <a:cubicBezTo>
                  <a:pt x="56250" y="330864"/>
                  <a:pt x="97610" y="346580"/>
                  <a:pt x="135937" y="349889"/>
                </a:cubicBezTo>
                <a:cubicBezTo>
                  <a:pt x="231615" y="358160"/>
                  <a:pt x="326193" y="375256"/>
                  <a:pt x="421595" y="385458"/>
                </a:cubicBezTo>
                <a:cubicBezTo>
                  <a:pt x="468469" y="390421"/>
                  <a:pt x="512035" y="409172"/>
                  <a:pt x="564424" y="379393"/>
                </a:cubicBezTo>
                <a:cubicBezTo>
                  <a:pt x="599443" y="359540"/>
                  <a:pt x="655418" y="381046"/>
                  <a:pt x="698432" y="398694"/>
                </a:cubicBezTo>
                <a:cubicBezTo>
                  <a:pt x="734000" y="413307"/>
                  <a:pt x="767916" y="417167"/>
                  <a:pt x="815067" y="398694"/>
                </a:cubicBezTo>
                <a:cubicBezTo>
                  <a:pt x="772328" y="387389"/>
                  <a:pt x="739515" y="377463"/>
                  <a:pt x="705876" y="370568"/>
                </a:cubicBezTo>
                <a:cubicBezTo>
                  <a:pt x="679130" y="365055"/>
                  <a:pt x="742825" y="342719"/>
                  <a:pt x="775360" y="345477"/>
                </a:cubicBezTo>
                <a:cubicBezTo>
                  <a:pt x="820857" y="349337"/>
                  <a:pt x="795214" y="335000"/>
                  <a:pt x="787493" y="315146"/>
                </a:cubicBezTo>
                <a:cubicBezTo>
                  <a:pt x="779221" y="293915"/>
                  <a:pt x="803761" y="287298"/>
                  <a:pt x="819202" y="291709"/>
                </a:cubicBezTo>
                <a:cubicBezTo>
                  <a:pt x="878484" y="309081"/>
                  <a:pt x="937491" y="278474"/>
                  <a:pt x="998705" y="303291"/>
                </a:cubicBezTo>
                <a:cubicBezTo>
                  <a:pt x="983263" y="242077"/>
                  <a:pt x="949899" y="215331"/>
                  <a:pt x="880139" y="206783"/>
                </a:cubicBezTo>
                <a:cubicBezTo>
                  <a:pt x="853944" y="203475"/>
                  <a:pt x="826647" y="208438"/>
                  <a:pt x="804037" y="190790"/>
                </a:cubicBezTo>
                <a:cubicBezTo>
                  <a:pt x="791076" y="180590"/>
                  <a:pt x="776463" y="168457"/>
                  <a:pt x="786666" y="149707"/>
                </a:cubicBezTo>
                <a:cubicBezTo>
                  <a:pt x="793834" y="136471"/>
                  <a:pt x="809276" y="136471"/>
                  <a:pt x="821960" y="140884"/>
                </a:cubicBezTo>
                <a:cubicBezTo>
                  <a:pt x="878761" y="160461"/>
                  <a:pt x="938043" y="167630"/>
                  <a:pt x="997325" y="174800"/>
                </a:cubicBezTo>
                <a:cubicBezTo>
                  <a:pt x="1006426" y="175902"/>
                  <a:pt x="1016626" y="179487"/>
                  <a:pt x="1026829" y="161287"/>
                </a:cubicBezTo>
                <a:cubicBezTo>
                  <a:pt x="915984" y="131783"/>
                  <a:pt x="810655" y="89872"/>
                  <a:pt x="696777" y="73604"/>
                </a:cubicBezTo>
                <a:cubicBezTo>
                  <a:pt x="698432" y="65884"/>
                  <a:pt x="700086" y="58164"/>
                  <a:pt x="701741" y="50444"/>
                </a:cubicBezTo>
                <a:cubicBezTo>
                  <a:pt x="790801" y="61471"/>
                  <a:pt x="879864" y="72501"/>
                  <a:pt x="992362" y="86289"/>
                </a:cubicBezTo>
                <a:cubicBezTo>
                  <a:pt x="923153" y="42446"/>
                  <a:pt x="857805" y="57060"/>
                  <a:pt x="806519" y="18183"/>
                </a:cubicBezTo>
                <a:cubicBezTo>
                  <a:pt x="816170" y="3431"/>
                  <a:pt x="827820" y="-292"/>
                  <a:pt x="839883" y="18"/>
                </a:cubicBezTo>
                <a:close/>
              </a:path>
            </a:pathLst>
          </a:cu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613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Content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838200" y="1999685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Distribution of Sites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Data and Voice Traffic Behavior of Southern Cluster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Capacity Addition Summary 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Southern Cluster Improvement Initiatives</a:t>
            </a:r>
          </a:p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Q and A</a:t>
            </a:r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277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3FFE1-FC54-1C68-BBB4-EFF04737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1">
            <a:extLst>
              <a:ext uri="{FF2B5EF4-FFF2-40B4-BE49-F238E27FC236}">
                <a16:creationId xmlns:a16="http://schemas.microsoft.com/office/drawing/2014/main" id="{FCB8B437-BB8C-97BB-4784-DFC76AE6D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5F10B-4EF3-E847-97F7-810D4D1CA40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Distribution of Sites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D60B3BCA-1195-00EB-9FC7-574DA6BC4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EF115-EE71-CB8A-90F7-8C0FDF61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08760-E531-7096-8DB4-67A649A0DB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2967096"/>
            <a:ext cx="4399461" cy="375437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E4A794-874C-2DA8-FCF7-2A30E6FA0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4330"/>
              </p:ext>
            </p:extLst>
          </p:nvPr>
        </p:nvGraphicFramePr>
        <p:xfrm>
          <a:off x="669036" y="1805092"/>
          <a:ext cx="3598164" cy="219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1168">
                  <a:extLst>
                    <a:ext uri="{9D8B030D-6E8A-4147-A177-3AD203B41FA5}">
                      <a16:colId xmlns:a16="http://schemas.microsoft.com/office/drawing/2014/main" val="2989706492"/>
                    </a:ext>
                  </a:extLst>
                </a:gridCol>
                <a:gridCol w="1966996">
                  <a:extLst>
                    <a:ext uri="{9D8B030D-6E8A-4147-A177-3AD203B41FA5}">
                      <a16:colId xmlns:a16="http://schemas.microsoft.com/office/drawing/2014/main" val="3134035115"/>
                    </a:ext>
                  </a:extLst>
                </a:gridCol>
              </a:tblGrid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District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Count of Sites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726775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Moneragala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69-&gt;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72959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Galle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115-&gt;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364520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Hambantota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86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652250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Matara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106-&gt;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6093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Ratnapura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105-&gt;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111375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Grand 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481-&gt;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584750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FF5D081-E1B8-42A7-46BF-35E6A8EC9C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83251"/>
              </p:ext>
            </p:extLst>
          </p:nvPr>
        </p:nvGraphicFramePr>
        <p:xfrm>
          <a:off x="533400" y="4224894"/>
          <a:ext cx="4572000" cy="2505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7532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Southern Cluster – 2G Voice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4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7755C14-3E4B-C205-DEF1-FDFBBFBF3A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2228129"/>
              </p:ext>
            </p:extLst>
          </p:nvPr>
        </p:nvGraphicFramePr>
        <p:xfrm>
          <a:off x="990600" y="1219200"/>
          <a:ext cx="10210800" cy="5073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92770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Southern Cluster – 3G Voice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5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F502191-930E-C48E-E8F2-E9557E5DCC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708437"/>
              </p:ext>
            </p:extLst>
          </p:nvPr>
        </p:nvGraphicFramePr>
        <p:xfrm>
          <a:off x="1066800" y="1219200"/>
          <a:ext cx="9753600" cy="4918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91343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7C549DA-94CA-24C1-B695-A24E1B944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0A910-5EC4-F50C-B250-0C9EE38AFEE6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Southern Cluster – Total Voice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F40FDBA9-DBAD-38C7-89B5-6409AF1FBCBD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7631-7DA1-1FF3-5B8B-95BA498E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6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DEDD80A-D870-2EE7-0BBD-E8C65E2180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5366292"/>
              </p:ext>
            </p:extLst>
          </p:nvPr>
        </p:nvGraphicFramePr>
        <p:xfrm>
          <a:off x="1039415" y="1354424"/>
          <a:ext cx="10113169" cy="4843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63319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Southern Cluster – 4G Data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3D520C2-DDC6-4944-38F0-F799BCFA9F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343769"/>
              </p:ext>
            </p:extLst>
          </p:nvPr>
        </p:nvGraphicFramePr>
        <p:xfrm>
          <a:off x="1477494" y="1219200"/>
          <a:ext cx="9237011" cy="4789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11480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F89A-FD22-E565-2902-4294A68543CC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Southern Cluster – 3G Data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8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3438369-D52D-30C3-AE96-0E899BA4F0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62179"/>
              </p:ext>
            </p:extLst>
          </p:nvPr>
        </p:nvGraphicFramePr>
        <p:xfrm>
          <a:off x="1104900" y="1076688"/>
          <a:ext cx="10439400" cy="4876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73385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28CC2E6-5664-42DD-BFEB-CB8B6AC4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D7AB13-167E-12AF-4761-D68428C902AF}"/>
              </a:ext>
            </a:extLst>
          </p:cNvPr>
          <p:cNvSpPr txBox="1"/>
          <p:nvPr/>
        </p:nvSpPr>
        <p:spPr>
          <a:xfrm>
            <a:off x="457200" y="489524"/>
            <a:ext cx="11353800" cy="81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Data and Voice Traffic Behavior of Southern Cluster – Total Data Traffic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000" b="1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9DC5CD94-94F9-5B4C-AA60-6787E8BA49F6}"/>
              </a:ext>
            </a:extLst>
          </p:cNvPr>
          <p:cNvSpPr txBox="1"/>
          <p:nvPr/>
        </p:nvSpPr>
        <p:spPr>
          <a:xfrm>
            <a:off x="609600" y="1295400"/>
            <a:ext cx="11430000" cy="5073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BC1FF-AE0C-B619-9AF6-7B4231112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/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9</a:t>
            </a:fld>
            <a:endParaRPr lang="en-US" dirty="0">
              <a:solidFill>
                <a:schemeClr val="tx1"/>
              </a:solidFill>
              <a:latin typeface="Calibri" panose="020F0502020204030204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64C64FF-A8A8-5041-ED0D-B43C84A9C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9233042"/>
              </p:ext>
            </p:extLst>
          </p:nvPr>
        </p:nvGraphicFramePr>
        <p:xfrm>
          <a:off x="1395650" y="1156463"/>
          <a:ext cx="9857899" cy="481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68416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A800-C99E-DF90-3389-08828D1F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0515600" cy="490754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VoLTE traffic Behavior of Southern Cluster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4C314-A724-041C-9D52-7ED54ED9B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F0AC6-2238-5A40-BEDD-E16EE66FC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CC3487C-8325-E8FF-4847-648D8D3FB5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7109"/>
              </p:ext>
            </p:extLst>
          </p:nvPr>
        </p:nvGraphicFramePr>
        <p:xfrm>
          <a:off x="1151242" y="1219200"/>
          <a:ext cx="9889515" cy="4925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4198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1BB3-AEFF-52E3-39F2-611A615E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10515600" cy="49075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+mj-lt"/>
                <a:cs typeface="+mj-cs"/>
              </a:rPr>
              <a:t>VoLTE traffic -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52DDB-413B-B397-69D2-AC750F906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5DA8E-B14D-E63B-7438-7B72E45A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548C6D4-DFF1-C276-23C8-DAEB07C965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1057782"/>
              </p:ext>
            </p:extLst>
          </p:nvPr>
        </p:nvGraphicFramePr>
        <p:xfrm>
          <a:off x="1409700" y="990758"/>
          <a:ext cx="9372600" cy="4876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7114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rgbClr val="898989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>
              <a:solidFill>
                <a:srgbClr val="898989"/>
              </a:solidFill>
              <a:latin typeface="+mn-lt"/>
              <a:cs typeface="+mn-cs"/>
            </a:endParaRPr>
          </a:p>
        </p:txBody>
      </p:sp>
      <p:sp>
        <p:nvSpPr>
          <p:cNvPr id="47" name="TextBox 4">
            <a:extLst>
              <a:ext uri="{FF2B5EF4-FFF2-40B4-BE49-F238E27FC236}">
                <a16:creationId xmlns:a16="http://schemas.microsoft.com/office/drawing/2014/main" id="{438E11FF-1DB9-8AB4-24C1-19891EE42BE3}"/>
              </a:ext>
            </a:extLst>
          </p:cNvPr>
          <p:cNvSpPr txBox="1"/>
          <p:nvPr/>
        </p:nvSpPr>
        <p:spPr>
          <a:xfrm>
            <a:off x="609600" y="12954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200000"/>
              </a:lnSpc>
              <a:spcAft>
                <a:spcPts val="600"/>
              </a:spcAft>
            </a:pPr>
            <a:br>
              <a:rPr lang="en-US" b="1" dirty="0">
                <a:solidFill>
                  <a:srgbClr val="002060"/>
                </a:solidFill>
              </a:rPr>
            </a:b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4522C-AF82-9DB6-96E5-A6F1E381CEB6}"/>
              </a:ext>
            </a:extLst>
          </p:cNvPr>
          <p:cNvSpPr txBox="1"/>
          <p:nvPr/>
        </p:nvSpPr>
        <p:spPr>
          <a:xfrm>
            <a:off x="2297099" y="300613"/>
            <a:ext cx="67707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Traffic Improvement </a:t>
            </a:r>
            <a:r>
              <a:rPr lang="en-US" b="1" dirty="0">
                <a:latin typeface="Aptos Narrow" panose="020B0004020202020204" pitchFamily="34" charset="0"/>
              </a:rPr>
              <a:t>2026 January 2nd Week</a:t>
            </a:r>
            <a:r>
              <a:rPr lang="en-US" sz="2800" b="1" dirty="0">
                <a:latin typeface="Arial" panose="020B0604020202020204" pitchFamily="34" charset="0"/>
              </a:rPr>
              <a:t> </a:t>
            </a:r>
            <a:r>
              <a:rPr lang="en-US" b="1" dirty="0"/>
              <a:t>vs </a:t>
            </a:r>
            <a:r>
              <a:rPr lang="en-US" b="1" dirty="0">
                <a:latin typeface="Aptos Narrow" panose="020B0004020202020204" pitchFamily="34" charset="0"/>
              </a:rPr>
              <a:t>2026 June 2nd Week</a:t>
            </a:r>
            <a:br>
              <a:rPr lang="en-US" sz="2800" dirty="0"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A235E-2CCF-409E-8968-6D25175DD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7098" y="1412704"/>
            <a:ext cx="8982039" cy="792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421BFD-4DD3-5D74-239C-0180175E4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7098" y="2872423"/>
            <a:ext cx="8950995" cy="790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7F3A48-DF70-0B6F-2406-0EEA8134E4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7099" y="4513110"/>
            <a:ext cx="8950994" cy="7900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F3518C-C51C-EA99-5D5A-6D2AB66D8388}"/>
              </a:ext>
            </a:extLst>
          </p:cNvPr>
          <p:cNvSpPr txBox="1"/>
          <p:nvPr/>
        </p:nvSpPr>
        <p:spPr>
          <a:xfrm>
            <a:off x="2438400" y="91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2D75E75F-A66B-B8A3-E24E-612BC1C79E56}"/>
              </a:ext>
            </a:extLst>
          </p:cNvPr>
          <p:cNvSpPr txBox="1"/>
          <p:nvPr/>
        </p:nvSpPr>
        <p:spPr>
          <a:xfrm>
            <a:off x="2410326" y="1038355"/>
            <a:ext cx="990600" cy="490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Data</a:t>
            </a:r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41CF3C20-2228-8972-741F-CCB599CE2DC4}"/>
              </a:ext>
            </a:extLst>
          </p:cNvPr>
          <p:cNvSpPr txBox="1"/>
          <p:nvPr/>
        </p:nvSpPr>
        <p:spPr>
          <a:xfrm>
            <a:off x="2412954" y="2525388"/>
            <a:ext cx="990600" cy="490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Voice</a:t>
            </a:r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  <p:sp>
        <p:nvSpPr>
          <p:cNvPr id="27" name="TextBox 4">
            <a:extLst>
              <a:ext uri="{FF2B5EF4-FFF2-40B4-BE49-F238E27FC236}">
                <a16:creationId xmlns:a16="http://schemas.microsoft.com/office/drawing/2014/main" id="{5E681035-8172-14FB-F46F-171AAAE45768}"/>
              </a:ext>
            </a:extLst>
          </p:cNvPr>
          <p:cNvSpPr txBox="1"/>
          <p:nvPr/>
        </p:nvSpPr>
        <p:spPr>
          <a:xfrm>
            <a:off x="2415581" y="4180892"/>
            <a:ext cx="1219200" cy="490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VoLTE</a:t>
            </a:r>
          </a:p>
          <a:p>
            <a:pPr marL="57150">
              <a:spcAft>
                <a:spcPts val="600"/>
              </a:spcAft>
            </a:pPr>
            <a:endParaRPr lang="en-US" sz="7200" dirty="0"/>
          </a:p>
          <a:p>
            <a:pPr marL="57150">
              <a:spcAft>
                <a:spcPts val="600"/>
              </a:spcAft>
            </a:pPr>
            <a:endParaRPr lang="en-US" sz="2200" dirty="0"/>
          </a:p>
          <a:p>
            <a:pPr marL="57150">
              <a:spcAft>
                <a:spcPts val="600"/>
              </a:spcAft>
            </a:pPr>
            <a:br>
              <a:rPr lang="en-US" sz="2200" b="1" dirty="0"/>
            </a:b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83384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854CA-241D-3B09-4849-AB7B8AF4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8562AE15-80A7-F6CC-52A2-51A46EABD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195200-32D7-B64F-3E59-03D43890E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0F13539-AAE1-5A06-ADAD-67F16929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2636520" cy="206831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Aft>
                <a:spcPts val="600"/>
              </a:spcAft>
            </a:pP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Capacity Upgrades 2026 – Current status</a:t>
            </a:r>
            <a:br>
              <a:rPr lang="en-US" sz="2800" b="0" i="0" u="none" strike="noStrike" dirty="0">
                <a:effectLst/>
                <a:latin typeface="Arial" panose="020B0604020202020204" pitchFamily="34" charset="0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3DDEF-47ED-B158-54B6-63640064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rgbClr val="898989"/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srgbClr val="898989"/>
              </a:solidFill>
              <a:latin typeface="+mn-lt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AE9564-BED1-90D4-D79B-68C78A95C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158005"/>
              </p:ext>
            </p:extLst>
          </p:nvPr>
        </p:nvGraphicFramePr>
        <p:xfrm>
          <a:off x="3470309" y="3962400"/>
          <a:ext cx="3030041" cy="1973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1652">
                  <a:extLst>
                    <a:ext uri="{9D8B030D-6E8A-4147-A177-3AD203B41FA5}">
                      <a16:colId xmlns:a16="http://schemas.microsoft.com/office/drawing/2014/main" val="428564492"/>
                    </a:ext>
                  </a:extLst>
                </a:gridCol>
                <a:gridCol w="1628389">
                  <a:extLst>
                    <a:ext uri="{9D8B030D-6E8A-4147-A177-3AD203B41FA5}">
                      <a16:colId xmlns:a16="http://schemas.microsoft.com/office/drawing/2014/main" val="3864664609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District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Count of Sectors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0220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Moneragala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19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37108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Galle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86857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Hambantota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48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49049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Matara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61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62755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Ratnapura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36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312238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Grand Total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199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61139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AB2167-8F4F-9AC9-D0B8-B719F0166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961923"/>
              </p:ext>
            </p:extLst>
          </p:nvPr>
        </p:nvGraphicFramePr>
        <p:xfrm>
          <a:off x="3456454" y="1447800"/>
          <a:ext cx="3030040" cy="19812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0984">
                  <a:extLst>
                    <a:ext uri="{9D8B030D-6E8A-4147-A177-3AD203B41FA5}">
                      <a16:colId xmlns:a16="http://schemas.microsoft.com/office/drawing/2014/main" val="128325270"/>
                    </a:ext>
                  </a:extLst>
                </a:gridCol>
                <a:gridCol w="1609056">
                  <a:extLst>
                    <a:ext uri="{9D8B030D-6E8A-4147-A177-3AD203B41FA5}">
                      <a16:colId xmlns:a16="http://schemas.microsoft.com/office/drawing/2014/main" val="961203940"/>
                    </a:ext>
                  </a:extLst>
                </a:gridCol>
              </a:tblGrid>
              <a:tr h="283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Row Labels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Count of Site ID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13582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Moneragala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16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037331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Galle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  <a:latin typeface="+mn-lt"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847556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Hambantota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692226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Matara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44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241216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Ratnapura</a:t>
                      </a: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  <a:latin typeface="+mn-lt"/>
                        </a:rPr>
                        <a:t>26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889055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Grand Total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+mn-lt"/>
                        </a:rPr>
                        <a:t>141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1716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9ECFB92-CF37-6090-3ED9-FF924585C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129" y="673369"/>
            <a:ext cx="4584589" cy="27556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13BB91-5220-2AFB-8322-E626C322D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128" y="3752352"/>
            <a:ext cx="4584589" cy="275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74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AA285-4072-BB92-71EC-D7FACFAE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720AE-262D-D596-C94B-563F1482CA67}"/>
              </a:ext>
            </a:extLst>
          </p:cNvPr>
          <p:cNvSpPr txBox="1"/>
          <p:nvPr/>
        </p:nvSpPr>
        <p:spPr>
          <a:xfrm>
            <a:off x="457200" y="328231"/>
            <a:ext cx="10515600" cy="490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kern="1200" baseline="0" dirty="0"/>
              <a:t>Vesak Festival - Matara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200" kern="1200" baseline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39305-FE82-E9D9-D264-F1AF3C71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0" y="6324917"/>
            <a:ext cx="533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13807E8-3B62-DD71-6A7E-ACC19BE11B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144654"/>
              </p:ext>
            </p:extLst>
          </p:nvPr>
        </p:nvGraphicFramePr>
        <p:xfrm>
          <a:off x="457200" y="1335088"/>
          <a:ext cx="4938713" cy="128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938002" imgH="1287901" progId="Excel.Sheet.12">
                  <p:embed/>
                </p:oleObj>
              </mc:Choice>
              <mc:Fallback>
                <p:oleObj name="Worksheet" r:id="rId2" imgW="4938002" imgH="1287901" progId="Excel.Sheet.12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713807E8-3B62-DD71-6A7E-ACC19BE11B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1335088"/>
                        <a:ext cx="4938713" cy="1287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5B543A8F-361A-B730-575D-110FC71C6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633" y="4919506"/>
            <a:ext cx="9677400" cy="1881509"/>
          </a:xfrm>
          <a:prstGeom prst="rect">
            <a:avLst/>
          </a:prstGeom>
        </p:spPr>
      </p:pic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DF5D23D-B24D-0DB4-FE08-4710ECA4C9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352521"/>
              </p:ext>
            </p:extLst>
          </p:nvPr>
        </p:nvGraphicFramePr>
        <p:xfrm>
          <a:off x="453189" y="3326315"/>
          <a:ext cx="6248447" cy="100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745581" imgH="922141" progId="Excel.Sheet.12">
                  <p:embed/>
                </p:oleObj>
              </mc:Choice>
              <mc:Fallback>
                <p:oleObj name="Worksheet" r:id="rId5" imgW="5745581" imgH="922141" progId="Excel.Sheet.12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DF5D23D-B24D-0DB4-FE08-4710ECA4C9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189" y="3326315"/>
                        <a:ext cx="6248447" cy="1003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70C1069C-FAEF-24B3-C9BC-1FDEB4B71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839534"/>
              </p:ext>
            </p:extLst>
          </p:nvPr>
        </p:nvGraphicFramePr>
        <p:xfrm>
          <a:off x="7848600" y="1335088"/>
          <a:ext cx="33813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2445990" imgH="556381" progId="Excel.Sheet.12">
                  <p:embed/>
                </p:oleObj>
              </mc:Choice>
              <mc:Fallback>
                <p:oleObj name="Worksheet" r:id="rId7" imgW="2445990" imgH="556381" progId="Excel.Sheet.12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70C1069C-FAEF-24B3-C9BC-1FDEB4B71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48600" y="1335088"/>
                        <a:ext cx="338137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C530815-F838-2245-7BB9-CFC86106E355}"/>
              </a:ext>
            </a:extLst>
          </p:cNvPr>
          <p:cNvSpPr txBox="1"/>
          <p:nvPr/>
        </p:nvSpPr>
        <p:spPr>
          <a:xfrm>
            <a:off x="354767" y="948373"/>
            <a:ext cx="6094378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 kern="1200" baseline="0" dirty="0"/>
              <a:t>4G Traffic gain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F38C19-A8D5-D8A7-272C-91FEB93EA7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6206" y="2362200"/>
            <a:ext cx="4043769" cy="2787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A98F98-7D8B-5EAA-4C32-3FF17F4F45CC}"/>
              </a:ext>
            </a:extLst>
          </p:cNvPr>
          <p:cNvSpPr txBox="1"/>
          <p:nvPr/>
        </p:nvSpPr>
        <p:spPr>
          <a:xfrm>
            <a:off x="354767" y="4570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Thihagoda-1_2</a:t>
            </a:r>
          </a:p>
        </p:txBody>
      </p:sp>
    </p:spTree>
    <p:extLst>
      <p:ext uri="{BB962C8B-B14F-4D97-AF65-F5344CB8AC3E}">
        <p14:creationId xmlns:p14="http://schemas.microsoft.com/office/powerpoint/2010/main" val="4188390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14" name="Rectangle 2213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6" name="Rectangle 221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98C20D-B0ED-9376-EAE2-882F4EA0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0228"/>
            <a:ext cx="10515600" cy="7138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Improvement Initiatives</a:t>
            </a:r>
          </a:p>
        </p:txBody>
      </p:sp>
      <p:grpSp>
        <p:nvGrpSpPr>
          <p:cNvPr id="2228" name="Group 2227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29" name="Freeform: Shape 222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0" name="Freeform: Shape 2229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1" name="Freeform: Shape 2220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rPr>
              <a:pPr>
                <a:spcAft>
                  <a:spcPts val="600"/>
                </a:spcAft>
                <a:defRPr/>
              </a:pPr>
              <a:t>15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6914BF-6F18-52F1-F719-48C1A7258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0" r="6460" b="9188"/>
          <a:stretch>
            <a:fillRect/>
          </a:stretch>
        </p:blipFill>
        <p:spPr>
          <a:xfrm>
            <a:off x="304800" y="4714549"/>
            <a:ext cx="8991384" cy="1914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0C5952-8715-66D1-CE4A-2B7CA8285341}"/>
              </a:ext>
            </a:extLst>
          </p:cNvPr>
          <p:cNvSpPr txBox="1"/>
          <p:nvPr/>
        </p:nvSpPr>
        <p:spPr>
          <a:xfrm>
            <a:off x="914400" y="4559373"/>
            <a:ext cx="2311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MataraTown-2_2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D787C8-A1CD-FE4D-E0E4-46D36BDC1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2496" y="1184526"/>
            <a:ext cx="5708367" cy="33748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0EDCA3-7ADB-8751-62EE-CAAE6F57C5F4}"/>
              </a:ext>
            </a:extLst>
          </p:cNvPr>
          <p:cNvSpPr txBox="1"/>
          <p:nvPr/>
        </p:nvSpPr>
        <p:spPr>
          <a:xfrm>
            <a:off x="7487718" y="1376730"/>
            <a:ext cx="15306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Upcoming</a:t>
            </a:r>
          </a:p>
          <a:p>
            <a:r>
              <a:rPr lang="en-US" sz="1400" dirty="0"/>
              <a:t>Kopparawatta-1_1</a:t>
            </a:r>
          </a:p>
          <a:p>
            <a:r>
              <a:rPr lang="en-US" sz="1400" dirty="0"/>
              <a:t>Kopparawatta-1_2</a:t>
            </a:r>
          </a:p>
          <a:p>
            <a:r>
              <a:rPr lang="en-US" sz="1400" dirty="0"/>
              <a:t>Kopparawatta-1_3</a:t>
            </a:r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AF8A205-C650-AB38-1B3B-FDC84A1232B9}"/>
              </a:ext>
            </a:extLst>
          </p:cNvPr>
          <p:cNvSpPr/>
          <p:nvPr/>
        </p:nvSpPr>
        <p:spPr>
          <a:xfrm rot="10800000">
            <a:off x="6271601" y="1981200"/>
            <a:ext cx="1215812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9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B0BD-D35B-B9CA-574B-6A4EC894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1E6B8-13E1-A064-BB6A-2E70E8D3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A1DE79-6AFA-869A-99D5-27630C0CE253}"/>
              </a:ext>
            </a:extLst>
          </p:cNvPr>
          <p:cNvSpPr txBox="1"/>
          <p:nvPr/>
        </p:nvSpPr>
        <p:spPr>
          <a:xfrm>
            <a:off x="415324" y="77755"/>
            <a:ext cx="48622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Hambantota Town area improvement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856A-A66C-A02C-CA91-6861590E1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43422"/>
            <a:ext cx="5562600" cy="36651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CB29B8-BEB6-F159-B080-F81316F62C32}"/>
              </a:ext>
            </a:extLst>
          </p:cNvPr>
          <p:cNvSpPr txBox="1"/>
          <p:nvPr/>
        </p:nvSpPr>
        <p:spPr>
          <a:xfrm>
            <a:off x="7696200" y="3657600"/>
            <a:ext cx="3156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Capacity upgrade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HambantotaTown-1_2 planned -&gt; completed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4A258-92DC-6902-509A-5CF77DA237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000" y="4509578"/>
            <a:ext cx="8377652" cy="199060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19756F-8D32-4755-2F5B-9EE815DD73C5}"/>
              </a:ext>
            </a:extLst>
          </p:cNvPr>
          <p:cNvCxnSpPr>
            <a:cxnSpLocks/>
          </p:cNvCxnSpPr>
          <p:nvPr/>
        </p:nvCxnSpPr>
        <p:spPr>
          <a:xfrm flipV="1">
            <a:off x="4800600" y="990600"/>
            <a:ext cx="152400" cy="914400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976614-B59B-783C-95A3-8C7897B02ACA}"/>
              </a:ext>
            </a:extLst>
          </p:cNvPr>
          <p:cNvCxnSpPr>
            <a:cxnSpLocks/>
          </p:cNvCxnSpPr>
          <p:nvPr/>
        </p:nvCxnSpPr>
        <p:spPr>
          <a:xfrm flipH="1">
            <a:off x="3810000" y="1986848"/>
            <a:ext cx="990600" cy="762000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63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A86A-4344-7F74-0C71-9F1014DB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B0FE2-BEED-6A92-AAC7-B58FE5B3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496E24-65AE-845F-0EDB-88867C306A30}"/>
              </a:ext>
            </a:extLst>
          </p:cNvPr>
          <p:cNvSpPr txBox="1"/>
          <p:nvPr/>
        </p:nvSpPr>
        <p:spPr>
          <a:xfrm>
            <a:off x="533400" y="381000"/>
            <a:ext cx="2663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Relocations proceeding</a:t>
            </a:r>
            <a:endParaRPr lang="en-US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C0BECD-5093-6CA4-E4BF-F8F41DD34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96" y="1181220"/>
            <a:ext cx="3620932" cy="24625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7E7454-9DD1-5C23-B6C2-5743CCFA6C83}"/>
              </a:ext>
            </a:extLst>
          </p:cNvPr>
          <p:cNvSpPr txBox="1"/>
          <p:nvPr/>
        </p:nvSpPr>
        <p:spPr>
          <a:xfrm>
            <a:off x="562834" y="781110"/>
            <a:ext cx="2379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Magalle-1 Relocation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75DCFF-FDC1-78BA-E3F7-43AAC8F241B0}"/>
              </a:ext>
            </a:extLst>
          </p:cNvPr>
          <p:cNvSpPr txBox="1"/>
          <p:nvPr/>
        </p:nvSpPr>
        <p:spPr>
          <a:xfrm>
            <a:off x="7239000" y="821508"/>
            <a:ext cx="2974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Sithulpahuwa-1 Relocation</a:t>
            </a: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EC01248-5356-2598-A78B-74064D754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221618"/>
            <a:ext cx="4178559" cy="24221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1531AF-3D74-7897-C099-2AB386FA8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69" y="4064975"/>
            <a:ext cx="4461131" cy="27277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72CBB6-1D4E-F3A1-070B-2188A158423E}"/>
              </a:ext>
            </a:extLst>
          </p:cNvPr>
          <p:cNvSpPr txBox="1"/>
          <p:nvPr/>
        </p:nvSpPr>
        <p:spPr>
          <a:xfrm>
            <a:off x="685800" y="3679672"/>
            <a:ext cx="2728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Sinimodara-2 Relocation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620F3D-5EB7-D087-D263-B7D9B2D66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063225"/>
            <a:ext cx="3810000" cy="26973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AE33AD-F9B1-FA10-A080-C59A032828EC}"/>
              </a:ext>
            </a:extLst>
          </p:cNvPr>
          <p:cNvSpPr txBox="1"/>
          <p:nvPr/>
        </p:nvSpPr>
        <p:spPr>
          <a:xfrm>
            <a:off x="7239000" y="3679391"/>
            <a:ext cx="3048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RakwanaTown-1</a:t>
            </a:r>
            <a:r>
              <a:rPr lang="en-US" sz="2000" dirty="0"/>
              <a:t> Relocation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5436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3D968-7A23-CF4C-8837-2A221155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79F7B-8620-40FF-31F5-11183E6F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8ECB1C-90A9-13B4-3FA1-DB6FB8A77E0F}"/>
              </a:ext>
            </a:extLst>
          </p:cNvPr>
          <p:cNvSpPr txBox="1"/>
          <p:nvPr/>
        </p:nvSpPr>
        <p:spPr>
          <a:xfrm>
            <a:off x="533400" y="381000"/>
            <a:ext cx="1212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New sites</a:t>
            </a:r>
            <a:endParaRPr lang="en-US" sz="2400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2381F6-7FFA-4E5F-AFF6-296CD6DE3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837447"/>
              </p:ext>
            </p:extLst>
          </p:nvPr>
        </p:nvGraphicFramePr>
        <p:xfrm>
          <a:off x="533400" y="990600"/>
          <a:ext cx="76962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3453312689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564488797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68071684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Site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396091"/>
                  </a:ext>
                </a:extLst>
              </a:tr>
              <a:tr h="29718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Moneragala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indent="0" algn="ctr" fontAlgn="b">
                        <a:buFont typeface="Arial" panose="020B0604020202020204" pitchFamily="34" charset="0"/>
                        <a:buNone/>
                      </a:pPr>
                      <a:r>
                        <a:rPr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Ulkanda</a:t>
                      </a: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_Handapanagala-1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0035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Horabokka-1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15176"/>
                  </a:ext>
                </a:extLst>
              </a:tr>
              <a:tr h="29718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Galle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Dorala-1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4502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Kathaluwa1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5488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KurundugahaHethekma-1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31235"/>
                  </a:ext>
                </a:extLst>
              </a:tr>
              <a:tr h="297180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Matara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Denipitiya-3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276559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Ellewela-1,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983641"/>
                  </a:ext>
                </a:extLst>
              </a:tr>
              <a:tr h="29718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Ranchagoda-1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9834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Ratnapura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Balangoda-2 (ATP pending)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46331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91F264-15E5-B5E9-131B-85078D1C8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9013"/>
              </p:ext>
            </p:extLst>
          </p:nvPr>
        </p:nvGraphicFramePr>
        <p:xfrm>
          <a:off x="8444900" y="990600"/>
          <a:ext cx="3598164" cy="1883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1168">
                  <a:extLst>
                    <a:ext uri="{9D8B030D-6E8A-4147-A177-3AD203B41FA5}">
                      <a16:colId xmlns:a16="http://schemas.microsoft.com/office/drawing/2014/main" val="2989706492"/>
                    </a:ext>
                  </a:extLst>
                </a:gridCol>
                <a:gridCol w="1966996">
                  <a:extLst>
                    <a:ext uri="{9D8B030D-6E8A-4147-A177-3AD203B41FA5}">
                      <a16:colId xmlns:a16="http://schemas.microsoft.com/office/drawing/2014/main" val="3134035115"/>
                    </a:ext>
                  </a:extLst>
                </a:gridCol>
              </a:tblGrid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District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Count of Sites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726775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Moneragala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69-&gt;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71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72959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Galle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115-&gt;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118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364520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Matara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106-&gt;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216093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Ratnapura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105-&gt;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106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111375"/>
                  </a:ext>
                </a:extLst>
              </a:tr>
              <a:tr h="3138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Grand Total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481-&gt;</a:t>
                      </a: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584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79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CFC2-F804-F984-8425-ACED1D1F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4736-EA0F-1522-0BD5-1A3BBBC1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8834B2-BB33-6EF9-B15E-051C420B30A6}"/>
              </a:ext>
            </a:extLst>
          </p:cNvPr>
          <p:cNvSpPr txBox="1"/>
          <p:nvPr/>
        </p:nvSpPr>
        <p:spPr>
          <a:xfrm>
            <a:off x="533400" y="381000"/>
            <a:ext cx="1212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New sites</a:t>
            </a:r>
            <a:endParaRPr lang="en-US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E4F6F7-9876-35BD-7DE7-F1543E1D3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50435"/>
              </p:ext>
            </p:extLst>
          </p:nvPr>
        </p:nvGraphicFramePr>
        <p:xfrm>
          <a:off x="685800" y="1447800"/>
          <a:ext cx="9872157" cy="19812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95081886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74773272"/>
                    </a:ext>
                  </a:extLst>
                </a:gridCol>
                <a:gridCol w="1293095">
                  <a:extLst>
                    <a:ext uri="{9D8B030D-6E8A-4147-A177-3AD203B41FA5}">
                      <a16:colId xmlns:a16="http://schemas.microsoft.com/office/drawing/2014/main" val="1716288904"/>
                    </a:ext>
                  </a:extLst>
                </a:gridCol>
                <a:gridCol w="2288305">
                  <a:extLst>
                    <a:ext uri="{9D8B030D-6E8A-4147-A177-3AD203B41FA5}">
                      <a16:colId xmlns:a16="http://schemas.microsoft.com/office/drawing/2014/main" val="2215375927"/>
                    </a:ext>
                  </a:extLst>
                </a:gridCol>
                <a:gridCol w="1524975">
                  <a:extLst>
                    <a:ext uri="{9D8B030D-6E8A-4147-A177-3AD203B41FA5}">
                      <a16:colId xmlns:a16="http://schemas.microsoft.com/office/drawing/2014/main" val="3487685773"/>
                    </a:ext>
                  </a:extLst>
                </a:gridCol>
                <a:gridCol w="946259">
                  <a:extLst>
                    <a:ext uri="{9D8B030D-6E8A-4147-A177-3AD203B41FA5}">
                      <a16:colId xmlns:a16="http://schemas.microsoft.com/office/drawing/2014/main" val="3153607310"/>
                    </a:ext>
                  </a:extLst>
                </a:gridCol>
                <a:gridCol w="1228723">
                  <a:extLst>
                    <a:ext uri="{9D8B030D-6E8A-4147-A177-3AD203B41FA5}">
                      <a16:colId xmlns:a16="http://schemas.microsoft.com/office/drawing/2014/main" val="1036897086"/>
                    </a:ext>
                  </a:extLst>
                </a:gridCol>
              </a:tblGrid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Site Name/ Sector name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Site ID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Project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Categorization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Configuration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On Air Date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June Revenue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66076581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Horabokka-1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MON084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 - Coverage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900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5/7/2026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187,201 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244572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Dorala-1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GAL143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 - Cluster Improvement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900/1800/2100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5/10/2026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137,762 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5983233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Kathaluwa-1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GAL144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 - Cluster Improvement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900/1800/2100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3/14/2026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138,900 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8122528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Denipitiya-3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MAT142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New Site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New site - Cluster Improvement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900/1800/2100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5/24/2026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473,320 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273684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Ranchagoda-1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MAT138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 - Coverage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900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5/27/2026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107,624 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2983964"/>
                  </a:ext>
                </a:extLst>
              </a:tr>
              <a:tr h="283029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KurundugahaHethekma-1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GAL149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New site - Coverage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900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>
                          <a:effectLst/>
                          <a:latin typeface="+mn-lt"/>
                        </a:rPr>
                        <a:t>5/12/2026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B050"/>
                          </a:solidFill>
                          <a:effectLst/>
                          <a:latin typeface="+mn-lt"/>
                        </a:rPr>
                        <a:t>311,880 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74178661"/>
                  </a:ext>
                </a:extLst>
              </a:tr>
            </a:tbl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E31CF69-4C53-1A8F-7AEE-993E94BA8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050505"/>
              </p:ext>
            </p:extLst>
          </p:nvPr>
        </p:nvGraphicFramePr>
        <p:xfrm>
          <a:off x="685800" y="3810000"/>
          <a:ext cx="621530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28391" imgH="1257421" progId="Excel.Sheet.12">
                  <p:embed/>
                </p:oleObj>
              </mc:Choice>
              <mc:Fallback>
                <p:oleObj name="Worksheet" r:id="rId2" imgW="5128391" imgH="1257421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E31CF69-4C53-1A8F-7AEE-993E94BA8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5800" y="3810000"/>
                        <a:ext cx="6215303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6034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latin typeface="+mj-lt"/>
                <a:cs typeface="+mj-cs"/>
              </a:rPr>
              <a:t>Q &amp; A</a:t>
            </a:r>
          </a:p>
        </p:txBody>
      </p:sp>
      <p:pic>
        <p:nvPicPr>
          <p:cNvPr id="15" name="Picture 5" descr="Question mark against red wall">
            <a:extLst>
              <a:ext uri="{FF2B5EF4-FFF2-40B4-BE49-F238E27FC236}">
                <a16:creationId xmlns:a16="http://schemas.microsoft.com/office/drawing/2014/main" id="{FB7D95EA-A64D-8370-CF7E-7C3E008125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09" r="1105" b="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1038A3AC-E332-4944-9F22-8ED6617DC56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+mn-cs"/>
              </a:rPr>
              <a:pPr>
                <a:spcAft>
                  <a:spcPts val="600"/>
                </a:spcAft>
                <a:defRPr/>
              </a:pPr>
              <a:t>20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049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0" y="2183415"/>
            <a:ext cx="6019800" cy="249116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A3AC-E332-4944-9F22-8ED6617DC568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5375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16&quot;&gt;&lt;elem m_fUsage=&quot;2.79370276547867479877E+00&quot;&gt;&lt;m_msothmcolidx val=&quot;0&quot;/&gt;&lt;m_rgb r=&quot;91&quot; g=&quot;E6&quot; b=&quot;57&quot;/&gt;&lt;m_nBrightness val=&quot;0&quot;/&gt;&lt;/elem&gt;&lt;elem m_fUsage=&quot;1.10260180100739213493E+00&quot;&gt;&lt;m_msothmcolidx val=&quot;0&quot;/&gt;&lt;m_rgb r=&quot;FF&quot; g=&quot;C0&quot; b=&quot;00&quot;/&gt;&lt;m_nBrightness val=&quot;0&quot;/&gt;&lt;/elem&gt;&lt;elem m_fUsage=&quot;1.00000000000000000000E+00&quot;&gt;&lt;m_msothmcolidx val=&quot;0&quot;/&gt;&lt;m_rgb r=&quot;EB&quot; g=&quot;7D&quot; b=&quot;31&quot;/&gt;&lt;m_nBrightness val=&quot;0&quot;/&gt;&lt;/elem&gt;&lt;elem m_fUsage=&quot;9.45085171767299225820E-01&quot;&gt;&lt;m_msothmcolidx val=&quot;0&quot;/&gt;&lt;m_rgb r=&quot;E9&quot; g=&quot;A3&quot; b=&quot;54&quot;/&gt;&lt;m_nBrightness val=&quot;0&quot;/&gt;&lt;/elem&gt;&lt;elem m_fUsage=&quot;9.00000000000000022204E-01&quot;&gt;&lt;m_msothmcolidx val=&quot;0&quot;/&gt;&lt;m_rgb r=&quot;EE&quot; g=&quot;83&quot; b=&quot;4F&quot;/&gt;&lt;m_nBrightness val=&quot;0&quot;/&gt;&lt;/elem&gt;&lt;elem m_fUsage=&quot;5.02257008769185442354E-01&quot;&gt;&lt;m_msothmcolidx val=&quot;0&quot;/&gt;&lt;m_rgb r=&quot;A6&quot; g=&quot;EB&quot; b=&quot;78&quot;/&gt;&lt;m_nBrightness val=&quot;0&quot;/&gt;&lt;/elem&gt;&lt;elem m_fUsage=&quot;3.91848525612512488259E-01&quot;&gt;&lt;m_msothmcolidx val=&quot;0&quot;/&gt;&lt;m_rgb r=&quot;FF&quot; g=&quot;C4&quot; b=&quot;70&quot;/&gt;&lt;m_nBrightness val=&quot;0&quot;/&gt;&lt;/elem&gt;&lt;elem m_fUsage=&quot;3.87420489000000145552E-01&quot;&gt;&lt;m_msothmcolidx val=&quot;0&quot;/&gt;&lt;m_rgb r=&quot;FC&quot; g=&quot;74&quot; b=&quot;99&quot;/&gt;&lt;m_nBrightness val=&quot;0&quot;/&gt;&lt;/elem&gt;&lt;elem m_fUsage=&quot;3.48678440100000153201E-01&quot;&gt;&lt;m_msothmcolidx val=&quot;0&quot;/&gt;&lt;m_rgb r=&quot;80&quot; g=&quot;C9&quot; b=&quot;F0&quot;/&gt;&lt;m_nBrightness val=&quot;0&quot;/&gt;&lt;/elem&gt;&lt;elem m_fUsage=&quot;3.13810596090000171188E-01&quot;&gt;&lt;m_msothmcolidx val=&quot;0&quot;/&gt;&lt;m_rgb r=&quot;75&quot; g=&quot;FB&quot; b=&quot;C6&quot;/&gt;&lt;m_nBrightness val=&quot;0&quot;/&gt;&lt;/elem&gt;&lt;elem m_fUsage=&quot;2.54186582832900132001E-01&quot;&gt;&lt;m_msothmcolidx val=&quot;0&quot;/&gt;&lt;m_rgb r=&quot;FF&quot; g=&quot;EE&quot; b=&quot;B9&quot;/&gt;&lt;m_nBrightness val=&quot;0&quot;/&gt;&lt;/elem&gt;&lt;elem m_fUsage=&quot;2.28767924549610118801E-01&quot;&gt;&lt;m_msothmcolidx val=&quot;0&quot;/&gt;&lt;m_rgb r=&quot;D0&quot; g=&quot;F4&quot; b=&quot;B9&quot;/&gt;&lt;m_nBrightness val=&quot;0&quot;/&gt;&lt;/elem&gt;&lt;elem m_fUsage=&quot;1.85302018885184188735E-01&quot;&gt;&lt;m_msothmcolidx val=&quot;0&quot;/&gt;&lt;m_rgb r=&quot;FF&quot; g=&quot;E7&quot; b=&quot;9D&quot;/&gt;&lt;m_nBrightness val=&quot;0&quot;/&gt;&lt;/elem&gt;&lt;elem m_fUsage=&quot;1.83003944400015050586E-01&quot;&gt;&lt;m_msothmcolidx val=&quot;0&quot;/&gt;&lt;m_rgb r=&quot;4F&quot; g=&quot;CB&quot; b=&quot;03&quot;/&gt;&lt;m_nBrightness val=&quot;0&quot;/&gt;&lt;/elem&gt;&lt;elem m_fUsage=&quot;1.50094635296999207030E-01&quot;&gt;&lt;m_msothmcolidx val=&quot;0&quot;/&gt;&lt;m_rgb r=&quot;D4&quot; g=&quot;D4&quot; b=&quot;D4&quot;/&gt;&lt;m_nBrightness val=&quot;0&quot;/&gt;&lt;/elem&gt;&lt;elem m_fUsage=&quot;1.30760059896221469966E-01&quot;&gt;&lt;m_msothmcolidx val=&quot;0&quot;/&gt;&lt;m_rgb r=&quot;FC&quot; g=&quot;C4&quot; b=&quot;70&quot;/&gt;&lt;m_nBrightness val=&quot;0&quot;/&gt;&lt;/elem&gt;&lt;/m_vecMRU&gt;&lt;/m_mruColor&gt;&lt;m_eweekdayFirstOfWeek val=&quot;3&quot;/&gt;&lt;m_eweekdayFirstOfWorkweek val=&quot;2&quot;/&gt;&lt;m_eweekdayFirstOfWeekend val=&quot;7&quot;/&gt;&lt;/CPresentation&gt;&lt;/root&gt;"/>
  <p:tag name="THINKCELLUNDODONOTDELETE" val="0"/>
</p:tagLst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06814094-7fc6-4254-96a5-684dee2e93e2}" enabled="0" method="" siteId="{06814094-7fc6-4254-96a5-684dee2e93e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107915</TotalTime>
  <Words>546</Words>
  <Application>Microsoft Office PowerPoint</Application>
  <PresentationFormat>Widescreen</PresentationFormat>
  <Paragraphs>242</Paragraphs>
  <Slides>21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 Narrow</vt:lpstr>
      <vt:lpstr>Arial</vt:lpstr>
      <vt:lpstr>Arial Rounded MT Bold</vt:lpstr>
      <vt:lpstr>Calibri</vt:lpstr>
      <vt:lpstr>2_Office Theme</vt:lpstr>
      <vt:lpstr>1_Office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VoLTE traffic Behavior of Southern Cluster </vt:lpstr>
      <vt:lpstr>VoLTE traffic - Network</vt:lpstr>
      <vt:lpstr>PowerPoint Presentation</vt:lpstr>
      <vt:lpstr>   Capacity Upgrades 2026 – Current status     </vt:lpstr>
      <vt:lpstr>PowerPoint Presentation</vt:lpstr>
      <vt:lpstr>Improvement Initiatives</vt:lpstr>
      <vt:lpstr>PowerPoint Presentation</vt:lpstr>
      <vt:lpstr>PowerPoint Presentation</vt:lpstr>
      <vt:lpstr>PowerPoint Presentation</vt:lpstr>
      <vt:lpstr>PowerPoint Presentation</vt:lpstr>
      <vt:lpstr>Q &amp; A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Nuwan De Silva</dc:creator>
  <cp:lastModifiedBy>Sethil Dissanayake</cp:lastModifiedBy>
  <cp:revision>3271</cp:revision>
  <cp:lastPrinted>2020-03-11T05:16:09Z</cp:lastPrinted>
  <dcterms:created xsi:type="dcterms:W3CDTF">2017-06-15T09:07:51Z</dcterms:created>
  <dcterms:modified xsi:type="dcterms:W3CDTF">2026-07-06T06:09:05Z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