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Override1.xml" ContentType="application/vnd.openxmlformats-officedocument.themeOverr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heme/themeOverride2.xml" ContentType="application/vnd.openxmlformats-officedocument.themeOverr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theme/themeOverride3.xml" ContentType="application/vnd.openxmlformats-officedocument.themeOverr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theme/themeOverride4.xml" ContentType="application/vnd.openxmlformats-officedocument.themeOverrid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theme/themeOverride5.xml" ContentType="application/vnd.openxmlformats-officedocument.themeOverride+xml"/>
  <Override PartName="/ppt/notesSlides/notesSlide1.xml" ContentType="application/vnd.openxmlformats-officedocument.presentationml.notesSlid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theme/themeOverride6.xml" ContentType="application/vnd.openxmlformats-officedocument.themeOverrid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theme/themeOverride7.xml" ContentType="application/vnd.openxmlformats-officedocument.themeOverride+xml"/>
  <Override PartName="/ppt/notesSlides/notesSlide2.xml" ContentType="application/vnd.openxmlformats-officedocument.presentationml.notesSlid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theme/themeOverride8.xml" ContentType="application/vnd.openxmlformats-officedocument.themeOverrid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theme/themeOverride9.xml" ContentType="application/vnd.openxmlformats-officedocument.themeOverride+xml"/>
  <Override PartName="/ppt/notesSlides/notesSlide3.xml" ContentType="application/vnd.openxmlformats-officedocument.presentationml.notesSlide+xml"/>
  <Override PartName="/ppt/theme/themeOverride10.xml" ContentType="application/vnd.openxmlformats-officedocument.themeOverride+xml"/>
  <Override PartName="/ppt/theme/themeOverride11.xml" ContentType="application/vnd.openxmlformats-officedocument.themeOverr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93" r:id="rId1"/>
    <p:sldMasterId id="2147483795" r:id="rId2"/>
  </p:sldMasterIdLst>
  <p:notesMasterIdLst>
    <p:notesMasterId r:id="rId19"/>
  </p:notesMasterIdLst>
  <p:handoutMasterIdLst>
    <p:handoutMasterId r:id="rId20"/>
  </p:handoutMasterIdLst>
  <p:sldIdLst>
    <p:sldId id="2001" r:id="rId3"/>
    <p:sldId id="1953" r:id="rId4"/>
    <p:sldId id="2024" r:id="rId5"/>
    <p:sldId id="1955" r:id="rId6"/>
    <p:sldId id="1961" r:id="rId7"/>
    <p:sldId id="1964" r:id="rId8"/>
    <p:sldId id="2019" r:id="rId9"/>
    <p:sldId id="1963" r:id="rId10"/>
    <p:sldId id="1962" r:id="rId11"/>
    <p:sldId id="1965" r:id="rId12"/>
    <p:sldId id="1956" r:id="rId13"/>
    <p:sldId id="2025" r:id="rId14"/>
    <p:sldId id="2022" r:id="rId15"/>
    <p:sldId id="2021" r:id="rId16"/>
    <p:sldId id="1979" r:id="rId17"/>
    <p:sldId id="1985" r:id="rId18"/>
  </p:sldIdLst>
  <p:sldSz cx="12192000" cy="6858000"/>
  <p:notesSz cx="6669088" cy="9926638"/>
  <p:custDataLst>
    <p:tags r:id="rId21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904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elroy Thomas" initials="MT" lastIdx="1" clrIdx="0"/>
  <p:cmAuthor id="2" name="Mohamed Hamdhy Hassen" initials="MHH" lastIdx="1" clrIdx="1">
    <p:extLst>
      <p:ext uri="{19B8F6BF-5375-455C-9EA6-DF929625EA0E}">
        <p15:presenceInfo xmlns:p15="http://schemas.microsoft.com/office/powerpoint/2012/main" userId="S-1-5-21-440782762-2236782948-1155048517-2436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9D9D9"/>
    <a:srgbClr val="AFCFA0"/>
    <a:srgbClr val="FFD589"/>
    <a:srgbClr val="E15859"/>
    <a:srgbClr val="F1D889"/>
    <a:srgbClr val="92D050"/>
    <a:srgbClr val="FFE8CB"/>
    <a:srgbClr val="F4B183"/>
    <a:srgbClr val="7F7F7F"/>
    <a:srgbClr val="E8E8E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3DCFBFF-CEF6-4877-9B61-C65DBB5DE676}" v="22" dt="2026-07-10T04:31:10.98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18603FDC-E32A-4AB5-989C-0864C3EAD2B8}" styleName="Themed Style 2 - Accent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26" autoAdjust="0"/>
    <p:restoredTop sz="89225" autoAdjust="0"/>
  </p:normalViewPr>
  <p:slideViewPr>
    <p:cSldViewPr>
      <p:cViewPr varScale="1">
        <p:scale>
          <a:sx n="99" d="100"/>
          <a:sy n="99" d="100"/>
        </p:scale>
        <p:origin x="1026" y="72"/>
      </p:cViewPr>
      <p:guideLst>
        <p:guide orient="horz" pos="2160"/>
        <p:guide pos="390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-138"/>
    </p:cViewPr>
  </p:sorterViewPr>
  <p:notesViewPr>
    <p:cSldViewPr>
      <p:cViewPr varScale="1">
        <p:scale>
          <a:sx n="48" d="100"/>
          <a:sy n="48" d="100"/>
        </p:scale>
        <p:origin x="3042" y="6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tableStyles" Target="tableStyles.xml"/><Relationship Id="rId3" Type="http://schemas.openxmlformats.org/officeDocument/2006/relationships/slide" Target="slides/slide1.xml"/><Relationship Id="rId21" Type="http://schemas.openxmlformats.org/officeDocument/2006/relationships/tags" Target="tags/tag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8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commentAuthors" Target="commentAuthors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ethil Dissanayake" userId="4b0cfc9a-dcb3-4984-abd8-661587220413" providerId="ADAL" clId="{F18F9E4F-1D0E-4AF4-B3E3-B82336B5498C}"/>
    <pc:docChg chg="undo custSel addSld delSld modSld sldOrd">
      <pc:chgData name="Sethil Dissanayake" userId="4b0cfc9a-dcb3-4984-abd8-661587220413" providerId="ADAL" clId="{F18F9E4F-1D0E-4AF4-B3E3-B82336B5498C}" dt="2026-07-10T06:38:17.849" v="1002" actId="20577"/>
      <pc:docMkLst>
        <pc:docMk/>
      </pc:docMkLst>
      <pc:sldChg chg="ord">
        <pc:chgData name="Sethil Dissanayake" userId="4b0cfc9a-dcb3-4984-abd8-661587220413" providerId="ADAL" clId="{F18F9E4F-1D0E-4AF4-B3E3-B82336B5498C}" dt="2026-07-10T03:53:10.280" v="511"/>
        <pc:sldMkLst>
          <pc:docMk/>
          <pc:sldMk cId="2892770975" sldId="1955"/>
        </pc:sldMkLst>
      </pc:sldChg>
      <pc:sldChg chg="modSp mod">
        <pc:chgData name="Sethil Dissanayake" userId="4b0cfc9a-dcb3-4984-abd8-661587220413" providerId="ADAL" clId="{F18F9E4F-1D0E-4AF4-B3E3-B82336B5498C}" dt="2026-07-10T04:01:44.425" v="527" actId="14826"/>
        <pc:sldMkLst>
          <pc:docMk/>
          <pc:sldMk cId="851684549" sldId="1956"/>
        </pc:sldMkLst>
        <pc:picChg chg="mod">
          <ac:chgData name="Sethil Dissanayake" userId="4b0cfc9a-dcb3-4984-abd8-661587220413" providerId="ADAL" clId="{F18F9E4F-1D0E-4AF4-B3E3-B82336B5498C}" dt="2026-07-10T04:01:23.849" v="525" actId="14826"/>
          <ac:picMkLst>
            <pc:docMk/>
            <pc:sldMk cId="851684549" sldId="1956"/>
            <ac:picMk id="6" creationId="{74CE3AF4-D957-6ECF-FED0-0BA2AA7274C4}"/>
          </ac:picMkLst>
        </pc:picChg>
        <pc:picChg chg="mod">
          <ac:chgData name="Sethil Dissanayake" userId="4b0cfc9a-dcb3-4984-abd8-661587220413" providerId="ADAL" clId="{F18F9E4F-1D0E-4AF4-B3E3-B82336B5498C}" dt="2026-07-10T04:01:34.663" v="526" actId="14826"/>
          <ac:picMkLst>
            <pc:docMk/>
            <pc:sldMk cId="851684549" sldId="1956"/>
            <ac:picMk id="10" creationId="{8BBCBBC7-3AD4-E19F-2E0A-C9BFE6488977}"/>
          </ac:picMkLst>
        </pc:picChg>
        <pc:picChg chg="mod">
          <ac:chgData name="Sethil Dissanayake" userId="4b0cfc9a-dcb3-4984-abd8-661587220413" providerId="ADAL" clId="{F18F9E4F-1D0E-4AF4-B3E3-B82336B5498C}" dt="2026-07-10T04:01:44.425" v="527" actId="14826"/>
          <ac:picMkLst>
            <pc:docMk/>
            <pc:sldMk cId="851684549" sldId="1956"/>
            <ac:picMk id="14" creationId="{B4C52855-8C2C-5526-D479-A34A318695E3}"/>
          </ac:picMkLst>
        </pc:picChg>
      </pc:sldChg>
      <pc:sldChg chg="addSp delSp modSp mod ord">
        <pc:chgData name="Sethil Dissanayake" userId="4b0cfc9a-dcb3-4984-abd8-661587220413" providerId="ADAL" clId="{F18F9E4F-1D0E-4AF4-B3E3-B82336B5498C}" dt="2026-07-10T03:55:41.331" v="524" actId="478"/>
        <pc:sldMkLst>
          <pc:docMk/>
          <pc:sldMk cId="1991343456" sldId="1961"/>
        </pc:sldMkLst>
        <pc:graphicFrameChg chg="add mod">
          <ac:chgData name="Sethil Dissanayake" userId="4b0cfc9a-dcb3-4984-abd8-661587220413" providerId="ADAL" clId="{F18F9E4F-1D0E-4AF4-B3E3-B82336B5498C}" dt="2026-07-10T03:54:23.423" v="520"/>
          <ac:graphicFrameMkLst>
            <pc:docMk/>
            <pc:sldMk cId="1991343456" sldId="1961"/>
            <ac:graphicFrameMk id="2" creationId="{D8B5C677-38E4-7803-AE6A-300776E8ED37}"/>
          </ac:graphicFrameMkLst>
        </pc:graphicFrameChg>
        <pc:graphicFrameChg chg="add del mod">
          <ac:chgData name="Sethil Dissanayake" userId="4b0cfc9a-dcb3-4984-abd8-661587220413" providerId="ADAL" clId="{F18F9E4F-1D0E-4AF4-B3E3-B82336B5498C}" dt="2026-07-10T03:55:41.331" v="524" actId="478"/>
          <ac:graphicFrameMkLst>
            <pc:docMk/>
            <pc:sldMk cId="1991343456" sldId="1961"/>
            <ac:graphicFrameMk id="7" creationId="{2F16CFCE-D684-0144-3483-A6FC147D5D6A}"/>
          </ac:graphicFrameMkLst>
        </pc:graphicFrameChg>
      </pc:sldChg>
      <pc:sldChg chg="ord">
        <pc:chgData name="Sethil Dissanayake" userId="4b0cfc9a-dcb3-4984-abd8-661587220413" providerId="ADAL" clId="{F18F9E4F-1D0E-4AF4-B3E3-B82336B5498C}" dt="2026-07-10T03:53:36.746" v="515"/>
        <pc:sldMkLst>
          <pc:docMk/>
          <pc:sldMk cId="3524530859" sldId="1964"/>
        </pc:sldMkLst>
      </pc:sldChg>
      <pc:sldChg chg="modSp mod">
        <pc:chgData name="Sethil Dissanayake" userId="4b0cfc9a-dcb3-4984-abd8-661587220413" providerId="ADAL" clId="{F18F9E4F-1D0E-4AF4-B3E3-B82336B5498C}" dt="2026-07-10T06:38:17.849" v="1002" actId="20577"/>
        <pc:sldMkLst>
          <pc:docMk/>
          <pc:sldMk cId="3673613522" sldId="2001"/>
        </pc:sldMkLst>
        <pc:spChg chg="mod">
          <ac:chgData name="Sethil Dissanayake" userId="4b0cfc9a-dcb3-4984-abd8-661587220413" providerId="ADAL" clId="{F18F9E4F-1D0E-4AF4-B3E3-B82336B5498C}" dt="2026-07-10T06:38:17.849" v="1002" actId="20577"/>
          <ac:spMkLst>
            <pc:docMk/>
            <pc:sldMk cId="3673613522" sldId="2001"/>
            <ac:spMk id="6" creationId="{88315AF5-5769-A9E8-69B6-F7C0958364A0}"/>
          </ac:spMkLst>
        </pc:spChg>
      </pc:sldChg>
      <pc:sldChg chg="ord">
        <pc:chgData name="Sethil Dissanayake" userId="4b0cfc9a-dcb3-4984-abd8-661587220413" providerId="ADAL" clId="{F18F9E4F-1D0E-4AF4-B3E3-B82336B5498C}" dt="2026-07-10T03:54:11.528" v="517"/>
        <pc:sldMkLst>
          <pc:docMk/>
          <pc:sldMk cId="87200508" sldId="2019"/>
        </pc:sldMkLst>
      </pc:sldChg>
      <pc:sldChg chg="addSp delSp modSp mod">
        <pc:chgData name="Sethil Dissanayake" userId="4b0cfc9a-dcb3-4984-abd8-661587220413" providerId="ADAL" clId="{F18F9E4F-1D0E-4AF4-B3E3-B82336B5498C}" dt="2026-07-10T04:22:08.937" v="912" actId="1076"/>
        <pc:sldMkLst>
          <pc:docMk/>
          <pc:sldMk cId="2683117998" sldId="2021"/>
        </pc:sldMkLst>
        <pc:spChg chg="mod">
          <ac:chgData name="Sethil Dissanayake" userId="4b0cfc9a-dcb3-4984-abd8-661587220413" providerId="ADAL" clId="{F18F9E4F-1D0E-4AF4-B3E3-B82336B5498C}" dt="2026-07-10T04:20:53.426" v="906" actId="27636"/>
          <ac:spMkLst>
            <pc:docMk/>
            <pc:sldMk cId="2683117998" sldId="2021"/>
            <ac:spMk id="3" creationId="{56316B58-682D-AF7D-C5D5-5DD0585C233B}"/>
          </ac:spMkLst>
        </pc:spChg>
        <pc:graphicFrameChg chg="add mod modGraphic">
          <ac:chgData name="Sethil Dissanayake" userId="4b0cfc9a-dcb3-4984-abd8-661587220413" providerId="ADAL" clId="{F18F9E4F-1D0E-4AF4-B3E3-B82336B5498C}" dt="2026-07-10T04:17:50.892" v="794" actId="20577"/>
          <ac:graphicFrameMkLst>
            <pc:docMk/>
            <pc:sldMk cId="2683117998" sldId="2021"/>
            <ac:graphicFrameMk id="2" creationId="{1A62ABE8-F288-E5E0-A487-45A7CE29FDA0}"/>
          </ac:graphicFrameMkLst>
        </pc:graphicFrameChg>
        <pc:graphicFrameChg chg="add mod modGraphic">
          <ac:chgData name="Sethil Dissanayake" userId="4b0cfc9a-dcb3-4984-abd8-661587220413" providerId="ADAL" clId="{F18F9E4F-1D0E-4AF4-B3E3-B82336B5498C}" dt="2026-07-10T04:18:07.440" v="796" actId="13926"/>
          <ac:graphicFrameMkLst>
            <pc:docMk/>
            <pc:sldMk cId="2683117998" sldId="2021"/>
            <ac:graphicFrameMk id="5" creationId="{457EF45F-30CC-DDDF-45DF-514E9A5FA65E}"/>
          </ac:graphicFrameMkLst>
        </pc:graphicFrameChg>
        <pc:picChg chg="del">
          <ac:chgData name="Sethil Dissanayake" userId="4b0cfc9a-dcb3-4984-abd8-661587220413" providerId="ADAL" clId="{F18F9E4F-1D0E-4AF4-B3E3-B82336B5498C}" dt="2026-07-10T04:10:31.049" v="586" actId="478"/>
          <ac:picMkLst>
            <pc:docMk/>
            <pc:sldMk cId="2683117998" sldId="2021"/>
            <ac:picMk id="7" creationId="{21D2A111-52EF-9390-F4D0-0E409719E271}"/>
          </ac:picMkLst>
        </pc:picChg>
        <pc:picChg chg="del">
          <ac:chgData name="Sethil Dissanayake" userId="4b0cfc9a-dcb3-4984-abd8-661587220413" providerId="ADAL" clId="{F18F9E4F-1D0E-4AF4-B3E3-B82336B5498C}" dt="2026-07-10T04:11:32.869" v="600" actId="478"/>
          <ac:picMkLst>
            <pc:docMk/>
            <pc:sldMk cId="2683117998" sldId="2021"/>
            <ac:picMk id="11" creationId="{3CB958CA-A3DD-96EB-A41F-D21369743772}"/>
          </ac:picMkLst>
        </pc:picChg>
        <pc:picChg chg="add mod">
          <ac:chgData name="Sethil Dissanayake" userId="4b0cfc9a-dcb3-4984-abd8-661587220413" providerId="ADAL" clId="{F18F9E4F-1D0E-4AF4-B3E3-B82336B5498C}" dt="2026-07-10T04:22:08.937" v="912" actId="1076"/>
          <ac:picMkLst>
            <pc:docMk/>
            <pc:sldMk cId="2683117998" sldId="2021"/>
            <ac:picMk id="1026" creationId="{43069654-48AB-9E5B-E89A-A15660D8E64A}"/>
          </ac:picMkLst>
        </pc:picChg>
      </pc:sldChg>
      <pc:sldChg chg="addSp modSp mod ord">
        <pc:chgData name="Sethil Dissanayake" userId="4b0cfc9a-dcb3-4984-abd8-661587220413" providerId="ADAL" clId="{F18F9E4F-1D0E-4AF4-B3E3-B82336B5498C}" dt="2026-07-10T04:32:16.753" v="997" actId="1076"/>
        <pc:sldMkLst>
          <pc:docMk/>
          <pc:sldMk cId="69924677" sldId="2022"/>
        </pc:sldMkLst>
        <pc:spChg chg="mod">
          <ac:chgData name="Sethil Dissanayake" userId="4b0cfc9a-dcb3-4984-abd8-661587220413" providerId="ADAL" clId="{F18F9E4F-1D0E-4AF4-B3E3-B82336B5498C}" dt="2026-07-10T04:19:19.872" v="818" actId="14100"/>
          <ac:spMkLst>
            <pc:docMk/>
            <pc:sldMk cId="69924677" sldId="2022"/>
            <ac:spMk id="3" creationId="{270E61DB-ABF8-72DF-DFAB-9A3245148617}"/>
          </ac:spMkLst>
        </pc:spChg>
        <pc:spChg chg="add mod">
          <ac:chgData name="Sethil Dissanayake" userId="4b0cfc9a-dcb3-4984-abd8-661587220413" providerId="ADAL" clId="{F18F9E4F-1D0E-4AF4-B3E3-B82336B5498C}" dt="2026-07-10T04:32:16.753" v="997" actId="1076"/>
          <ac:spMkLst>
            <pc:docMk/>
            <pc:sldMk cId="69924677" sldId="2022"/>
            <ac:spMk id="5" creationId="{CA753B78-954D-C1AC-9A09-09AEDA83ACAA}"/>
          </ac:spMkLst>
        </pc:spChg>
        <pc:graphicFrameChg chg="mod modGraphic">
          <ac:chgData name="Sethil Dissanayake" userId="4b0cfc9a-dcb3-4984-abd8-661587220413" providerId="ADAL" clId="{F18F9E4F-1D0E-4AF4-B3E3-B82336B5498C}" dt="2026-07-10T04:20:20.270" v="893" actId="14100"/>
          <ac:graphicFrameMkLst>
            <pc:docMk/>
            <pc:sldMk cId="69924677" sldId="2022"/>
            <ac:graphicFrameMk id="10" creationId="{4919837B-CB62-522F-2087-7115CED25751}"/>
          </ac:graphicFrameMkLst>
        </pc:graphicFrameChg>
      </pc:sldChg>
      <pc:sldChg chg="addSp delSp modSp add mod setBg delDesignElem">
        <pc:chgData name="Sethil Dissanayake" userId="4b0cfc9a-dcb3-4984-abd8-661587220413" providerId="ADAL" clId="{F18F9E4F-1D0E-4AF4-B3E3-B82336B5498C}" dt="2026-07-10T03:50:22.848" v="509" actId="1076"/>
        <pc:sldMkLst>
          <pc:docMk/>
          <pc:sldMk cId="3775325743" sldId="2024"/>
        </pc:sldMkLst>
        <pc:graphicFrameChg chg="del">
          <ac:chgData name="Sethil Dissanayake" userId="4b0cfc9a-dcb3-4984-abd8-661587220413" providerId="ADAL" clId="{F18F9E4F-1D0E-4AF4-B3E3-B82336B5498C}" dt="2026-07-10T03:50:19.602" v="506" actId="478"/>
          <ac:graphicFrameMkLst>
            <pc:docMk/>
            <pc:sldMk cId="3775325743" sldId="2024"/>
            <ac:graphicFrameMk id="2" creationId="{D926EA39-EFD4-D482-81B7-4841552A9836}"/>
          </ac:graphicFrameMkLst>
        </pc:graphicFrameChg>
        <pc:graphicFrameChg chg="add mod">
          <ac:chgData name="Sethil Dissanayake" userId="4b0cfc9a-dcb3-4984-abd8-661587220413" providerId="ADAL" clId="{F18F9E4F-1D0E-4AF4-B3E3-B82336B5498C}" dt="2026-07-10T03:50:22.848" v="509" actId="1076"/>
          <ac:graphicFrameMkLst>
            <pc:docMk/>
            <pc:sldMk cId="3775325743" sldId="2024"/>
            <ac:graphicFrameMk id="5" creationId="{D8B5C677-38E4-7803-AE6A-300776E8ED37}"/>
          </ac:graphicFrameMkLst>
        </pc:graphicFrameChg>
        <pc:graphicFrameChg chg="add mod modGraphic">
          <ac:chgData name="Sethil Dissanayake" userId="4b0cfc9a-dcb3-4984-abd8-661587220413" providerId="ADAL" clId="{F18F9E4F-1D0E-4AF4-B3E3-B82336B5498C}" dt="2026-07-10T03:41:51.572" v="505" actId="20577"/>
          <ac:graphicFrameMkLst>
            <pc:docMk/>
            <pc:sldMk cId="3775325743" sldId="2024"/>
            <ac:graphicFrameMk id="7" creationId="{5FADE2FE-61B7-2182-5EA5-3A6ADCE551C7}"/>
          </ac:graphicFrameMkLst>
        </pc:graphicFrameChg>
      </pc:sldChg>
      <pc:sldChg chg="addSp delSp modSp mod">
        <pc:chgData name="Sethil Dissanayake" userId="4b0cfc9a-dcb3-4984-abd8-661587220413" providerId="ADAL" clId="{F18F9E4F-1D0E-4AF4-B3E3-B82336B5498C}" dt="2026-07-10T04:07:32.953" v="575" actId="14826"/>
        <pc:sldMkLst>
          <pc:docMk/>
          <pc:sldMk cId="3642874555" sldId="2025"/>
        </pc:sldMkLst>
        <pc:graphicFrameChg chg="add mod">
          <ac:chgData name="Sethil Dissanayake" userId="4b0cfc9a-dcb3-4984-abd8-661587220413" providerId="ADAL" clId="{F18F9E4F-1D0E-4AF4-B3E3-B82336B5498C}" dt="2026-07-10T04:03:50.602" v="529"/>
          <ac:graphicFrameMkLst>
            <pc:docMk/>
            <pc:sldMk cId="3642874555" sldId="2025"/>
            <ac:graphicFrameMk id="2" creationId="{592782BD-1527-7915-A9DC-E570DA11F451}"/>
          </ac:graphicFrameMkLst>
        </pc:graphicFrameChg>
        <pc:graphicFrameChg chg="add del">
          <ac:chgData name="Sethil Dissanayake" userId="4b0cfc9a-dcb3-4984-abd8-661587220413" providerId="ADAL" clId="{F18F9E4F-1D0E-4AF4-B3E3-B82336B5498C}" dt="2026-07-10T04:04:04.404" v="531" actId="478"/>
          <ac:graphicFrameMkLst>
            <pc:docMk/>
            <pc:sldMk cId="3642874555" sldId="2025"/>
            <ac:graphicFrameMk id="3" creationId="{9A291778-0627-6F47-F185-F4CCF4CF9FA6}"/>
          </ac:graphicFrameMkLst>
        </pc:graphicFrameChg>
        <pc:graphicFrameChg chg="del mod">
          <ac:chgData name="Sethil Dissanayake" userId="4b0cfc9a-dcb3-4984-abd8-661587220413" providerId="ADAL" clId="{F18F9E4F-1D0E-4AF4-B3E3-B82336B5498C}" dt="2026-07-10T04:05:32.484" v="539" actId="478"/>
          <ac:graphicFrameMkLst>
            <pc:docMk/>
            <pc:sldMk cId="3642874555" sldId="2025"/>
            <ac:graphicFrameMk id="6" creationId="{CB7A69BA-9540-741B-5B13-57AB72A049A9}"/>
          </ac:graphicFrameMkLst>
        </pc:graphicFrameChg>
        <pc:graphicFrameChg chg="add mod">
          <ac:chgData name="Sethil Dissanayake" userId="4b0cfc9a-dcb3-4984-abd8-661587220413" providerId="ADAL" clId="{F18F9E4F-1D0E-4AF4-B3E3-B82336B5498C}" dt="2026-07-10T04:05:37.737" v="540"/>
          <ac:graphicFrameMkLst>
            <pc:docMk/>
            <pc:sldMk cId="3642874555" sldId="2025"/>
            <ac:graphicFrameMk id="8" creationId="{92DA56FA-649F-1EB8-3EDE-3806E26178DD}"/>
          </ac:graphicFrameMkLst>
        </pc:graphicFrameChg>
        <pc:graphicFrameChg chg="add mod modGraphic">
          <ac:chgData name="Sethil Dissanayake" userId="4b0cfc9a-dcb3-4984-abd8-661587220413" providerId="ADAL" clId="{F18F9E4F-1D0E-4AF4-B3E3-B82336B5498C}" dt="2026-07-10T04:06:58.507" v="573" actId="20577"/>
          <ac:graphicFrameMkLst>
            <pc:docMk/>
            <pc:sldMk cId="3642874555" sldId="2025"/>
            <ac:graphicFrameMk id="10" creationId="{E1F7B953-5496-5FB8-8927-12464F240A43}"/>
          </ac:graphicFrameMkLst>
        </pc:graphicFrameChg>
        <pc:graphicFrameChg chg="add mod">
          <ac:chgData name="Sethil Dissanayake" userId="4b0cfc9a-dcb3-4984-abd8-661587220413" providerId="ADAL" clId="{F18F9E4F-1D0E-4AF4-B3E3-B82336B5498C}" dt="2026-07-10T04:05:54.163" v="544"/>
          <ac:graphicFrameMkLst>
            <pc:docMk/>
            <pc:sldMk cId="3642874555" sldId="2025"/>
            <ac:graphicFrameMk id="11" creationId="{636CA0F0-3E8C-B0E4-BAA4-6099C4333ABF}"/>
          </ac:graphicFrameMkLst>
        </pc:graphicFrameChg>
        <pc:graphicFrameChg chg="add mod modGraphic">
          <ac:chgData name="Sethil Dissanayake" userId="4b0cfc9a-dcb3-4984-abd8-661587220413" providerId="ADAL" clId="{F18F9E4F-1D0E-4AF4-B3E3-B82336B5498C}" dt="2026-07-10T04:06:48.182" v="563" actId="1076"/>
          <ac:graphicFrameMkLst>
            <pc:docMk/>
            <pc:sldMk cId="3642874555" sldId="2025"/>
            <ac:graphicFrameMk id="12" creationId="{21BFFA60-0B0E-CB1C-3446-AC60A3B5A273}"/>
          </ac:graphicFrameMkLst>
        </pc:graphicFrameChg>
        <pc:picChg chg="add del mod">
          <ac:chgData name="Sethil Dissanayake" userId="4b0cfc9a-dcb3-4984-abd8-661587220413" providerId="ADAL" clId="{F18F9E4F-1D0E-4AF4-B3E3-B82336B5498C}" dt="2026-07-10T04:05:53.650" v="543" actId="478"/>
          <ac:picMkLst>
            <pc:docMk/>
            <pc:sldMk cId="3642874555" sldId="2025"/>
            <ac:picMk id="7" creationId="{DD44D3E4-AE5D-8A44-4DCD-70DAA815B9F1}"/>
          </ac:picMkLst>
        </pc:picChg>
        <pc:picChg chg="mod">
          <ac:chgData name="Sethil Dissanayake" userId="4b0cfc9a-dcb3-4984-abd8-661587220413" providerId="ADAL" clId="{F18F9E4F-1D0E-4AF4-B3E3-B82336B5498C}" dt="2026-07-10T04:07:32.953" v="575" actId="14826"/>
          <ac:picMkLst>
            <pc:docMk/>
            <pc:sldMk cId="3642874555" sldId="2025"/>
            <ac:picMk id="15" creationId="{97F24A4F-8D23-F830-9DAB-D96EE4B06B18}"/>
          </ac:picMkLst>
        </pc:picChg>
        <pc:picChg chg="mod">
          <ac:chgData name="Sethil Dissanayake" userId="4b0cfc9a-dcb3-4984-abd8-661587220413" providerId="ADAL" clId="{F18F9E4F-1D0E-4AF4-B3E3-B82336B5498C}" dt="2026-07-10T04:07:19.424" v="574" actId="14826"/>
          <ac:picMkLst>
            <pc:docMk/>
            <pc:sldMk cId="3642874555" sldId="2025"/>
            <ac:picMk id="17" creationId="{29FB419C-69E5-FCE7-50A1-79433BA271F8}"/>
          </ac:picMkLst>
        </pc:picChg>
      </pc:sldChg>
      <pc:sldChg chg="addSp delSp modSp new del mod">
        <pc:chgData name="Sethil Dissanayake" userId="4b0cfc9a-dcb3-4984-abd8-661587220413" providerId="ADAL" clId="{F18F9E4F-1D0E-4AF4-B3E3-B82336B5498C}" dt="2026-07-10T06:37:32.133" v="998" actId="2696"/>
        <pc:sldMkLst>
          <pc:docMk/>
          <pc:sldMk cId="343631566" sldId="2026"/>
        </pc:sldMkLst>
        <pc:spChg chg="add del mod">
          <ac:chgData name="Sethil Dissanayake" userId="4b0cfc9a-dcb3-4984-abd8-661587220413" providerId="ADAL" clId="{F18F9E4F-1D0E-4AF4-B3E3-B82336B5498C}" dt="2026-07-10T04:32:11.930" v="995" actId="21"/>
          <ac:spMkLst>
            <pc:docMk/>
            <pc:sldMk cId="343631566" sldId="2026"/>
            <ac:spMk id="7" creationId="{78FA1B96-8457-F338-6024-93C943C73781}"/>
          </ac:spMkLst>
        </pc:spChg>
      </pc:sldChg>
      <pc:sldChg chg="del">
        <pc:chgData name="Sethil Dissanayake" userId="4b0cfc9a-dcb3-4984-abd8-661587220413" providerId="ADAL" clId="{F18F9E4F-1D0E-4AF4-B3E3-B82336B5498C}" dt="2026-07-10T04:20:59.326" v="907" actId="47"/>
        <pc:sldMkLst>
          <pc:docMk/>
          <pc:sldMk cId="1007278174" sldId="2026"/>
        </pc:sldMkLst>
      </pc:sldChg>
      <pc:sldChg chg="del">
        <pc:chgData name="Sethil Dissanayake" userId="4b0cfc9a-dcb3-4984-abd8-661587220413" providerId="ADAL" clId="{F18F9E4F-1D0E-4AF4-B3E3-B82336B5498C}" dt="2026-07-10T04:21:10.087" v="909" actId="47"/>
        <pc:sldMkLst>
          <pc:docMk/>
          <pc:sldMk cId="1253065211" sldId="2027"/>
        </pc:sldMkLst>
      </pc:sldChg>
      <pc:sldChg chg="del">
        <pc:chgData name="Sethil Dissanayake" userId="4b0cfc9a-dcb3-4984-abd8-661587220413" providerId="ADAL" clId="{F18F9E4F-1D0E-4AF4-B3E3-B82336B5498C}" dt="2026-07-10T04:21:03.274" v="908" actId="47"/>
        <pc:sldMkLst>
          <pc:docMk/>
          <pc:sldMk cId="3450040882" sldId="2028"/>
        </pc:sldMkLst>
      </pc:sldChg>
      <pc:sldChg chg="del">
        <pc:chgData name="Sethil Dissanayake" userId="4b0cfc9a-dcb3-4984-abd8-661587220413" providerId="ADAL" clId="{F18F9E4F-1D0E-4AF4-B3E3-B82336B5498C}" dt="2026-07-10T04:21:50.863" v="910" actId="47"/>
        <pc:sldMkLst>
          <pc:docMk/>
          <pc:sldMk cId="2783145091" sldId="2030"/>
        </pc:sldMkLst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https://hutchisonsl-my.sharepoint.com/personal/sethild_hutchison_lk/Documents/Desktop/KPI%20OK%20update/Capacity%20upgrades%20and%20New%20sites_KPI%20%20OK_03%20July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pathi\Downloads\Hutch\Sales%20Reports\North%20Eastern%20Cluster\North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pathi\Downloads\Hutch\Sales%20Reports\North%20Eastern%20Cluster\North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pathi\Downloads\Hutch\Sales%20Reports\North%20Eastern%20Cluster\North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pathi\Downloads\Hutch\Sales%20Reports\North%20Eastern%20Cluster\North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pathi\Downloads\Hutch\Sales%20Reports\North%20Eastern%20Cluster\North.xlsx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pathi\Downloads\Hutch\Sales%20Reports\North%20Eastern%20Cluster\North.xlsx" TargetMode="External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pathi\Downloads\Hutch\Sales%20Reports\North%20Eastern%20Cluster\North.xlsx" TargetMode="External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Total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Sheet4!$B$1</c:f>
              <c:strCache>
                <c:ptCount val="1"/>
                <c:pt idx="0">
                  <c:v>Count of Sites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Sheet4!$A$2:$A$9</c:f>
              <c:strCache>
                <c:ptCount val="8"/>
                <c:pt idx="0">
                  <c:v>Ampara</c:v>
                </c:pt>
                <c:pt idx="1">
                  <c:v>Batticaloa</c:v>
                </c:pt>
                <c:pt idx="2">
                  <c:v>Jaffna</c:v>
                </c:pt>
                <c:pt idx="3">
                  <c:v>Kilinochchi</c:v>
                </c:pt>
                <c:pt idx="4">
                  <c:v>Mullaitivu</c:v>
                </c:pt>
                <c:pt idx="5">
                  <c:v>Trincomalee</c:v>
                </c:pt>
                <c:pt idx="6">
                  <c:v>Vavuniya</c:v>
                </c:pt>
                <c:pt idx="7">
                  <c:v>Mannar</c:v>
                </c:pt>
              </c:strCache>
            </c:strRef>
          </c:cat>
          <c:val>
            <c:numRef>
              <c:f>Sheet4!$B$2:$B$9</c:f>
              <c:numCache>
                <c:formatCode>General</c:formatCode>
                <c:ptCount val="8"/>
                <c:pt idx="0">
                  <c:v>85</c:v>
                </c:pt>
                <c:pt idx="1">
                  <c:v>58</c:v>
                </c:pt>
                <c:pt idx="2">
                  <c:v>63</c:v>
                </c:pt>
                <c:pt idx="3">
                  <c:v>9</c:v>
                </c:pt>
                <c:pt idx="4">
                  <c:v>10</c:v>
                </c:pt>
                <c:pt idx="5">
                  <c:v>58</c:v>
                </c:pt>
                <c:pt idx="6">
                  <c:v>22</c:v>
                </c:pt>
                <c:pt idx="7">
                  <c:v>18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EA1-4400-89ED-4D1CDD4DC3A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658581871"/>
        <c:axId val="452765455"/>
      </c:barChart>
      <c:catAx>
        <c:axId val="65858187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52765455"/>
        <c:crosses val="autoZero"/>
        <c:auto val="1"/>
        <c:lblAlgn val="ctr"/>
        <c:lblOffset val="100"/>
        <c:noMultiLvlLbl val="0"/>
      </c:catAx>
      <c:valAx>
        <c:axId val="45276545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5858187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400" b="1" dirty="0">
                <a:solidFill>
                  <a:srgbClr val="002060"/>
                </a:solidFill>
              </a:rPr>
              <a:t>2G Voice Traffic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'2G Voice'!$B$1</c:f>
              <c:strCache>
                <c:ptCount val="1"/>
                <c:pt idx="0">
                  <c:v>Jaffna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'2G Voice'!$A$2:$A$366</c:f>
              <c:numCache>
                <c:formatCode>m/d/yyyy</c:formatCode>
                <c:ptCount val="365"/>
                <c:pt idx="0">
                  <c:v>45829</c:v>
                </c:pt>
                <c:pt idx="1">
                  <c:v>45830</c:v>
                </c:pt>
                <c:pt idx="2">
                  <c:v>45831</c:v>
                </c:pt>
                <c:pt idx="3">
                  <c:v>45832</c:v>
                </c:pt>
                <c:pt idx="4">
                  <c:v>45833</c:v>
                </c:pt>
                <c:pt idx="5">
                  <c:v>45834</c:v>
                </c:pt>
                <c:pt idx="6">
                  <c:v>45835</c:v>
                </c:pt>
                <c:pt idx="7">
                  <c:v>45836</c:v>
                </c:pt>
                <c:pt idx="8">
                  <c:v>45837</c:v>
                </c:pt>
                <c:pt idx="9">
                  <c:v>45838</c:v>
                </c:pt>
                <c:pt idx="10">
                  <c:v>45839</c:v>
                </c:pt>
                <c:pt idx="11">
                  <c:v>45840</c:v>
                </c:pt>
                <c:pt idx="12">
                  <c:v>45841</c:v>
                </c:pt>
                <c:pt idx="13">
                  <c:v>45842</c:v>
                </c:pt>
                <c:pt idx="14">
                  <c:v>45843</c:v>
                </c:pt>
                <c:pt idx="15">
                  <c:v>45844</c:v>
                </c:pt>
                <c:pt idx="16">
                  <c:v>45845</c:v>
                </c:pt>
                <c:pt idx="17">
                  <c:v>45846</c:v>
                </c:pt>
                <c:pt idx="18">
                  <c:v>45847</c:v>
                </c:pt>
                <c:pt idx="19">
                  <c:v>45848</c:v>
                </c:pt>
                <c:pt idx="20">
                  <c:v>45849</c:v>
                </c:pt>
                <c:pt idx="21">
                  <c:v>45850</c:v>
                </c:pt>
                <c:pt idx="22">
                  <c:v>45851</c:v>
                </c:pt>
                <c:pt idx="23">
                  <c:v>45852</c:v>
                </c:pt>
                <c:pt idx="24">
                  <c:v>45853</c:v>
                </c:pt>
                <c:pt idx="25">
                  <c:v>45854</c:v>
                </c:pt>
                <c:pt idx="26">
                  <c:v>45855</c:v>
                </c:pt>
                <c:pt idx="27">
                  <c:v>45856</c:v>
                </c:pt>
                <c:pt idx="28">
                  <c:v>45857</c:v>
                </c:pt>
                <c:pt idx="29">
                  <c:v>45858</c:v>
                </c:pt>
                <c:pt idx="30">
                  <c:v>45859</c:v>
                </c:pt>
                <c:pt idx="31">
                  <c:v>45860</c:v>
                </c:pt>
                <c:pt idx="32">
                  <c:v>45861</c:v>
                </c:pt>
                <c:pt idx="33">
                  <c:v>45862</c:v>
                </c:pt>
                <c:pt idx="34">
                  <c:v>45863</c:v>
                </c:pt>
                <c:pt idx="35">
                  <c:v>45864</c:v>
                </c:pt>
                <c:pt idx="36">
                  <c:v>45865</c:v>
                </c:pt>
                <c:pt idx="37">
                  <c:v>45866</c:v>
                </c:pt>
                <c:pt idx="38">
                  <c:v>45867</c:v>
                </c:pt>
                <c:pt idx="39">
                  <c:v>45868</c:v>
                </c:pt>
                <c:pt idx="40">
                  <c:v>45869</c:v>
                </c:pt>
                <c:pt idx="41">
                  <c:v>45870</c:v>
                </c:pt>
                <c:pt idx="42">
                  <c:v>45871</c:v>
                </c:pt>
                <c:pt idx="43">
                  <c:v>45872</c:v>
                </c:pt>
                <c:pt idx="44">
                  <c:v>45873</c:v>
                </c:pt>
                <c:pt idx="45">
                  <c:v>45874</c:v>
                </c:pt>
                <c:pt idx="46">
                  <c:v>45875</c:v>
                </c:pt>
                <c:pt idx="47">
                  <c:v>45876</c:v>
                </c:pt>
                <c:pt idx="48">
                  <c:v>45877</c:v>
                </c:pt>
                <c:pt idx="49">
                  <c:v>45878</c:v>
                </c:pt>
                <c:pt idx="50">
                  <c:v>45879</c:v>
                </c:pt>
                <c:pt idx="51">
                  <c:v>45880</c:v>
                </c:pt>
                <c:pt idx="52">
                  <c:v>45881</c:v>
                </c:pt>
                <c:pt idx="53">
                  <c:v>45882</c:v>
                </c:pt>
                <c:pt idx="54">
                  <c:v>45883</c:v>
                </c:pt>
                <c:pt idx="55">
                  <c:v>45884</c:v>
                </c:pt>
                <c:pt idx="56">
                  <c:v>45885</c:v>
                </c:pt>
                <c:pt idx="57">
                  <c:v>45886</c:v>
                </c:pt>
                <c:pt idx="58">
                  <c:v>45887</c:v>
                </c:pt>
                <c:pt idx="59">
                  <c:v>45888</c:v>
                </c:pt>
                <c:pt idx="60">
                  <c:v>45889</c:v>
                </c:pt>
                <c:pt idx="61">
                  <c:v>45890</c:v>
                </c:pt>
                <c:pt idx="62">
                  <c:v>45891</c:v>
                </c:pt>
                <c:pt idx="63">
                  <c:v>45892</c:v>
                </c:pt>
                <c:pt idx="64">
                  <c:v>45893</c:v>
                </c:pt>
                <c:pt idx="65">
                  <c:v>45894</c:v>
                </c:pt>
                <c:pt idx="66">
                  <c:v>45895</c:v>
                </c:pt>
                <c:pt idx="67">
                  <c:v>45896</c:v>
                </c:pt>
                <c:pt idx="68">
                  <c:v>45897</c:v>
                </c:pt>
                <c:pt idx="69">
                  <c:v>45898</c:v>
                </c:pt>
                <c:pt idx="70">
                  <c:v>45899</c:v>
                </c:pt>
                <c:pt idx="71">
                  <c:v>45900</c:v>
                </c:pt>
                <c:pt idx="72">
                  <c:v>45901</c:v>
                </c:pt>
                <c:pt idx="73">
                  <c:v>45902</c:v>
                </c:pt>
                <c:pt idx="74">
                  <c:v>45903</c:v>
                </c:pt>
                <c:pt idx="75">
                  <c:v>45904</c:v>
                </c:pt>
                <c:pt idx="76">
                  <c:v>45905</c:v>
                </c:pt>
                <c:pt idx="77">
                  <c:v>45906</c:v>
                </c:pt>
                <c:pt idx="78">
                  <c:v>45907</c:v>
                </c:pt>
                <c:pt idx="79">
                  <c:v>45908</c:v>
                </c:pt>
                <c:pt idx="80">
                  <c:v>45909</c:v>
                </c:pt>
                <c:pt idx="81">
                  <c:v>45910</c:v>
                </c:pt>
                <c:pt idx="82">
                  <c:v>45911</c:v>
                </c:pt>
                <c:pt idx="83">
                  <c:v>45912</c:v>
                </c:pt>
                <c:pt idx="84">
                  <c:v>45913</c:v>
                </c:pt>
                <c:pt idx="85">
                  <c:v>45914</c:v>
                </c:pt>
                <c:pt idx="86">
                  <c:v>45915</c:v>
                </c:pt>
                <c:pt idx="87">
                  <c:v>45916</c:v>
                </c:pt>
                <c:pt idx="88">
                  <c:v>45917</c:v>
                </c:pt>
                <c:pt idx="89">
                  <c:v>45918</c:v>
                </c:pt>
                <c:pt idx="90">
                  <c:v>45919</c:v>
                </c:pt>
                <c:pt idx="91">
                  <c:v>45920</c:v>
                </c:pt>
                <c:pt idx="92">
                  <c:v>45921</c:v>
                </c:pt>
                <c:pt idx="93">
                  <c:v>45922</c:v>
                </c:pt>
                <c:pt idx="94">
                  <c:v>45923</c:v>
                </c:pt>
                <c:pt idx="95">
                  <c:v>45924</c:v>
                </c:pt>
                <c:pt idx="96">
                  <c:v>45925</c:v>
                </c:pt>
                <c:pt idx="97">
                  <c:v>45926</c:v>
                </c:pt>
                <c:pt idx="98">
                  <c:v>45927</c:v>
                </c:pt>
                <c:pt idx="99">
                  <c:v>45928</c:v>
                </c:pt>
                <c:pt idx="100">
                  <c:v>45929</c:v>
                </c:pt>
                <c:pt idx="101">
                  <c:v>45930</c:v>
                </c:pt>
                <c:pt idx="102">
                  <c:v>45931</c:v>
                </c:pt>
                <c:pt idx="103">
                  <c:v>45932</c:v>
                </c:pt>
                <c:pt idx="104">
                  <c:v>45933</c:v>
                </c:pt>
                <c:pt idx="105">
                  <c:v>45934</c:v>
                </c:pt>
                <c:pt idx="106">
                  <c:v>45935</c:v>
                </c:pt>
                <c:pt idx="107">
                  <c:v>45936</c:v>
                </c:pt>
                <c:pt idx="108">
                  <c:v>45937</c:v>
                </c:pt>
                <c:pt idx="109">
                  <c:v>45938</c:v>
                </c:pt>
                <c:pt idx="110">
                  <c:v>45939</c:v>
                </c:pt>
                <c:pt idx="111">
                  <c:v>45940</c:v>
                </c:pt>
                <c:pt idx="112">
                  <c:v>45941</c:v>
                </c:pt>
                <c:pt idx="113">
                  <c:v>45942</c:v>
                </c:pt>
                <c:pt idx="114">
                  <c:v>45943</c:v>
                </c:pt>
                <c:pt idx="115">
                  <c:v>45944</c:v>
                </c:pt>
                <c:pt idx="116">
                  <c:v>45945</c:v>
                </c:pt>
                <c:pt idx="117">
                  <c:v>45946</c:v>
                </c:pt>
                <c:pt idx="118">
                  <c:v>45947</c:v>
                </c:pt>
                <c:pt idx="119">
                  <c:v>45948</c:v>
                </c:pt>
                <c:pt idx="120">
                  <c:v>45949</c:v>
                </c:pt>
                <c:pt idx="121">
                  <c:v>45950</c:v>
                </c:pt>
                <c:pt idx="122">
                  <c:v>45951</c:v>
                </c:pt>
                <c:pt idx="123">
                  <c:v>45952</c:v>
                </c:pt>
                <c:pt idx="124">
                  <c:v>45953</c:v>
                </c:pt>
                <c:pt idx="125">
                  <c:v>45954</c:v>
                </c:pt>
                <c:pt idx="126">
                  <c:v>45955</c:v>
                </c:pt>
                <c:pt idx="127">
                  <c:v>45956</c:v>
                </c:pt>
                <c:pt idx="128">
                  <c:v>45957</c:v>
                </c:pt>
                <c:pt idx="129">
                  <c:v>45958</c:v>
                </c:pt>
                <c:pt idx="130">
                  <c:v>45959</c:v>
                </c:pt>
                <c:pt idx="131">
                  <c:v>45960</c:v>
                </c:pt>
                <c:pt idx="132">
                  <c:v>45961</c:v>
                </c:pt>
                <c:pt idx="133">
                  <c:v>45962</c:v>
                </c:pt>
                <c:pt idx="134">
                  <c:v>45963</c:v>
                </c:pt>
                <c:pt idx="135">
                  <c:v>45964</c:v>
                </c:pt>
                <c:pt idx="136">
                  <c:v>45965</c:v>
                </c:pt>
                <c:pt idx="137">
                  <c:v>45966</c:v>
                </c:pt>
                <c:pt idx="138">
                  <c:v>45967</c:v>
                </c:pt>
                <c:pt idx="139">
                  <c:v>45968</c:v>
                </c:pt>
                <c:pt idx="140">
                  <c:v>45969</c:v>
                </c:pt>
                <c:pt idx="141">
                  <c:v>45970</c:v>
                </c:pt>
                <c:pt idx="142">
                  <c:v>45971</c:v>
                </c:pt>
                <c:pt idx="143">
                  <c:v>45972</c:v>
                </c:pt>
                <c:pt idx="144">
                  <c:v>45973</c:v>
                </c:pt>
                <c:pt idx="145">
                  <c:v>45974</c:v>
                </c:pt>
                <c:pt idx="146">
                  <c:v>45975</c:v>
                </c:pt>
                <c:pt idx="147">
                  <c:v>45976</c:v>
                </c:pt>
                <c:pt idx="148">
                  <c:v>45977</c:v>
                </c:pt>
                <c:pt idx="149">
                  <c:v>45978</c:v>
                </c:pt>
                <c:pt idx="150">
                  <c:v>45979</c:v>
                </c:pt>
                <c:pt idx="151">
                  <c:v>45980</c:v>
                </c:pt>
                <c:pt idx="152">
                  <c:v>45981</c:v>
                </c:pt>
                <c:pt idx="153">
                  <c:v>45982</c:v>
                </c:pt>
                <c:pt idx="154">
                  <c:v>45983</c:v>
                </c:pt>
                <c:pt idx="155">
                  <c:v>45984</c:v>
                </c:pt>
                <c:pt idx="156">
                  <c:v>45985</c:v>
                </c:pt>
                <c:pt idx="157">
                  <c:v>45986</c:v>
                </c:pt>
                <c:pt idx="158">
                  <c:v>45987</c:v>
                </c:pt>
                <c:pt idx="159">
                  <c:v>45988</c:v>
                </c:pt>
                <c:pt idx="160">
                  <c:v>45989</c:v>
                </c:pt>
                <c:pt idx="161">
                  <c:v>45990</c:v>
                </c:pt>
                <c:pt idx="162">
                  <c:v>45991</c:v>
                </c:pt>
                <c:pt idx="163">
                  <c:v>45992</c:v>
                </c:pt>
                <c:pt idx="164">
                  <c:v>45993</c:v>
                </c:pt>
                <c:pt idx="165">
                  <c:v>45994</c:v>
                </c:pt>
                <c:pt idx="166">
                  <c:v>45995</c:v>
                </c:pt>
                <c:pt idx="167">
                  <c:v>45996</c:v>
                </c:pt>
                <c:pt idx="168">
                  <c:v>45997</c:v>
                </c:pt>
                <c:pt idx="169">
                  <c:v>45998</c:v>
                </c:pt>
                <c:pt idx="170">
                  <c:v>45999</c:v>
                </c:pt>
                <c:pt idx="171">
                  <c:v>46000</c:v>
                </c:pt>
                <c:pt idx="172">
                  <c:v>46001</c:v>
                </c:pt>
                <c:pt idx="173">
                  <c:v>46002</c:v>
                </c:pt>
                <c:pt idx="174">
                  <c:v>46003</c:v>
                </c:pt>
                <c:pt idx="175">
                  <c:v>46004</c:v>
                </c:pt>
                <c:pt idx="176">
                  <c:v>46005</c:v>
                </c:pt>
                <c:pt idx="177">
                  <c:v>46006</c:v>
                </c:pt>
                <c:pt idx="178">
                  <c:v>46007</c:v>
                </c:pt>
                <c:pt idx="179">
                  <c:v>46008</c:v>
                </c:pt>
                <c:pt idx="180">
                  <c:v>46009</c:v>
                </c:pt>
                <c:pt idx="181">
                  <c:v>46010</c:v>
                </c:pt>
                <c:pt idx="182">
                  <c:v>46011</c:v>
                </c:pt>
                <c:pt idx="183">
                  <c:v>46012</c:v>
                </c:pt>
                <c:pt idx="184">
                  <c:v>46013</c:v>
                </c:pt>
                <c:pt idx="185">
                  <c:v>46014</c:v>
                </c:pt>
                <c:pt idx="186">
                  <c:v>46015</c:v>
                </c:pt>
                <c:pt idx="187">
                  <c:v>46016</c:v>
                </c:pt>
                <c:pt idx="188">
                  <c:v>46017</c:v>
                </c:pt>
                <c:pt idx="189">
                  <c:v>46018</c:v>
                </c:pt>
                <c:pt idx="190">
                  <c:v>46019</c:v>
                </c:pt>
                <c:pt idx="191">
                  <c:v>46020</c:v>
                </c:pt>
                <c:pt idx="192">
                  <c:v>46021</c:v>
                </c:pt>
                <c:pt idx="193">
                  <c:v>46022</c:v>
                </c:pt>
                <c:pt idx="194">
                  <c:v>46023</c:v>
                </c:pt>
                <c:pt idx="195">
                  <c:v>46024</c:v>
                </c:pt>
                <c:pt idx="196">
                  <c:v>46025</c:v>
                </c:pt>
                <c:pt idx="197">
                  <c:v>46026</c:v>
                </c:pt>
                <c:pt idx="198">
                  <c:v>46027</c:v>
                </c:pt>
                <c:pt idx="199">
                  <c:v>46028</c:v>
                </c:pt>
                <c:pt idx="200">
                  <c:v>46029</c:v>
                </c:pt>
                <c:pt idx="201">
                  <c:v>46030</c:v>
                </c:pt>
                <c:pt idx="202">
                  <c:v>46031</c:v>
                </c:pt>
                <c:pt idx="203">
                  <c:v>46032</c:v>
                </c:pt>
                <c:pt idx="204">
                  <c:v>46033</c:v>
                </c:pt>
                <c:pt idx="205">
                  <c:v>46034</c:v>
                </c:pt>
                <c:pt idx="206">
                  <c:v>46035</c:v>
                </c:pt>
                <c:pt idx="207">
                  <c:v>46036</c:v>
                </c:pt>
                <c:pt idx="208">
                  <c:v>46037</c:v>
                </c:pt>
                <c:pt idx="209">
                  <c:v>46038</c:v>
                </c:pt>
                <c:pt idx="210">
                  <c:v>46039</c:v>
                </c:pt>
                <c:pt idx="211">
                  <c:v>46040</c:v>
                </c:pt>
                <c:pt idx="212">
                  <c:v>46041</c:v>
                </c:pt>
                <c:pt idx="213">
                  <c:v>46042</c:v>
                </c:pt>
                <c:pt idx="214">
                  <c:v>46043</c:v>
                </c:pt>
                <c:pt idx="215">
                  <c:v>46044</c:v>
                </c:pt>
                <c:pt idx="216">
                  <c:v>46045</c:v>
                </c:pt>
                <c:pt idx="217">
                  <c:v>46046</c:v>
                </c:pt>
                <c:pt idx="218">
                  <c:v>46047</c:v>
                </c:pt>
                <c:pt idx="219">
                  <c:v>46048</c:v>
                </c:pt>
                <c:pt idx="220">
                  <c:v>46049</c:v>
                </c:pt>
                <c:pt idx="221">
                  <c:v>46050</c:v>
                </c:pt>
                <c:pt idx="222">
                  <c:v>46051</c:v>
                </c:pt>
                <c:pt idx="223">
                  <c:v>46052</c:v>
                </c:pt>
                <c:pt idx="224">
                  <c:v>46053</c:v>
                </c:pt>
                <c:pt idx="225">
                  <c:v>46054</c:v>
                </c:pt>
                <c:pt idx="226">
                  <c:v>46055</c:v>
                </c:pt>
                <c:pt idx="227">
                  <c:v>46056</c:v>
                </c:pt>
                <c:pt idx="228">
                  <c:v>46057</c:v>
                </c:pt>
                <c:pt idx="229">
                  <c:v>46058</c:v>
                </c:pt>
                <c:pt idx="230">
                  <c:v>46059</c:v>
                </c:pt>
                <c:pt idx="231">
                  <c:v>46060</c:v>
                </c:pt>
                <c:pt idx="232">
                  <c:v>46061</c:v>
                </c:pt>
                <c:pt idx="233">
                  <c:v>46062</c:v>
                </c:pt>
                <c:pt idx="234">
                  <c:v>46063</c:v>
                </c:pt>
                <c:pt idx="235">
                  <c:v>46064</c:v>
                </c:pt>
                <c:pt idx="236">
                  <c:v>46065</c:v>
                </c:pt>
                <c:pt idx="237">
                  <c:v>46066</c:v>
                </c:pt>
                <c:pt idx="238">
                  <c:v>46067</c:v>
                </c:pt>
                <c:pt idx="239">
                  <c:v>46068</c:v>
                </c:pt>
                <c:pt idx="240">
                  <c:v>46069</c:v>
                </c:pt>
                <c:pt idx="241">
                  <c:v>46070</c:v>
                </c:pt>
                <c:pt idx="242">
                  <c:v>46071</c:v>
                </c:pt>
                <c:pt idx="243">
                  <c:v>46072</c:v>
                </c:pt>
                <c:pt idx="244">
                  <c:v>46073</c:v>
                </c:pt>
                <c:pt idx="245">
                  <c:v>46074</c:v>
                </c:pt>
                <c:pt idx="246">
                  <c:v>46075</c:v>
                </c:pt>
                <c:pt idx="247">
                  <c:v>46076</c:v>
                </c:pt>
                <c:pt idx="248">
                  <c:v>46077</c:v>
                </c:pt>
                <c:pt idx="249">
                  <c:v>46078</c:v>
                </c:pt>
                <c:pt idx="250">
                  <c:v>46079</c:v>
                </c:pt>
                <c:pt idx="251">
                  <c:v>46080</c:v>
                </c:pt>
                <c:pt idx="252">
                  <c:v>46081</c:v>
                </c:pt>
                <c:pt idx="253">
                  <c:v>46082</c:v>
                </c:pt>
                <c:pt idx="254">
                  <c:v>46083</c:v>
                </c:pt>
                <c:pt idx="255">
                  <c:v>46084</c:v>
                </c:pt>
                <c:pt idx="256">
                  <c:v>46085</c:v>
                </c:pt>
                <c:pt idx="257">
                  <c:v>46086</c:v>
                </c:pt>
                <c:pt idx="258">
                  <c:v>46087</c:v>
                </c:pt>
                <c:pt idx="259">
                  <c:v>46088</c:v>
                </c:pt>
                <c:pt idx="260">
                  <c:v>46089</c:v>
                </c:pt>
                <c:pt idx="261">
                  <c:v>46090</c:v>
                </c:pt>
                <c:pt idx="262">
                  <c:v>46091</c:v>
                </c:pt>
                <c:pt idx="263">
                  <c:v>46092</c:v>
                </c:pt>
                <c:pt idx="264">
                  <c:v>46093</c:v>
                </c:pt>
                <c:pt idx="265">
                  <c:v>46094</c:v>
                </c:pt>
                <c:pt idx="266">
                  <c:v>46095</c:v>
                </c:pt>
                <c:pt idx="267">
                  <c:v>46096</c:v>
                </c:pt>
                <c:pt idx="268">
                  <c:v>46097</c:v>
                </c:pt>
                <c:pt idx="269">
                  <c:v>46098</c:v>
                </c:pt>
                <c:pt idx="270">
                  <c:v>46099</c:v>
                </c:pt>
                <c:pt idx="271">
                  <c:v>46100</c:v>
                </c:pt>
                <c:pt idx="272">
                  <c:v>46101</c:v>
                </c:pt>
                <c:pt idx="273">
                  <c:v>46102</c:v>
                </c:pt>
                <c:pt idx="274">
                  <c:v>46103</c:v>
                </c:pt>
                <c:pt idx="275">
                  <c:v>46104</c:v>
                </c:pt>
                <c:pt idx="276">
                  <c:v>46105</c:v>
                </c:pt>
                <c:pt idx="277">
                  <c:v>46106</c:v>
                </c:pt>
                <c:pt idx="278">
                  <c:v>46107</c:v>
                </c:pt>
                <c:pt idx="279">
                  <c:v>46108</c:v>
                </c:pt>
                <c:pt idx="280">
                  <c:v>46109</c:v>
                </c:pt>
                <c:pt idx="281">
                  <c:v>46110</c:v>
                </c:pt>
                <c:pt idx="282">
                  <c:v>46111</c:v>
                </c:pt>
                <c:pt idx="283">
                  <c:v>46112</c:v>
                </c:pt>
                <c:pt idx="284">
                  <c:v>46113</c:v>
                </c:pt>
                <c:pt idx="285">
                  <c:v>46114</c:v>
                </c:pt>
                <c:pt idx="286">
                  <c:v>46115</c:v>
                </c:pt>
                <c:pt idx="287">
                  <c:v>46116</c:v>
                </c:pt>
                <c:pt idx="288">
                  <c:v>46117</c:v>
                </c:pt>
                <c:pt idx="289">
                  <c:v>46118</c:v>
                </c:pt>
                <c:pt idx="290">
                  <c:v>46119</c:v>
                </c:pt>
                <c:pt idx="291">
                  <c:v>46120</c:v>
                </c:pt>
                <c:pt idx="292">
                  <c:v>46121</c:v>
                </c:pt>
                <c:pt idx="293">
                  <c:v>46122</c:v>
                </c:pt>
                <c:pt idx="294">
                  <c:v>46123</c:v>
                </c:pt>
                <c:pt idx="295">
                  <c:v>46124</c:v>
                </c:pt>
                <c:pt idx="296">
                  <c:v>46125</c:v>
                </c:pt>
                <c:pt idx="297">
                  <c:v>46126</c:v>
                </c:pt>
                <c:pt idx="298">
                  <c:v>46127</c:v>
                </c:pt>
                <c:pt idx="299">
                  <c:v>46128</c:v>
                </c:pt>
                <c:pt idx="300">
                  <c:v>46129</c:v>
                </c:pt>
                <c:pt idx="301">
                  <c:v>46130</c:v>
                </c:pt>
                <c:pt idx="302">
                  <c:v>46131</c:v>
                </c:pt>
                <c:pt idx="303">
                  <c:v>46132</c:v>
                </c:pt>
                <c:pt idx="304">
                  <c:v>46133</c:v>
                </c:pt>
                <c:pt idx="305">
                  <c:v>46134</c:v>
                </c:pt>
                <c:pt idx="306">
                  <c:v>46135</c:v>
                </c:pt>
                <c:pt idx="307">
                  <c:v>46136</c:v>
                </c:pt>
                <c:pt idx="308">
                  <c:v>46137</c:v>
                </c:pt>
                <c:pt idx="309">
                  <c:v>46138</c:v>
                </c:pt>
                <c:pt idx="310">
                  <c:v>46139</c:v>
                </c:pt>
                <c:pt idx="311">
                  <c:v>46140</c:v>
                </c:pt>
                <c:pt idx="312">
                  <c:v>46141</c:v>
                </c:pt>
                <c:pt idx="313">
                  <c:v>46142</c:v>
                </c:pt>
                <c:pt idx="314">
                  <c:v>46143</c:v>
                </c:pt>
                <c:pt idx="315">
                  <c:v>46144</c:v>
                </c:pt>
                <c:pt idx="316">
                  <c:v>46145</c:v>
                </c:pt>
                <c:pt idx="317">
                  <c:v>46146</c:v>
                </c:pt>
                <c:pt idx="318">
                  <c:v>46147</c:v>
                </c:pt>
                <c:pt idx="319">
                  <c:v>46148</c:v>
                </c:pt>
                <c:pt idx="320">
                  <c:v>46149</c:v>
                </c:pt>
                <c:pt idx="321">
                  <c:v>46150</c:v>
                </c:pt>
                <c:pt idx="322">
                  <c:v>46151</c:v>
                </c:pt>
                <c:pt idx="323">
                  <c:v>46152</c:v>
                </c:pt>
                <c:pt idx="324">
                  <c:v>46153</c:v>
                </c:pt>
                <c:pt idx="325">
                  <c:v>46154</c:v>
                </c:pt>
                <c:pt idx="326">
                  <c:v>46155</c:v>
                </c:pt>
                <c:pt idx="327">
                  <c:v>46156</c:v>
                </c:pt>
                <c:pt idx="328">
                  <c:v>46157</c:v>
                </c:pt>
                <c:pt idx="329">
                  <c:v>46158</c:v>
                </c:pt>
                <c:pt idx="330">
                  <c:v>46159</c:v>
                </c:pt>
                <c:pt idx="331">
                  <c:v>46160</c:v>
                </c:pt>
                <c:pt idx="332">
                  <c:v>46161</c:v>
                </c:pt>
                <c:pt idx="333">
                  <c:v>46162</c:v>
                </c:pt>
                <c:pt idx="334">
                  <c:v>46163</c:v>
                </c:pt>
                <c:pt idx="335">
                  <c:v>46164</c:v>
                </c:pt>
                <c:pt idx="336">
                  <c:v>46165</c:v>
                </c:pt>
                <c:pt idx="337">
                  <c:v>46166</c:v>
                </c:pt>
                <c:pt idx="338">
                  <c:v>46167</c:v>
                </c:pt>
                <c:pt idx="339">
                  <c:v>46168</c:v>
                </c:pt>
                <c:pt idx="340">
                  <c:v>46169</c:v>
                </c:pt>
                <c:pt idx="341">
                  <c:v>46170</c:v>
                </c:pt>
                <c:pt idx="342">
                  <c:v>46171</c:v>
                </c:pt>
                <c:pt idx="343">
                  <c:v>46172</c:v>
                </c:pt>
                <c:pt idx="344">
                  <c:v>46173</c:v>
                </c:pt>
                <c:pt idx="345">
                  <c:v>46174</c:v>
                </c:pt>
                <c:pt idx="346">
                  <c:v>46175</c:v>
                </c:pt>
                <c:pt idx="347">
                  <c:v>46176</c:v>
                </c:pt>
                <c:pt idx="348">
                  <c:v>46177</c:v>
                </c:pt>
                <c:pt idx="349">
                  <c:v>46178</c:v>
                </c:pt>
                <c:pt idx="350">
                  <c:v>46179</c:v>
                </c:pt>
                <c:pt idx="351">
                  <c:v>46180</c:v>
                </c:pt>
                <c:pt idx="352">
                  <c:v>46181</c:v>
                </c:pt>
                <c:pt idx="353">
                  <c:v>46182</c:v>
                </c:pt>
                <c:pt idx="354">
                  <c:v>46183</c:v>
                </c:pt>
                <c:pt idx="355">
                  <c:v>46184</c:v>
                </c:pt>
                <c:pt idx="356">
                  <c:v>46185</c:v>
                </c:pt>
                <c:pt idx="357">
                  <c:v>46186</c:v>
                </c:pt>
                <c:pt idx="358">
                  <c:v>46187</c:v>
                </c:pt>
                <c:pt idx="359">
                  <c:v>46188</c:v>
                </c:pt>
                <c:pt idx="360">
                  <c:v>46189</c:v>
                </c:pt>
                <c:pt idx="361">
                  <c:v>46190</c:v>
                </c:pt>
                <c:pt idx="362">
                  <c:v>46191</c:v>
                </c:pt>
                <c:pt idx="363">
                  <c:v>46192</c:v>
                </c:pt>
                <c:pt idx="364">
                  <c:v>46193</c:v>
                </c:pt>
              </c:numCache>
            </c:numRef>
          </c:cat>
          <c:val>
            <c:numRef>
              <c:f>'2G Voice'!$B$2:$B$366</c:f>
              <c:numCache>
                <c:formatCode>General</c:formatCode>
                <c:ptCount val="365"/>
                <c:pt idx="0">
                  <c:v>2606.0918999999999</c:v>
                </c:pt>
                <c:pt idx="1">
                  <c:v>2466.3901000000001</c:v>
                </c:pt>
                <c:pt idx="2">
                  <c:v>2604.8049999999998</c:v>
                </c:pt>
                <c:pt idx="3">
                  <c:v>2535.9818</c:v>
                </c:pt>
                <c:pt idx="4">
                  <c:v>2547.8913000000002</c:v>
                </c:pt>
                <c:pt idx="5">
                  <c:v>2537.7055</c:v>
                </c:pt>
                <c:pt idx="6">
                  <c:v>2496.3026999999997</c:v>
                </c:pt>
                <c:pt idx="7">
                  <c:v>2549.4947000000002</c:v>
                </c:pt>
                <c:pt idx="8">
                  <c:v>2470.1911</c:v>
                </c:pt>
                <c:pt idx="9">
                  <c:v>2588.2419999999997</c:v>
                </c:pt>
                <c:pt idx="10">
                  <c:v>2471.643</c:v>
                </c:pt>
                <c:pt idx="11">
                  <c:v>2469.2084999999997</c:v>
                </c:pt>
                <c:pt idx="12">
                  <c:v>2527.5386999999996</c:v>
                </c:pt>
                <c:pt idx="13">
                  <c:v>2453.0052000000001</c:v>
                </c:pt>
                <c:pt idx="14">
                  <c:v>2394.3951000000002</c:v>
                </c:pt>
                <c:pt idx="15">
                  <c:v>2392.7911999999997</c:v>
                </c:pt>
                <c:pt idx="16">
                  <c:v>2595.3152</c:v>
                </c:pt>
                <c:pt idx="17">
                  <c:v>2528.1486</c:v>
                </c:pt>
                <c:pt idx="18">
                  <c:v>2523.7835999999998</c:v>
                </c:pt>
                <c:pt idx="19">
                  <c:v>2411.0351000000001</c:v>
                </c:pt>
                <c:pt idx="20">
                  <c:v>2764.5346</c:v>
                </c:pt>
                <c:pt idx="21">
                  <c:v>2560.7964999999999</c:v>
                </c:pt>
                <c:pt idx="22">
                  <c:v>2342.9227999999998</c:v>
                </c:pt>
                <c:pt idx="23">
                  <c:v>2556.8620999999998</c:v>
                </c:pt>
                <c:pt idx="24">
                  <c:v>2554.4715000000001</c:v>
                </c:pt>
                <c:pt idx="25">
                  <c:v>2528.1333</c:v>
                </c:pt>
                <c:pt idx="26">
                  <c:v>2509.2662999999998</c:v>
                </c:pt>
                <c:pt idx="27">
                  <c:v>2508.1569000000004</c:v>
                </c:pt>
                <c:pt idx="28">
                  <c:v>2503.1139000000003</c:v>
                </c:pt>
                <c:pt idx="29">
                  <c:v>2388.9389999999999</c:v>
                </c:pt>
                <c:pt idx="30">
                  <c:v>2531.5313999999998</c:v>
                </c:pt>
                <c:pt idx="31">
                  <c:v>2551.2698</c:v>
                </c:pt>
                <c:pt idx="32">
                  <c:v>2493.0268999999998</c:v>
                </c:pt>
                <c:pt idx="33">
                  <c:v>2427.2783999999997</c:v>
                </c:pt>
                <c:pt idx="34">
                  <c:v>2488.6452999999997</c:v>
                </c:pt>
                <c:pt idx="35">
                  <c:v>2473.7169000000004</c:v>
                </c:pt>
                <c:pt idx="36">
                  <c:v>2392.7570000000001</c:v>
                </c:pt>
                <c:pt idx="37">
                  <c:v>2461.9136000000003</c:v>
                </c:pt>
                <c:pt idx="38">
                  <c:v>2477.7979999999998</c:v>
                </c:pt>
                <c:pt idx="39">
                  <c:v>2442.2885999999999</c:v>
                </c:pt>
                <c:pt idx="40">
                  <c:v>2479.9232999999999</c:v>
                </c:pt>
                <c:pt idx="41">
                  <c:v>2427.5001999999999</c:v>
                </c:pt>
                <c:pt idx="42">
                  <c:v>2403.5193999999997</c:v>
                </c:pt>
                <c:pt idx="43">
                  <c:v>2305.6023999999998</c:v>
                </c:pt>
                <c:pt idx="44">
                  <c:v>2493.3643000000002</c:v>
                </c:pt>
                <c:pt idx="45">
                  <c:v>2519.8593000000001</c:v>
                </c:pt>
                <c:pt idx="46">
                  <c:v>2441.4950000000003</c:v>
                </c:pt>
                <c:pt idx="47">
                  <c:v>2461.7325000000001</c:v>
                </c:pt>
                <c:pt idx="48">
                  <c:v>2383.4963000000002</c:v>
                </c:pt>
                <c:pt idx="49">
                  <c:v>2536.0917999999997</c:v>
                </c:pt>
                <c:pt idx="50">
                  <c:v>2364.3029000000001</c:v>
                </c:pt>
                <c:pt idx="51">
                  <c:v>2575.4333999999999</c:v>
                </c:pt>
                <c:pt idx="52">
                  <c:v>2516.9067999999997</c:v>
                </c:pt>
                <c:pt idx="53">
                  <c:v>2516.8748999999998</c:v>
                </c:pt>
                <c:pt idx="54">
                  <c:v>2601.1926000000003</c:v>
                </c:pt>
                <c:pt idx="55">
                  <c:v>2470.9108000000001</c:v>
                </c:pt>
                <c:pt idx="56">
                  <c:v>2624.5303000000004</c:v>
                </c:pt>
                <c:pt idx="57">
                  <c:v>2529.2019</c:v>
                </c:pt>
                <c:pt idx="58">
                  <c:v>2641.8517999999999</c:v>
                </c:pt>
                <c:pt idx="59">
                  <c:v>2636.5502000000001</c:v>
                </c:pt>
                <c:pt idx="60">
                  <c:v>2678.2757999999999</c:v>
                </c:pt>
                <c:pt idx="61">
                  <c:v>2693.9336000000003</c:v>
                </c:pt>
                <c:pt idx="62">
                  <c:v>2575.0312000000004</c:v>
                </c:pt>
                <c:pt idx="63">
                  <c:v>2675.1268</c:v>
                </c:pt>
                <c:pt idx="64">
                  <c:v>2474.37</c:v>
                </c:pt>
                <c:pt idx="65">
                  <c:v>2600.4888000000001</c:v>
                </c:pt>
                <c:pt idx="66">
                  <c:v>2542.5774000000001</c:v>
                </c:pt>
                <c:pt idx="67">
                  <c:v>2561.6738</c:v>
                </c:pt>
                <c:pt idx="68">
                  <c:v>2547.2978999999996</c:v>
                </c:pt>
                <c:pt idx="69">
                  <c:v>2526.2343999999998</c:v>
                </c:pt>
                <c:pt idx="70">
                  <c:v>2535.1052000000004</c:v>
                </c:pt>
                <c:pt idx="71">
                  <c:v>2359.3607000000002</c:v>
                </c:pt>
                <c:pt idx="72">
                  <c:v>2520.3265000000001</c:v>
                </c:pt>
                <c:pt idx="73">
                  <c:v>2506.7586999999999</c:v>
                </c:pt>
                <c:pt idx="74">
                  <c:v>2544.5966000000003</c:v>
                </c:pt>
                <c:pt idx="75">
                  <c:v>2614.2276000000002</c:v>
                </c:pt>
                <c:pt idx="76">
                  <c:v>2502.4220999999998</c:v>
                </c:pt>
                <c:pt idx="77">
                  <c:v>2518.4292</c:v>
                </c:pt>
                <c:pt idx="78">
                  <c:v>2265.5589</c:v>
                </c:pt>
                <c:pt idx="79">
                  <c:v>2354.4164000000001</c:v>
                </c:pt>
                <c:pt idx="80">
                  <c:v>2385.4674</c:v>
                </c:pt>
                <c:pt idx="81">
                  <c:v>2355.2446</c:v>
                </c:pt>
                <c:pt idx="82">
                  <c:v>2379.2744000000002</c:v>
                </c:pt>
                <c:pt idx="83">
                  <c:v>2363.1269000000002</c:v>
                </c:pt>
                <c:pt idx="84">
                  <c:v>2421.9874</c:v>
                </c:pt>
                <c:pt idx="85">
                  <c:v>2301.7653999999998</c:v>
                </c:pt>
                <c:pt idx="86">
                  <c:v>2421.9639000000002</c:v>
                </c:pt>
                <c:pt idx="87">
                  <c:v>2419.8552999999997</c:v>
                </c:pt>
                <c:pt idx="88">
                  <c:v>2395.8085999999998</c:v>
                </c:pt>
                <c:pt idx="89">
                  <c:v>2421.2078000000001</c:v>
                </c:pt>
                <c:pt idx="90">
                  <c:v>2461.752</c:v>
                </c:pt>
                <c:pt idx="91">
                  <c:v>2458.3505999999998</c:v>
                </c:pt>
                <c:pt idx="92">
                  <c:v>2329.7838999999999</c:v>
                </c:pt>
                <c:pt idx="93">
                  <c:v>2456.5736999999999</c:v>
                </c:pt>
                <c:pt idx="94">
                  <c:v>2425.8253999999997</c:v>
                </c:pt>
                <c:pt idx="95">
                  <c:v>2410.0508</c:v>
                </c:pt>
                <c:pt idx="96">
                  <c:v>2412.127</c:v>
                </c:pt>
                <c:pt idx="97">
                  <c:v>2381.8589000000002</c:v>
                </c:pt>
                <c:pt idx="98">
                  <c:v>2461.2383999999997</c:v>
                </c:pt>
                <c:pt idx="99">
                  <c:v>2289.7355000000002</c:v>
                </c:pt>
                <c:pt idx="100">
                  <c:v>2515.7869000000001</c:v>
                </c:pt>
                <c:pt idx="101">
                  <c:v>2504.4992999999999</c:v>
                </c:pt>
                <c:pt idx="102">
                  <c:v>2409.1678999999999</c:v>
                </c:pt>
                <c:pt idx="103">
                  <c:v>2433.3658999999998</c:v>
                </c:pt>
                <c:pt idx="104">
                  <c:v>2482.0736000000002</c:v>
                </c:pt>
                <c:pt idx="105">
                  <c:v>2527.3017</c:v>
                </c:pt>
                <c:pt idx="106">
                  <c:v>2524.6187999999997</c:v>
                </c:pt>
                <c:pt idx="107">
                  <c:v>2509.4193</c:v>
                </c:pt>
                <c:pt idx="108">
                  <c:v>2522.4309999999996</c:v>
                </c:pt>
                <c:pt idx="109">
                  <c:v>2470.1803</c:v>
                </c:pt>
                <c:pt idx="110">
                  <c:v>2500.0515999999998</c:v>
                </c:pt>
                <c:pt idx="111">
                  <c:v>2461.2545999999998</c:v>
                </c:pt>
                <c:pt idx="112">
                  <c:v>2430.1284000000001</c:v>
                </c:pt>
                <c:pt idx="113">
                  <c:v>2411.8586</c:v>
                </c:pt>
                <c:pt idx="114">
                  <c:v>2465.0342999999998</c:v>
                </c:pt>
                <c:pt idx="115">
                  <c:v>2458.2597000000001</c:v>
                </c:pt>
                <c:pt idx="116">
                  <c:v>2512.8777999999998</c:v>
                </c:pt>
                <c:pt idx="117">
                  <c:v>2471.9285</c:v>
                </c:pt>
                <c:pt idx="118">
                  <c:v>2487.5730000000003</c:v>
                </c:pt>
                <c:pt idx="119">
                  <c:v>2497.3093999999996</c:v>
                </c:pt>
                <c:pt idx="120">
                  <c:v>2474.9172000000003</c:v>
                </c:pt>
                <c:pt idx="121">
                  <c:v>2429.5872999999997</c:v>
                </c:pt>
                <c:pt idx="122">
                  <c:v>2575.9085</c:v>
                </c:pt>
                <c:pt idx="123">
                  <c:v>2482.1435000000001</c:v>
                </c:pt>
                <c:pt idx="124">
                  <c:v>2464.6416999999997</c:v>
                </c:pt>
                <c:pt idx="125">
                  <c:v>2403.7455</c:v>
                </c:pt>
                <c:pt idx="126">
                  <c:v>2390.8245000000002</c:v>
                </c:pt>
                <c:pt idx="127">
                  <c:v>2251.8157999999999</c:v>
                </c:pt>
                <c:pt idx="128">
                  <c:v>2454.5506</c:v>
                </c:pt>
                <c:pt idx="129">
                  <c:v>2506.5695000000001</c:v>
                </c:pt>
                <c:pt idx="130">
                  <c:v>2546.0814999999998</c:v>
                </c:pt>
                <c:pt idx="131">
                  <c:v>2451.7521999999999</c:v>
                </c:pt>
                <c:pt idx="132">
                  <c:v>2375.3065999999999</c:v>
                </c:pt>
                <c:pt idx="133">
                  <c:v>2350.2824999999998</c:v>
                </c:pt>
                <c:pt idx="134">
                  <c:v>2365.1351999999997</c:v>
                </c:pt>
                <c:pt idx="135">
                  <c:v>2553.1851000000001</c:v>
                </c:pt>
                <c:pt idx="136">
                  <c:v>2457.6163000000001</c:v>
                </c:pt>
                <c:pt idx="137">
                  <c:v>2414.0497</c:v>
                </c:pt>
                <c:pt idx="138">
                  <c:v>2382.9995000000004</c:v>
                </c:pt>
                <c:pt idx="139">
                  <c:v>2396.8589999999999</c:v>
                </c:pt>
                <c:pt idx="140">
                  <c:v>2394.0776000000001</c:v>
                </c:pt>
                <c:pt idx="141">
                  <c:v>2356.1157000000003</c:v>
                </c:pt>
                <c:pt idx="142">
                  <c:v>2527.3633</c:v>
                </c:pt>
                <c:pt idx="143">
                  <c:v>2489.4781000000003</c:v>
                </c:pt>
                <c:pt idx="144">
                  <c:v>2556.3310999999999</c:v>
                </c:pt>
                <c:pt idx="145">
                  <c:v>2563.1277</c:v>
                </c:pt>
                <c:pt idx="146">
                  <c:v>2567.2233000000001</c:v>
                </c:pt>
                <c:pt idx="147">
                  <c:v>2562.2228999999998</c:v>
                </c:pt>
                <c:pt idx="148">
                  <c:v>2479.6878999999999</c:v>
                </c:pt>
                <c:pt idx="149">
                  <c:v>2669.7548000000002</c:v>
                </c:pt>
                <c:pt idx="150">
                  <c:v>2563.7084999999997</c:v>
                </c:pt>
                <c:pt idx="151">
                  <c:v>2546.4902000000002</c:v>
                </c:pt>
                <c:pt idx="152">
                  <c:v>2591.9708000000001</c:v>
                </c:pt>
                <c:pt idx="153">
                  <c:v>2582.1965999999998</c:v>
                </c:pt>
                <c:pt idx="154">
                  <c:v>2643.1257000000001</c:v>
                </c:pt>
                <c:pt idx="155">
                  <c:v>2449.3941999999997</c:v>
                </c:pt>
                <c:pt idx="156">
                  <c:v>2733.2834000000003</c:v>
                </c:pt>
                <c:pt idx="157">
                  <c:v>2621.5173</c:v>
                </c:pt>
                <c:pt idx="158">
                  <c:v>2613.9938000000002</c:v>
                </c:pt>
                <c:pt idx="159">
                  <c:v>2676.0513000000001</c:v>
                </c:pt>
                <c:pt idx="160">
                  <c:v>3215.4060999999997</c:v>
                </c:pt>
                <c:pt idx="161">
                  <c:v>4339.3662000000004</c:v>
                </c:pt>
                <c:pt idx="162">
                  <c:v>3101.1381000000001</c:v>
                </c:pt>
                <c:pt idx="163">
                  <c:v>2888.9924000000001</c:v>
                </c:pt>
                <c:pt idx="164">
                  <c:v>2782.5563000000002</c:v>
                </c:pt>
                <c:pt idx="165">
                  <c:v>2878.3263999999999</c:v>
                </c:pt>
                <c:pt idx="166">
                  <c:v>2646.1111000000001</c:v>
                </c:pt>
                <c:pt idx="167">
                  <c:v>2741.4160999999999</c:v>
                </c:pt>
                <c:pt idx="168">
                  <c:v>2621.8939</c:v>
                </c:pt>
                <c:pt idx="169">
                  <c:v>2629.8686000000002</c:v>
                </c:pt>
                <c:pt idx="170">
                  <c:v>2802.4629999999997</c:v>
                </c:pt>
                <c:pt idx="171">
                  <c:v>2760.3676</c:v>
                </c:pt>
                <c:pt idx="172">
                  <c:v>2929.1132000000002</c:v>
                </c:pt>
                <c:pt idx="173">
                  <c:v>2777.8308999999999</c:v>
                </c:pt>
                <c:pt idx="174">
                  <c:v>2841.7143999999998</c:v>
                </c:pt>
                <c:pt idx="175">
                  <c:v>2651.1631000000002</c:v>
                </c:pt>
                <c:pt idx="176">
                  <c:v>2446.4904999999999</c:v>
                </c:pt>
                <c:pt idx="177">
                  <c:v>2704.77</c:v>
                </c:pt>
                <c:pt idx="178">
                  <c:v>2799.9868000000001</c:v>
                </c:pt>
                <c:pt idx="179">
                  <c:v>2765.2584999999999</c:v>
                </c:pt>
                <c:pt idx="180">
                  <c:v>2672.9406999999997</c:v>
                </c:pt>
                <c:pt idx="181">
                  <c:v>2656.1903000000002</c:v>
                </c:pt>
                <c:pt idx="182">
                  <c:v>2535.6492999999996</c:v>
                </c:pt>
                <c:pt idx="183">
                  <c:v>2400.6163000000001</c:v>
                </c:pt>
                <c:pt idx="184">
                  <c:v>2648.8090999999999</c:v>
                </c:pt>
                <c:pt idx="185">
                  <c:v>2564.3881000000001</c:v>
                </c:pt>
                <c:pt idx="186">
                  <c:v>2571.1428999999998</c:v>
                </c:pt>
                <c:pt idx="187">
                  <c:v>2426.3406</c:v>
                </c:pt>
                <c:pt idx="188">
                  <c:v>2623.4751999999999</c:v>
                </c:pt>
                <c:pt idx="189">
                  <c:v>2500.384</c:v>
                </c:pt>
                <c:pt idx="190">
                  <c:v>2396.9133000000002</c:v>
                </c:pt>
                <c:pt idx="191">
                  <c:v>2733.1054999999997</c:v>
                </c:pt>
                <c:pt idx="192">
                  <c:v>2652.9130999999998</c:v>
                </c:pt>
                <c:pt idx="193">
                  <c:v>2739.6786999999999</c:v>
                </c:pt>
                <c:pt idx="194">
                  <c:v>2830.5048999999999</c:v>
                </c:pt>
                <c:pt idx="195">
                  <c:v>2601.9857000000002</c:v>
                </c:pt>
                <c:pt idx="196">
                  <c:v>2531.1279999999997</c:v>
                </c:pt>
                <c:pt idx="197">
                  <c:v>2515.9216999999999</c:v>
                </c:pt>
                <c:pt idx="198">
                  <c:v>2692.6605</c:v>
                </c:pt>
                <c:pt idx="199">
                  <c:v>2676.5027999999998</c:v>
                </c:pt>
                <c:pt idx="200">
                  <c:v>2613.2860000000001</c:v>
                </c:pt>
                <c:pt idx="201">
                  <c:v>2632.6163999999999</c:v>
                </c:pt>
                <c:pt idx="202">
                  <c:v>2598.6286</c:v>
                </c:pt>
                <c:pt idx="203">
                  <c:v>2650.2494999999999</c:v>
                </c:pt>
                <c:pt idx="204">
                  <c:v>2447.1261</c:v>
                </c:pt>
                <c:pt idx="205">
                  <c:v>2659.2508000000003</c:v>
                </c:pt>
                <c:pt idx="206">
                  <c:v>2635.0787</c:v>
                </c:pt>
                <c:pt idx="207">
                  <c:v>2633.7512000000002</c:v>
                </c:pt>
                <c:pt idx="208">
                  <c:v>2450.2956999999997</c:v>
                </c:pt>
                <c:pt idx="209">
                  <c:v>2658.9364</c:v>
                </c:pt>
                <c:pt idx="210">
                  <c:v>2461.0248999999999</c:v>
                </c:pt>
                <c:pt idx="211">
                  <c:v>2297.7908000000002</c:v>
                </c:pt>
                <c:pt idx="212">
                  <c:v>2588.3897000000002</c:v>
                </c:pt>
                <c:pt idx="213">
                  <c:v>2639.6196999999997</c:v>
                </c:pt>
                <c:pt idx="214">
                  <c:v>2620.6039999999998</c:v>
                </c:pt>
                <c:pt idx="215">
                  <c:v>2722.0185999999999</c:v>
                </c:pt>
                <c:pt idx="216">
                  <c:v>2637.8351000000002</c:v>
                </c:pt>
                <c:pt idx="217">
                  <c:v>2718.8962999999999</c:v>
                </c:pt>
                <c:pt idx="218">
                  <c:v>2539.4123999999997</c:v>
                </c:pt>
                <c:pt idx="219">
                  <c:v>2651.1162000000004</c:v>
                </c:pt>
                <c:pt idx="220">
                  <c:v>2594.6655000000001</c:v>
                </c:pt>
                <c:pt idx="221">
                  <c:v>2620.4922999999999</c:v>
                </c:pt>
                <c:pt idx="222">
                  <c:v>2578.8960000000002</c:v>
                </c:pt>
                <c:pt idx="223">
                  <c:v>2600.6799000000001</c:v>
                </c:pt>
                <c:pt idx="224">
                  <c:v>2616.6419000000001</c:v>
                </c:pt>
                <c:pt idx="225">
                  <c:v>2547.1498000000001</c:v>
                </c:pt>
                <c:pt idx="226">
                  <c:v>2642.8285000000001</c:v>
                </c:pt>
                <c:pt idx="227">
                  <c:v>2633.5970000000002</c:v>
                </c:pt>
                <c:pt idx="228">
                  <c:v>2487.029</c:v>
                </c:pt>
                <c:pt idx="229">
                  <c:v>2778.7452000000003</c:v>
                </c:pt>
                <c:pt idx="230">
                  <c:v>2671.4935</c:v>
                </c:pt>
                <c:pt idx="231">
                  <c:v>2609.7224999999999</c:v>
                </c:pt>
                <c:pt idx="232">
                  <c:v>2424.0608999999999</c:v>
                </c:pt>
                <c:pt idx="233">
                  <c:v>2672.9069</c:v>
                </c:pt>
                <c:pt idx="234">
                  <c:v>2661.2140000000004</c:v>
                </c:pt>
                <c:pt idx="235">
                  <c:v>2646.7860000000001</c:v>
                </c:pt>
                <c:pt idx="236">
                  <c:v>2633.76</c:v>
                </c:pt>
                <c:pt idx="237">
                  <c:v>2629.9742999999999</c:v>
                </c:pt>
                <c:pt idx="238">
                  <c:v>2590.6019999999999</c:v>
                </c:pt>
                <c:pt idx="239">
                  <c:v>2398.7197000000001</c:v>
                </c:pt>
                <c:pt idx="240">
                  <c:v>2646.8940000000002</c:v>
                </c:pt>
                <c:pt idx="241">
                  <c:v>2526.0969</c:v>
                </c:pt>
                <c:pt idx="242">
                  <c:v>2576.1207999999997</c:v>
                </c:pt>
                <c:pt idx="243">
                  <c:v>2571.6941999999999</c:v>
                </c:pt>
                <c:pt idx="244">
                  <c:v>2634.5463999999997</c:v>
                </c:pt>
                <c:pt idx="245">
                  <c:v>2671.4283</c:v>
                </c:pt>
                <c:pt idx="246">
                  <c:v>2559.3001999999997</c:v>
                </c:pt>
                <c:pt idx="247">
                  <c:v>2626.7808999999997</c:v>
                </c:pt>
                <c:pt idx="248">
                  <c:v>2648.1838000000002</c:v>
                </c:pt>
                <c:pt idx="249">
                  <c:v>2700.5554999999999</c:v>
                </c:pt>
                <c:pt idx="250">
                  <c:v>2631.1523999999999</c:v>
                </c:pt>
                <c:pt idx="251">
                  <c:v>2556.1526999999996</c:v>
                </c:pt>
                <c:pt idx="252">
                  <c:v>2800.6152999999999</c:v>
                </c:pt>
                <c:pt idx="253">
                  <c:v>2656.9662000000003</c:v>
                </c:pt>
                <c:pt idx="254">
                  <c:v>2668.7661000000003</c:v>
                </c:pt>
                <c:pt idx="255">
                  <c:v>2662.6387</c:v>
                </c:pt>
                <c:pt idx="256">
                  <c:v>2626.8445999999999</c:v>
                </c:pt>
                <c:pt idx="257">
                  <c:v>2621.0952000000002</c:v>
                </c:pt>
                <c:pt idx="258">
                  <c:v>2557.1998000000003</c:v>
                </c:pt>
                <c:pt idx="259">
                  <c:v>2512.1152999999999</c:v>
                </c:pt>
                <c:pt idx="260">
                  <c:v>2445.5000999999997</c:v>
                </c:pt>
                <c:pt idx="261">
                  <c:v>2673.2620000000002</c:v>
                </c:pt>
                <c:pt idx="262">
                  <c:v>2704.0889000000002</c:v>
                </c:pt>
                <c:pt idx="263">
                  <c:v>2633.7393000000002</c:v>
                </c:pt>
                <c:pt idx="264">
                  <c:v>2589.7037</c:v>
                </c:pt>
                <c:pt idx="265">
                  <c:v>2418.7386999999999</c:v>
                </c:pt>
                <c:pt idx="266">
                  <c:v>2370.4059000000002</c:v>
                </c:pt>
                <c:pt idx="267">
                  <c:v>2280.5934999999999</c:v>
                </c:pt>
                <c:pt idx="268">
                  <c:v>2524.6145000000001</c:v>
                </c:pt>
                <c:pt idx="269">
                  <c:v>2475.2887000000001</c:v>
                </c:pt>
                <c:pt idx="270">
                  <c:v>2438.3492999999999</c:v>
                </c:pt>
                <c:pt idx="271">
                  <c:v>2474.1559999999999</c:v>
                </c:pt>
                <c:pt idx="272">
                  <c:v>2473.7961</c:v>
                </c:pt>
                <c:pt idx="273">
                  <c:v>2325.6085000000003</c:v>
                </c:pt>
                <c:pt idx="274">
                  <c:v>2224.2047000000002</c:v>
                </c:pt>
                <c:pt idx="275">
                  <c:v>2425.971</c:v>
                </c:pt>
                <c:pt idx="276">
                  <c:v>2423.7592</c:v>
                </c:pt>
                <c:pt idx="277">
                  <c:v>2449.6374000000001</c:v>
                </c:pt>
                <c:pt idx="278">
                  <c:v>2545.8953000000001</c:v>
                </c:pt>
                <c:pt idx="279">
                  <c:v>2494.0232999999998</c:v>
                </c:pt>
                <c:pt idx="280">
                  <c:v>2462.7265000000002</c:v>
                </c:pt>
                <c:pt idx="281">
                  <c:v>2450.5688</c:v>
                </c:pt>
                <c:pt idx="282">
                  <c:v>2665.2767000000003</c:v>
                </c:pt>
                <c:pt idx="283">
                  <c:v>2685.2784999999999</c:v>
                </c:pt>
                <c:pt idx="284">
                  <c:v>2670.0939000000003</c:v>
                </c:pt>
                <c:pt idx="285">
                  <c:v>2640.2503000000002</c:v>
                </c:pt>
                <c:pt idx="286">
                  <c:v>2438.0855999999999</c:v>
                </c:pt>
                <c:pt idx="287">
                  <c:v>2570.8339000000001</c:v>
                </c:pt>
                <c:pt idx="288">
                  <c:v>2493.3403999999996</c:v>
                </c:pt>
                <c:pt idx="289">
                  <c:v>2662.0056</c:v>
                </c:pt>
                <c:pt idx="290">
                  <c:v>2648.0097000000001</c:v>
                </c:pt>
                <c:pt idx="291">
                  <c:v>2684.2692000000002</c:v>
                </c:pt>
                <c:pt idx="292">
                  <c:v>2614.1682000000001</c:v>
                </c:pt>
                <c:pt idx="293">
                  <c:v>2501.2741999999998</c:v>
                </c:pt>
                <c:pt idx="294">
                  <c:v>2360.7352999999998</c:v>
                </c:pt>
                <c:pt idx="295">
                  <c:v>2170.2961</c:v>
                </c:pt>
                <c:pt idx="296">
                  <c:v>2179.4567000000002</c:v>
                </c:pt>
                <c:pt idx="297">
                  <c:v>2167.0083</c:v>
                </c:pt>
                <c:pt idx="298">
                  <c:v>2288.7258999999999</c:v>
                </c:pt>
                <c:pt idx="299">
                  <c:v>2309.2807000000003</c:v>
                </c:pt>
                <c:pt idx="300">
                  <c:v>2318.7946000000002</c:v>
                </c:pt>
                <c:pt idx="301">
                  <c:v>2297.1747999999998</c:v>
                </c:pt>
                <c:pt idx="302">
                  <c:v>2287.2655</c:v>
                </c:pt>
                <c:pt idx="303">
                  <c:v>2543.1598000000004</c:v>
                </c:pt>
                <c:pt idx="304">
                  <c:v>2577.895</c:v>
                </c:pt>
                <c:pt idx="305">
                  <c:v>2536.6464999999998</c:v>
                </c:pt>
                <c:pt idx="306">
                  <c:v>2544.0362</c:v>
                </c:pt>
                <c:pt idx="307">
                  <c:v>2546.87</c:v>
                </c:pt>
                <c:pt idx="308">
                  <c:v>2371.5940000000001</c:v>
                </c:pt>
                <c:pt idx="309">
                  <c:v>2275.8171000000002</c:v>
                </c:pt>
                <c:pt idx="310">
                  <c:v>2588.4879000000001</c:v>
                </c:pt>
                <c:pt idx="311">
                  <c:v>2567.1639999999998</c:v>
                </c:pt>
                <c:pt idx="312">
                  <c:v>2552.1345000000001</c:v>
                </c:pt>
                <c:pt idx="313">
                  <c:v>2614.6514999999999</c:v>
                </c:pt>
                <c:pt idx="314">
                  <c:v>2397.0371999999998</c:v>
                </c:pt>
                <c:pt idx="315">
                  <c:v>2532.8740000000003</c:v>
                </c:pt>
                <c:pt idx="316">
                  <c:v>2459.4092999999998</c:v>
                </c:pt>
                <c:pt idx="317">
                  <c:v>2644.0355999999997</c:v>
                </c:pt>
                <c:pt idx="318">
                  <c:v>2566.855</c:v>
                </c:pt>
                <c:pt idx="319">
                  <c:v>2529.4036999999998</c:v>
                </c:pt>
                <c:pt idx="320">
                  <c:v>2575.2255</c:v>
                </c:pt>
                <c:pt idx="321">
                  <c:v>2485.4036000000001</c:v>
                </c:pt>
                <c:pt idx="322">
                  <c:v>2515.5970000000002</c:v>
                </c:pt>
                <c:pt idx="323">
                  <c:v>2363.9123</c:v>
                </c:pt>
                <c:pt idx="324">
                  <c:v>2535.6772000000001</c:v>
                </c:pt>
                <c:pt idx="325">
                  <c:v>2527.8215999999998</c:v>
                </c:pt>
                <c:pt idx="326">
                  <c:v>2553.8742999999999</c:v>
                </c:pt>
                <c:pt idx="327">
                  <c:v>2559.0089000000003</c:v>
                </c:pt>
                <c:pt idx="328">
                  <c:v>2582.8837999999996</c:v>
                </c:pt>
                <c:pt idx="329">
                  <c:v>2464.3715000000002</c:v>
                </c:pt>
                <c:pt idx="330">
                  <c:v>2464.7842000000001</c:v>
                </c:pt>
                <c:pt idx="331">
                  <c:v>2691.9243999999999</c:v>
                </c:pt>
                <c:pt idx="332">
                  <c:v>2656.3543</c:v>
                </c:pt>
                <c:pt idx="333">
                  <c:v>2665.5553</c:v>
                </c:pt>
                <c:pt idx="334">
                  <c:v>2703.4885999999997</c:v>
                </c:pt>
                <c:pt idx="335">
                  <c:v>2712.0900999999999</c:v>
                </c:pt>
                <c:pt idx="336">
                  <c:v>2564.2264</c:v>
                </c:pt>
                <c:pt idx="337">
                  <c:v>2407.3369000000002</c:v>
                </c:pt>
                <c:pt idx="338">
                  <c:v>2640.8126000000002</c:v>
                </c:pt>
                <c:pt idx="339">
                  <c:v>2592.9438</c:v>
                </c:pt>
                <c:pt idx="340">
                  <c:v>2612.6087000000002</c:v>
                </c:pt>
                <c:pt idx="341">
                  <c:v>2552.6913999999997</c:v>
                </c:pt>
                <c:pt idx="342">
                  <c:v>2473.5488</c:v>
                </c:pt>
                <c:pt idx="343">
                  <c:v>2363.038</c:v>
                </c:pt>
                <c:pt idx="344">
                  <c:v>2351.8240000000001</c:v>
                </c:pt>
                <c:pt idx="345">
                  <c:v>2511.8827000000001</c:v>
                </c:pt>
                <c:pt idx="346">
                  <c:v>2552.4848000000002</c:v>
                </c:pt>
                <c:pt idx="347">
                  <c:v>2567.7132999999999</c:v>
                </c:pt>
                <c:pt idx="348">
                  <c:v>2509.9948999999997</c:v>
                </c:pt>
                <c:pt idx="349">
                  <c:v>2530.0511000000001</c:v>
                </c:pt>
                <c:pt idx="350">
                  <c:v>2612.1062000000002</c:v>
                </c:pt>
                <c:pt idx="351">
                  <c:v>2444.3543999999997</c:v>
                </c:pt>
                <c:pt idx="352">
                  <c:v>2585.5079999999998</c:v>
                </c:pt>
                <c:pt idx="353">
                  <c:v>2525.6627999999996</c:v>
                </c:pt>
                <c:pt idx="354">
                  <c:v>2608.9157999999998</c:v>
                </c:pt>
                <c:pt idx="355">
                  <c:v>2547.5722000000001</c:v>
                </c:pt>
                <c:pt idx="356">
                  <c:v>2545.5520999999999</c:v>
                </c:pt>
                <c:pt idx="357">
                  <c:v>2582.7183</c:v>
                </c:pt>
                <c:pt idx="358">
                  <c:v>2418.2674999999999</c:v>
                </c:pt>
                <c:pt idx="359">
                  <c:v>2588.3213999999998</c:v>
                </c:pt>
                <c:pt idx="360">
                  <c:v>2621.7680999999998</c:v>
                </c:pt>
                <c:pt idx="361">
                  <c:v>2587.9048000000003</c:v>
                </c:pt>
                <c:pt idx="362">
                  <c:v>2617.8863999999999</c:v>
                </c:pt>
                <c:pt idx="363">
                  <c:v>2667.5843999999997</c:v>
                </c:pt>
                <c:pt idx="364">
                  <c:v>2676.3920000000003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3EE5-4250-9F12-058A17DFE5A6}"/>
            </c:ext>
          </c:extLst>
        </c:ser>
        <c:ser>
          <c:idx val="1"/>
          <c:order val="1"/>
          <c:tx>
            <c:strRef>
              <c:f>'2G Voice'!$C$1</c:f>
              <c:strCache>
                <c:ptCount val="1"/>
                <c:pt idx="0">
                  <c:v>Kilinochchi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Ref>
              <c:f>'2G Voice'!$A$2:$A$366</c:f>
              <c:numCache>
                <c:formatCode>m/d/yyyy</c:formatCode>
                <c:ptCount val="365"/>
                <c:pt idx="0">
                  <c:v>45829</c:v>
                </c:pt>
                <c:pt idx="1">
                  <c:v>45830</c:v>
                </c:pt>
                <c:pt idx="2">
                  <c:v>45831</c:v>
                </c:pt>
                <c:pt idx="3">
                  <c:v>45832</c:v>
                </c:pt>
                <c:pt idx="4">
                  <c:v>45833</c:v>
                </c:pt>
                <c:pt idx="5">
                  <c:v>45834</c:v>
                </c:pt>
                <c:pt idx="6">
                  <c:v>45835</c:v>
                </c:pt>
                <c:pt idx="7">
                  <c:v>45836</c:v>
                </c:pt>
                <c:pt idx="8">
                  <c:v>45837</c:v>
                </c:pt>
                <c:pt idx="9">
                  <c:v>45838</c:v>
                </c:pt>
                <c:pt idx="10">
                  <c:v>45839</c:v>
                </c:pt>
                <c:pt idx="11">
                  <c:v>45840</c:v>
                </c:pt>
                <c:pt idx="12">
                  <c:v>45841</c:v>
                </c:pt>
                <c:pt idx="13">
                  <c:v>45842</c:v>
                </c:pt>
                <c:pt idx="14">
                  <c:v>45843</c:v>
                </c:pt>
                <c:pt idx="15">
                  <c:v>45844</c:v>
                </c:pt>
                <c:pt idx="16">
                  <c:v>45845</c:v>
                </c:pt>
                <c:pt idx="17">
                  <c:v>45846</c:v>
                </c:pt>
                <c:pt idx="18">
                  <c:v>45847</c:v>
                </c:pt>
                <c:pt idx="19">
                  <c:v>45848</c:v>
                </c:pt>
                <c:pt idx="20">
                  <c:v>45849</c:v>
                </c:pt>
                <c:pt idx="21">
                  <c:v>45850</c:v>
                </c:pt>
                <c:pt idx="22">
                  <c:v>45851</c:v>
                </c:pt>
                <c:pt idx="23">
                  <c:v>45852</c:v>
                </c:pt>
                <c:pt idx="24">
                  <c:v>45853</c:v>
                </c:pt>
                <c:pt idx="25">
                  <c:v>45854</c:v>
                </c:pt>
                <c:pt idx="26">
                  <c:v>45855</c:v>
                </c:pt>
                <c:pt idx="27">
                  <c:v>45856</c:v>
                </c:pt>
                <c:pt idx="28">
                  <c:v>45857</c:v>
                </c:pt>
                <c:pt idx="29">
                  <c:v>45858</c:v>
                </c:pt>
                <c:pt idx="30">
                  <c:v>45859</c:v>
                </c:pt>
                <c:pt idx="31">
                  <c:v>45860</c:v>
                </c:pt>
                <c:pt idx="32">
                  <c:v>45861</c:v>
                </c:pt>
                <c:pt idx="33">
                  <c:v>45862</c:v>
                </c:pt>
                <c:pt idx="34">
                  <c:v>45863</c:v>
                </c:pt>
                <c:pt idx="35">
                  <c:v>45864</c:v>
                </c:pt>
                <c:pt idx="36">
                  <c:v>45865</c:v>
                </c:pt>
                <c:pt idx="37">
                  <c:v>45866</c:v>
                </c:pt>
                <c:pt idx="38">
                  <c:v>45867</c:v>
                </c:pt>
                <c:pt idx="39">
                  <c:v>45868</c:v>
                </c:pt>
                <c:pt idx="40">
                  <c:v>45869</c:v>
                </c:pt>
                <c:pt idx="41">
                  <c:v>45870</c:v>
                </c:pt>
                <c:pt idx="42">
                  <c:v>45871</c:v>
                </c:pt>
                <c:pt idx="43">
                  <c:v>45872</c:v>
                </c:pt>
                <c:pt idx="44">
                  <c:v>45873</c:v>
                </c:pt>
                <c:pt idx="45">
                  <c:v>45874</c:v>
                </c:pt>
                <c:pt idx="46">
                  <c:v>45875</c:v>
                </c:pt>
                <c:pt idx="47">
                  <c:v>45876</c:v>
                </c:pt>
                <c:pt idx="48">
                  <c:v>45877</c:v>
                </c:pt>
                <c:pt idx="49">
                  <c:v>45878</c:v>
                </c:pt>
                <c:pt idx="50">
                  <c:v>45879</c:v>
                </c:pt>
                <c:pt idx="51">
                  <c:v>45880</c:v>
                </c:pt>
                <c:pt idx="52">
                  <c:v>45881</c:v>
                </c:pt>
                <c:pt idx="53">
                  <c:v>45882</c:v>
                </c:pt>
                <c:pt idx="54">
                  <c:v>45883</c:v>
                </c:pt>
                <c:pt idx="55">
                  <c:v>45884</c:v>
                </c:pt>
                <c:pt idx="56">
                  <c:v>45885</c:v>
                </c:pt>
                <c:pt idx="57">
                  <c:v>45886</c:v>
                </c:pt>
                <c:pt idx="58">
                  <c:v>45887</c:v>
                </c:pt>
                <c:pt idx="59">
                  <c:v>45888</c:v>
                </c:pt>
                <c:pt idx="60">
                  <c:v>45889</c:v>
                </c:pt>
                <c:pt idx="61">
                  <c:v>45890</c:v>
                </c:pt>
                <c:pt idx="62">
                  <c:v>45891</c:v>
                </c:pt>
                <c:pt idx="63">
                  <c:v>45892</c:v>
                </c:pt>
                <c:pt idx="64">
                  <c:v>45893</c:v>
                </c:pt>
                <c:pt idx="65">
                  <c:v>45894</c:v>
                </c:pt>
                <c:pt idx="66">
                  <c:v>45895</c:v>
                </c:pt>
                <c:pt idx="67">
                  <c:v>45896</c:v>
                </c:pt>
                <c:pt idx="68">
                  <c:v>45897</c:v>
                </c:pt>
                <c:pt idx="69">
                  <c:v>45898</c:v>
                </c:pt>
                <c:pt idx="70">
                  <c:v>45899</c:v>
                </c:pt>
                <c:pt idx="71">
                  <c:v>45900</c:v>
                </c:pt>
                <c:pt idx="72">
                  <c:v>45901</c:v>
                </c:pt>
                <c:pt idx="73">
                  <c:v>45902</c:v>
                </c:pt>
                <c:pt idx="74">
                  <c:v>45903</c:v>
                </c:pt>
                <c:pt idx="75">
                  <c:v>45904</c:v>
                </c:pt>
                <c:pt idx="76">
                  <c:v>45905</c:v>
                </c:pt>
                <c:pt idx="77">
                  <c:v>45906</c:v>
                </c:pt>
                <c:pt idx="78">
                  <c:v>45907</c:v>
                </c:pt>
                <c:pt idx="79">
                  <c:v>45908</c:v>
                </c:pt>
                <c:pt idx="80">
                  <c:v>45909</c:v>
                </c:pt>
                <c:pt idx="81">
                  <c:v>45910</c:v>
                </c:pt>
                <c:pt idx="82">
                  <c:v>45911</c:v>
                </c:pt>
                <c:pt idx="83">
                  <c:v>45912</c:v>
                </c:pt>
                <c:pt idx="84">
                  <c:v>45913</c:v>
                </c:pt>
                <c:pt idx="85">
                  <c:v>45914</c:v>
                </c:pt>
                <c:pt idx="86">
                  <c:v>45915</c:v>
                </c:pt>
                <c:pt idx="87">
                  <c:v>45916</c:v>
                </c:pt>
                <c:pt idx="88">
                  <c:v>45917</c:v>
                </c:pt>
                <c:pt idx="89">
                  <c:v>45918</c:v>
                </c:pt>
                <c:pt idx="90">
                  <c:v>45919</c:v>
                </c:pt>
                <c:pt idx="91">
                  <c:v>45920</c:v>
                </c:pt>
                <c:pt idx="92">
                  <c:v>45921</c:v>
                </c:pt>
                <c:pt idx="93">
                  <c:v>45922</c:v>
                </c:pt>
                <c:pt idx="94">
                  <c:v>45923</c:v>
                </c:pt>
                <c:pt idx="95">
                  <c:v>45924</c:v>
                </c:pt>
                <c:pt idx="96">
                  <c:v>45925</c:v>
                </c:pt>
                <c:pt idx="97">
                  <c:v>45926</c:v>
                </c:pt>
                <c:pt idx="98">
                  <c:v>45927</c:v>
                </c:pt>
                <c:pt idx="99">
                  <c:v>45928</c:v>
                </c:pt>
                <c:pt idx="100">
                  <c:v>45929</c:v>
                </c:pt>
                <c:pt idx="101">
                  <c:v>45930</c:v>
                </c:pt>
                <c:pt idx="102">
                  <c:v>45931</c:v>
                </c:pt>
                <c:pt idx="103">
                  <c:v>45932</c:v>
                </c:pt>
                <c:pt idx="104">
                  <c:v>45933</c:v>
                </c:pt>
                <c:pt idx="105">
                  <c:v>45934</c:v>
                </c:pt>
                <c:pt idx="106">
                  <c:v>45935</c:v>
                </c:pt>
                <c:pt idx="107">
                  <c:v>45936</c:v>
                </c:pt>
                <c:pt idx="108">
                  <c:v>45937</c:v>
                </c:pt>
                <c:pt idx="109">
                  <c:v>45938</c:v>
                </c:pt>
                <c:pt idx="110">
                  <c:v>45939</c:v>
                </c:pt>
                <c:pt idx="111">
                  <c:v>45940</c:v>
                </c:pt>
                <c:pt idx="112">
                  <c:v>45941</c:v>
                </c:pt>
                <c:pt idx="113">
                  <c:v>45942</c:v>
                </c:pt>
                <c:pt idx="114">
                  <c:v>45943</c:v>
                </c:pt>
                <c:pt idx="115">
                  <c:v>45944</c:v>
                </c:pt>
                <c:pt idx="116">
                  <c:v>45945</c:v>
                </c:pt>
                <c:pt idx="117">
                  <c:v>45946</c:v>
                </c:pt>
                <c:pt idx="118">
                  <c:v>45947</c:v>
                </c:pt>
                <c:pt idx="119">
                  <c:v>45948</c:v>
                </c:pt>
                <c:pt idx="120">
                  <c:v>45949</c:v>
                </c:pt>
                <c:pt idx="121">
                  <c:v>45950</c:v>
                </c:pt>
                <c:pt idx="122">
                  <c:v>45951</c:v>
                </c:pt>
                <c:pt idx="123">
                  <c:v>45952</c:v>
                </c:pt>
                <c:pt idx="124">
                  <c:v>45953</c:v>
                </c:pt>
                <c:pt idx="125">
                  <c:v>45954</c:v>
                </c:pt>
                <c:pt idx="126">
                  <c:v>45955</c:v>
                </c:pt>
                <c:pt idx="127">
                  <c:v>45956</c:v>
                </c:pt>
                <c:pt idx="128">
                  <c:v>45957</c:v>
                </c:pt>
                <c:pt idx="129">
                  <c:v>45958</c:v>
                </c:pt>
                <c:pt idx="130">
                  <c:v>45959</c:v>
                </c:pt>
                <c:pt idx="131">
                  <c:v>45960</c:v>
                </c:pt>
                <c:pt idx="132">
                  <c:v>45961</c:v>
                </c:pt>
                <c:pt idx="133">
                  <c:v>45962</c:v>
                </c:pt>
                <c:pt idx="134">
                  <c:v>45963</c:v>
                </c:pt>
                <c:pt idx="135">
                  <c:v>45964</c:v>
                </c:pt>
                <c:pt idx="136">
                  <c:v>45965</c:v>
                </c:pt>
                <c:pt idx="137">
                  <c:v>45966</c:v>
                </c:pt>
                <c:pt idx="138">
                  <c:v>45967</c:v>
                </c:pt>
                <c:pt idx="139">
                  <c:v>45968</c:v>
                </c:pt>
                <c:pt idx="140">
                  <c:v>45969</c:v>
                </c:pt>
                <c:pt idx="141">
                  <c:v>45970</c:v>
                </c:pt>
                <c:pt idx="142">
                  <c:v>45971</c:v>
                </c:pt>
                <c:pt idx="143">
                  <c:v>45972</c:v>
                </c:pt>
                <c:pt idx="144">
                  <c:v>45973</c:v>
                </c:pt>
                <c:pt idx="145">
                  <c:v>45974</c:v>
                </c:pt>
                <c:pt idx="146">
                  <c:v>45975</c:v>
                </c:pt>
                <c:pt idx="147">
                  <c:v>45976</c:v>
                </c:pt>
                <c:pt idx="148">
                  <c:v>45977</c:v>
                </c:pt>
                <c:pt idx="149">
                  <c:v>45978</c:v>
                </c:pt>
                <c:pt idx="150">
                  <c:v>45979</c:v>
                </c:pt>
                <c:pt idx="151">
                  <c:v>45980</c:v>
                </c:pt>
                <c:pt idx="152">
                  <c:v>45981</c:v>
                </c:pt>
                <c:pt idx="153">
                  <c:v>45982</c:v>
                </c:pt>
                <c:pt idx="154">
                  <c:v>45983</c:v>
                </c:pt>
                <c:pt idx="155">
                  <c:v>45984</c:v>
                </c:pt>
                <c:pt idx="156">
                  <c:v>45985</c:v>
                </c:pt>
                <c:pt idx="157">
                  <c:v>45986</c:v>
                </c:pt>
                <c:pt idx="158">
                  <c:v>45987</c:v>
                </c:pt>
                <c:pt idx="159">
                  <c:v>45988</c:v>
                </c:pt>
                <c:pt idx="160">
                  <c:v>45989</c:v>
                </c:pt>
                <c:pt idx="161">
                  <c:v>45990</c:v>
                </c:pt>
                <c:pt idx="162">
                  <c:v>45991</c:v>
                </c:pt>
                <c:pt idx="163">
                  <c:v>45992</c:v>
                </c:pt>
                <c:pt idx="164">
                  <c:v>45993</c:v>
                </c:pt>
                <c:pt idx="165">
                  <c:v>45994</c:v>
                </c:pt>
                <c:pt idx="166">
                  <c:v>45995</c:v>
                </c:pt>
                <c:pt idx="167">
                  <c:v>45996</c:v>
                </c:pt>
                <c:pt idx="168">
                  <c:v>45997</c:v>
                </c:pt>
                <c:pt idx="169">
                  <c:v>45998</c:v>
                </c:pt>
                <c:pt idx="170">
                  <c:v>45999</c:v>
                </c:pt>
                <c:pt idx="171">
                  <c:v>46000</c:v>
                </c:pt>
                <c:pt idx="172">
                  <c:v>46001</c:v>
                </c:pt>
                <c:pt idx="173">
                  <c:v>46002</c:v>
                </c:pt>
                <c:pt idx="174">
                  <c:v>46003</c:v>
                </c:pt>
                <c:pt idx="175">
                  <c:v>46004</c:v>
                </c:pt>
                <c:pt idx="176">
                  <c:v>46005</c:v>
                </c:pt>
                <c:pt idx="177">
                  <c:v>46006</c:v>
                </c:pt>
                <c:pt idx="178">
                  <c:v>46007</c:v>
                </c:pt>
                <c:pt idx="179">
                  <c:v>46008</c:v>
                </c:pt>
                <c:pt idx="180">
                  <c:v>46009</c:v>
                </c:pt>
                <c:pt idx="181">
                  <c:v>46010</c:v>
                </c:pt>
                <c:pt idx="182">
                  <c:v>46011</c:v>
                </c:pt>
                <c:pt idx="183">
                  <c:v>46012</c:v>
                </c:pt>
                <c:pt idx="184">
                  <c:v>46013</c:v>
                </c:pt>
                <c:pt idx="185">
                  <c:v>46014</c:v>
                </c:pt>
                <c:pt idx="186">
                  <c:v>46015</c:v>
                </c:pt>
                <c:pt idx="187">
                  <c:v>46016</c:v>
                </c:pt>
                <c:pt idx="188">
                  <c:v>46017</c:v>
                </c:pt>
                <c:pt idx="189">
                  <c:v>46018</c:v>
                </c:pt>
                <c:pt idx="190">
                  <c:v>46019</c:v>
                </c:pt>
                <c:pt idx="191">
                  <c:v>46020</c:v>
                </c:pt>
                <c:pt idx="192">
                  <c:v>46021</c:v>
                </c:pt>
                <c:pt idx="193">
                  <c:v>46022</c:v>
                </c:pt>
                <c:pt idx="194">
                  <c:v>46023</c:v>
                </c:pt>
                <c:pt idx="195">
                  <c:v>46024</c:v>
                </c:pt>
                <c:pt idx="196">
                  <c:v>46025</c:v>
                </c:pt>
                <c:pt idx="197">
                  <c:v>46026</c:v>
                </c:pt>
                <c:pt idx="198">
                  <c:v>46027</c:v>
                </c:pt>
                <c:pt idx="199">
                  <c:v>46028</c:v>
                </c:pt>
                <c:pt idx="200">
                  <c:v>46029</c:v>
                </c:pt>
                <c:pt idx="201">
                  <c:v>46030</c:v>
                </c:pt>
                <c:pt idx="202">
                  <c:v>46031</c:v>
                </c:pt>
                <c:pt idx="203">
                  <c:v>46032</c:v>
                </c:pt>
                <c:pt idx="204">
                  <c:v>46033</c:v>
                </c:pt>
                <c:pt idx="205">
                  <c:v>46034</c:v>
                </c:pt>
                <c:pt idx="206">
                  <c:v>46035</c:v>
                </c:pt>
                <c:pt idx="207">
                  <c:v>46036</c:v>
                </c:pt>
                <c:pt idx="208">
                  <c:v>46037</c:v>
                </c:pt>
                <c:pt idx="209">
                  <c:v>46038</c:v>
                </c:pt>
                <c:pt idx="210">
                  <c:v>46039</c:v>
                </c:pt>
                <c:pt idx="211">
                  <c:v>46040</c:v>
                </c:pt>
                <c:pt idx="212">
                  <c:v>46041</c:v>
                </c:pt>
                <c:pt idx="213">
                  <c:v>46042</c:v>
                </c:pt>
                <c:pt idx="214">
                  <c:v>46043</c:v>
                </c:pt>
                <c:pt idx="215">
                  <c:v>46044</c:v>
                </c:pt>
                <c:pt idx="216">
                  <c:v>46045</c:v>
                </c:pt>
                <c:pt idx="217">
                  <c:v>46046</c:v>
                </c:pt>
                <c:pt idx="218">
                  <c:v>46047</c:v>
                </c:pt>
                <c:pt idx="219">
                  <c:v>46048</c:v>
                </c:pt>
                <c:pt idx="220">
                  <c:v>46049</c:v>
                </c:pt>
                <c:pt idx="221">
                  <c:v>46050</c:v>
                </c:pt>
                <c:pt idx="222">
                  <c:v>46051</c:v>
                </c:pt>
                <c:pt idx="223">
                  <c:v>46052</c:v>
                </c:pt>
                <c:pt idx="224">
                  <c:v>46053</c:v>
                </c:pt>
                <c:pt idx="225">
                  <c:v>46054</c:v>
                </c:pt>
                <c:pt idx="226">
                  <c:v>46055</c:v>
                </c:pt>
                <c:pt idx="227">
                  <c:v>46056</c:v>
                </c:pt>
                <c:pt idx="228">
                  <c:v>46057</c:v>
                </c:pt>
                <c:pt idx="229">
                  <c:v>46058</c:v>
                </c:pt>
                <c:pt idx="230">
                  <c:v>46059</c:v>
                </c:pt>
                <c:pt idx="231">
                  <c:v>46060</c:v>
                </c:pt>
                <c:pt idx="232">
                  <c:v>46061</c:v>
                </c:pt>
                <c:pt idx="233">
                  <c:v>46062</c:v>
                </c:pt>
                <c:pt idx="234">
                  <c:v>46063</c:v>
                </c:pt>
                <c:pt idx="235">
                  <c:v>46064</c:v>
                </c:pt>
                <c:pt idx="236">
                  <c:v>46065</c:v>
                </c:pt>
                <c:pt idx="237">
                  <c:v>46066</c:v>
                </c:pt>
                <c:pt idx="238">
                  <c:v>46067</c:v>
                </c:pt>
                <c:pt idx="239">
                  <c:v>46068</c:v>
                </c:pt>
                <c:pt idx="240">
                  <c:v>46069</c:v>
                </c:pt>
                <c:pt idx="241">
                  <c:v>46070</c:v>
                </c:pt>
                <c:pt idx="242">
                  <c:v>46071</c:v>
                </c:pt>
                <c:pt idx="243">
                  <c:v>46072</c:v>
                </c:pt>
                <c:pt idx="244">
                  <c:v>46073</c:v>
                </c:pt>
                <c:pt idx="245">
                  <c:v>46074</c:v>
                </c:pt>
                <c:pt idx="246">
                  <c:v>46075</c:v>
                </c:pt>
                <c:pt idx="247">
                  <c:v>46076</c:v>
                </c:pt>
                <c:pt idx="248">
                  <c:v>46077</c:v>
                </c:pt>
                <c:pt idx="249">
                  <c:v>46078</c:v>
                </c:pt>
                <c:pt idx="250">
                  <c:v>46079</c:v>
                </c:pt>
                <c:pt idx="251">
                  <c:v>46080</c:v>
                </c:pt>
                <c:pt idx="252">
                  <c:v>46081</c:v>
                </c:pt>
                <c:pt idx="253">
                  <c:v>46082</c:v>
                </c:pt>
                <c:pt idx="254">
                  <c:v>46083</c:v>
                </c:pt>
                <c:pt idx="255">
                  <c:v>46084</c:v>
                </c:pt>
                <c:pt idx="256">
                  <c:v>46085</c:v>
                </c:pt>
                <c:pt idx="257">
                  <c:v>46086</c:v>
                </c:pt>
                <c:pt idx="258">
                  <c:v>46087</c:v>
                </c:pt>
                <c:pt idx="259">
                  <c:v>46088</c:v>
                </c:pt>
                <c:pt idx="260">
                  <c:v>46089</c:v>
                </c:pt>
                <c:pt idx="261">
                  <c:v>46090</c:v>
                </c:pt>
                <c:pt idx="262">
                  <c:v>46091</c:v>
                </c:pt>
                <c:pt idx="263">
                  <c:v>46092</c:v>
                </c:pt>
                <c:pt idx="264">
                  <c:v>46093</c:v>
                </c:pt>
                <c:pt idx="265">
                  <c:v>46094</c:v>
                </c:pt>
                <c:pt idx="266">
                  <c:v>46095</c:v>
                </c:pt>
                <c:pt idx="267">
                  <c:v>46096</c:v>
                </c:pt>
                <c:pt idx="268">
                  <c:v>46097</c:v>
                </c:pt>
                <c:pt idx="269">
                  <c:v>46098</c:v>
                </c:pt>
                <c:pt idx="270">
                  <c:v>46099</c:v>
                </c:pt>
                <c:pt idx="271">
                  <c:v>46100</c:v>
                </c:pt>
                <c:pt idx="272">
                  <c:v>46101</c:v>
                </c:pt>
                <c:pt idx="273">
                  <c:v>46102</c:v>
                </c:pt>
                <c:pt idx="274">
                  <c:v>46103</c:v>
                </c:pt>
                <c:pt idx="275">
                  <c:v>46104</c:v>
                </c:pt>
                <c:pt idx="276">
                  <c:v>46105</c:v>
                </c:pt>
                <c:pt idx="277">
                  <c:v>46106</c:v>
                </c:pt>
                <c:pt idx="278">
                  <c:v>46107</c:v>
                </c:pt>
                <c:pt idx="279">
                  <c:v>46108</c:v>
                </c:pt>
                <c:pt idx="280">
                  <c:v>46109</c:v>
                </c:pt>
                <c:pt idx="281">
                  <c:v>46110</c:v>
                </c:pt>
                <c:pt idx="282">
                  <c:v>46111</c:v>
                </c:pt>
                <c:pt idx="283">
                  <c:v>46112</c:v>
                </c:pt>
                <c:pt idx="284">
                  <c:v>46113</c:v>
                </c:pt>
                <c:pt idx="285">
                  <c:v>46114</c:v>
                </c:pt>
                <c:pt idx="286">
                  <c:v>46115</c:v>
                </c:pt>
                <c:pt idx="287">
                  <c:v>46116</c:v>
                </c:pt>
                <c:pt idx="288">
                  <c:v>46117</c:v>
                </c:pt>
                <c:pt idx="289">
                  <c:v>46118</c:v>
                </c:pt>
                <c:pt idx="290">
                  <c:v>46119</c:v>
                </c:pt>
                <c:pt idx="291">
                  <c:v>46120</c:v>
                </c:pt>
                <c:pt idx="292">
                  <c:v>46121</c:v>
                </c:pt>
                <c:pt idx="293">
                  <c:v>46122</c:v>
                </c:pt>
                <c:pt idx="294">
                  <c:v>46123</c:v>
                </c:pt>
                <c:pt idx="295">
                  <c:v>46124</c:v>
                </c:pt>
                <c:pt idx="296">
                  <c:v>46125</c:v>
                </c:pt>
                <c:pt idx="297">
                  <c:v>46126</c:v>
                </c:pt>
                <c:pt idx="298">
                  <c:v>46127</c:v>
                </c:pt>
                <c:pt idx="299">
                  <c:v>46128</c:v>
                </c:pt>
                <c:pt idx="300">
                  <c:v>46129</c:v>
                </c:pt>
                <c:pt idx="301">
                  <c:v>46130</c:v>
                </c:pt>
                <c:pt idx="302">
                  <c:v>46131</c:v>
                </c:pt>
                <c:pt idx="303">
                  <c:v>46132</c:v>
                </c:pt>
                <c:pt idx="304">
                  <c:v>46133</c:v>
                </c:pt>
                <c:pt idx="305">
                  <c:v>46134</c:v>
                </c:pt>
                <c:pt idx="306">
                  <c:v>46135</c:v>
                </c:pt>
                <c:pt idx="307">
                  <c:v>46136</c:v>
                </c:pt>
                <c:pt idx="308">
                  <c:v>46137</c:v>
                </c:pt>
                <c:pt idx="309">
                  <c:v>46138</c:v>
                </c:pt>
                <c:pt idx="310">
                  <c:v>46139</c:v>
                </c:pt>
                <c:pt idx="311">
                  <c:v>46140</c:v>
                </c:pt>
                <c:pt idx="312">
                  <c:v>46141</c:v>
                </c:pt>
                <c:pt idx="313">
                  <c:v>46142</c:v>
                </c:pt>
                <c:pt idx="314">
                  <c:v>46143</c:v>
                </c:pt>
                <c:pt idx="315">
                  <c:v>46144</c:v>
                </c:pt>
                <c:pt idx="316">
                  <c:v>46145</c:v>
                </c:pt>
                <c:pt idx="317">
                  <c:v>46146</c:v>
                </c:pt>
                <c:pt idx="318">
                  <c:v>46147</c:v>
                </c:pt>
                <c:pt idx="319">
                  <c:v>46148</c:v>
                </c:pt>
                <c:pt idx="320">
                  <c:v>46149</c:v>
                </c:pt>
                <c:pt idx="321">
                  <c:v>46150</c:v>
                </c:pt>
                <c:pt idx="322">
                  <c:v>46151</c:v>
                </c:pt>
                <c:pt idx="323">
                  <c:v>46152</c:v>
                </c:pt>
                <c:pt idx="324">
                  <c:v>46153</c:v>
                </c:pt>
                <c:pt idx="325">
                  <c:v>46154</c:v>
                </c:pt>
                <c:pt idx="326">
                  <c:v>46155</c:v>
                </c:pt>
                <c:pt idx="327">
                  <c:v>46156</c:v>
                </c:pt>
                <c:pt idx="328">
                  <c:v>46157</c:v>
                </c:pt>
                <c:pt idx="329">
                  <c:v>46158</c:v>
                </c:pt>
                <c:pt idx="330">
                  <c:v>46159</c:v>
                </c:pt>
                <c:pt idx="331">
                  <c:v>46160</c:v>
                </c:pt>
                <c:pt idx="332">
                  <c:v>46161</c:v>
                </c:pt>
                <c:pt idx="333">
                  <c:v>46162</c:v>
                </c:pt>
                <c:pt idx="334">
                  <c:v>46163</c:v>
                </c:pt>
                <c:pt idx="335">
                  <c:v>46164</c:v>
                </c:pt>
                <c:pt idx="336">
                  <c:v>46165</c:v>
                </c:pt>
                <c:pt idx="337">
                  <c:v>46166</c:v>
                </c:pt>
                <c:pt idx="338">
                  <c:v>46167</c:v>
                </c:pt>
                <c:pt idx="339">
                  <c:v>46168</c:v>
                </c:pt>
                <c:pt idx="340">
                  <c:v>46169</c:v>
                </c:pt>
                <c:pt idx="341">
                  <c:v>46170</c:v>
                </c:pt>
                <c:pt idx="342">
                  <c:v>46171</c:v>
                </c:pt>
                <c:pt idx="343">
                  <c:v>46172</c:v>
                </c:pt>
                <c:pt idx="344">
                  <c:v>46173</c:v>
                </c:pt>
                <c:pt idx="345">
                  <c:v>46174</c:v>
                </c:pt>
                <c:pt idx="346">
                  <c:v>46175</c:v>
                </c:pt>
                <c:pt idx="347">
                  <c:v>46176</c:v>
                </c:pt>
                <c:pt idx="348">
                  <c:v>46177</c:v>
                </c:pt>
                <c:pt idx="349">
                  <c:v>46178</c:v>
                </c:pt>
                <c:pt idx="350">
                  <c:v>46179</c:v>
                </c:pt>
                <c:pt idx="351">
                  <c:v>46180</c:v>
                </c:pt>
                <c:pt idx="352">
                  <c:v>46181</c:v>
                </c:pt>
                <c:pt idx="353">
                  <c:v>46182</c:v>
                </c:pt>
                <c:pt idx="354">
                  <c:v>46183</c:v>
                </c:pt>
                <c:pt idx="355">
                  <c:v>46184</c:v>
                </c:pt>
                <c:pt idx="356">
                  <c:v>46185</c:v>
                </c:pt>
                <c:pt idx="357">
                  <c:v>46186</c:v>
                </c:pt>
                <c:pt idx="358">
                  <c:v>46187</c:v>
                </c:pt>
                <c:pt idx="359">
                  <c:v>46188</c:v>
                </c:pt>
                <c:pt idx="360">
                  <c:v>46189</c:v>
                </c:pt>
                <c:pt idx="361">
                  <c:v>46190</c:v>
                </c:pt>
                <c:pt idx="362">
                  <c:v>46191</c:v>
                </c:pt>
                <c:pt idx="363">
                  <c:v>46192</c:v>
                </c:pt>
                <c:pt idx="364">
                  <c:v>46193</c:v>
                </c:pt>
              </c:numCache>
            </c:numRef>
          </c:cat>
          <c:val>
            <c:numRef>
              <c:f>'2G Voice'!$C$2:$C$366</c:f>
              <c:numCache>
                <c:formatCode>General</c:formatCode>
                <c:ptCount val="365"/>
                <c:pt idx="0">
                  <c:v>551.97540000000004</c:v>
                </c:pt>
                <c:pt idx="1">
                  <c:v>547.33280000000002</c:v>
                </c:pt>
                <c:pt idx="2">
                  <c:v>594.21839999999997</c:v>
                </c:pt>
                <c:pt idx="3">
                  <c:v>634.553</c:v>
                </c:pt>
                <c:pt idx="4">
                  <c:v>628.30200000000002</c:v>
                </c:pt>
                <c:pt idx="5">
                  <c:v>571.82389999999998</c:v>
                </c:pt>
                <c:pt idx="6">
                  <c:v>574.51310000000001</c:v>
                </c:pt>
                <c:pt idx="7">
                  <c:v>536.05880000000002</c:v>
                </c:pt>
                <c:pt idx="8">
                  <c:v>508.9699</c:v>
                </c:pt>
                <c:pt idx="9">
                  <c:v>634.49680000000001</c:v>
                </c:pt>
                <c:pt idx="10">
                  <c:v>630.65070000000003</c:v>
                </c:pt>
                <c:pt idx="11">
                  <c:v>585.95310000000006</c:v>
                </c:pt>
                <c:pt idx="12">
                  <c:v>599.76439999999991</c:v>
                </c:pt>
                <c:pt idx="13">
                  <c:v>552.45129999999995</c:v>
                </c:pt>
                <c:pt idx="14">
                  <c:v>543.61840000000007</c:v>
                </c:pt>
                <c:pt idx="15">
                  <c:v>557.4070999999999</c:v>
                </c:pt>
                <c:pt idx="16">
                  <c:v>582.90980000000002</c:v>
                </c:pt>
                <c:pt idx="17">
                  <c:v>543.26400000000001</c:v>
                </c:pt>
                <c:pt idx="18">
                  <c:v>516.58619999999996</c:v>
                </c:pt>
                <c:pt idx="19">
                  <c:v>438.87240000000003</c:v>
                </c:pt>
                <c:pt idx="20">
                  <c:v>487.7133</c:v>
                </c:pt>
                <c:pt idx="21">
                  <c:v>445.50030000000004</c:v>
                </c:pt>
                <c:pt idx="22">
                  <c:v>481.62970000000001</c:v>
                </c:pt>
                <c:pt idx="23">
                  <c:v>609.83619999999996</c:v>
                </c:pt>
                <c:pt idx="24">
                  <c:v>598.98659999999995</c:v>
                </c:pt>
                <c:pt idx="25">
                  <c:v>598.90959999999995</c:v>
                </c:pt>
                <c:pt idx="26">
                  <c:v>581.0231</c:v>
                </c:pt>
                <c:pt idx="27">
                  <c:v>567.36799999999994</c:v>
                </c:pt>
                <c:pt idx="28">
                  <c:v>513.86360000000002</c:v>
                </c:pt>
                <c:pt idx="29">
                  <c:v>519.39510000000007</c:v>
                </c:pt>
                <c:pt idx="30">
                  <c:v>547.34620000000007</c:v>
                </c:pt>
                <c:pt idx="31">
                  <c:v>524.33000000000004</c:v>
                </c:pt>
                <c:pt idx="32">
                  <c:v>533.43410000000006</c:v>
                </c:pt>
                <c:pt idx="33">
                  <c:v>520.00029999999992</c:v>
                </c:pt>
                <c:pt idx="34">
                  <c:v>510.71519999999998</c:v>
                </c:pt>
                <c:pt idx="35">
                  <c:v>484.13150000000002</c:v>
                </c:pt>
                <c:pt idx="36">
                  <c:v>483.99979999999999</c:v>
                </c:pt>
                <c:pt idx="37">
                  <c:v>518.54829999999993</c:v>
                </c:pt>
                <c:pt idx="38">
                  <c:v>540.34929999999997</c:v>
                </c:pt>
                <c:pt idx="39">
                  <c:v>565.55590000000007</c:v>
                </c:pt>
                <c:pt idx="40">
                  <c:v>528.74580000000003</c:v>
                </c:pt>
                <c:pt idx="41">
                  <c:v>574.77229999999997</c:v>
                </c:pt>
                <c:pt idx="42">
                  <c:v>522.72069999999997</c:v>
                </c:pt>
                <c:pt idx="43">
                  <c:v>529.68630000000007</c:v>
                </c:pt>
                <c:pt idx="44">
                  <c:v>560.52319999999997</c:v>
                </c:pt>
                <c:pt idx="45">
                  <c:v>581.91999999999996</c:v>
                </c:pt>
                <c:pt idx="46">
                  <c:v>537.10029999999995</c:v>
                </c:pt>
                <c:pt idx="47">
                  <c:v>507.23280000000005</c:v>
                </c:pt>
                <c:pt idx="48">
                  <c:v>477.48849999999999</c:v>
                </c:pt>
                <c:pt idx="49">
                  <c:v>468.6669</c:v>
                </c:pt>
                <c:pt idx="50">
                  <c:v>495.64830000000001</c:v>
                </c:pt>
                <c:pt idx="51">
                  <c:v>573.79460000000006</c:v>
                </c:pt>
                <c:pt idx="52">
                  <c:v>588.89859999999999</c:v>
                </c:pt>
                <c:pt idx="53">
                  <c:v>558.97789999999998</c:v>
                </c:pt>
                <c:pt idx="54">
                  <c:v>554.06970000000001</c:v>
                </c:pt>
                <c:pt idx="55">
                  <c:v>593.55930000000001</c:v>
                </c:pt>
                <c:pt idx="56">
                  <c:v>563.97940000000006</c:v>
                </c:pt>
                <c:pt idx="57">
                  <c:v>547.3741</c:v>
                </c:pt>
                <c:pt idx="58">
                  <c:v>554.86929999999995</c:v>
                </c:pt>
                <c:pt idx="59">
                  <c:v>593.10719999999992</c:v>
                </c:pt>
                <c:pt idx="60">
                  <c:v>572.64059999999995</c:v>
                </c:pt>
                <c:pt idx="61">
                  <c:v>558.42500000000007</c:v>
                </c:pt>
                <c:pt idx="62">
                  <c:v>564.97040000000004</c:v>
                </c:pt>
                <c:pt idx="63">
                  <c:v>533.18410000000006</c:v>
                </c:pt>
                <c:pt idx="64">
                  <c:v>525.34619999999995</c:v>
                </c:pt>
                <c:pt idx="65">
                  <c:v>559.16849999999999</c:v>
                </c:pt>
                <c:pt idx="66">
                  <c:v>613.77970000000005</c:v>
                </c:pt>
                <c:pt idx="67">
                  <c:v>636.7410000000001</c:v>
                </c:pt>
                <c:pt idx="68">
                  <c:v>575.89649999999995</c:v>
                </c:pt>
                <c:pt idx="69">
                  <c:v>550.2967000000001</c:v>
                </c:pt>
                <c:pt idx="70">
                  <c:v>559.42739999999992</c:v>
                </c:pt>
                <c:pt idx="71">
                  <c:v>594.50869999999998</c:v>
                </c:pt>
                <c:pt idx="72">
                  <c:v>636.4199000000001</c:v>
                </c:pt>
                <c:pt idx="73">
                  <c:v>639.399</c:v>
                </c:pt>
                <c:pt idx="74">
                  <c:v>594.85609999999997</c:v>
                </c:pt>
                <c:pt idx="75">
                  <c:v>545.68169999999998</c:v>
                </c:pt>
                <c:pt idx="76">
                  <c:v>503.1848</c:v>
                </c:pt>
                <c:pt idx="77">
                  <c:v>487.13169999999997</c:v>
                </c:pt>
                <c:pt idx="78">
                  <c:v>459.93729999999999</c:v>
                </c:pt>
                <c:pt idx="79">
                  <c:v>551.22820000000002</c:v>
                </c:pt>
                <c:pt idx="80">
                  <c:v>584.10630000000003</c:v>
                </c:pt>
                <c:pt idx="81">
                  <c:v>590.93410000000006</c:v>
                </c:pt>
                <c:pt idx="82">
                  <c:v>618.09669999999994</c:v>
                </c:pt>
                <c:pt idx="83">
                  <c:v>592.255</c:v>
                </c:pt>
                <c:pt idx="84">
                  <c:v>580.86519999999996</c:v>
                </c:pt>
                <c:pt idx="85">
                  <c:v>536.04350000000011</c:v>
                </c:pt>
                <c:pt idx="86">
                  <c:v>560.17560000000003</c:v>
                </c:pt>
                <c:pt idx="87">
                  <c:v>557.34370000000001</c:v>
                </c:pt>
                <c:pt idx="88">
                  <c:v>584.88229999999999</c:v>
                </c:pt>
                <c:pt idx="89">
                  <c:v>533.04160000000002</c:v>
                </c:pt>
                <c:pt idx="90">
                  <c:v>567.18459999999993</c:v>
                </c:pt>
                <c:pt idx="91">
                  <c:v>564.52949999999998</c:v>
                </c:pt>
                <c:pt idx="92">
                  <c:v>563.19080000000008</c:v>
                </c:pt>
                <c:pt idx="93">
                  <c:v>598.40629999999999</c:v>
                </c:pt>
                <c:pt idx="94">
                  <c:v>593.80579999999998</c:v>
                </c:pt>
                <c:pt idx="95">
                  <c:v>592.11899999999991</c:v>
                </c:pt>
                <c:pt idx="96">
                  <c:v>604.24459999999999</c:v>
                </c:pt>
                <c:pt idx="97">
                  <c:v>546.35140000000001</c:v>
                </c:pt>
                <c:pt idx="98">
                  <c:v>531.72090000000003</c:v>
                </c:pt>
                <c:pt idx="99">
                  <c:v>542.15840000000003</c:v>
                </c:pt>
                <c:pt idx="100">
                  <c:v>566.8048</c:v>
                </c:pt>
                <c:pt idx="101">
                  <c:v>580.26639999999998</c:v>
                </c:pt>
                <c:pt idx="102">
                  <c:v>565.65520000000004</c:v>
                </c:pt>
                <c:pt idx="103">
                  <c:v>556.43889999999999</c:v>
                </c:pt>
                <c:pt idx="104">
                  <c:v>494.67930000000001</c:v>
                </c:pt>
                <c:pt idx="105">
                  <c:v>471.12549999999999</c:v>
                </c:pt>
                <c:pt idx="106">
                  <c:v>458.45780000000002</c:v>
                </c:pt>
                <c:pt idx="107">
                  <c:v>489.32959999999997</c:v>
                </c:pt>
                <c:pt idx="108">
                  <c:v>535.20540000000005</c:v>
                </c:pt>
                <c:pt idx="109">
                  <c:v>557.69619999999998</c:v>
                </c:pt>
                <c:pt idx="110">
                  <c:v>551.22030000000007</c:v>
                </c:pt>
                <c:pt idx="111">
                  <c:v>567.77700000000004</c:v>
                </c:pt>
                <c:pt idx="112">
                  <c:v>541.15350000000001</c:v>
                </c:pt>
                <c:pt idx="113">
                  <c:v>521.74509999999998</c:v>
                </c:pt>
                <c:pt idx="114">
                  <c:v>523.75229999999999</c:v>
                </c:pt>
                <c:pt idx="115">
                  <c:v>576.40649999999994</c:v>
                </c:pt>
                <c:pt idx="116">
                  <c:v>559.22299999999996</c:v>
                </c:pt>
                <c:pt idx="117">
                  <c:v>564.88519999999994</c:v>
                </c:pt>
                <c:pt idx="118">
                  <c:v>541.40589999999997</c:v>
                </c:pt>
                <c:pt idx="119">
                  <c:v>488.9674</c:v>
                </c:pt>
                <c:pt idx="120">
                  <c:v>483.23259999999999</c:v>
                </c:pt>
                <c:pt idx="121">
                  <c:v>508.62959999999998</c:v>
                </c:pt>
                <c:pt idx="122">
                  <c:v>519.10799999999995</c:v>
                </c:pt>
                <c:pt idx="123">
                  <c:v>537.43039999999996</c:v>
                </c:pt>
                <c:pt idx="124">
                  <c:v>533.44990000000007</c:v>
                </c:pt>
                <c:pt idx="125">
                  <c:v>498.8587</c:v>
                </c:pt>
                <c:pt idx="126">
                  <c:v>498.4744</c:v>
                </c:pt>
                <c:pt idx="127">
                  <c:v>290.92410000000001</c:v>
                </c:pt>
                <c:pt idx="128">
                  <c:v>554.71609999999998</c:v>
                </c:pt>
                <c:pt idx="129">
                  <c:v>537.09450000000004</c:v>
                </c:pt>
                <c:pt idx="130">
                  <c:v>568.88110000000006</c:v>
                </c:pt>
                <c:pt idx="131">
                  <c:v>515.36979999999994</c:v>
                </c:pt>
                <c:pt idx="132">
                  <c:v>514.9194</c:v>
                </c:pt>
                <c:pt idx="133">
                  <c:v>494.96719999999999</c:v>
                </c:pt>
                <c:pt idx="134">
                  <c:v>508.38889999999998</c:v>
                </c:pt>
                <c:pt idx="135">
                  <c:v>560.85509999999999</c:v>
                </c:pt>
                <c:pt idx="136">
                  <c:v>555.73989999999992</c:v>
                </c:pt>
                <c:pt idx="137">
                  <c:v>500.65780000000001</c:v>
                </c:pt>
                <c:pt idx="138">
                  <c:v>502.73869999999999</c:v>
                </c:pt>
                <c:pt idx="139">
                  <c:v>496.28699999999998</c:v>
                </c:pt>
                <c:pt idx="140">
                  <c:v>478.21039999999999</c:v>
                </c:pt>
                <c:pt idx="141">
                  <c:v>473.48670000000004</c:v>
                </c:pt>
                <c:pt idx="142">
                  <c:v>516.48260000000005</c:v>
                </c:pt>
                <c:pt idx="143">
                  <c:v>523.06029999999998</c:v>
                </c:pt>
                <c:pt idx="144">
                  <c:v>537.54920000000004</c:v>
                </c:pt>
                <c:pt idx="145">
                  <c:v>528.45029999999997</c:v>
                </c:pt>
                <c:pt idx="146">
                  <c:v>506.57710000000003</c:v>
                </c:pt>
                <c:pt idx="147">
                  <c:v>477.14299999999997</c:v>
                </c:pt>
                <c:pt idx="148">
                  <c:v>472.84280000000001</c:v>
                </c:pt>
                <c:pt idx="149">
                  <c:v>502.50609999999995</c:v>
                </c:pt>
                <c:pt idx="150">
                  <c:v>487.56940000000003</c:v>
                </c:pt>
                <c:pt idx="151">
                  <c:v>507.97280000000001</c:v>
                </c:pt>
                <c:pt idx="152">
                  <c:v>485.33080000000001</c:v>
                </c:pt>
                <c:pt idx="153">
                  <c:v>470.81810000000002</c:v>
                </c:pt>
                <c:pt idx="154">
                  <c:v>475.83359999999999</c:v>
                </c:pt>
                <c:pt idx="155">
                  <c:v>475.74299999999999</c:v>
                </c:pt>
                <c:pt idx="156">
                  <c:v>475.20770000000005</c:v>
                </c:pt>
                <c:pt idx="157">
                  <c:v>478.61349999999999</c:v>
                </c:pt>
                <c:pt idx="158">
                  <c:v>527.971</c:v>
                </c:pt>
                <c:pt idx="159">
                  <c:v>498.47579999999999</c:v>
                </c:pt>
                <c:pt idx="160">
                  <c:v>494.97860000000003</c:v>
                </c:pt>
                <c:pt idx="161">
                  <c:v>518.26609999999994</c:v>
                </c:pt>
                <c:pt idx="162">
                  <c:v>496.50549999999998</c:v>
                </c:pt>
                <c:pt idx="163">
                  <c:v>407.87270000000001</c:v>
                </c:pt>
                <c:pt idx="164">
                  <c:v>406.1474</c:v>
                </c:pt>
                <c:pt idx="165">
                  <c:v>432.86849999999998</c:v>
                </c:pt>
                <c:pt idx="166">
                  <c:v>428.0763</c:v>
                </c:pt>
                <c:pt idx="167">
                  <c:v>426.0009</c:v>
                </c:pt>
                <c:pt idx="168">
                  <c:v>399.7518</c:v>
                </c:pt>
                <c:pt idx="169">
                  <c:v>430.86940000000004</c:v>
                </c:pt>
                <c:pt idx="170">
                  <c:v>487.79050000000001</c:v>
                </c:pt>
                <c:pt idx="171">
                  <c:v>493.84790000000004</c:v>
                </c:pt>
                <c:pt idx="172">
                  <c:v>506.42900000000003</c:v>
                </c:pt>
                <c:pt idx="173">
                  <c:v>469.60840000000002</c:v>
                </c:pt>
                <c:pt idx="174">
                  <c:v>455.87990000000002</c:v>
                </c:pt>
                <c:pt idx="175">
                  <c:v>451.90249999999997</c:v>
                </c:pt>
                <c:pt idx="176">
                  <c:v>488.46850000000001</c:v>
                </c:pt>
                <c:pt idx="177">
                  <c:v>508.19920000000002</c:v>
                </c:pt>
                <c:pt idx="178">
                  <c:v>506.16399999999999</c:v>
                </c:pt>
                <c:pt idx="179">
                  <c:v>496.80689999999998</c:v>
                </c:pt>
                <c:pt idx="180">
                  <c:v>507.0292</c:v>
                </c:pt>
                <c:pt idx="181">
                  <c:v>477.54199999999997</c:v>
                </c:pt>
                <c:pt idx="182">
                  <c:v>412.1816</c:v>
                </c:pt>
                <c:pt idx="183">
                  <c:v>378.40889999999996</c:v>
                </c:pt>
                <c:pt idx="184">
                  <c:v>385.76850000000002</c:v>
                </c:pt>
                <c:pt idx="185">
                  <c:v>402.60630000000003</c:v>
                </c:pt>
                <c:pt idx="186">
                  <c:v>363.62669999999997</c:v>
                </c:pt>
                <c:pt idx="187">
                  <c:v>351.67310000000003</c:v>
                </c:pt>
                <c:pt idx="188">
                  <c:v>364.74950000000001</c:v>
                </c:pt>
                <c:pt idx="189">
                  <c:v>359.44589999999999</c:v>
                </c:pt>
                <c:pt idx="190">
                  <c:v>398.79500000000002</c:v>
                </c:pt>
                <c:pt idx="191">
                  <c:v>485.81270000000001</c:v>
                </c:pt>
                <c:pt idx="192">
                  <c:v>501.1705</c:v>
                </c:pt>
                <c:pt idx="193">
                  <c:v>486.47340000000003</c:v>
                </c:pt>
                <c:pt idx="194">
                  <c:v>511.38929999999999</c:v>
                </c:pt>
                <c:pt idx="195">
                  <c:v>472.24489999999997</c:v>
                </c:pt>
                <c:pt idx="196">
                  <c:v>452.34990000000005</c:v>
                </c:pt>
                <c:pt idx="197">
                  <c:v>492.18269999999995</c:v>
                </c:pt>
                <c:pt idx="198">
                  <c:v>536.83489999999995</c:v>
                </c:pt>
                <c:pt idx="199">
                  <c:v>548.25060000000008</c:v>
                </c:pt>
                <c:pt idx="200">
                  <c:v>569.96100000000001</c:v>
                </c:pt>
                <c:pt idx="201">
                  <c:v>537.79020000000003</c:v>
                </c:pt>
                <c:pt idx="202">
                  <c:v>509.26379999999995</c:v>
                </c:pt>
                <c:pt idx="203">
                  <c:v>513.40890000000002</c:v>
                </c:pt>
                <c:pt idx="204">
                  <c:v>507.1644</c:v>
                </c:pt>
                <c:pt idx="205">
                  <c:v>538.00389999999993</c:v>
                </c:pt>
                <c:pt idx="206">
                  <c:v>545.4701</c:v>
                </c:pt>
                <c:pt idx="207">
                  <c:v>511.69749999999999</c:v>
                </c:pt>
                <c:pt idx="208">
                  <c:v>468.22710000000001</c:v>
                </c:pt>
                <c:pt idx="209">
                  <c:v>458.62689999999998</c:v>
                </c:pt>
                <c:pt idx="210">
                  <c:v>465.75550000000004</c:v>
                </c:pt>
                <c:pt idx="211">
                  <c:v>456.24899999999997</c:v>
                </c:pt>
                <c:pt idx="212">
                  <c:v>512.86959999999999</c:v>
                </c:pt>
                <c:pt idx="213">
                  <c:v>508.24810000000002</c:v>
                </c:pt>
                <c:pt idx="214">
                  <c:v>516.57740000000001</c:v>
                </c:pt>
                <c:pt idx="215">
                  <c:v>490.77029999999996</c:v>
                </c:pt>
                <c:pt idx="216">
                  <c:v>453.8442</c:v>
                </c:pt>
                <c:pt idx="217">
                  <c:v>446.90249999999997</c:v>
                </c:pt>
                <c:pt idx="218">
                  <c:v>437.29830000000004</c:v>
                </c:pt>
                <c:pt idx="219">
                  <c:v>493.89049999999997</c:v>
                </c:pt>
                <c:pt idx="220">
                  <c:v>498.38889999999998</c:v>
                </c:pt>
                <c:pt idx="221">
                  <c:v>500.91770000000002</c:v>
                </c:pt>
                <c:pt idx="222">
                  <c:v>478.7921</c:v>
                </c:pt>
                <c:pt idx="223">
                  <c:v>481.20550000000003</c:v>
                </c:pt>
                <c:pt idx="224">
                  <c:v>451.24160000000001</c:v>
                </c:pt>
                <c:pt idx="225">
                  <c:v>474.27600000000001</c:v>
                </c:pt>
                <c:pt idx="226">
                  <c:v>485.7518</c:v>
                </c:pt>
                <c:pt idx="227">
                  <c:v>510.82320000000004</c:v>
                </c:pt>
                <c:pt idx="228">
                  <c:v>482.25189999999998</c:v>
                </c:pt>
                <c:pt idx="229">
                  <c:v>525.77139999999997</c:v>
                </c:pt>
                <c:pt idx="230">
                  <c:v>499.88170000000002</c:v>
                </c:pt>
                <c:pt idx="231">
                  <c:v>474.39789999999999</c:v>
                </c:pt>
                <c:pt idx="232">
                  <c:v>472.84359999999998</c:v>
                </c:pt>
                <c:pt idx="233">
                  <c:v>500.28110000000004</c:v>
                </c:pt>
                <c:pt idx="234">
                  <c:v>513.58310000000006</c:v>
                </c:pt>
                <c:pt idx="235">
                  <c:v>541.827</c:v>
                </c:pt>
                <c:pt idx="236">
                  <c:v>504.77850000000001</c:v>
                </c:pt>
                <c:pt idx="237">
                  <c:v>498.44229999999999</c:v>
                </c:pt>
                <c:pt idx="238">
                  <c:v>499.5077</c:v>
                </c:pt>
                <c:pt idx="239">
                  <c:v>493.36410000000001</c:v>
                </c:pt>
                <c:pt idx="240">
                  <c:v>527.327</c:v>
                </c:pt>
                <c:pt idx="241">
                  <c:v>519.0397999999999</c:v>
                </c:pt>
                <c:pt idx="242">
                  <c:v>530.6099999999999</c:v>
                </c:pt>
                <c:pt idx="243">
                  <c:v>494.45479999999998</c:v>
                </c:pt>
                <c:pt idx="244">
                  <c:v>540.7722</c:v>
                </c:pt>
                <c:pt idx="245">
                  <c:v>456.19689999999997</c:v>
                </c:pt>
                <c:pt idx="246">
                  <c:v>454.62280000000004</c:v>
                </c:pt>
                <c:pt idx="247">
                  <c:v>477.37970000000001</c:v>
                </c:pt>
                <c:pt idx="248">
                  <c:v>517.59450000000004</c:v>
                </c:pt>
                <c:pt idx="249">
                  <c:v>476.85340000000002</c:v>
                </c:pt>
                <c:pt idx="250">
                  <c:v>502.00330000000002</c:v>
                </c:pt>
                <c:pt idx="251">
                  <c:v>450.79740000000004</c:v>
                </c:pt>
                <c:pt idx="252">
                  <c:v>432.0532</c:v>
                </c:pt>
                <c:pt idx="253">
                  <c:v>429.74759999999998</c:v>
                </c:pt>
                <c:pt idx="254">
                  <c:v>412.92829999999998</c:v>
                </c:pt>
                <c:pt idx="255">
                  <c:v>488.99529999999999</c:v>
                </c:pt>
                <c:pt idx="256">
                  <c:v>471.86840000000001</c:v>
                </c:pt>
                <c:pt idx="257">
                  <c:v>484.07460000000003</c:v>
                </c:pt>
                <c:pt idx="258">
                  <c:v>480.88439999999997</c:v>
                </c:pt>
                <c:pt idx="259">
                  <c:v>438.5616</c:v>
                </c:pt>
                <c:pt idx="260">
                  <c:v>425.11360000000002</c:v>
                </c:pt>
                <c:pt idx="261">
                  <c:v>470.62060000000002</c:v>
                </c:pt>
                <c:pt idx="262">
                  <c:v>494.50290000000001</c:v>
                </c:pt>
                <c:pt idx="263">
                  <c:v>493.8732</c:v>
                </c:pt>
                <c:pt idx="264">
                  <c:v>486.67189999999999</c:v>
                </c:pt>
                <c:pt idx="265">
                  <c:v>440.9049</c:v>
                </c:pt>
                <c:pt idx="266">
                  <c:v>438.09930000000003</c:v>
                </c:pt>
                <c:pt idx="267">
                  <c:v>443.26070000000004</c:v>
                </c:pt>
                <c:pt idx="268">
                  <c:v>476.88959999999997</c:v>
                </c:pt>
                <c:pt idx="269">
                  <c:v>513.47980000000007</c:v>
                </c:pt>
                <c:pt idx="270">
                  <c:v>488.38030000000003</c:v>
                </c:pt>
                <c:pt idx="271">
                  <c:v>478.13550000000004</c:v>
                </c:pt>
                <c:pt idx="272">
                  <c:v>471.37560000000002</c:v>
                </c:pt>
                <c:pt idx="273">
                  <c:v>407.43709999999999</c:v>
                </c:pt>
                <c:pt idx="274">
                  <c:v>426.34749999999997</c:v>
                </c:pt>
                <c:pt idx="275">
                  <c:v>473.22090000000003</c:v>
                </c:pt>
                <c:pt idx="276">
                  <c:v>494.24079999999998</c:v>
                </c:pt>
                <c:pt idx="277">
                  <c:v>500.42389999999995</c:v>
                </c:pt>
                <c:pt idx="278">
                  <c:v>481.8954</c:v>
                </c:pt>
                <c:pt idx="279">
                  <c:v>442.03829999999999</c:v>
                </c:pt>
                <c:pt idx="280">
                  <c:v>404.0616</c:v>
                </c:pt>
                <c:pt idx="281">
                  <c:v>444.01419999999996</c:v>
                </c:pt>
                <c:pt idx="282">
                  <c:v>478.0736</c:v>
                </c:pt>
                <c:pt idx="283">
                  <c:v>472.9529</c:v>
                </c:pt>
                <c:pt idx="284">
                  <c:v>464.25920000000002</c:v>
                </c:pt>
                <c:pt idx="285">
                  <c:v>475.27460000000002</c:v>
                </c:pt>
                <c:pt idx="286">
                  <c:v>431.62699999999995</c:v>
                </c:pt>
                <c:pt idx="287">
                  <c:v>413.50470000000001</c:v>
                </c:pt>
                <c:pt idx="288">
                  <c:v>441.98060000000004</c:v>
                </c:pt>
                <c:pt idx="289">
                  <c:v>488.6499</c:v>
                </c:pt>
                <c:pt idx="290">
                  <c:v>475.72840000000002</c:v>
                </c:pt>
                <c:pt idx="291">
                  <c:v>431.49520000000001</c:v>
                </c:pt>
                <c:pt idx="292">
                  <c:v>442.50889999999998</c:v>
                </c:pt>
                <c:pt idx="293">
                  <c:v>371.101</c:v>
                </c:pt>
                <c:pt idx="294">
                  <c:v>326.13670000000002</c:v>
                </c:pt>
                <c:pt idx="295">
                  <c:v>279.43969999999996</c:v>
                </c:pt>
                <c:pt idx="296">
                  <c:v>276.77020000000005</c:v>
                </c:pt>
                <c:pt idx="297">
                  <c:v>285.07940000000002</c:v>
                </c:pt>
                <c:pt idx="298">
                  <c:v>308.03660000000002</c:v>
                </c:pt>
                <c:pt idx="299">
                  <c:v>305.29689999999999</c:v>
                </c:pt>
                <c:pt idx="300">
                  <c:v>313.3304</c:v>
                </c:pt>
                <c:pt idx="301">
                  <c:v>317.0034</c:v>
                </c:pt>
                <c:pt idx="302">
                  <c:v>343.92569999999995</c:v>
                </c:pt>
                <c:pt idx="303">
                  <c:v>423.60759999999999</c:v>
                </c:pt>
                <c:pt idx="304">
                  <c:v>503.8716</c:v>
                </c:pt>
                <c:pt idx="305">
                  <c:v>487.15949999999998</c:v>
                </c:pt>
                <c:pt idx="306">
                  <c:v>504.15409999999997</c:v>
                </c:pt>
                <c:pt idx="307">
                  <c:v>496.5333</c:v>
                </c:pt>
                <c:pt idx="308">
                  <c:v>457.78989999999999</c:v>
                </c:pt>
                <c:pt idx="309">
                  <c:v>427.87520000000001</c:v>
                </c:pt>
                <c:pt idx="310">
                  <c:v>479.87369999999999</c:v>
                </c:pt>
                <c:pt idx="311">
                  <c:v>450.92579999999998</c:v>
                </c:pt>
                <c:pt idx="312">
                  <c:v>451.07769999999999</c:v>
                </c:pt>
                <c:pt idx="313">
                  <c:v>423.3852</c:v>
                </c:pt>
                <c:pt idx="314">
                  <c:v>350.08099999999996</c:v>
                </c:pt>
                <c:pt idx="315">
                  <c:v>360.75489999999996</c:v>
                </c:pt>
                <c:pt idx="316">
                  <c:v>379.20859999999999</c:v>
                </c:pt>
                <c:pt idx="317">
                  <c:v>458.19400000000002</c:v>
                </c:pt>
                <c:pt idx="318">
                  <c:v>443.88729999999998</c:v>
                </c:pt>
                <c:pt idx="319">
                  <c:v>445.15790000000004</c:v>
                </c:pt>
                <c:pt idx="320">
                  <c:v>455.4443</c:v>
                </c:pt>
                <c:pt idx="321">
                  <c:v>426.7525</c:v>
                </c:pt>
                <c:pt idx="322">
                  <c:v>441.84030000000001</c:v>
                </c:pt>
                <c:pt idx="323">
                  <c:v>405.02260000000001</c:v>
                </c:pt>
                <c:pt idx="324">
                  <c:v>467.2663</c:v>
                </c:pt>
                <c:pt idx="325">
                  <c:v>476.35149999999999</c:v>
                </c:pt>
                <c:pt idx="326">
                  <c:v>488.72820000000002</c:v>
                </c:pt>
                <c:pt idx="327">
                  <c:v>477.80959999999999</c:v>
                </c:pt>
                <c:pt idx="328">
                  <c:v>415.51249999999999</c:v>
                </c:pt>
                <c:pt idx="329">
                  <c:v>415.12180000000001</c:v>
                </c:pt>
                <c:pt idx="330">
                  <c:v>415.47370000000001</c:v>
                </c:pt>
                <c:pt idx="331">
                  <c:v>432.29729999999995</c:v>
                </c:pt>
                <c:pt idx="332">
                  <c:v>444.07400000000001</c:v>
                </c:pt>
                <c:pt idx="333">
                  <c:v>469.53810000000004</c:v>
                </c:pt>
                <c:pt idx="334">
                  <c:v>471.5446</c:v>
                </c:pt>
                <c:pt idx="335">
                  <c:v>450.9126</c:v>
                </c:pt>
                <c:pt idx="336">
                  <c:v>427.38330000000002</c:v>
                </c:pt>
                <c:pt idx="337">
                  <c:v>402.59399999999999</c:v>
                </c:pt>
                <c:pt idx="338">
                  <c:v>442.91029999999995</c:v>
                </c:pt>
                <c:pt idx="339">
                  <c:v>434.83330000000001</c:v>
                </c:pt>
                <c:pt idx="340">
                  <c:v>398.72070000000002</c:v>
                </c:pt>
                <c:pt idx="341">
                  <c:v>371.4853</c:v>
                </c:pt>
                <c:pt idx="342">
                  <c:v>346.04420000000005</c:v>
                </c:pt>
                <c:pt idx="343">
                  <c:v>287.35219999999998</c:v>
                </c:pt>
                <c:pt idx="344">
                  <c:v>332.5874</c:v>
                </c:pt>
                <c:pt idx="345">
                  <c:v>392.38050000000004</c:v>
                </c:pt>
                <c:pt idx="346">
                  <c:v>448.98790000000002</c:v>
                </c:pt>
                <c:pt idx="347">
                  <c:v>448.14839999999998</c:v>
                </c:pt>
                <c:pt idx="348">
                  <c:v>453.40949999999998</c:v>
                </c:pt>
                <c:pt idx="349">
                  <c:v>454.62380000000002</c:v>
                </c:pt>
                <c:pt idx="350">
                  <c:v>399.65810000000005</c:v>
                </c:pt>
                <c:pt idx="351">
                  <c:v>405.14960000000002</c:v>
                </c:pt>
                <c:pt idx="352">
                  <c:v>467.93299999999999</c:v>
                </c:pt>
                <c:pt idx="353">
                  <c:v>483.0598</c:v>
                </c:pt>
                <c:pt idx="354">
                  <c:v>462.60660000000001</c:v>
                </c:pt>
                <c:pt idx="355">
                  <c:v>405.173</c:v>
                </c:pt>
                <c:pt idx="356">
                  <c:v>367.85910000000001</c:v>
                </c:pt>
                <c:pt idx="357">
                  <c:v>354.06270000000001</c:v>
                </c:pt>
                <c:pt idx="358">
                  <c:v>339.32509999999996</c:v>
                </c:pt>
                <c:pt idx="359">
                  <c:v>404.46530000000001</c:v>
                </c:pt>
                <c:pt idx="360">
                  <c:v>412.22269999999997</c:v>
                </c:pt>
                <c:pt idx="361">
                  <c:v>397.08449999999999</c:v>
                </c:pt>
                <c:pt idx="362">
                  <c:v>394.54539999999997</c:v>
                </c:pt>
                <c:pt idx="363">
                  <c:v>400.3322</c:v>
                </c:pt>
                <c:pt idx="364">
                  <c:v>394.7183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3EE5-4250-9F12-058A17DFE5A6}"/>
            </c:ext>
          </c:extLst>
        </c:ser>
        <c:ser>
          <c:idx val="2"/>
          <c:order val="2"/>
          <c:tx>
            <c:strRef>
              <c:f>'2G Voice'!$D$1</c:f>
              <c:strCache>
                <c:ptCount val="1"/>
                <c:pt idx="0">
                  <c:v>Mannar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cat>
            <c:numRef>
              <c:f>'2G Voice'!$A$2:$A$366</c:f>
              <c:numCache>
                <c:formatCode>m/d/yyyy</c:formatCode>
                <c:ptCount val="365"/>
                <c:pt idx="0">
                  <c:v>45829</c:v>
                </c:pt>
                <c:pt idx="1">
                  <c:v>45830</c:v>
                </c:pt>
                <c:pt idx="2">
                  <c:v>45831</c:v>
                </c:pt>
                <c:pt idx="3">
                  <c:v>45832</c:v>
                </c:pt>
                <c:pt idx="4">
                  <c:v>45833</c:v>
                </c:pt>
                <c:pt idx="5">
                  <c:v>45834</c:v>
                </c:pt>
                <c:pt idx="6">
                  <c:v>45835</c:v>
                </c:pt>
                <c:pt idx="7">
                  <c:v>45836</c:v>
                </c:pt>
                <c:pt idx="8">
                  <c:v>45837</c:v>
                </c:pt>
                <c:pt idx="9">
                  <c:v>45838</c:v>
                </c:pt>
                <c:pt idx="10">
                  <c:v>45839</c:v>
                </c:pt>
                <c:pt idx="11">
                  <c:v>45840</c:v>
                </c:pt>
                <c:pt idx="12">
                  <c:v>45841</c:v>
                </c:pt>
                <c:pt idx="13">
                  <c:v>45842</c:v>
                </c:pt>
                <c:pt idx="14">
                  <c:v>45843</c:v>
                </c:pt>
                <c:pt idx="15">
                  <c:v>45844</c:v>
                </c:pt>
                <c:pt idx="16">
                  <c:v>45845</c:v>
                </c:pt>
                <c:pt idx="17">
                  <c:v>45846</c:v>
                </c:pt>
                <c:pt idx="18">
                  <c:v>45847</c:v>
                </c:pt>
                <c:pt idx="19">
                  <c:v>45848</c:v>
                </c:pt>
                <c:pt idx="20">
                  <c:v>45849</c:v>
                </c:pt>
                <c:pt idx="21">
                  <c:v>45850</c:v>
                </c:pt>
                <c:pt idx="22">
                  <c:v>45851</c:v>
                </c:pt>
                <c:pt idx="23">
                  <c:v>45852</c:v>
                </c:pt>
                <c:pt idx="24">
                  <c:v>45853</c:v>
                </c:pt>
                <c:pt idx="25">
                  <c:v>45854</c:v>
                </c:pt>
                <c:pt idx="26">
                  <c:v>45855</c:v>
                </c:pt>
                <c:pt idx="27">
                  <c:v>45856</c:v>
                </c:pt>
                <c:pt idx="28">
                  <c:v>45857</c:v>
                </c:pt>
                <c:pt idx="29">
                  <c:v>45858</c:v>
                </c:pt>
                <c:pt idx="30">
                  <c:v>45859</c:v>
                </c:pt>
                <c:pt idx="31">
                  <c:v>45860</c:v>
                </c:pt>
                <c:pt idx="32">
                  <c:v>45861</c:v>
                </c:pt>
                <c:pt idx="33">
                  <c:v>45862</c:v>
                </c:pt>
                <c:pt idx="34">
                  <c:v>45863</c:v>
                </c:pt>
                <c:pt idx="35">
                  <c:v>45864</c:v>
                </c:pt>
                <c:pt idx="36">
                  <c:v>45865</c:v>
                </c:pt>
                <c:pt idx="37">
                  <c:v>45866</c:v>
                </c:pt>
                <c:pt idx="38">
                  <c:v>45867</c:v>
                </c:pt>
                <c:pt idx="39">
                  <c:v>45868</c:v>
                </c:pt>
                <c:pt idx="40">
                  <c:v>45869</c:v>
                </c:pt>
                <c:pt idx="41">
                  <c:v>45870</c:v>
                </c:pt>
                <c:pt idx="42">
                  <c:v>45871</c:v>
                </c:pt>
                <c:pt idx="43">
                  <c:v>45872</c:v>
                </c:pt>
                <c:pt idx="44">
                  <c:v>45873</c:v>
                </c:pt>
                <c:pt idx="45">
                  <c:v>45874</c:v>
                </c:pt>
                <c:pt idx="46">
                  <c:v>45875</c:v>
                </c:pt>
                <c:pt idx="47">
                  <c:v>45876</c:v>
                </c:pt>
                <c:pt idx="48">
                  <c:v>45877</c:v>
                </c:pt>
                <c:pt idx="49">
                  <c:v>45878</c:v>
                </c:pt>
                <c:pt idx="50">
                  <c:v>45879</c:v>
                </c:pt>
                <c:pt idx="51">
                  <c:v>45880</c:v>
                </c:pt>
                <c:pt idx="52">
                  <c:v>45881</c:v>
                </c:pt>
                <c:pt idx="53">
                  <c:v>45882</c:v>
                </c:pt>
                <c:pt idx="54">
                  <c:v>45883</c:v>
                </c:pt>
                <c:pt idx="55">
                  <c:v>45884</c:v>
                </c:pt>
                <c:pt idx="56">
                  <c:v>45885</c:v>
                </c:pt>
                <c:pt idx="57">
                  <c:v>45886</c:v>
                </c:pt>
                <c:pt idx="58">
                  <c:v>45887</c:v>
                </c:pt>
                <c:pt idx="59">
                  <c:v>45888</c:v>
                </c:pt>
                <c:pt idx="60">
                  <c:v>45889</c:v>
                </c:pt>
                <c:pt idx="61">
                  <c:v>45890</c:v>
                </c:pt>
                <c:pt idx="62">
                  <c:v>45891</c:v>
                </c:pt>
                <c:pt idx="63">
                  <c:v>45892</c:v>
                </c:pt>
                <c:pt idx="64">
                  <c:v>45893</c:v>
                </c:pt>
                <c:pt idx="65">
                  <c:v>45894</c:v>
                </c:pt>
                <c:pt idx="66">
                  <c:v>45895</c:v>
                </c:pt>
                <c:pt idx="67">
                  <c:v>45896</c:v>
                </c:pt>
                <c:pt idx="68">
                  <c:v>45897</c:v>
                </c:pt>
                <c:pt idx="69">
                  <c:v>45898</c:v>
                </c:pt>
                <c:pt idx="70">
                  <c:v>45899</c:v>
                </c:pt>
                <c:pt idx="71">
                  <c:v>45900</c:v>
                </c:pt>
                <c:pt idx="72">
                  <c:v>45901</c:v>
                </c:pt>
                <c:pt idx="73">
                  <c:v>45902</c:v>
                </c:pt>
                <c:pt idx="74">
                  <c:v>45903</c:v>
                </c:pt>
                <c:pt idx="75">
                  <c:v>45904</c:v>
                </c:pt>
                <c:pt idx="76">
                  <c:v>45905</c:v>
                </c:pt>
                <c:pt idx="77">
                  <c:v>45906</c:v>
                </c:pt>
                <c:pt idx="78">
                  <c:v>45907</c:v>
                </c:pt>
                <c:pt idx="79">
                  <c:v>45908</c:v>
                </c:pt>
                <c:pt idx="80">
                  <c:v>45909</c:v>
                </c:pt>
                <c:pt idx="81">
                  <c:v>45910</c:v>
                </c:pt>
                <c:pt idx="82">
                  <c:v>45911</c:v>
                </c:pt>
                <c:pt idx="83">
                  <c:v>45912</c:v>
                </c:pt>
                <c:pt idx="84">
                  <c:v>45913</c:v>
                </c:pt>
                <c:pt idx="85">
                  <c:v>45914</c:v>
                </c:pt>
                <c:pt idx="86">
                  <c:v>45915</c:v>
                </c:pt>
                <c:pt idx="87">
                  <c:v>45916</c:v>
                </c:pt>
                <c:pt idx="88">
                  <c:v>45917</c:v>
                </c:pt>
                <c:pt idx="89">
                  <c:v>45918</c:v>
                </c:pt>
                <c:pt idx="90">
                  <c:v>45919</c:v>
                </c:pt>
                <c:pt idx="91">
                  <c:v>45920</c:v>
                </c:pt>
                <c:pt idx="92">
                  <c:v>45921</c:v>
                </c:pt>
                <c:pt idx="93">
                  <c:v>45922</c:v>
                </c:pt>
                <c:pt idx="94">
                  <c:v>45923</c:v>
                </c:pt>
                <c:pt idx="95">
                  <c:v>45924</c:v>
                </c:pt>
                <c:pt idx="96">
                  <c:v>45925</c:v>
                </c:pt>
                <c:pt idx="97">
                  <c:v>45926</c:v>
                </c:pt>
                <c:pt idx="98">
                  <c:v>45927</c:v>
                </c:pt>
                <c:pt idx="99">
                  <c:v>45928</c:v>
                </c:pt>
                <c:pt idx="100">
                  <c:v>45929</c:v>
                </c:pt>
                <c:pt idx="101">
                  <c:v>45930</c:v>
                </c:pt>
                <c:pt idx="102">
                  <c:v>45931</c:v>
                </c:pt>
                <c:pt idx="103">
                  <c:v>45932</c:v>
                </c:pt>
                <c:pt idx="104">
                  <c:v>45933</c:v>
                </c:pt>
                <c:pt idx="105">
                  <c:v>45934</c:v>
                </c:pt>
                <c:pt idx="106">
                  <c:v>45935</c:v>
                </c:pt>
                <c:pt idx="107">
                  <c:v>45936</c:v>
                </c:pt>
                <c:pt idx="108">
                  <c:v>45937</c:v>
                </c:pt>
                <c:pt idx="109">
                  <c:v>45938</c:v>
                </c:pt>
                <c:pt idx="110">
                  <c:v>45939</c:v>
                </c:pt>
                <c:pt idx="111">
                  <c:v>45940</c:v>
                </c:pt>
                <c:pt idx="112">
                  <c:v>45941</c:v>
                </c:pt>
                <c:pt idx="113">
                  <c:v>45942</c:v>
                </c:pt>
                <c:pt idx="114">
                  <c:v>45943</c:v>
                </c:pt>
                <c:pt idx="115">
                  <c:v>45944</c:v>
                </c:pt>
                <c:pt idx="116">
                  <c:v>45945</c:v>
                </c:pt>
                <c:pt idx="117">
                  <c:v>45946</c:v>
                </c:pt>
                <c:pt idx="118">
                  <c:v>45947</c:v>
                </c:pt>
                <c:pt idx="119">
                  <c:v>45948</c:v>
                </c:pt>
                <c:pt idx="120">
                  <c:v>45949</c:v>
                </c:pt>
                <c:pt idx="121">
                  <c:v>45950</c:v>
                </c:pt>
                <c:pt idx="122">
                  <c:v>45951</c:v>
                </c:pt>
                <c:pt idx="123">
                  <c:v>45952</c:v>
                </c:pt>
                <c:pt idx="124">
                  <c:v>45953</c:v>
                </c:pt>
                <c:pt idx="125">
                  <c:v>45954</c:v>
                </c:pt>
                <c:pt idx="126">
                  <c:v>45955</c:v>
                </c:pt>
                <c:pt idx="127">
                  <c:v>45956</c:v>
                </c:pt>
                <c:pt idx="128">
                  <c:v>45957</c:v>
                </c:pt>
                <c:pt idx="129">
                  <c:v>45958</c:v>
                </c:pt>
                <c:pt idx="130">
                  <c:v>45959</c:v>
                </c:pt>
                <c:pt idx="131">
                  <c:v>45960</c:v>
                </c:pt>
                <c:pt idx="132">
                  <c:v>45961</c:v>
                </c:pt>
                <c:pt idx="133">
                  <c:v>45962</c:v>
                </c:pt>
                <c:pt idx="134">
                  <c:v>45963</c:v>
                </c:pt>
                <c:pt idx="135">
                  <c:v>45964</c:v>
                </c:pt>
                <c:pt idx="136">
                  <c:v>45965</c:v>
                </c:pt>
                <c:pt idx="137">
                  <c:v>45966</c:v>
                </c:pt>
                <c:pt idx="138">
                  <c:v>45967</c:v>
                </c:pt>
                <c:pt idx="139">
                  <c:v>45968</c:v>
                </c:pt>
                <c:pt idx="140">
                  <c:v>45969</c:v>
                </c:pt>
                <c:pt idx="141">
                  <c:v>45970</c:v>
                </c:pt>
                <c:pt idx="142">
                  <c:v>45971</c:v>
                </c:pt>
                <c:pt idx="143">
                  <c:v>45972</c:v>
                </c:pt>
                <c:pt idx="144">
                  <c:v>45973</c:v>
                </c:pt>
                <c:pt idx="145">
                  <c:v>45974</c:v>
                </c:pt>
                <c:pt idx="146">
                  <c:v>45975</c:v>
                </c:pt>
                <c:pt idx="147">
                  <c:v>45976</c:v>
                </c:pt>
                <c:pt idx="148">
                  <c:v>45977</c:v>
                </c:pt>
                <c:pt idx="149">
                  <c:v>45978</c:v>
                </c:pt>
                <c:pt idx="150">
                  <c:v>45979</c:v>
                </c:pt>
                <c:pt idx="151">
                  <c:v>45980</c:v>
                </c:pt>
                <c:pt idx="152">
                  <c:v>45981</c:v>
                </c:pt>
                <c:pt idx="153">
                  <c:v>45982</c:v>
                </c:pt>
                <c:pt idx="154">
                  <c:v>45983</c:v>
                </c:pt>
                <c:pt idx="155">
                  <c:v>45984</c:v>
                </c:pt>
                <c:pt idx="156">
                  <c:v>45985</c:v>
                </c:pt>
                <c:pt idx="157">
                  <c:v>45986</c:v>
                </c:pt>
                <c:pt idx="158">
                  <c:v>45987</c:v>
                </c:pt>
                <c:pt idx="159">
                  <c:v>45988</c:v>
                </c:pt>
                <c:pt idx="160">
                  <c:v>45989</c:v>
                </c:pt>
                <c:pt idx="161">
                  <c:v>45990</c:v>
                </c:pt>
                <c:pt idx="162">
                  <c:v>45991</c:v>
                </c:pt>
                <c:pt idx="163">
                  <c:v>45992</c:v>
                </c:pt>
                <c:pt idx="164">
                  <c:v>45993</c:v>
                </c:pt>
                <c:pt idx="165">
                  <c:v>45994</c:v>
                </c:pt>
                <c:pt idx="166">
                  <c:v>45995</c:v>
                </c:pt>
                <c:pt idx="167">
                  <c:v>45996</c:v>
                </c:pt>
                <c:pt idx="168">
                  <c:v>45997</c:v>
                </c:pt>
                <c:pt idx="169">
                  <c:v>45998</c:v>
                </c:pt>
                <c:pt idx="170">
                  <c:v>45999</c:v>
                </c:pt>
                <c:pt idx="171">
                  <c:v>46000</c:v>
                </c:pt>
                <c:pt idx="172">
                  <c:v>46001</c:v>
                </c:pt>
                <c:pt idx="173">
                  <c:v>46002</c:v>
                </c:pt>
                <c:pt idx="174">
                  <c:v>46003</c:v>
                </c:pt>
                <c:pt idx="175">
                  <c:v>46004</c:v>
                </c:pt>
                <c:pt idx="176">
                  <c:v>46005</c:v>
                </c:pt>
                <c:pt idx="177">
                  <c:v>46006</c:v>
                </c:pt>
                <c:pt idx="178">
                  <c:v>46007</c:v>
                </c:pt>
                <c:pt idx="179">
                  <c:v>46008</c:v>
                </c:pt>
                <c:pt idx="180">
                  <c:v>46009</c:v>
                </c:pt>
                <c:pt idx="181">
                  <c:v>46010</c:v>
                </c:pt>
                <c:pt idx="182">
                  <c:v>46011</c:v>
                </c:pt>
                <c:pt idx="183">
                  <c:v>46012</c:v>
                </c:pt>
                <c:pt idx="184">
                  <c:v>46013</c:v>
                </c:pt>
                <c:pt idx="185">
                  <c:v>46014</c:v>
                </c:pt>
                <c:pt idx="186">
                  <c:v>46015</c:v>
                </c:pt>
                <c:pt idx="187">
                  <c:v>46016</c:v>
                </c:pt>
                <c:pt idx="188">
                  <c:v>46017</c:v>
                </c:pt>
                <c:pt idx="189">
                  <c:v>46018</c:v>
                </c:pt>
                <c:pt idx="190">
                  <c:v>46019</c:v>
                </c:pt>
                <c:pt idx="191">
                  <c:v>46020</c:v>
                </c:pt>
                <c:pt idx="192">
                  <c:v>46021</c:v>
                </c:pt>
                <c:pt idx="193">
                  <c:v>46022</c:v>
                </c:pt>
                <c:pt idx="194">
                  <c:v>46023</c:v>
                </c:pt>
                <c:pt idx="195">
                  <c:v>46024</c:v>
                </c:pt>
                <c:pt idx="196">
                  <c:v>46025</c:v>
                </c:pt>
                <c:pt idx="197">
                  <c:v>46026</c:v>
                </c:pt>
                <c:pt idx="198">
                  <c:v>46027</c:v>
                </c:pt>
                <c:pt idx="199">
                  <c:v>46028</c:v>
                </c:pt>
                <c:pt idx="200">
                  <c:v>46029</c:v>
                </c:pt>
                <c:pt idx="201">
                  <c:v>46030</c:v>
                </c:pt>
                <c:pt idx="202">
                  <c:v>46031</c:v>
                </c:pt>
                <c:pt idx="203">
                  <c:v>46032</c:v>
                </c:pt>
                <c:pt idx="204">
                  <c:v>46033</c:v>
                </c:pt>
                <c:pt idx="205">
                  <c:v>46034</c:v>
                </c:pt>
                <c:pt idx="206">
                  <c:v>46035</c:v>
                </c:pt>
                <c:pt idx="207">
                  <c:v>46036</c:v>
                </c:pt>
                <c:pt idx="208">
                  <c:v>46037</c:v>
                </c:pt>
                <c:pt idx="209">
                  <c:v>46038</c:v>
                </c:pt>
                <c:pt idx="210">
                  <c:v>46039</c:v>
                </c:pt>
                <c:pt idx="211">
                  <c:v>46040</c:v>
                </c:pt>
                <c:pt idx="212">
                  <c:v>46041</c:v>
                </c:pt>
                <c:pt idx="213">
                  <c:v>46042</c:v>
                </c:pt>
                <c:pt idx="214">
                  <c:v>46043</c:v>
                </c:pt>
                <c:pt idx="215">
                  <c:v>46044</c:v>
                </c:pt>
                <c:pt idx="216">
                  <c:v>46045</c:v>
                </c:pt>
                <c:pt idx="217">
                  <c:v>46046</c:v>
                </c:pt>
                <c:pt idx="218">
                  <c:v>46047</c:v>
                </c:pt>
                <c:pt idx="219">
                  <c:v>46048</c:v>
                </c:pt>
                <c:pt idx="220">
                  <c:v>46049</c:v>
                </c:pt>
                <c:pt idx="221">
                  <c:v>46050</c:v>
                </c:pt>
                <c:pt idx="222">
                  <c:v>46051</c:v>
                </c:pt>
                <c:pt idx="223">
                  <c:v>46052</c:v>
                </c:pt>
                <c:pt idx="224">
                  <c:v>46053</c:v>
                </c:pt>
                <c:pt idx="225">
                  <c:v>46054</c:v>
                </c:pt>
                <c:pt idx="226">
                  <c:v>46055</c:v>
                </c:pt>
                <c:pt idx="227">
                  <c:v>46056</c:v>
                </c:pt>
                <c:pt idx="228">
                  <c:v>46057</c:v>
                </c:pt>
                <c:pt idx="229">
                  <c:v>46058</c:v>
                </c:pt>
                <c:pt idx="230">
                  <c:v>46059</c:v>
                </c:pt>
                <c:pt idx="231">
                  <c:v>46060</c:v>
                </c:pt>
                <c:pt idx="232">
                  <c:v>46061</c:v>
                </c:pt>
                <c:pt idx="233">
                  <c:v>46062</c:v>
                </c:pt>
                <c:pt idx="234">
                  <c:v>46063</c:v>
                </c:pt>
                <c:pt idx="235">
                  <c:v>46064</c:v>
                </c:pt>
                <c:pt idx="236">
                  <c:v>46065</c:v>
                </c:pt>
                <c:pt idx="237">
                  <c:v>46066</c:v>
                </c:pt>
                <c:pt idx="238">
                  <c:v>46067</c:v>
                </c:pt>
                <c:pt idx="239">
                  <c:v>46068</c:v>
                </c:pt>
                <c:pt idx="240">
                  <c:v>46069</c:v>
                </c:pt>
                <c:pt idx="241">
                  <c:v>46070</c:v>
                </c:pt>
                <c:pt idx="242">
                  <c:v>46071</c:v>
                </c:pt>
                <c:pt idx="243">
                  <c:v>46072</c:v>
                </c:pt>
                <c:pt idx="244">
                  <c:v>46073</c:v>
                </c:pt>
                <c:pt idx="245">
                  <c:v>46074</c:v>
                </c:pt>
                <c:pt idx="246">
                  <c:v>46075</c:v>
                </c:pt>
                <c:pt idx="247">
                  <c:v>46076</c:v>
                </c:pt>
                <c:pt idx="248">
                  <c:v>46077</c:v>
                </c:pt>
                <c:pt idx="249">
                  <c:v>46078</c:v>
                </c:pt>
                <c:pt idx="250">
                  <c:v>46079</c:v>
                </c:pt>
                <c:pt idx="251">
                  <c:v>46080</c:v>
                </c:pt>
                <c:pt idx="252">
                  <c:v>46081</c:v>
                </c:pt>
                <c:pt idx="253">
                  <c:v>46082</c:v>
                </c:pt>
                <c:pt idx="254">
                  <c:v>46083</c:v>
                </c:pt>
                <c:pt idx="255">
                  <c:v>46084</c:v>
                </c:pt>
                <c:pt idx="256">
                  <c:v>46085</c:v>
                </c:pt>
                <c:pt idx="257">
                  <c:v>46086</c:v>
                </c:pt>
                <c:pt idx="258">
                  <c:v>46087</c:v>
                </c:pt>
                <c:pt idx="259">
                  <c:v>46088</c:v>
                </c:pt>
                <c:pt idx="260">
                  <c:v>46089</c:v>
                </c:pt>
                <c:pt idx="261">
                  <c:v>46090</c:v>
                </c:pt>
                <c:pt idx="262">
                  <c:v>46091</c:v>
                </c:pt>
                <c:pt idx="263">
                  <c:v>46092</c:v>
                </c:pt>
                <c:pt idx="264">
                  <c:v>46093</c:v>
                </c:pt>
                <c:pt idx="265">
                  <c:v>46094</c:v>
                </c:pt>
                <c:pt idx="266">
                  <c:v>46095</c:v>
                </c:pt>
                <c:pt idx="267">
                  <c:v>46096</c:v>
                </c:pt>
                <c:pt idx="268">
                  <c:v>46097</c:v>
                </c:pt>
                <c:pt idx="269">
                  <c:v>46098</c:v>
                </c:pt>
                <c:pt idx="270">
                  <c:v>46099</c:v>
                </c:pt>
                <c:pt idx="271">
                  <c:v>46100</c:v>
                </c:pt>
                <c:pt idx="272">
                  <c:v>46101</c:v>
                </c:pt>
                <c:pt idx="273">
                  <c:v>46102</c:v>
                </c:pt>
                <c:pt idx="274">
                  <c:v>46103</c:v>
                </c:pt>
                <c:pt idx="275">
                  <c:v>46104</c:v>
                </c:pt>
                <c:pt idx="276">
                  <c:v>46105</c:v>
                </c:pt>
                <c:pt idx="277">
                  <c:v>46106</c:v>
                </c:pt>
                <c:pt idx="278">
                  <c:v>46107</c:v>
                </c:pt>
                <c:pt idx="279">
                  <c:v>46108</c:v>
                </c:pt>
                <c:pt idx="280">
                  <c:v>46109</c:v>
                </c:pt>
                <c:pt idx="281">
                  <c:v>46110</c:v>
                </c:pt>
                <c:pt idx="282">
                  <c:v>46111</c:v>
                </c:pt>
                <c:pt idx="283">
                  <c:v>46112</c:v>
                </c:pt>
                <c:pt idx="284">
                  <c:v>46113</c:v>
                </c:pt>
                <c:pt idx="285">
                  <c:v>46114</c:v>
                </c:pt>
                <c:pt idx="286">
                  <c:v>46115</c:v>
                </c:pt>
                <c:pt idx="287">
                  <c:v>46116</c:v>
                </c:pt>
                <c:pt idx="288">
                  <c:v>46117</c:v>
                </c:pt>
                <c:pt idx="289">
                  <c:v>46118</c:v>
                </c:pt>
                <c:pt idx="290">
                  <c:v>46119</c:v>
                </c:pt>
                <c:pt idx="291">
                  <c:v>46120</c:v>
                </c:pt>
                <c:pt idx="292">
                  <c:v>46121</c:v>
                </c:pt>
                <c:pt idx="293">
                  <c:v>46122</c:v>
                </c:pt>
                <c:pt idx="294">
                  <c:v>46123</c:v>
                </c:pt>
                <c:pt idx="295">
                  <c:v>46124</c:v>
                </c:pt>
                <c:pt idx="296">
                  <c:v>46125</c:v>
                </c:pt>
                <c:pt idx="297">
                  <c:v>46126</c:v>
                </c:pt>
                <c:pt idx="298">
                  <c:v>46127</c:v>
                </c:pt>
                <c:pt idx="299">
                  <c:v>46128</c:v>
                </c:pt>
                <c:pt idx="300">
                  <c:v>46129</c:v>
                </c:pt>
                <c:pt idx="301">
                  <c:v>46130</c:v>
                </c:pt>
                <c:pt idx="302">
                  <c:v>46131</c:v>
                </c:pt>
                <c:pt idx="303">
                  <c:v>46132</c:v>
                </c:pt>
                <c:pt idx="304">
                  <c:v>46133</c:v>
                </c:pt>
                <c:pt idx="305">
                  <c:v>46134</c:v>
                </c:pt>
                <c:pt idx="306">
                  <c:v>46135</c:v>
                </c:pt>
                <c:pt idx="307">
                  <c:v>46136</c:v>
                </c:pt>
                <c:pt idx="308">
                  <c:v>46137</c:v>
                </c:pt>
                <c:pt idx="309">
                  <c:v>46138</c:v>
                </c:pt>
                <c:pt idx="310">
                  <c:v>46139</c:v>
                </c:pt>
                <c:pt idx="311">
                  <c:v>46140</c:v>
                </c:pt>
                <c:pt idx="312">
                  <c:v>46141</c:v>
                </c:pt>
                <c:pt idx="313">
                  <c:v>46142</c:v>
                </c:pt>
                <c:pt idx="314">
                  <c:v>46143</c:v>
                </c:pt>
                <c:pt idx="315">
                  <c:v>46144</c:v>
                </c:pt>
                <c:pt idx="316">
                  <c:v>46145</c:v>
                </c:pt>
                <c:pt idx="317">
                  <c:v>46146</c:v>
                </c:pt>
                <c:pt idx="318">
                  <c:v>46147</c:v>
                </c:pt>
                <c:pt idx="319">
                  <c:v>46148</c:v>
                </c:pt>
                <c:pt idx="320">
                  <c:v>46149</c:v>
                </c:pt>
                <c:pt idx="321">
                  <c:v>46150</c:v>
                </c:pt>
                <c:pt idx="322">
                  <c:v>46151</c:v>
                </c:pt>
                <c:pt idx="323">
                  <c:v>46152</c:v>
                </c:pt>
                <c:pt idx="324">
                  <c:v>46153</c:v>
                </c:pt>
                <c:pt idx="325">
                  <c:v>46154</c:v>
                </c:pt>
                <c:pt idx="326">
                  <c:v>46155</c:v>
                </c:pt>
                <c:pt idx="327">
                  <c:v>46156</c:v>
                </c:pt>
                <c:pt idx="328">
                  <c:v>46157</c:v>
                </c:pt>
                <c:pt idx="329">
                  <c:v>46158</c:v>
                </c:pt>
                <c:pt idx="330">
                  <c:v>46159</c:v>
                </c:pt>
                <c:pt idx="331">
                  <c:v>46160</c:v>
                </c:pt>
                <c:pt idx="332">
                  <c:v>46161</c:v>
                </c:pt>
                <c:pt idx="333">
                  <c:v>46162</c:v>
                </c:pt>
                <c:pt idx="334">
                  <c:v>46163</c:v>
                </c:pt>
                <c:pt idx="335">
                  <c:v>46164</c:v>
                </c:pt>
                <c:pt idx="336">
                  <c:v>46165</c:v>
                </c:pt>
                <c:pt idx="337">
                  <c:v>46166</c:v>
                </c:pt>
                <c:pt idx="338">
                  <c:v>46167</c:v>
                </c:pt>
                <c:pt idx="339">
                  <c:v>46168</c:v>
                </c:pt>
                <c:pt idx="340">
                  <c:v>46169</c:v>
                </c:pt>
                <c:pt idx="341">
                  <c:v>46170</c:v>
                </c:pt>
                <c:pt idx="342">
                  <c:v>46171</c:v>
                </c:pt>
                <c:pt idx="343">
                  <c:v>46172</c:v>
                </c:pt>
                <c:pt idx="344">
                  <c:v>46173</c:v>
                </c:pt>
                <c:pt idx="345">
                  <c:v>46174</c:v>
                </c:pt>
                <c:pt idx="346">
                  <c:v>46175</c:v>
                </c:pt>
                <c:pt idx="347">
                  <c:v>46176</c:v>
                </c:pt>
                <c:pt idx="348">
                  <c:v>46177</c:v>
                </c:pt>
                <c:pt idx="349">
                  <c:v>46178</c:v>
                </c:pt>
                <c:pt idx="350">
                  <c:v>46179</c:v>
                </c:pt>
                <c:pt idx="351">
                  <c:v>46180</c:v>
                </c:pt>
                <c:pt idx="352">
                  <c:v>46181</c:v>
                </c:pt>
                <c:pt idx="353">
                  <c:v>46182</c:v>
                </c:pt>
                <c:pt idx="354">
                  <c:v>46183</c:v>
                </c:pt>
                <c:pt idx="355">
                  <c:v>46184</c:v>
                </c:pt>
                <c:pt idx="356">
                  <c:v>46185</c:v>
                </c:pt>
                <c:pt idx="357">
                  <c:v>46186</c:v>
                </c:pt>
                <c:pt idx="358">
                  <c:v>46187</c:v>
                </c:pt>
                <c:pt idx="359">
                  <c:v>46188</c:v>
                </c:pt>
                <c:pt idx="360">
                  <c:v>46189</c:v>
                </c:pt>
                <c:pt idx="361">
                  <c:v>46190</c:v>
                </c:pt>
                <c:pt idx="362">
                  <c:v>46191</c:v>
                </c:pt>
                <c:pt idx="363">
                  <c:v>46192</c:v>
                </c:pt>
                <c:pt idx="364">
                  <c:v>46193</c:v>
                </c:pt>
              </c:numCache>
            </c:numRef>
          </c:cat>
          <c:val>
            <c:numRef>
              <c:f>'2G Voice'!$D$2:$D$366</c:f>
              <c:numCache>
                <c:formatCode>General</c:formatCode>
                <c:ptCount val="365"/>
                <c:pt idx="0">
                  <c:v>350.54340000000002</c:v>
                </c:pt>
                <c:pt idx="1">
                  <c:v>325.56010000000003</c:v>
                </c:pt>
                <c:pt idx="2">
                  <c:v>322.56579999999997</c:v>
                </c:pt>
                <c:pt idx="3">
                  <c:v>348.65100000000001</c:v>
                </c:pt>
                <c:pt idx="4">
                  <c:v>327.70150000000001</c:v>
                </c:pt>
                <c:pt idx="5">
                  <c:v>359.32460000000003</c:v>
                </c:pt>
                <c:pt idx="6">
                  <c:v>368.7543</c:v>
                </c:pt>
                <c:pt idx="7">
                  <c:v>358.09280000000001</c:v>
                </c:pt>
                <c:pt idx="8">
                  <c:v>369.50659999999999</c:v>
                </c:pt>
                <c:pt idx="9">
                  <c:v>380.4855</c:v>
                </c:pt>
                <c:pt idx="10">
                  <c:v>410.2364</c:v>
                </c:pt>
                <c:pt idx="11">
                  <c:v>414.03520000000003</c:v>
                </c:pt>
                <c:pt idx="12">
                  <c:v>373.97610000000003</c:v>
                </c:pt>
                <c:pt idx="13">
                  <c:v>359.29</c:v>
                </c:pt>
                <c:pt idx="14">
                  <c:v>330.62180000000001</c:v>
                </c:pt>
                <c:pt idx="15">
                  <c:v>345.44279999999998</c:v>
                </c:pt>
                <c:pt idx="16">
                  <c:v>340.59379999999999</c:v>
                </c:pt>
                <c:pt idx="17">
                  <c:v>352.42690000000005</c:v>
                </c:pt>
                <c:pt idx="18">
                  <c:v>333.4846</c:v>
                </c:pt>
                <c:pt idx="19">
                  <c:v>323.90950000000004</c:v>
                </c:pt>
                <c:pt idx="20">
                  <c:v>344.4898</c:v>
                </c:pt>
                <c:pt idx="21">
                  <c:v>320.2604</c:v>
                </c:pt>
                <c:pt idx="22">
                  <c:v>304.44479999999999</c:v>
                </c:pt>
                <c:pt idx="23">
                  <c:v>317.1576</c:v>
                </c:pt>
                <c:pt idx="24">
                  <c:v>315.58420000000001</c:v>
                </c:pt>
                <c:pt idx="25">
                  <c:v>283.13439999999997</c:v>
                </c:pt>
                <c:pt idx="26">
                  <c:v>295.3125</c:v>
                </c:pt>
                <c:pt idx="27">
                  <c:v>324.50260000000003</c:v>
                </c:pt>
                <c:pt idx="28">
                  <c:v>353.21380000000005</c:v>
                </c:pt>
                <c:pt idx="29">
                  <c:v>302.67080000000004</c:v>
                </c:pt>
                <c:pt idx="30">
                  <c:v>307.87919999999997</c:v>
                </c:pt>
                <c:pt idx="31">
                  <c:v>302.32920000000001</c:v>
                </c:pt>
                <c:pt idx="32">
                  <c:v>310.31189999999998</c:v>
                </c:pt>
                <c:pt idx="33">
                  <c:v>305.5702</c:v>
                </c:pt>
                <c:pt idx="34">
                  <c:v>317.34209999999996</c:v>
                </c:pt>
                <c:pt idx="35">
                  <c:v>316.50350000000003</c:v>
                </c:pt>
                <c:pt idx="36">
                  <c:v>298.79599999999999</c:v>
                </c:pt>
                <c:pt idx="37">
                  <c:v>313.47910000000002</c:v>
                </c:pt>
                <c:pt idx="38">
                  <c:v>309.48109999999997</c:v>
                </c:pt>
                <c:pt idx="39">
                  <c:v>333.04269999999997</c:v>
                </c:pt>
                <c:pt idx="40">
                  <c:v>367.25019999999995</c:v>
                </c:pt>
                <c:pt idx="41">
                  <c:v>321.81599999999997</c:v>
                </c:pt>
                <c:pt idx="42">
                  <c:v>319.15859999999998</c:v>
                </c:pt>
                <c:pt idx="43">
                  <c:v>312.75880000000001</c:v>
                </c:pt>
                <c:pt idx="44">
                  <c:v>335.07660000000004</c:v>
                </c:pt>
                <c:pt idx="45">
                  <c:v>327.4271</c:v>
                </c:pt>
                <c:pt idx="46">
                  <c:v>356.89779999999996</c:v>
                </c:pt>
                <c:pt idx="47">
                  <c:v>362.42059999999998</c:v>
                </c:pt>
                <c:pt idx="48">
                  <c:v>350.37689999999998</c:v>
                </c:pt>
                <c:pt idx="49">
                  <c:v>397.48359999999997</c:v>
                </c:pt>
                <c:pt idx="50">
                  <c:v>402.22</c:v>
                </c:pt>
                <c:pt idx="51">
                  <c:v>403.67270000000002</c:v>
                </c:pt>
                <c:pt idx="52">
                  <c:v>463.45239999999995</c:v>
                </c:pt>
                <c:pt idx="53">
                  <c:v>549.97630000000004</c:v>
                </c:pt>
                <c:pt idx="54">
                  <c:v>749.4312000000001</c:v>
                </c:pt>
                <c:pt idx="55">
                  <c:v>722.97890000000007</c:v>
                </c:pt>
                <c:pt idx="56">
                  <c:v>429.84500000000003</c:v>
                </c:pt>
                <c:pt idx="57">
                  <c:v>358.03450000000004</c:v>
                </c:pt>
                <c:pt idx="58">
                  <c:v>366.28190000000001</c:v>
                </c:pt>
                <c:pt idx="59">
                  <c:v>380.21979999999996</c:v>
                </c:pt>
                <c:pt idx="60">
                  <c:v>388.24739999999997</c:v>
                </c:pt>
                <c:pt idx="61">
                  <c:v>353.53789999999998</c:v>
                </c:pt>
                <c:pt idx="62">
                  <c:v>362.8048</c:v>
                </c:pt>
                <c:pt idx="63">
                  <c:v>357.02479999999997</c:v>
                </c:pt>
                <c:pt idx="64">
                  <c:v>346.49760000000003</c:v>
                </c:pt>
                <c:pt idx="65">
                  <c:v>338.49580000000003</c:v>
                </c:pt>
                <c:pt idx="66">
                  <c:v>352.84379999999999</c:v>
                </c:pt>
                <c:pt idx="67">
                  <c:v>370.78930000000003</c:v>
                </c:pt>
                <c:pt idx="68">
                  <c:v>394.72029999999995</c:v>
                </c:pt>
                <c:pt idx="69">
                  <c:v>359.14420000000001</c:v>
                </c:pt>
                <c:pt idx="70">
                  <c:v>389.4776</c:v>
                </c:pt>
                <c:pt idx="71">
                  <c:v>331.54910000000001</c:v>
                </c:pt>
                <c:pt idx="72">
                  <c:v>366.02949999999998</c:v>
                </c:pt>
                <c:pt idx="73">
                  <c:v>332.33260000000001</c:v>
                </c:pt>
                <c:pt idx="74">
                  <c:v>334.63650000000001</c:v>
                </c:pt>
                <c:pt idx="75">
                  <c:v>360.0444</c:v>
                </c:pt>
                <c:pt idx="76">
                  <c:v>382.26490000000001</c:v>
                </c:pt>
                <c:pt idx="77">
                  <c:v>385.07130000000001</c:v>
                </c:pt>
                <c:pt idx="78">
                  <c:v>386.64929999999998</c:v>
                </c:pt>
                <c:pt idx="79">
                  <c:v>364.93009999999998</c:v>
                </c:pt>
                <c:pt idx="80">
                  <c:v>358.7756</c:v>
                </c:pt>
                <c:pt idx="81">
                  <c:v>345.12479999999999</c:v>
                </c:pt>
                <c:pt idx="82">
                  <c:v>349.85309999999998</c:v>
                </c:pt>
                <c:pt idx="83">
                  <c:v>333.76780000000002</c:v>
                </c:pt>
                <c:pt idx="84">
                  <c:v>361.03799999999995</c:v>
                </c:pt>
                <c:pt idx="85">
                  <c:v>330.73999999999995</c:v>
                </c:pt>
                <c:pt idx="86">
                  <c:v>364.48190000000005</c:v>
                </c:pt>
                <c:pt idx="87">
                  <c:v>341.11959999999999</c:v>
                </c:pt>
                <c:pt idx="88">
                  <c:v>360.88990000000001</c:v>
                </c:pt>
                <c:pt idx="89">
                  <c:v>356.85359999999997</c:v>
                </c:pt>
                <c:pt idx="90">
                  <c:v>370.8811</c:v>
                </c:pt>
                <c:pt idx="91">
                  <c:v>379.45830000000001</c:v>
                </c:pt>
                <c:pt idx="92">
                  <c:v>333.1576</c:v>
                </c:pt>
                <c:pt idx="93">
                  <c:v>330.88299999999998</c:v>
                </c:pt>
                <c:pt idx="94">
                  <c:v>307.3732</c:v>
                </c:pt>
                <c:pt idx="95">
                  <c:v>334.99</c:v>
                </c:pt>
                <c:pt idx="96">
                  <c:v>336.65550000000002</c:v>
                </c:pt>
                <c:pt idx="97">
                  <c:v>343.3929</c:v>
                </c:pt>
                <c:pt idx="98">
                  <c:v>346.74270000000001</c:v>
                </c:pt>
                <c:pt idx="99">
                  <c:v>332.66919999999999</c:v>
                </c:pt>
                <c:pt idx="100">
                  <c:v>354.40179999999998</c:v>
                </c:pt>
                <c:pt idx="101">
                  <c:v>374.20060000000001</c:v>
                </c:pt>
                <c:pt idx="102">
                  <c:v>383.09980000000002</c:v>
                </c:pt>
                <c:pt idx="103">
                  <c:v>371.46910000000003</c:v>
                </c:pt>
                <c:pt idx="104">
                  <c:v>397.65679999999998</c:v>
                </c:pt>
                <c:pt idx="105">
                  <c:v>410.04680000000002</c:v>
                </c:pt>
                <c:pt idx="106">
                  <c:v>358.49560000000002</c:v>
                </c:pt>
                <c:pt idx="107">
                  <c:v>348.39389999999997</c:v>
                </c:pt>
                <c:pt idx="108">
                  <c:v>339.70509999999996</c:v>
                </c:pt>
                <c:pt idx="109">
                  <c:v>316.39749999999998</c:v>
                </c:pt>
                <c:pt idx="110">
                  <c:v>314.24299999999999</c:v>
                </c:pt>
                <c:pt idx="111">
                  <c:v>325.56689999999998</c:v>
                </c:pt>
                <c:pt idx="112">
                  <c:v>331.18540000000002</c:v>
                </c:pt>
                <c:pt idx="113">
                  <c:v>291.47800000000001</c:v>
                </c:pt>
                <c:pt idx="114">
                  <c:v>329.34499999999997</c:v>
                </c:pt>
                <c:pt idx="115">
                  <c:v>317.21199999999999</c:v>
                </c:pt>
                <c:pt idx="116">
                  <c:v>303.49770000000001</c:v>
                </c:pt>
                <c:pt idx="117">
                  <c:v>317.23270000000002</c:v>
                </c:pt>
                <c:pt idx="118">
                  <c:v>302.11870000000005</c:v>
                </c:pt>
                <c:pt idx="119">
                  <c:v>319.83510000000001</c:v>
                </c:pt>
                <c:pt idx="120">
                  <c:v>316.26550000000003</c:v>
                </c:pt>
                <c:pt idx="121">
                  <c:v>316.07040000000001</c:v>
                </c:pt>
                <c:pt idx="122">
                  <c:v>330.48769999999996</c:v>
                </c:pt>
                <c:pt idx="123">
                  <c:v>306.88220000000001</c:v>
                </c:pt>
                <c:pt idx="124">
                  <c:v>313.26280000000003</c:v>
                </c:pt>
                <c:pt idx="125">
                  <c:v>312.91629999999998</c:v>
                </c:pt>
                <c:pt idx="126">
                  <c:v>321.24239999999998</c:v>
                </c:pt>
                <c:pt idx="127">
                  <c:v>319.42949999999996</c:v>
                </c:pt>
                <c:pt idx="128">
                  <c:v>323.52280000000002</c:v>
                </c:pt>
                <c:pt idx="129">
                  <c:v>315.90940000000001</c:v>
                </c:pt>
                <c:pt idx="130">
                  <c:v>332.28230000000002</c:v>
                </c:pt>
                <c:pt idx="131">
                  <c:v>321.33140000000003</c:v>
                </c:pt>
                <c:pt idx="132">
                  <c:v>320.40289999999999</c:v>
                </c:pt>
                <c:pt idx="133">
                  <c:v>296.83550000000002</c:v>
                </c:pt>
                <c:pt idx="134">
                  <c:v>303.56979999999999</c:v>
                </c:pt>
                <c:pt idx="135">
                  <c:v>307.5958</c:v>
                </c:pt>
                <c:pt idx="136">
                  <c:v>311.57659999999998</c:v>
                </c:pt>
                <c:pt idx="137">
                  <c:v>299.04590000000002</c:v>
                </c:pt>
                <c:pt idx="138">
                  <c:v>319.18960000000004</c:v>
                </c:pt>
                <c:pt idx="139">
                  <c:v>304.17630000000003</c:v>
                </c:pt>
                <c:pt idx="140">
                  <c:v>303.23250000000002</c:v>
                </c:pt>
                <c:pt idx="141">
                  <c:v>288.00290000000001</c:v>
                </c:pt>
                <c:pt idx="142">
                  <c:v>325.20029999999997</c:v>
                </c:pt>
                <c:pt idx="143">
                  <c:v>314.02620000000002</c:v>
                </c:pt>
                <c:pt idx="144">
                  <c:v>343.49600000000004</c:v>
                </c:pt>
                <c:pt idx="145">
                  <c:v>302.59690000000001</c:v>
                </c:pt>
                <c:pt idx="146">
                  <c:v>318.93610000000001</c:v>
                </c:pt>
                <c:pt idx="147">
                  <c:v>316.0018</c:v>
                </c:pt>
                <c:pt idx="148">
                  <c:v>296.36109999999996</c:v>
                </c:pt>
                <c:pt idx="149">
                  <c:v>305.14849999999996</c:v>
                </c:pt>
                <c:pt idx="150">
                  <c:v>321.68979999999999</c:v>
                </c:pt>
                <c:pt idx="151">
                  <c:v>300.92360000000002</c:v>
                </c:pt>
                <c:pt idx="152">
                  <c:v>314.04140000000001</c:v>
                </c:pt>
                <c:pt idx="153">
                  <c:v>286.37719999999996</c:v>
                </c:pt>
                <c:pt idx="154">
                  <c:v>308.3535</c:v>
                </c:pt>
                <c:pt idx="155">
                  <c:v>324.40199999999999</c:v>
                </c:pt>
                <c:pt idx="156">
                  <c:v>321.46139999999997</c:v>
                </c:pt>
                <c:pt idx="157">
                  <c:v>304.57080000000002</c:v>
                </c:pt>
                <c:pt idx="158">
                  <c:v>323.32</c:v>
                </c:pt>
                <c:pt idx="159">
                  <c:v>328.57979999999998</c:v>
                </c:pt>
                <c:pt idx="160">
                  <c:v>403.48009999999999</c:v>
                </c:pt>
                <c:pt idx="161">
                  <c:v>403.76</c:v>
                </c:pt>
                <c:pt idx="162">
                  <c:v>285.58260000000001</c:v>
                </c:pt>
                <c:pt idx="163">
                  <c:v>221.85159999999999</c:v>
                </c:pt>
                <c:pt idx="164">
                  <c:v>224.28579999999999</c:v>
                </c:pt>
                <c:pt idx="165">
                  <c:v>422.17759999999998</c:v>
                </c:pt>
                <c:pt idx="166">
                  <c:v>426.73169999999999</c:v>
                </c:pt>
                <c:pt idx="167">
                  <c:v>424.3449</c:v>
                </c:pt>
                <c:pt idx="168">
                  <c:v>409.3954</c:v>
                </c:pt>
                <c:pt idx="169">
                  <c:v>408.62560000000002</c:v>
                </c:pt>
                <c:pt idx="170">
                  <c:v>471.56639999999999</c:v>
                </c:pt>
                <c:pt idx="171">
                  <c:v>437.78620000000001</c:v>
                </c:pt>
                <c:pt idx="172">
                  <c:v>443.24360000000001</c:v>
                </c:pt>
                <c:pt idx="173">
                  <c:v>417.57409999999999</c:v>
                </c:pt>
                <c:pt idx="174">
                  <c:v>426.59180000000003</c:v>
                </c:pt>
                <c:pt idx="175">
                  <c:v>407.03620000000001</c:v>
                </c:pt>
                <c:pt idx="176">
                  <c:v>413.68709999999999</c:v>
                </c:pt>
                <c:pt idx="177">
                  <c:v>475.58609999999999</c:v>
                </c:pt>
                <c:pt idx="178">
                  <c:v>484.17200000000003</c:v>
                </c:pt>
                <c:pt idx="179">
                  <c:v>461.17809999999997</c:v>
                </c:pt>
                <c:pt idx="180">
                  <c:v>470.65479999999997</c:v>
                </c:pt>
                <c:pt idx="181">
                  <c:v>495.60300000000001</c:v>
                </c:pt>
                <c:pt idx="182">
                  <c:v>470.9871</c:v>
                </c:pt>
                <c:pt idx="183">
                  <c:v>452.08749999999998</c:v>
                </c:pt>
                <c:pt idx="184">
                  <c:v>492.9332</c:v>
                </c:pt>
                <c:pt idx="185">
                  <c:v>476.45100000000002</c:v>
                </c:pt>
                <c:pt idx="186">
                  <c:v>473.64769999999999</c:v>
                </c:pt>
                <c:pt idx="187">
                  <c:v>465.95429999999999</c:v>
                </c:pt>
                <c:pt idx="188">
                  <c:v>489.47030000000001</c:v>
                </c:pt>
                <c:pt idx="189">
                  <c:v>458.13349999999997</c:v>
                </c:pt>
                <c:pt idx="190">
                  <c:v>464.14280000000002</c:v>
                </c:pt>
                <c:pt idx="191">
                  <c:v>504.56640000000004</c:v>
                </c:pt>
                <c:pt idx="192">
                  <c:v>523.77030000000002</c:v>
                </c:pt>
                <c:pt idx="193">
                  <c:v>534.37930000000006</c:v>
                </c:pt>
                <c:pt idx="194">
                  <c:v>541.69169999999997</c:v>
                </c:pt>
                <c:pt idx="195">
                  <c:v>468.55279999999999</c:v>
                </c:pt>
                <c:pt idx="196">
                  <c:v>443.82890000000003</c:v>
                </c:pt>
                <c:pt idx="197">
                  <c:v>457.98760000000004</c:v>
                </c:pt>
                <c:pt idx="198">
                  <c:v>489.04820000000001</c:v>
                </c:pt>
                <c:pt idx="199">
                  <c:v>453.85500000000002</c:v>
                </c:pt>
                <c:pt idx="200">
                  <c:v>474.3784</c:v>
                </c:pt>
                <c:pt idx="201">
                  <c:v>437.1019</c:v>
                </c:pt>
                <c:pt idx="202">
                  <c:v>388.99270000000001</c:v>
                </c:pt>
                <c:pt idx="203">
                  <c:v>426.10859999999997</c:v>
                </c:pt>
                <c:pt idx="204">
                  <c:v>412.49459999999999</c:v>
                </c:pt>
                <c:pt idx="205">
                  <c:v>469.40940000000001</c:v>
                </c:pt>
                <c:pt idx="206">
                  <c:v>460.12760000000003</c:v>
                </c:pt>
                <c:pt idx="207">
                  <c:v>457.56190000000004</c:v>
                </c:pt>
                <c:pt idx="208">
                  <c:v>451.45369999999997</c:v>
                </c:pt>
                <c:pt idx="209">
                  <c:v>442.86810000000003</c:v>
                </c:pt>
                <c:pt idx="210">
                  <c:v>428.30160000000001</c:v>
                </c:pt>
                <c:pt idx="211">
                  <c:v>419.66520000000003</c:v>
                </c:pt>
                <c:pt idx="212">
                  <c:v>455.93189999999998</c:v>
                </c:pt>
                <c:pt idx="213">
                  <c:v>454.49039999999997</c:v>
                </c:pt>
                <c:pt idx="214">
                  <c:v>447.91219999999998</c:v>
                </c:pt>
                <c:pt idx="215">
                  <c:v>425.4298</c:v>
                </c:pt>
                <c:pt idx="216">
                  <c:v>419.96719999999999</c:v>
                </c:pt>
                <c:pt idx="217">
                  <c:v>402.76249999999999</c:v>
                </c:pt>
                <c:pt idx="218">
                  <c:v>398.22609999999997</c:v>
                </c:pt>
                <c:pt idx="219">
                  <c:v>457.2373</c:v>
                </c:pt>
                <c:pt idx="220">
                  <c:v>413.50349999999997</c:v>
                </c:pt>
                <c:pt idx="221">
                  <c:v>441.88900000000001</c:v>
                </c:pt>
                <c:pt idx="222">
                  <c:v>435.30970000000002</c:v>
                </c:pt>
                <c:pt idx="223">
                  <c:v>449.07300000000004</c:v>
                </c:pt>
                <c:pt idx="224">
                  <c:v>442.06179999999995</c:v>
                </c:pt>
                <c:pt idx="225">
                  <c:v>418.6875</c:v>
                </c:pt>
                <c:pt idx="226">
                  <c:v>450.61010000000005</c:v>
                </c:pt>
                <c:pt idx="227">
                  <c:v>420.25479999999999</c:v>
                </c:pt>
                <c:pt idx="228">
                  <c:v>415.58319999999998</c:v>
                </c:pt>
                <c:pt idx="229">
                  <c:v>431.4298</c:v>
                </c:pt>
                <c:pt idx="230">
                  <c:v>438.36900000000003</c:v>
                </c:pt>
                <c:pt idx="231">
                  <c:v>431.14710000000002</c:v>
                </c:pt>
                <c:pt idx="232">
                  <c:v>412.4135</c:v>
                </c:pt>
                <c:pt idx="233">
                  <c:v>443.58770000000004</c:v>
                </c:pt>
                <c:pt idx="234">
                  <c:v>450.50900000000001</c:v>
                </c:pt>
                <c:pt idx="235">
                  <c:v>461.33279999999996</c:v>
                </c:pt>
                <c:pt idx="236">
                  <c:v>489.77479999999997</c:v>
                </c:pt>
                <c:pt idx="237">
                  <c:v>474.85329999999999</c:v>
                </c:pt>
                <c:pt idx="238">
                  <c:v>483.4323</c:v>
                </c:pt>
                <c:pt idx="239">
                  <c:v>527.14769999999999</c:v>
                </c:pt>
                <c:pt idx="240">
                  <c:v>478.10150000000004</c:v>
                </c:pt>
                <c:pt idx="241">
                  <c:v>462.49609999999996</c:v>
                </c:pt>
                <c:pt idx="242">
                  <c:v>446.49860000000001</c:v>
                </c:pt>
                <c:pt idx="243">
                  <c:v>442.85509999999999</c:v>
                </c:pt>
                <c:pt idx="244">
                  <c:v>418.71410000000003</c:v>
                </c:pt>
                <c:pt idx="245">
                  <c:v>431.07639999999998</c:v>
                </c:pt>
                <c:pt idx="246">
                  <c:v>406.5163</c:v>
                </c:pt>
                <c:pt idx="247">
                  <c:v>434.19299999999998</c:v>
                </c:pt>
                <c:pt idx="248">
                  <c:v>463.50869999999998</c:v>
                </c:pt>
                <c:pt idx="249">
                  <c:v>468.10559999999998</c:v>
                </c:pt>
                <c:pt idx="250">
                  <c:v>444.86190000000005</c:v>
                </c:pt>
                <c:pt idx="251">
                  <c:v>459.28980000000001</c:v>
                </c:pt>
                <c:pt idx="252">
                  <c:v>420.80739999999997</c:v>
                </c:pt>
                <c:pt idx="253">
                  <c:v>390.94310000000002</c:v>
                </c:pt>
                <c:pt idx="254">
                  <c:v>412.66270000000003</c:v>
                </c:pt>
                <c:pt idx="255">
                  <c:v>417.9796</c:v>
                </c:pt>
                <c:pt idx="256">
                  <c:v>417.35169999999999</c:v>
                </c:pt>
                <c:pt idx="257">
                  <c:v>388.00700000000001</c:v>
                </c:pt>
                <c:pt idx="258">
                  <c:v>377.82569999999998</c:v>
                </c:pt>
                <c:pt idx="259">
                  <c:v>367.8476</c:v>
                </c:pt>
                <c:pt idx="260">
                  <c:v>359.3843</c:v>
                </c:pt>
                <c:pt idx="261">
                  <c:v>412.73149999999998</c:v>
                </c:pt>
                <c:pt idx="262">
                  <c:v>406.00239999999997</c:v>
                </c:pt>
                <c:pt idx="263">
                  <c:v>428.35770000000002</c:v>
                </c:pt>
                <c:pt idx="264">
                  <c:v>436.2002</c:v>
                </c:pt>
                <c:pt idx="265">
                  <c:v>442.61420000000004</c:v>
                </c:pt>
                <c:pt idx="266">
                  <c:v>451.6934</c:v>
                </c:pt>
                <c:pt idx="267">
                  <c:v>432.8313</c:v>
                </c:pt>
                <c:pt idx="268">
                  <c:v>447.16890000000001</c:v>
                </c:pt>
                <c:pt idx="269">
                  <c:v>469.73809999999997</c:v>
                </c:pt>
                <c:pt idx="270">
                  <c:v>470.51769999999999</c:v>
                </c:pt>
                <c:pt idx="271">
                  <c:v>462.57920000000001</c:v>
                </c:pt>
                <c:pt idx="272">
                  <c:v>455.78550000000001</c:v>
                </c:pt>
                <c:pt idx="273">
                  <c:v>435.67500000000001</c:v>
                </c:pt>
                <c:pt idx="274">
                  <c:v>414.28109999999998</c:v>
                </c:pt>
                <c:pt idx="275">
                  <c:v>469.42749999999995</c:v>
                </c:pt>
                <c:pt idx="276">
                  <c:v>495.839</c:v>
                </c:pt>
                <c:pt idx="277">
                  <c:v>457.55110000000002</c:v>
                </c:pt>
                <c:pt idx="278">
                  <c:v>480.17859999999996</c:v>
                </c:pt>
                <c:pt idx="279">
                  <c:v>479.37970000000001</c:v>
                </c:pt>
                <c:pt idx="280">
                  <c:v>482.59800000000001</c:v>
                </c:pt>
                <c:pt idx="281">
                  <c:v>462.72799999999995</c:v>
                </c:pt>
                <c:pt idx="282">
                  <c:v>513.87090000000001</c:v>
                </c:pt>
                <c:pt idx="283">
                  <c:v>502.13979999999998</c:v>
                </c:pt>
                <c:pt idx="284">
                  <c:v>488.36149999999998</c:v>
                </c:pt>
                <c:pt idx="285">
                  <c:v>454.0292</c:v>
                </c:pt>
                <c:pt idx="286">
                  <c:v>441.07710000000003</c:v>
                </c:pt>
                <c:pt idx="287">
                  <c:v>469.95140000000004</c:v>
                </c:pt>
                <c:pt idx="288">
                  <c:v>441.34639999999996</c:v>
                </c:pt>
                <c:pt idx="289">
                  <c:v>491.1463</c:v>
                </c:pt>
                <c:pt idx="290">
                  <c:v>525.96900000000005</c:v>
                </c:pt>
                <c:pt idx="291">
                  <c:v>514.14959999999996</c:v>
                </c:pt>
                <c:pt idx="292">
                  <c:v>494.93799999999999</c:v>
                </c:pt>
                <c:pt idx="293">
                  <c:v>458.18650000000002</c:v>
                </c:pt>
                <c:pt idx="294">
                  <c:v>455.37029999999999</c:v>
                </c:pt>
                <c:pt idx="295">
                  <c:v>421.28120000000001</c:v>
                </c:pt>
                <c:pt idx="296">
                  <c:v>414.73589999999996</c:v>
                </c:pt>
                <c:pt idx="297">
                  <c:v>407.91550000000001</c:v>
                </c:pt>
                <c:pt idx="298">
                  <c:v>416.238</c:v>
                </c:pt>
                <c:pt idx="299">
                  <c:v>406.08530000000002</c:v>
                </c:pt>
                <c:pt idx="300">
                  <c:v>406.07329999999996</c:v>
                </c:pt>
                <c:pt idx="301">
                  <c:v>382.31710000000004</c:v>
                </c:pt>
                <c:pt idx="302">
                  <c:v>378.1748</c:v>
                </c:pt>
                <c:pt idx="303">
                  <c:v>431.97770000000003</c:v>
                </c:pt>
                <c:pt idx="304">
                  <c:v>432.0093</c:v>
                </c:pt>
                <c:pt idx="305">
                  <c:v>444.10069999999996</c:v>
                </c:pt>
                <c:pt idx="306">
                  <c:v>453.04039999999998</c:v>
                </c:pt>
                <c:pt idx="307">
                  <c:v>473.54650000000004</c:v>
                </c:pt>
                <c:pt idx="308">
                  <c:v>434.01510000000002</c:v>
                </c:pt>
                <c:pt idx="309">
                  <c:v>434.16050000000001</c:v>
                </c:pt>
                <c:pt idx="310">
                  <c:v>442.67759999999998</c:v>
                </c:pt>
                <c:pt idx="311">
                  <c:v>431.07990000000001</c:v>
                </c:pt>
                <c:pt idx="312">
                  <c:v>427.48469999999998</c:v>
                </c:pt>
                <c:pt idx="313">
                  <c:v>441.09089999999998</c:v>
                </c:pt>
                <c:pt idx="314">
                  <c:v>400.82799999999997</c:v>
                </c:pt>
                <c:pt idx="315">
                  <c:v>451.2568</c:v>
                </c:pt>
                <c:pt idx="316">
                  <c:v>430.72369999999995</c:v>
                </c:pt>
                <c:pt idx="317">
                  <c:v>449.44990000000001</c:v>
                </c:pt>
                <c:pt idx="318">
                  <c:v>455.88600000000002</c:v>
                </c:pt>
                <c:pt idx="319">
                  <c:v>476.82349999999997</c:v>
                </c:pt>
                <c:pt idx="320">
                  <c:v>449.18040000000002</c:v>
                </c:pt>
                <c:pt idx="321">
                  <c:v>457.7808</c:v>
                </c:pt>
                <c:pt idx="322">
                  <c:v>456.16320000000002</c:v>
                </c:pt>
                <c:pt idx="323">
                  <c:v>448.43490000000003</c:v>
                </c:pt>
                <c:pt idx="324">
                  <c:v>482.47549999999995</c:v>
                </c:pt>
                <c:pt idx="325">
                  <c:v>481.0718</c:v>
                </c:pt>
                <c:pt idx="326">
                  <c:v>492.6515</c:v>
                </c:pt>
                <c:pt idx="327">
                  <c:v>460.3381</c:v>
                </c:pt>
                <c:pt idx="328">
                  <c:v>494.57759999999996</c:v>
                </c:pt>
                <c:pt idx="329">
                  <c:v>478.88990000000001</c:v>
                </c:pt>
                <c:pt idx="330">
                  <c:v>459.06330000000003</c:v>
                </c:pt>
                <c:pt idx="331">
                  <c:v>466.11720000000003</c:v>
                </c:pt>
                <c:pt idx="332">
                  <c:v>474.05630000000002</c:v>
                </c:pt>
                <c:pt idx="333">
                  <c:v>474.69200000000001</c:v>
                </c:pt>
                <c:pt idx="334">
                  <c:v>484.84300000000002</c:v>
                </c:pt>
                <c:pt idx="335">
                  <c:v>470.01130000000001</c:v>
                </c:pt>
                <c:pt idx="336">
                  <c:v>470.32139999999998</c:v>
                </c:pt>
                <c:pt idx="337">
                  <c:v>464.32650000000001</c:v>
                </c:pt>
                <c:pt idx="338">
                  <c:v>503.26990000000001</c:v>
                </c:pt>
                <c:pt idx="339">
                  <c:v>504.67590000000001</c:v>
                </c:pt>
                <c:pt idx="340">
                  <c:v>515.67880000000002</c:v>
                </c:pt>
                <c:pt idx="341">
                  <c:v>494.80349999999999</c:v>
                </c:pt>
                <c:pt idx="342">
                  <c:v>521.36479999999995</c:v>
                </c:pt>
                <c:pt idx="343">
                  <c:v>488.57679999999999</c:v>
                </c:pt>
                <c:pt idx="344">
                  <c:v>473.2595</c:v>
                </c:pt>
                <c:pt idx="345">
                  <c:v>470.51089999999999</c:v>
                </c:pt>
                <c:pt idx="346">
                  <c:v>448.61160000000001</c:v>
                </c:pt>
                <c:pt idx="347">
                  <c:v>465.72329999999999</c:v>
                </c:pt>
                <c:pt idx="348">
                  <c:v>428.02799999999996</c:v>
                </c:pt>
                <c:pt idx="349">
                  <c:v>457.91129999999998</c:v>
                </c:pt>
                <c:pt idx="350">
                  <c:v>429.4701</c:v>
                </c:pt>
                <c:pt idx="351">
                  <c:v>445.6377</c:v>
                </c:pt>
                <c:pt idx="352">
                  <c:v>462.42840000000001</c:v>
                </c:pt>
                <c:pt idx="353">
                  <c:v>418.1259</c:v>
                </c:pt>
                <c:pt idx="354">
                  <c:v>457.63659999999999</c:v>
                </c:pt>
                <c:pt idx="355">
                  <c:v>446.74079999999998</c:v>
                </c:pt>
                <c:pt idx="356">
                  <c:v>448.18290000000002</c:v>
                </c:pt>
                <c:pt idx="357">
                  <c:v>429.24419999999998</c:v>
                </c:pt>
                <c:pt idx="358">
                  <c:v>413.15270000000004</c:v>
                </c:pt>
                <c:pt idx="359">
                  <c:v>447.80529999999999</c:v>
                </c:pt>
                <c:pt idx="360">
                  <c:v>432.90980000000002</c:v>
                </c:pt>
                <c:pt idx="361">
                  <c:v>435.59810000000004</c:v>
                </c:pt>
                <c:pt idx="362">
                  <c:v>430.46859999999998</c:v>
                </c:pt>
                <c:pt idx="363">
                  <c:v>432.767</c:v>
                </c:pt>
                <c:pt idx="364">
                  <c:v>406.68459999999999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3EE5-4250-9F12-058A17DFE5A6}"/>
            </c:ext>
          </c:extLst>
        </c:ser>
        <c:ser>
          <c:idx val="3"/>
          <c:order val="3"/>
          <c:tx>
            <c:strRef>
              <c:f>'2G Voice'!$E$1</c:f>
              <c:strCache>
                <c:ptCount val="1"/>
                <c:pt idx="0">
                  <c:v>Mullaitivu</c:v>
                </c:pt>
              </c:strCache>
            </c:strRef>
          </c:tx>
          <c:spPr>
            <a:ln w="28575" cap="rnd">
              <a:solidFill>
                <a:schemeClr val="accent4"/>
              </a:solidFill>
              <a:round/>
            </a:ln>
            <a:effectLst/>
          </c:spPr>
          <c:marker>
            <c:symbol val="none"/>
          </c:marker>
          <c:cat>
            <c:numRef>
              <c:f>'2G Voice'!$A$2:$A$366</c:f>
              <c:numCache>
                <c:formatCode>m/d/yyyy</c:formatCode>
                <c:ptCount val="365"/>
                <c:pt idx="0">
                  <c:v>45829</c:v>
                </c:pt>
                <c:pt idx="1">
                  <c:v>45830</c:v>
                </c:pt>
                <c:pt idx="2">
                  <c:v>45831</c:v>
                </c:pt>
                <c:pt idx="3">
                  <c:v>45832</c:v>
                </c:pt>
                <c:pt idx="4">
                  <c:v>45833</c:v>
                </c:pt>
                <c:pt idx="5">
                  <c:v>45834</c:v>
                </c:pt>
                <c:pt idx="6">
                  <c:v>45835</c:v>
                </c:pt>
                <c:pt idx="7">
                  <c:v>45836</c:v>
                </c:pt>
                <c:pt idx="8">
                  <c:v>45837</c:v>
                </c:pt>
                <c:pt idx="9">
                  <c:v>45838</c:v>
                </c:pt>
                <c:pt idx="10">
                  <c:v>45839</c:v>
                </c:pt>
                <c:pt idx="11">
                  <c:v>45840</c:v>
                </c:pt>
                <c:pt idx="12">
                  <c:v>45841</c:v>
                </c:pt>
                <c:pt idx="13">
                  <c:v>45842</c:v>
                </c:pt>
                <c:pt idx="14">
                  <c:v>45843</c:v>
                </c:pt>
                <c:pt idx="15">
                  <c:v>45844</c:v>
                </c:pt>
                <c:pt idx="16">
                  <c:v>45845</c:v>
                </c:pt>
                <c:pt idx="17">
                  <c:v>45846</c:v>
                </c:pt>
                <c:pt idx="18">
                  <c:v>45847</c:v>
                </c:pt>
                <c:pt idx="19">
                  <c:v>45848</c:v>
                </c:pt>
                <c:pt idx="20">
                  <c:v>45849</c:v>
                </c:pt>
                <c:pt idx="21">
                  <c:v>45850</c:v>
                </c:pt>
                <c:pt idx="22">
                  <c:v>45851</c:v>
                </c:pt>
                <c:pt idx="23">
                  <c:v>45852</c:v>
                </c:pt>
                <c:pt idx="24">
                  <c:v>45853</c:v>
                </c:pt>
                <c:pt idx="25">
                  <c:v>45854</c:v>
                </c:pt>
                <c:pt idx="26">
                  <c:v>45855</c:v>
                </c:pt>
                <c:pt idx="27">
                  <c:v>45856</c:v>
                </c:pt>
                <c:pt idx="28">
                  <c:v>45857</c:v>
                </c:pt>
                <c:pt idx="29">
                  <c:v>45858</c:v>
                </c:pt>
                <c:pt idx="30">
                  <c:v>45859</c:v>
                </c:pt>
                <c:pt idx="31">
                  <c:v>45860</c:v>
                </c:pt>
                <c:pt idx="32">
                  <c:v>45861</c:v>
                </c:pt>
                <c:pt idx="33">
                  <c:v>45862</c:v>
                </c:pt>
                <c:pt idx="34">
                  <c:v>45863</c:v>
                </c:pt>
                <c:pt idx="35">
                  <c:v>45864</c:v>
                </c:pt>
                <c:pt idx="36">
                  <c:v>45865</c:v>
                </c:pt>
                <c:pt idx="37">
                  <c:v>45866</c:v>
                </c:pt>
                <c:pt idx="38">
                  <c:v>45867</c:v>
                </c:pt>
                <c:pt idx="39">
                  <c:v>45868</c:v>
                </c:pt>
                <c:pt idx="40">
                  <c:v>45869</c:v>
                </c:pt>
                <c:pt idx="41">
                  <c:v>45870</c:v>
                </c:pt>
                <c:pt idx="42">
                  <c:v>45871</c:v>
                </c:pt>
                <c:pt idx="43">
                  <c:v>45872</c:v>
                </c:pt>
                <c:pt idx="44">
                  <c:v>45873</c:v>
                </c:pt>
                <c:pt idx="45">
                  <c:v>45874</c:v>
                </c:pt>
                <c:pt idx="46">
                  <c:v>45875</c:v>
                </c:pt>
                <c:pt idx="47">
                  <c:v>45876</c:v>
                </c:pt>
                <c:pt idx="48">
                  <c:v>45877</c:v>
                </c:pt>
                <c:pt idx="49">
                  <c:v>45878</c:v>
                </c:pt>
                <c:pt idx="50">
                  <c:v>45879</c:v>
                </c:pt>
                <c:pt idx="51">
                  <c:v>45880</c:v>
                </c:pt>
                <c:pt idx="52">
                  <c:v>45881</c:v>
                </c:pt>
                <c:pt idx="53">
                  <c:v>45882</c:v>
                </c:pt>
                <c:pt idx="54">
                  <c:v>45883</c:v>
                </c:pt>
                <c:pt idx="55">
                  <c:v>45884</c:v>
                </c:pt>
                <c:pt idx="56">
                  <c:v>45885</c:v>
                </c:pt>
                <c:pt idx="57">
                  <c:v>45886</c:v>
                </c:pt>
                <c:pt idx="58">
                  <c:v>45887</c:v>
                </c:pt>
                <c:pt idx="59">
                  <c:v>45888</c:v>
                </c:pt>
                <c:pt idx="60">
                  <c:v>45889</c:v>
                </c:pt>
                <c:pt idx="61">
                  <c:v>45890</c:v>
                </c:pt>
                <c:pt idx="62">
                  <c:v>45891</c:v>
                </c:pt>
                <c:pt idx="63">
                  <c:v>45892</c:v>
                </c:pt>
                <c:pt idx="64">
                  <c:v>45893</c:v>
                </c:pt>
                <c:pt idx="65">
                  <c:v>45894</c:v>
                </c:pt>
                <c:pt idx="66">
                  <c:v>45895</c:v>
                </c:pt>
                <c:pt idx="67">
                  <c:v>45896</c:v>
                </c:pt>
                <c:pt idx="68">
                  <c:v>45897</c:v>
                </c:pt>
                <c:pt idx="69">
                  <c:v>45898</c:v>
                </c:pt>
                <c:pt idx="70">
                  <c:v>45899</c:v>
                </c:pt>
                <c:pt idx="71">
                  <c:v>45900</c:v>
                </c:pt>
                <c:pt idx="72">
                  <c:v>45901</c:v>
                </c:pt>
                <c:pt idx="73">
                  <c:v>45902</c:v>
                </c:pt>
                <c:pt idx="74">
                  <c:v>45903</c:v>
                </c:pt>
                <c:pt idx="75">
                  <c:v>45904</c:v>
                </c:pt>
                <c:pt idx="76">
                  <c:v>45905</c:v>
                </c:pt>
                <c:pt idx="77">
                  <c:v>45906</c:v>
                </c:pt>
                <c:pt idx="78">
                  <c:v>45907</c:v>
                </c:pt>
                <c:pt idx="79">
                  <c:v>45908</c:v>
                </c:pt>
                <c:pt idx="80">
                  <c:v>45909</c:v>
                </c:pt>
                <c:pt idx="81">
                  <c:v>45910</c:v>
                </c:pt>
                <c:pt idx="82">
                  <c:v>45911</c:v>
                </c:pt>
                <c:pt idx="83">
                  <c:v>45912</c:v>
                </c:pt>
                <c:pt idx="84">
                  <c:v>45913</c:v>
                </c:pt>
                <c:pt idx="85">
                  <c:v>45914</c:v>
                </c:pt>
                <c:pt idx="86">
                  <c:v>45915</c:v>
                </c:pt>
                <c:pt idx="87">
                  <c:v>45916</c:v>
                </c:pt>
                <c:pt idx="88">
                  <c:v>45917</c:v>
                </c:pt>
                <c:pt idx="89">
                  <c:v>45918</c:v>
                </c:pt>
                <c:pt idx="90">
                  <c:v>45919</c:v>
                </c:pt>
                <c:pt idx="91">
                  <c:v>45920</c:v>
                </c:pt>
                <c:pt idx="92">
                  <c:v>45921</c:v>
                </c:pt>
                <c:pt idx="93">
                  <c:v>45922</c:v>
                </c:pt>
                <c:pt idx="94">
                  <c:v>45923</c:v>
                </c:pt>
                <c:pt idx="95">
                  <c:v>45924</c:v>
                </c:pt>
                <c:pt idx="96">
                  <c:v>45925</c:v>
                </c:pt>
                <c:pt idx="97">
                  <c:v>45926</c:v>
                </c:pt>
                <c:pt idx="98">
                  <c:v>45927</c:v>
                </c:pt>
                <c:pt idx="99">
                  <c:v>45928</c:v>
                </c:pt>
                <c:pt idx="100">
                  <c:v>45929</c:v>
                </c:pt>
                <c:pt idx="101">
                  <c:v>45930</c:v>
                </c:pt>
                <c:pt idx="102">
                  <c:v>45931</c:v>
                </c:pt>
                <c:pt idx="103">
                  <c:v>45932</c:v>
                </c:pt>
                <c:pt idx="104">
                  <c:v>45933</c:v>
                </c:pt>
                <c:pt idx="105">
                  <c:v>45934</c:v>
                </c:pt>
                <c:pt idx="106">
                  <c:v>45935</c:v>
                </c:pt>
                <c:pt idx="107">
                  <c:v>45936</c:v>
                </c:pt>
                <c:pt idx="108">
                  <c:v>45937</c:v>
                </c:pt>
                <c:pt idx="109">
                  <c:v>45938</c:v>
                </c:pt>
                <c:pt idx="110">
                  <c:v>45939</c:v>
                </c:pt>
                <c:pt idx="111">
                  <c:v>45940</c:v>
                </c:pt>
                <c:pt idx="112">
                  <c:v>45941</c:v>
                </c:pt>
                <c:pt idx="113">
                  <c:v>45942</c:v>
                </c:pt>
                <c:pt idx="114">
                  <c:v>45943</c:v>
                </c:pt>
                <c:pt idx="115">
                  <c:v>45944</c:v>
                </c:pt>
                <c:pt idx="116">
                  <c:v>45945</c:v>
                </c:pt>
                <c:pt idx="117">
                  <c:v>45946</c:v>
                </c:pt>
                <c:pt idx="118">
                  <c:v>45947</c:v>
                </c:pt>
                <c:pt idx="119">
                  <c:v>45948</c:v>
                </c:pt>
                <c:pt idx="120">
                  <c:v>45949</c:v>
                </c:pt>
                <c:pt idx="121">
                  <c:v>45950</c:v>
                </c:pt>
                <c:pt idx="122">
                  <c:v>45951</c:v>
                </c:pt>
                <c:pt idx="123">
                  <c:v>45952</c:v>
                </c:pt>
                <c:pt idx="124">
                  <c:v>45953</c:v>
                </c:pt>
                <c:pt idx="125">
                  <c:v>45954</c:v>
                </c:pt>
                <c:pt idx="126">
                  <c:v>45955</c:v>
                </c:pt>
                <c:pt idx="127">
                  <c:v>45956</c:v>
                </c:pt>
                <c:pt idx="128">
                  <c:v>45957</c:v>
                </c:pt>
                <c:pt idx="129">
                  <c:v>45958</c:v>
                </c:pt>
                <c:pt idx="130">
                  <c:v>45959</c:v>
                </c:pt>
                <c:pt idx="131">
                  <c:v>45960</c:v>
                </c:pt>
                <c:pt idx="132">
                  <c:v>45961</c:v>
                </c:pt>
                <c:pt idx="133">
                  <c:v>45962</c:v>
                </c:pt>
                <c:pt idx="134">
                  <c:v>45963</c:v>
                </c:pt>
                <c:pt idx="135">
                  <c:v>45964</c:v>
                </c:pt>
                <c:pt idx="136">
                  <c:v>45965</c:v>
                </c:pt>
                <c:pt idx="137">
                  <c:v>45966</c:v>
                </c:pt>
                <c:pt idx="138">
                  <c:v>45967</c:v>
                </c:pt>
                <c:pt idx="139">
                  <c:v>45968</c:v>
                </c:pt>
                <c:pt idx="140">
                  <c:v>45969</c:v>
                </c:pt>
                <c:pt idx="141">
                  <c:v>45970</c:v>
                </c:pt>
                <c:pt idx="142">
                  <c:v>45971</c:v>
                </c:pt>
                <c:pt idx="143">
                  <c:v>45972</c:v>
                </c:pt>
                <c:pt idx="144">
                  <c:v>45973</c:v>
                </c:pt>
                <c:pt idx="145">
                  <c:v>45974</c:v>
                </c:pt>
                <c:pt idx="146">
                  <c:v>45975</c:v>
                </c:pt>
                <c:pt idx="147">
                  <c:v>45976</c:v>
                </c:pt>
                <c:pt idx="148">
                  <c:v>45977</c:v>
                </c:pt>
                <c:pt idx="149">
                  <c:v>45978</c:v>
                </c:pt>
                <c:pt idx="150">
                  <c:v>45979</c:v>
                </c:pt>
                <c:pt idx="151">
                  <c:v>45980</c:v>
                </c:pt>
                <c:pt idx="152">
                  <c:v>45981</c:v>
                </c:pt>
                <c:pt idx="153">
                  <c:v>45982</c:v>
                </c:pt>
                <c:pt idx="154">
                  <c:v>45983</c:v>
                </c:pt>
                <c:pt idx="155">
                  <c:v>45984</c:v>
                </c:pt>
                <c:pt idx="156">
                  <c:v>45985</c:v>
                </c:pt>
                <c:pt idx="157">
                  <c:v>45986</c:v>
                </c:pt>
                <c:pt idx="158">
                  <c:v>45987</c:v>
                </c:pt>
                <c:pt idx="159">
                  <c:v>45988</c:v>
                </c:pt>
                <c:pt idx="160">
                  <c:v>45989</c:v>
                </c:pt>
                <c:pt idx="161">
                  <c:v>45990</c:v>
                </c:pt>
                <c:pt idx="162">
                  <c:v>45991</c:v>
                </c:pt>
                <c:pt idx="163">
                  <c:v>45992</c:v>
                </c:pt>
                <c:pt idx="164">
                  <c:v>45993</c:v>
                </c:pt>
                <c:pt idx="165">
                  <c:v>45994</c:v>
                </c:pt>
                <c:pt idx="166">
                  <c:v>45995</c:v>
                </c:pt>
                <c:pt idx="167">
                  <c:v>45996</c:v>
                </c:pt>
                <c:pt idx="168">
                  <c:v>45997</c:v>
                </c:pt>
                <c:pt idx="169">
                  <c:v>45998</c:v>
                </c:pt>
                <c:pt idx="170">
                  <c:v>45999</c:v>
                </c:pt>
                <c:pt idx="171">
                  <c:v>46000</c:v>
                </c:pt>
                <c:pt idx="172">
                  <c:v>46001</c:v>
                </c:pt>
                <c:pt idx="173">
                  <c:v>46002</c:v>
                </c:pt>
                <c:pt idx="174">
                  <c:v>46003</c:v>
                </c:pt>
                <c:pt idx="175">
                  <c:v>46004</c:v>
                </c:pt>
                <c:pt idx="176">
                  <c:v>46005</c:v>
                </c:pt>
                <c:pt idx="177">
                  <c:v>46006</c:v>
                </c:pt>
                <c:pt idx="178">
                  <c:v>46007</c:v>
                </c:pt>
                <c:pt idx="179">
                  <c:v>46008</c:v>
                </c:pt>
                <c:pt idx="180">
                  <c:v>46009</c:v>
                </c:pt>
                <c:pt idx="181">
                  <c:v>46010</c:v>
                </c:pt>
                <c:pt idx="182">
                  <c:v>46011</c:v>
                </c:pt>
                <c:pt idx="183">
                  <c:v>46012</c:v>
                </c:pt>
                <c:pt idx="184">
                  <c:v>46013</c:v>
                </c:pt>
                <c:pt idx="185">
                  <c:v>46014</c:v>
                </c:pt>
                <c:pt idx="186">
                  <c:v>46015</c:v>
                </c:pt>
                <c:pt idx="187">
                  <c:v>46016</c:v>
                </c:pt>
                <c:pt idx="188">
                  <c:v>46017</c:v>
                </c:pt>
                <c:pt idx="189">
                  <c:v>46018</c:v>
                </c:pt>
                <c:pt idx="190">
                  <c:v>46019</c:v>
                </c:pt>
                <c:pt idx="191">
                  <c:v>46020</c:v>
                </c:pt>
                <c:pt idx="192">
                  <c:v>46021</c:v>
                </c:pt>
                <c:pt idx="193">
                  <c:v>46022</c:v>
                </c:pt>
                <c:pt idx="194">
                  <c:v>46023</c:v>
                </c:pt>
                <c:pt idx="195">
                  <c:v>46024</c:v>
                </c:pt>
                <c:pt idx="196">
                  <c:v>46025</c:v>
                </c:pt>
                <c:pt idx="197">
                  <c:v>46026</c:v>
                </c:pt>
                <c:pt idx="198">
                  <c:v>46027</c:v>
                </c:pt>
                <c:pt idx="199">
                  <c:v>46028</c:v>
                </c:pt>
                <c:pt idx="200">
                  <c:v>46029</c:v>
                </c:pt>
                <c:pt idx="201">
                  <c:v>46030</c:v>
                </c:pt>
                <c:pt idx="202">
                  <c:v>46031</c:v>
                </c:pt>
                <c:pt idx="203">
                  <c:v>46032</c:v>
                </c:pt>
                <c:pt idx="204">
                  <c:v>46033</c:v>
                </c:pt>
                <c:pt idx="205">
                  <c:v>46034</c:v>
                </c:pt>
                <c:pt idx="206">
                  <c:v>46035</c:v>
                </c:pt>
                <c:pt idx="207">
                  <c:v>46036</c:v>
                </c:pt>
                <c:pt idx="208">
                  <c:v>46037</c:v>
                </c:pt>
                <c:pt idx="209">
                  <c:v>46038</c:v>
                </c:pt>
                <c:pt idx="210">
                  <c:v>46039</c:v>
                </c:pt>
                <c:pt idx="211">
                  <c:v>46040</c:v>
                </c:pt>
                <c:pt idx="212">
                  <c:v>46041</c:v>
                </c:pt>
                <c:pt idx="213">
                  <c:v>46042</c:v>
                </c:pt>
                <c:pt idx="214">
                  <c:v>46043</c:v>
                </c:pt>
                <c:pt idx="215">
                  <c:v>46044</c:v>
                </c:pt>
                <c:pt idx="216">
                  <c:v>46045</c:v>
                </c:pt>
                <c:pt idx="217">
                  <c:v>46046</c:v>
                </c:pt>
                <c:pt idx="218">
                  <c:v>46047</c:v>
                </c:pt>
                <c:pt idx="219">
                  <c:v>46048</c:v>
                </c:pt>
                <c:pt idx="220">
                  <c:v>46049</c:v>
                </c:pt>
                <c:pt idx="221">
                  <c:v>46050</c:v>
                </c:pt>
                <c:pt idx="222">
                  <c:v>46051</c:v>
                </c:pt>
                <c:pt idx="223">
                  <c:v>46052</c:v>
                </c:pt>
                <c:pt idx="224">
                  <c:v>46053</c:v>
                </c:pt>
                <c:pt idx="225">
                  <c:v>46054</c:v>
                </c:pt>
                <c:pt idx="226">
                  <c:v>46055</c:v>
                </c:pt>
                <c:pt idx="227">
                  <c:v>46056</c:v>
                </c:pt>
                <c:pt idx="228">
                  <c:v>46057</c:v>
                </c:pt>
                <c:pt idx="229">
                  <c:v>46058</c:v>
                </c:pt>
                <c:pt idx="230">
                  <c:v>46059</c:v>
                </c:pt>
                <c:pt idx="231">
                  <c:v>46060</c:v>
                </c:pt>
                <c:pt idx="232">
                  <c:v>46061</c:v>
                </c:pt>
                <c:pt idx="233">
                  <c:v>46062</c:v>
                </c:pt>
                <c:pt idx="234">
                  <c:v>46063</c:v>
                </c:pt>
                <c:pt idx="235">
                  <c:v>46064</c:v>
                </c:pt>
                <c:pt idx="236">
                  <c:v>46065</c:v>
                </c:pt>
                <c:pt idx="237">
                  <c:v>46066</c:v>
                </c:pt>
                <c:pt idx="238">
                  <c:v>46067</c:v>
                </c:pt>
                <c:pt idx="239">
                  <c:v>46068</c:v>
                </c:pt>
                <c:pt idx="240">
                  <c:v>46069</c:v>
                </c:pt>
                <c:pt idx="241">
                  <c:v>46070</c:v>
                </c:pt>
                <c:pt idx="242">
                  <c:v>46071</c:v>
                </c:pt>
                <c:pt idx="243">
                  <c:v>46072</c:v>
                </c:pt>
                <c:pt idx="244">
                  <c:v>46073</c:v>
                </c:pt>
                <c:pt idx="245">
                  <c:v>46074</c:v>
                </c:pt>
                <c:pt idx="246">
                  <c:v>46075</c:v>
                </c:pt>
                <c:pt idx="247">
                  <c:v>46076</c:v>
                </c:pt>
                <c:pt idx="248">
                  <c:v>46077</c:v>
                </c:pt>
                <c:pt idx="249">
                  <c:v>46078</c:v>
                </c:pt>
                <c:pt idx="250">
                  <c:v>46079</c:v>
                </c:pt>
                <c:pt idx="251">
                  <c:v>46080</c:v>
                </c:pt>
                <c:pt idx="252">
                  <c:v>46081</c:v>
                </c:pt>
                <c:pt idx="253">
                  <c:v>46082</c:v>
                </c:pt>
                <c:pt idx="254">
                  <c:v>46083</c:v>
                </c:pt>
                <c:pt idx="255">
                  <c:v>46084</c:v>
                </c:pt>
                <c:pt idx="256">
                  <c:v>46085</c:v>
                </c:pt>
                <c:pt idx="257">
                  <c:v>46086</c:v>
                </c:pt>
                <c:pt idx="258">
                  <c:v>46087</c:v>
                </c:pt>
                <c:pt idx="259">
                  <c:v>46088</c:v>
                </c:pt>
                <c:pt idx="260">
                  <c:v>46089</c:v>
                </c:pt>
                <c:pt idx="261">
                  <c:v>46090</c:v>
                </c:pt>
                <c:pt idx="262">
                  <c:v>46091</c:v>
                </c:pt>
                <c:pt idx="263">
                  <c:v>46092</c:v>
                </c:pt>
                <c:pt idx="264">
                  <c:v>46093</c:v>
                </c:pt>
                <c:pt idx="265">
                  <c:v>46094</c:v>
                </c:pt>
                <c:pt idx="266">
                  <c:v>46095</c:v>
                </c:pt>
                <c:pt idx="267">
                  <c:v>46096</c:v>
                </c:pt>
                <c:pt idx="268">
                  <c:v>46097</c:v>
                </c:pt>
                <c:pt idx="269">
                  <c:v>46098</c:v>
                </c:pt>
                <c:pt idx="270">
                  <c:v>46099</c:v>
                </c:pt>
                <c:pt idx="271">
                  <c:v>46100</c:v>
                </c:pt>
                <c:pt idx="272">
                  <c:v>46101</c:v>
                </c:pt>
                <c:pt idx="273">
                  <c:v>46102</c:v>
                </c:pt>
                <c:pt idx="274">
                  <c:v>46103</c:v>
                </c:pt>
                <c:pt idx="275">
                  <c:v>46104</c:v>
                </c:pt>
                <c:pt idx="276">
                  <c:v>46105</c:v>
                </c:pt>
                <c:pt idx="277">
                  <c:v>46106</c:v>
                </c:pt>
                <c:pt idx="278">
                  <c:v>46107</c:v>
                </c:pt>
                <c:pt idx="279">
                  <c:v>46108</c:v>
                </c:pt>
                <c:pt idx="280">
                  <c:v>46109</c:v>
                </c:pt>
                <c:pt idx="281">
                  <c:v>46110</c:v>
                </c:pt>
                <c:pt idx="282">
                  <c:v>46111</c:v>
                </c:pt>
                <c:pt idx="283">
                  <c:v>46112</c:v>
                </c:pt>
                <c:pt idx="284">
                  <c:v>46113</c:v>
                </c:pt>
                <c:pt idx="285">
                  <c:v>46114</c:v>
                </c:pt>
                <c:pt idx="286">
                  <c:v>46115</c:v>
                </c:pt>
                <c:pt idx="287">
                  <c:v>46116</c:v>
                </c:pt>
                <c:pt idx="288">
                  <c:v>46117</c:v>
                </c:pt>
                <c:pt idx="289">
                  <c:v>46118</c:v>
                </c:pt>
                <c:pt idx="290">
                  <c:v>46119</c:v>
                </c:pt>
                <c:pt idx="291">
                  <c:v>46120</c:v>
                </c:pt>
                <c:pt idx="292">
                  <c:v>46121</c:v>
                </c:pt>
                <c:pt idx="293">
                  <c:v>46122</c:v>
                </c:pt>
                <c:pt idx="294">
                  <c:v>46123</c:v>
                </c:pt>
                <c:pt idx="295">
                  <c:v>46124</c:v>
                </c:pt>
                <c:pt idx="296">
                  <c:v>46125</c:v>
                </c:pt>
                <c:pt idx="297">
                  <c:v>46126</c:v>
                </c:pt>
                <c:pt idx="298">
                  <c:v>46127</c:v>
                </c:pt>
                <c:pt idx="299">
                  <c:v>46128</c:v>
                </c:pt>
                <c:pt idx="300">
                  <c:v>46129</c:v>
                </c:pt>
                <c:pt idx="301">
                  <c:v>46130</c:v>
                </c:pt>
                <c:pt idx="302">
                  <c:v>46131</c:v>
                </c:pt>
                <c:pt idx="303">
                  <c:v>46132</c:v>
                </c:pt>
                <c:pt idx="304">
                  <c:v>46133</c:v>
                </c:pt>
                <c:pt idx="305">
                  <c:v>46134</c:v>
                </c:pt>
                <c:pt idx="306">
                  <c:v>46135</c:v>
                </c:pt>
                <c:pt idx="307">
                  <c:v>46136</c:v>
                </c:pt>
                <c:pt idx="308">
                  <c:v>46137</c:v>
                </c:pt>
                <c:pt idx="309">
                  <c:v>46138</c:v>
                </c:pt>
                <c:pt idx="310">
                  <c:v>46139</c:v>
                </c:pt>
                <c:pt idx="311">
                  <c:v>46140</c:v>
                </c:pt>
                <c:pt idx="312">
                  <c:v>46141</c:v>
                </c:pt>
                <c:pt idx="313">
                  <c:v>46142</c:v>
                </c:pt>
                <c:pt idx="314">
                  <c:v>46143</c:v>
                </c:pt>
                <c:pt idx="315">
                  <c:v>46144</c:v>
                </c:pt>
                <c:pt idx="316">
                  <c:v>46145</c:v>
                </c:pt>
                <c:pt idx="317">
                  <c:v>46146</c:v>
                </c:pt>
                <c:pt idx="318">
                  <c:v>46147</c:v>
                </c:pt>
                <c:pt idx="319">
                  <c:v>46148</c:v>
                </c:pt>
                <c:pt idx="320">
                  <c:v>46149</c:v>
                </c:pt>
                <c:pt idx="321">
                  <c:v>46150</c:v>
                </c:pt>
                <c:pt idx="322">
                  <c:v>46151</c:v>
                </c:pt>
                <c:pt idx="323">
                  <c:v>46152</c:v>
                </c:pt>
                <c:pt idx="324">
                  <c:v>46153</c:v>
                </c:pt>
                <c:pt idx="325">
                  <c:v>46154</c:v>
                </c:pt>
                <c:pt idx="326">
                  <c:v>46155</c:v>
                </c:pt>
                <c:pt idx="327">
                  <c:v>46156</c:v>
                </c:pt>
                <c:pt idx="328">
                  <c:v>46157</c:v>
                </c:pt>
                <c:pt idx="329">
                  <c:v>46158</c:v>
                </c:pt>
                <c:pt idx="330">
                  <c:v>46159</c:v>
                </c:pt>
                <c:pt idx="331">
                  <c:v>46160</c:v>
                </c:pt>
                <c:pt idx="332">
                  <c:v>46161</c:v>
                </c:pt>
                <c:pt idx="333">
                  <c:v>46162</c:v>
                </c:pt>
                <c:pt idx="334">
                  <c:v>46163</c:v>
                </c:pt>
                <c:pt idx="335">
                  <c:v>46164</c:v>
                </c:pt>
                <c:pt idx="336">
                  <c:v>46165</c:v>
                </c:pt>
                <c:pt idx="337">
                  <c:v>46166</c:v>
                </c:pt>
                <c:pt idx="338">
                  <c:v>46167</c:v>
                </c:pt>
                <c:pt idx="339">
                  <c:v>46168</c:v>
                </c:pt>
                <c:pt idx="340">
                  <c:v>46169</c:v>
                </c:pt>
                <c:pt idx="341">
                  <c:v>46170</c:v>
                </c:pt>
                <c:pt idx="342">
                  <c:v>46171</c:v>
                </c:pt>
                <c:pt idx="343">
                  <c:v>46172</c:v>
                </c:pt>
                <c:pt idx="344">
                  <c:v>46173</c:v>
                </c:pt>
                <c:pt idx="345">
                  <c:v>46174</c:v>
                </c:pt>
                <c:pt idx="346">
                  <c:v>46175</c:v>
                </c:pt>
                <c:pt idx="347">
                  <c:v>46176</c:v>
                </c:pt>
                <c:pt idx="348">
                  <c:v>46177</c:v>
                </c:pt>
                <c:pt idx="349">
                  <c:v>46178</c:v>
                </c:pt>
                <c:pt idx="350">
                  <c:v>46179</c:v>
                </c:pt>
                <c:pt idx="351">
                  <c:v>46180</c:v>
                </c:pt>
                <c:pt idx="352">
                  <c:v>46181</c:v>
                </c:pt>
                <c:pt idx="353">
                  <c:v>46182</c:v>
                </c:pt>
                <c:pt idx="354">
                  <c:v>46183</c:v>
                </c:pt>
                <c:pt idx="355">
                  <c:v>46184</c:v>
                </c:pt>
                <c:pt idx="356">
                  <c:v>46185</c:v>
                </c:pt>
                <c:pt idx="357">
                  <c:v>46186</c:v>
                </c:pt>
                <c:pt idx="358">
                  <c:v>46187</c:v>
                </c:pt>
                <c:pt idx="359">
                  <c:v>46188</c:v>
                </c:pt>
                <c:pt idx="360">
                  <c:v>46189</c:v>
                </c:pt>
                <c:pt idx="361">
                  <c:v>46190</c:v>
                </c:pt>
                <c:pt idx="362">
                  <c:v>46191</c:v>
                </c:pt>
                <c:pt idx="363">
                  <c:v>46192</c:v>
                </c:pt>
                <c:pt idx="364">
                  <c:v>46193</c:v>
                </c:pt>
              </c:numCache>
            </c:numRef>
          </c:cat>
          <c:val>
            <c:numRef>
              <c:f>'2G Voice'!$E$2:$E$366</c:f>
              <c:numCache>
                <c:formatCode>General</c:formatCode>
                <c:ptCount val="365"/>
                <c:pt idx="0">
                  <c:v>378.10329999999999</c:v>
                </c:pt>
                <c:pt idx="1">
                  <c:v>385.81299999999999</c:v>
                </c:pt>
                <c:pt idx="2">
                  <c:v>406.85050000000001</c:v>
                </c:pt>
                <c:pt idx="3">
                  <c:v>389.82279999999997</c:v>
                </c:pt>
                <c:pt idx="4">
                  <c:v>412.00810000000001</c:v>
                </c:pt>
                <c:pt idx="5">
                  <c:v>423.83350000000002</c:v>
                </c:pt>
                <c:pt idx="6">
                  <c:v>421.78860000000003</c:v>
                </c:pt>
                <c:pt idx="7">
                  <c:v>377.1542</c:v>
                </c:pt>
                <c:pt idx="8">
                  <c:v>404.00970000000001</c:v>
                </c:pt>
                <c:pt idx="9">
                  <c:v>436.59870000000001</c:v>
                </c:pt>
                <c:pt idx="10">
                  <c:v>438.10130000000004</c:v>
                </c:pt>
                <c:pt idx="11">
                  <c:v>464.26050000000004</c:v>
                </c:pt>
                <c:pt idx="12">
                  <c:v>442.20920000000001</c:v>
                </c:pt>
                <c:pt idx="13">
                  <c:v>431.38680000000005</c:v>
                </c:pt>
                <c:pt idx="14">
                  <c:v>401.2817</c:v>
                </c:pt>
                <c:pt idx="15">
                  <c:v>439.53929999999997</c:v>
                </c:pt>
                <c:pt idx="16">
                  <c:v>448.7629</c:v>
                </c:pt>
                <c:pt idx="17">
                  <c:v>440.54860000000002</c:v>
                </c:pt>
                <c:pt idx="18">
                  <c:v>446.74869999999999</c:v>
                </c:pt>
                <c:pt idx="19">
                  <c:v>409.6266</c:v>
                </c:pt>
                <c:pt idx="20">
                  <c:v>445.51499999999999</c:v>
                </c:pt>
                <c:pt idx="21">
                  <c:v>427.45119999999997</c:v>
                </c:pt>
                <c:pt idx="22">
                  <c:v>430.73400000000004</c:v>
                </c:pt>
                <c:pt idx="23">
                  <c:v>430.15970000000004</c:v>
                </c:pt>
                <c:pt idx="24">
                  <c:v>429.00490000000002</c:v>
                </c:pt>
                <c:pt idx="25">
                  <c:v>444.71249999999998</c:v>
                </c:pt>
                <c:pt idx="26">
                  <c:v>433.71980000000002</c:v>
                </c:pt>
                <c:pt idx="27">
                  <c:v>417.61860000000001</c:v>
                </c:pt>
                <c:pt idx="28">
                  <c:v>399.30509999999998</c:v>
                </c:pt>
                <c:pt idx="29">
                  <c:v>411.43979999999999</c:v>
                </c:pt>
                <c:pt idx="30">
                  <c:v>432.14669999999995</c:v>
                </c:pt>
                <c:pt idx="31">
                  <c:v>442.24</c:v>
                </c:pt>
                <c:pt idx="32">
                  <c:v>441.94290000000001</c:v>
                </c:pt>
                <c:pt idx="33">
                  <c:v>384.74509999999998</c:v>
                </c:pt>
                <c:pt idx="34">
                  <c:v>407.04410000000001</c:v>
                </c:pt>
                <c:pt idx="35">
                  <c:v>408.93359999999996</c:v>
                </c:pt>
                <c:pt idx="36">
                  <c:v>408.89300000000003</c:v>
                </c:pt>
                <c:pt idx="37">
                  <c:v>430.76060000000001</c:v>
                </c:pt>
                <c:pt idx="38">
                  <c:v>434.65390000000002</c:v>
                </c:pt>
                <c:pt idx="39">
                  <c:v>444.3331</c:v>
                </c:pt>
                <c:pt idx="40">
                  <c:v>421.14330000000001</c:v>
                </c:pt>
                <c:pt idx="41">
                  <c:v>418.2235</c:v>
                </c:pt>
                <c:pt idx="42">
                  <c:v>382.86850000000004</c:v>
                </c:pt>
                <c:pt idx="43">
                  <c:v>392.7389</c:v>
                </c:pt>
                <c:pt idx="44">
                  <c:v>393.28999999999996</c:v>
                </c:pt>
                <c:pt idx="45">
                  <c:v>423.57589999999999</c:v>
                </c:pt>
                <c:pt idx="46">
                  <c:v>403.00110000000001</c:v>
                </c:pt>
                <c:pt idx="47">
                  <c:v>402.33140000000003</c:v>
                </c:pt>
                <c:pt idx="48">
                  <c:v>403.19160000000005</c:v>
                </c:pt>
                <c:pt idx="49">
                  <c:v>397.50639999999999</c:v>
                </c:pt>
                <c:pt idx="50">
                  <c:v>407.74290000000002</c:v>
                </c:pt>
                <c:pt idx="51">
                  <c:v>394.60840000000002</c:v>
                </c:pt>
                <c:pt idx="52">
                  <c:v>394.81809999999996</c:v>
                </c:pt>
                <c:pt idx="53">
                  <c:v>400.57719999999995</c:v>
                </c:pt>
                <c:pt idx="54">
                  <c:v>399.65500000000003</c:v>
                </c:pt>
                <c:pt idx="55">
                  <c:v>408.75700000000001</c:v>
                </c:pt>
                <c:pt idx="56">
                  <c:v>430.81690000000003</c:v>
                </c:pt>
                <c:pt idx="57">
                  <c:v>412.00790000000001</c:v>
                </c:pt>
                <c:pt idx="58">
                  <c:v>456.84440000000001</c:v>
                </c:pt>
                <c:pt idx="59">
                  <c:v>452.31240000000003</c:v>
                </c:pt>
                <c:pt idx="60">
                  <c:v>452.93360000000001</c:v>
                </c:pt>
                <c:pt idx="61">
                  <c:v>422.84399999999999</c:v>
                </c:pt>
                <c:pt idx="62">
                  <c:v>406.62049999999999</c:v>
                </c:pt>
                <c:pt idx="63">
                  <c:v>411.83390000000003</c:v>
                </c:pt>
                <c:pt idx="64">
                  <c:v>408.71230000000003</c:v>
                </c:pt>
                <c:pt idx="65">
                  <c:v>401.93039999999996</c:v>
                </c:pt>
                <c:pt idx="66">
                  <c:v>448.185</c:v>
                </c:pt>
                <c:pt idx="67">
                  <c:v>431.93119999999999</c:v>
                </c:pt>
                <c:pt idx="68">
                  <c:v>420.40440000000001</c:v>
                </c:pt>
                <c:pt idx="69">
                  <c:v>421.7432</c:v>
                </c:pt>
                <c:pt idx="70">
                  <c:v>387.14400000000001</c:v>
                </c:pt>
                <c:pt idx="71">
                  <c:v>415.0514</c:v>
                </c:pt>
                <c:pt idx="72">
                  <c:v>431.303</c:v>
                </c:pt>
                <c:pt idx="73">
                  <c:v>470.52579999999995</c:v>
                </c:pt>
                <c:pt idx="74">
                  <c:v>460.39</c:v>
                </c:pt>
                <c:pt idx="75">
                  <c:v>462.76239999999996</c:v>
                </c:pt>
                <c:pt idx="76">
                  <c:v>422.22839999999997</c:v>
                </c:pt>
                <c:pt idx="77">
                  <c:v>415.04999999999995</c:v>
                </c:pt>
                <c:pt idx="78">
                  <c:v>466.09949999999998</c:v>
                </c:pt>
                <c:pt idx="79">
                  <c:v>398.084</c:v>
                </c:pt>
                <c:pt idx="80">
                  <c:v>416.37179999999995</c:v>
                </c:pt>
                <c:pt idx="81">
                  <c:v>438.19979999999998</c:v>
                </c:pt>
                <c:pt idx="82">
                  <c:v>421.86410000000001</c:v>
                </c:pt>
                <c:pt idx="83">
                  <c:v>422.32229999999998</c:v>
                </c:pt>
                <c:pt idx="84">
                  <c:v>438.8272</c:v>
                </c:pt>
                <c:pt idx="85">
                  <c:v>453.04239999999999</c:v>
                </c:pt>
                <c:pt idx="86">
                  <c:v>469.58079999999995</c:v>
                </c:pt>
                <c:pt idx="87">
                  <c:v>461.76389999999998</c:v>
                </c:pt>
                <c:pt idx="88">
                  <c:v>443.89689999999996</c:v>
                </c:pt>
                <c:pt idx="89">
                  <c:v>449.68220000000002</c:v>
                </c:pt>
                <c:pt idx="90">
                  <c:v>445.71339999999998</c:v>
                </c:pt>
                <c:pt idx="91">
                  <c:v>450.8768</c:v>
                </c:pt>
                <c:pt idx="92">
                  <c:v>424.2543</c:v>
                </c:pt>
                <c:pt idx="93">
                  <c:v>446.50509999999997</c:v>
                </c:pt>
                <c:pt idx="94">
                  <c:v>444.4751</c:v>
                </c:pt>
                <c:pt idx="95">
                  <c:v>424.87089999999995</c:v>
                </c:pt>
                <c:pt idx="96">
                  <c:v>451.05410000000001</c:v>
                </c:pt>
                <c:pt idx="97">
                  <c:v>428.86240000000004</c:v>
                </c:pt>
                <c:pt idx="98">
                  <c:v>429.21799999999996</c:v>
                </c:pt>
                <c:pt idx="99">
                  <c:v>434.39879999999999</c:v>
                </c:pt>
                <c:pt idx="100">
                  <c:v>439.32299999999998</c:v>
                </c:pt>
                <c:pt idx="101">
                  <c:v>453.25130000000001</c:v>
                </c:pt>
                <c:pt idx="102">
                  <c:v>450.11970000000002</c:v>
                </c:pt>
                <c:pt idx="103">
                  <c:v>433.28789999999998</c:v>
                </c:pt>
                <c:pt idx="104">
                  <c:v>424.19449999999995</c:v>
                </c:pt>
                <c:pt idx="105">
                  <c:v>368.18849999999998</c:v>
                </c:pt>
                <c:pt idx="106">
                  <c:v>394.41040000000004</c:v>
                </c:pt>
                <c:pt idx="107">
                  <c:v>433.80920000000003</c:v>
                </c:pt>
                <c:pt idx="108">
                  <c:v>439.4273</c:v>
                </c:pt>
                <c:pt idx="109">
                  <c:v>424.44589999999999</c:v>
                </c:pt>
                <c:pt idx="110">
                  <c:v>449.5514</c:v>
                </c:pt>
                <c:pt idx="111">
                  <c:v>440.88729999999998</c:v>
                </c:pt>
                <c:pt idx="112">
                  <c:v>419.75979999999998</c:v>
                </c:pt>
                <c:pt idx="113">
                  <c:v>415.98830000000004</c:v>
                </c:pt>
                <c:pt idx="114">
                  <c:v>439.58199999999999</c:v>
                </c:pt>
                <c:pt idx="115">
                  <c:v>424.30509999999998</c:v>
                </c:pt>
                <c:pt idx="116">
                  <c:v>414.3365</c:v>
                </c:pt>
                <c:pt idx="117">
                  <c:v>397.69299999999998</c:v>
                </c:pt>
                <c:pt idx="118">
                  <c:v>391.9289</c:v>
                </c:pt>
                <c:pt idx="119">
                  <c:v>385.11109999999996</c:v>
                </c:pt>
                <c:pt idx="120">
                  <c:v>387.33250000000004</c:v>
                </c:pt>
                <c:pt idx="121">
                  <c:v>424.9896</c:v>
                </c:pt>
                <c:pt idx="122">
                  <c:v>436.49119999999999</c:v>
                </c:pt>
                <c:pt idx="123">
                  <c:v>410.41050000000001</c:v>
                </c:pt>
                <c:pt idx="124">
                  <c:v>384.37219999999996</c:v>
                </c:pt>
                <c:pt idx="125">
                  <c:v>432.26159999999999</c:v>
                </c:pt>
                <c:pt idx="126">
                  <c:v>436.08249999999998</c:v>
                </c:pt>
                <c:pt idx="127">
                  <c:v>320.6001</c:v>
                </c:pt>
                <c:pt idx="128">
                  <c:v>400.46689999999995</c:v>
                </c:pt>
                <c:pt idx="129">
                  <c:v>436.41759999999999</c:v>
                </c:pt>
                <c:pt idx="130">
                  <c:v>437.28620000000001</c:v>
                </c:pt>
                <c:pt idx="131">
                  <c:v>445.95650000000001</c:v>
                </c:pt>
                <c:pt idx="132">
                  <c:v>420.88070000000005</c:v>
                </c:pt>
                <c:pt idx="133">
                  <c:v>406.86090000000002</c:v>
                </c:pt>
                <c:pt idx="134">
                  <c:v>425.87959999999998</c:v>
                </c:pt>
                <c:pt idx="135">
                  <c:v>428.8888</c:v>
                </c:pt>
                <c:pt idx="136">
                  <c:v>418.90339999999998</c:v>
                </c:pt>
                <c:pt idx="137">
                  <c:v>417.84360000000004</c:v>
                </c:pt>
                <c:pt idx="138">
                  <c:v>394.3494</c:v>
                </c:pt>
                <c:pt idx="139">
                  <c:v>367.72910000000002</c:v>
                </c:pt>
                <c:pt idx="140">
                  <c:v>377.90519999999998</c:v>
                </c:pt>
                <c:pt idx="141">
                  <c:v>383.12420000000003</c:v>
                </c:pt>
                <c:pt idx="142">
                  <c:v>400.97809999999998</c:v>
                </c:pt>
                <c:pt idx="143">
                  <c:v>390.69239999999996</c:v>
                </c:pt>
                <c:pt idx="144">
                  <c:v>397.03969999999998</c:v>
                </c:pt>
                <c:pt idx="145">
                  <c:v>389.03840000000002</c:v>
                </c:pt>
                <c:pt idx="146">
                  <c:v>382.29089999999997</c:v>
                </c:pt>
                <c:pt idx="147">
                  <c:v>362.3005</c:v>
                </c:pt>
                <c:pt idx="148">
                  <c:v>345.67149999999998</c:v>
                </c:pt>
                <c:pt idx="149">
                  <c:v>374.41539999999998</c:v>
                </c:pt>
                <c:pt idx="150">
                  <c:v>382.39830000000001</c:v>
                </c:pt>
                <c:pt idx="151">
                  <c:v>399.14260000000002</c:v>
                </c:pt>
                <c:pt idx="152">
                  <c:v>395.46800000000002</c:v>
                </c:pt>
                <c:pt idx="153">
                  <c:v>375.07489999999996</c:v>
                </c:pt>
                <c:pt idx="154">
                  <c:v>401.01120000000003</c:v>
                </c:pt>
                <c:pt idx="155">
                  <c:v>409.56820000000005</c:v>
                </c:pt>
                <c:pt idx="156">
                  <c:v>387.74090000000001</c:v>
                </c:pt>
                <c:pt idx="157">
                  <c:v>435.38079999999997</c:v>
                </c:pt>
                <c:pt idx="158">
                  <c:v>430.12610000000001</c:v>
                </c:pt>
                <c:pt idx="159">
                  <c:v>454.33330000000001</c:v>
                </c:pt>
                <c:pt idx="160">
                  <c:v>89.9375</c:v>
                </c:pt>
                <c:pt idx="161">
                  <c:v>87.0839</c:v>
                </c:pt>
                <c:pt idx="162">
                  <c:v>110.75830000000001</c:v>
                </c:pt>
                <c:pt idx="163">
                  <c:v>151.44980000000001</c:v>
                </c:pt>
                <c:pt idx="164">
                  <c:v>307.14949999999999</c:v>
                </c:pt>
                <c:pt idx="165">
                  <c:v>356.4708</c:v>
                </c:pt>
                <c:pt idx="166">
                  <c:v>383.8922</c:v>
                </c:pt>
                <c:pt idx="167">
                  <c:v>378.1764</c:v>
                </c:pt>
                <c:pt idx="168">
                  <c:v>395.3057</c:v>
                </c:pt>
                <c:pt idx="169">
                  <c:v>387.98419999999999</c:v>
                </c:pt>
                <c:pt idx="170">
                  <c:v>405.57010000000002</c:v>
                </c:pt>
                <c:pt idx="171">
                  <c:v>380.86509999999998</c:v>
                </c:pt>
                <c:pt idx="172">
                  <c:v>402.85849999999999</c:v>
                </c:pt>
                <c:pt idx="173">
                  <c:v>400.85149999999999</c:v>
                </c:pt>
                <c:pt idx="174">
                  <c:v>393.09659999999997</c:v>
                </c:pt>
                <c:pt idx="175">
                  <c:v>353.0677</c:v>
                </c:pt>
                <c:pt idx="176">
                  <c:v>378.43009999999998</c:v>
                </c:pt>
                <c:pt idx="177">
                  <c:v>379.77339999999998</c:v>
                </c:pt>
                <c:pt idx="178">
                  <c:v>408.48610000000002</c:v>
                </c:pt>
                <c:pt idx="179">
                  <c:v>394.7389</c:v>
                </c:pt>
                <c:pt idx="180">
                  <c:v>383.8073</c:v>
                </c:pt>
                <c:pt idx="181">
                  <c:v>392.88040000000001</c:v>
                </c:pt>
                <c:pt idx="182">
                  <c:v>373.4828</c:v>
                </c:pt>
                <c:pt idx="183">
                  <c:v>337.50880000000001</c:v>
                </c:pt>
                <c:pt idx="184">
                  <c:v>384.56149999999997</c:v>
                </c:pt>
                <c:pt idx="185">
                  <c:v>376.29840000000002</c:v>
                </c:pt>
                <c:pt idx="186">
                  <c:v>379.18790000000001</c:v>
                </c:pt>
                <c:pt idx="187">
                  <c:v>335.01730000000003</c:v>
                </c:pt>
                <c:pt idx="188">
                  <c:v>376.202</c:v>
                </c:pt>
                <c:pt idx="189">
                  <c:v>367.51650000000001</c:v>
                </c:pt>
                <c:pt idx="190">
                  <c:v>363.88940000000002</c:v>
                </c:pt>
                <c:pt idx="191">
                  <c:v>368.8997</c:v>
                </c:pt>
                <c:pt idx="192">
                  <c:v>351.08670000000001</c:v>
                </c:pt>
                <c:pt idx="193">
                  <c:v>376.57640000000004</c:v>
                </c:pt>
                <c:pt idx="194">
                  <c:v>425.28429999999997</c:v>
                </c:pt>
                <c:pt idx="195">
                  <c:v>365.80110000000002</c:v>
                </c:pt>
                <c:pt idx="196">
                  <c:v>386.76830000000001</c:v>
                </c:pt>
                <c:pt idx="197">
                  <c:v>384.81180000000001</c:v>
                </c:pt>
                <c:pt idx="198">
                  <c:v>402.48870000000005</c:v>
                </c:pt>
                <c:pt idx="199">
                  <c:v>396.1979</c:v>
                </c:pt>
                <c:pt idx="200">
                  <c:v>401.49439999999998</c:v>
                </c:pt>
                <c:pt idx="201">
                  <c:v>371.38939999999997</c:v>
                </c:pt>
                <c:pt idx="202">
                  <c:v>391.13069999999999</c:v>
                </c:pt>
                <c:pt idx="203">
                  <c:v>372.16240000000005</c:v>
                </c:pt>
                <c:pt idx="204">
                  <c:v>364.62860000000001</c:v>
                </c:pt>
                <c:pt idx="205">
                  <c:v>377.5</c:v>
                </c:pt>
                <c:pt idx="206">
                  <c:v>395.92689999999999</c:v>
                </c:pt>
                <c:pt idx="207">
                  <c:v>398.4846</c:v>
                </c:pt>
                <c:pt idx="208">
                  <c:v>416.97449999999998</c:v>
                </c:pt>
                <c:pt idx="209">
                  <c:v>385.11269999999996</c:v>
                </c:pt>
                <c:pt idx="210">
                  <c:v>389.89679999999998</c:v>
                </c:pt>
                <c:pt idx="211">
                  <c:v>368.00560000000002</c:v>
                </c:pt>
                <c:pt idx="212">
                  <c:v>412.83780000000002</c:v>
                </c:pt>
                <c:pt idx="213">
                  <c:v>444.74119999999999</c:v>
                </c:pt>
                <c:pt idx="214">
                  <c:v>423.32619999999997</c:v>
                </c:pt>
                <c:pt idx="215">
                  <c:v>397.33699999999999</c:v>
                </c:pt>
                <c:pt idx="216">
                  <c:v>410.22889999999995</c:v>
                </c:pt>
                <c:pt idx="217">
                  <c:v>404.40690000000001</c:v>
                </c:pt>
                <c:pt idx="218">
                  <c:v>409.3227</c:v>
                </c:pt>
                <c:pt idx="219">
                  <c:v>429.19479999999999</c:v>
                </c:pt>
                <c:pt idx="220">
                  <c:v>418.91770000000002</c:v>
                </c:pt>
                <c:pt idx="221">
                  <c:v>419.39340000000004</c:v>
                </c:pt>
                <c:pt idx="222">
                  <c:v>391.44370000000004</c:v>
                </c:pt>
                <c:pt idx="223">
                  <c:v>403.75939999999997</c:v>
                </c:pt>
                <c:pt idx="224">
                  <c:v>407.96749999999997</c:v>
                </c:pt>
                <c:pt idx="225">
                  <c:v>390.79989999999998</c:v>
                </c:pt>
                <c:pt idx="226">
                  <c:v>418.6198</c:v>
                </c:pt>
                <c:pt idx="227">
                  <c:v>408.74440000000004</c:v>
                </c:pt>
                <c:pt idx="228">
                  <c:v>403.37490000000003</c:v>
                </c:pt>
                <c:pt idx="229">
                  <c:v>409.32000000000005</c:v>
                </c:pt>
                <c:pt idx="230">
                  <c:v>392.23090000000002</c:v>
                </c:pt>
                <c:pt idx="231">
                  <c:v>388.23829999999998</c:v>
                </c:pt>
                <c:pt idx="232">
                  <c:v>420.49880000000002</c:v>
                </c:pt>
                <c:pt idx="233">
                  <c:v>403.67199999999997</c:v>
                </c:pt>
                <c:pt idx="234">
                  <c:v>387.41380000000004</c:v>
                </c:pt>
                <c:pt idx="235">
                  <c:v>399.6567</c:v>
                </c:pt>
                <c:pt idx="236">
                  <c:v>379.17489999999998</c:v>
                </c:pt>
                <c:pt idx="237">
                  <c:v>364.63720000000001</c:v>
                </c:pt>
                <c:pt idx="238">
                  <c:v>391.77819999999997</c:v>
                </c:pt>
                <c:pt idx="239">
                  <c:v>369.80269999999996</c:v>
                </c:pt>
                <c:pt idx="240">
                  <c:v>394.36499999999995</c:v>
                </c:pt>
                <c:pt idx="241">
                  <c:v>411.85899999999998</c:v>
                </c:pt>
                <c:pt idx="242">
                  <c:v>399.64890000000003</c:v>
                </c:pt>
                <c:pt idx="243">
                  <c:v>367.99689999999998</c:v>
                </c:pt>
                <c:pt idx="244">
                  <c:v>395.53609999999998</c:v>
                </c:pt>
                <c:pt idx="245">
                  <c:v>376.23680000000002</c:v>
                </c:pt>
                <c:pt idx="246">
                  <c:v>355.01230000000004</c:v>
                </c:pt>
                <c:pt idx="247">
                  <c:v>376.6379</c:v>
                </c:pt>
                <c:pt idx="248">
                  <c:v>370.04160000000002</c:v>
                </c:pt>
                <c:pt idx="249">
                  <c:v>368.03949999999998</c:v>
                </c:pt>
                <c:pt idx="250">
                  <c:v>363.92619999999999</c:v>
                </c:pt>
                <c:pt idx="251">
                  <c:v>380.55959999999999</c:v>
                </c:pt>
                <c:pt idx="252">
                  <c:v>374.05429999999996</c:v>
                </c:pt>
                <c:pt idx="253">
                  <c:v>356.62870000000004</c:v>
                </c:pt>
                <c:pt idx="254">
                  <c:v>318.73270000000002</c:v>
                </c:pt>
                <c:pt idx="255">
                  <c:v>385.96479999999997</c:v>
                </c:pt>
                <c:pt idx="256">
                  <c:v>391.08120000000002</c:v>
                </c:pt>
                <c:pt idx="257">
                  <c:v>376.82560000000001</c:v>
                </c:pt>
                <c:pt idx="258">
                  <c:v>367.28180000000003</c:v>
                </c:pt>
                <c:pt idx="259">
                  <c:v>371.45890000000003</c:v>
                </c:pt>
                <c:pt idx="260">
                  <c:v>357.86009999999999</c:v>
                </c:pt>
                <c:pt idx="261">
                  <c:v>380.38139999999999</c:v>
                </c:pt>
                <c:pt idx="262">
                  <c:v>363.98130000000003</c:v>
                </c:pt>
                <c:pt idx="263">
                  <c:v>357.19009999999997</c:v>
                </c:pt>
                <c:pt idx="264">
                  <c:v>368.44900000000001</c:v>
                </c:pt>
                <c:pt idx="265">
                  <c:v>384.41300000000001</c:v>
                </c:pt>
                <c:pt idx="266">
                  <c:v>367.11969999999997</c:v>
                </c:pt>
                <c:pt idx="267">
                  <c:v>353.43220000000002</c:v>
                </c:pt>
                <c:pt idx="268">
                  <c:v>402.59870000000001</c:v>
                </c:pt>
                <c:pt idx="269">
                  <c:v>396.32069999999999</c:v>
                </c:pt>
                <c:pt idx="270">
                  <c:v>375.00709999999998</c:v>
                </c:pt>
                <c:pt idx="271">
                  <c:v>363.31630000000001</c:v>
                </c:pt>
                <c:pt idx="272">
                  <c:v>398.8032</c:v>
                </c:pt>
                <c:pt idx="273">
                  <c:v>360.73099999999999</c:v>
                </c:pt>
                <c:pt idx="274">
                  <c:v>367.79849999999999</c:v>
                </c:pt>
                <c:pt idx="275">
                  <c:v>362.5847</c:v>
                </c:pt>
                <c:pt idx="276">
                  <c:v>363.22629999999998</c:v>
                </c:pt>
                <c:pt idx="277">
                  <c:v>352.28100000000001</c:v>
                </c:pt>
                <c:pt idx="278">
                  <c:v>390.6146</c:v>
                </c:pt>
                <c:pt idx="279">
                  <c:v>374.47359999999998</c:v>
                </c:pt>
                <c:pt idx="280">
                  <c:v>345.74040000000002</c:v>
                </c:pt>
                <c:pt idx="281">
                  <c:v>357.21429999999998</c:v>
                </c:pt>
                <c:pt idx="282">
                  <c:v>386.69549999999998</c:v>
                </c:pt>
                <c:pt idx="283">
                  <c:v>403.96859999999998</c:v>
                </c:pt>
                <c:pt idx="284">
                  <c:v>416.26249999999999</c:v>
                </c:pt>
                <c:pt idx="285">
                  <c:v>398.03489999999999</c:v>
                </c:pt>
                <c:pt idx="286">
                  <c:v>365.62180000000001</c:v>
                </c:pt>
                <c:pt idx="287">
                  <c:v>393.94149999999996</c:v>
                </c:pt>
                <c:pt idx="288">
                  <c:v>371.9228</c:v>
                </c:pt>
                <c:pt idx="289">
                  <c:v>385.76510000000002</c:v>
                </c:pt>
                <c:pt idx="290">
                  <c:v>380.29219999999998</c:v>
                </c:pt>
                <c:pt idx="291">
                  <c:v>400.84730000000002</c:v>
                </c:pt>
                <c:pt idx="292">
                  <c:v>367.0976</c:v>
                </c:pt>
                <c:pt idx="293">
                  <c:v>345.14659999999998</c:v>
                </c:pt>
                <c:pt idx="294">
                  <c:v>330.25710000000004</c:v>
                </c:pt>
                <c:pt idx="295">
                  <c:v>329.99079999999998</c:v>
                </c:pt>
                <c:pt idx="296">
                  <c:v>325.14019999999999</c:v>
                </c:pt>
                <c:pt idx="297">
                  <c:v>323.96069999999997</c:v>
                </c:pt>
                <c:pt idx="298">
                  <c:v>332.71610000000004</c:v>
                </c:pt>
                <c:pt idx="299">
                  <c:v>329.62739999999997</c:v>
                </c:pt>
                <c:pt idx="300">
                  <c:v>346.79559999999998</c:v>
                </c:pt>
                <c:pt idx="301">
                  <c:v>352.50319999999999</c:v>
                </c:pt>
                <c:pt idx="302">
                  <c:v>339.79739999999998</c:v>
                </c:pt>
                <c:pt idx="303">
                  <c:v>349.5994</c:v>
                </c:pt>
                <c:pt idx="304">
                  <c:v>367.93430000000001</c:v>
                </c:pt>
                <c:pt idx="305">
                  <c:v>403.77259999999995</c:v>
                </c:pt>
                <c:pt idx="306">
                  <c:v>390.6438</c:v>
                </c:pt>
                <c:pt idx="307">
                  <c:v>389.64490000000001</c:v>
                </c:pt>
                <c:pt idx="308">
                  <c:v>373.06639999999999</c:v>
                </c:pt>
                <c:pt idx="309">
                  <c:v>363.92099999999999</c:v>
                </c:pt>
                <c:pt idx="310">
                  <c:v>408.33350000000002</c:v>
                </c:pt>
                <c:pt idx="311">
                  <c:v>356.87330000000003</c:v>
                </c:pt>
                <c:pt idx="312">
                  <c:v>387.11329999999998</c:v>
                </c:pt>
                <c:pt idx="313">
                  <c:v>391.2072</c:v>
                </c:pt>
                <c:pt idx="314">
                  <c:v>371.58029999999997</c:v>
                </c:pt>
                <c:pt idx="315">
                  <c:v>377.66450000000003</c:v>
                </c:pt>
                <c:pt idx="316">
                  <c:v>395.90939999999995</c:v>
                </c:pt>
                <c:pt idx="317">
                  <c:v>372.40690000000001</c:v>
                </c:pt>
                <c:pt idx="318">
                  <c:v>382.2133</c:v>
                </c:pt>
                <c:pt idx="319">
                  <c:v>374.10880000000003</c:v>
                </c:pt>
                <c:pt idx="320">
                  <c:v>344.63780000000003</c:v>
                </c:pt>
                <c:pt idx="321">
                  <c:v>373.1284</c:v>
                </c:pt>
                <c:pt idx="322">
                  <c:v>347.01939999999996</c:v>
                </c:pt>
                <c:pt idx="323">
                  <c:v>348.73160000000001</c:v>
                </c:pt>
                <c:pt idx="324">
                  <c:v>366.79300000000001</c:v>
                </c:pt>
                <c:pt idx="325">
                  <c:v>381.70270000000005</c:v>
                </c:pt>
                <c:pt idx="326">
                  <c:v>373.21820000000002</c:v>
                </c:pt>
                <c:pt idx="327">
                  <c:v>386.80930000000001</c:v>
                </c:pt>
                <c:pt idx="328">
                  <c:v>357.4941</c:v>
                </c:pt>
                <c:pt idx="329">
                  <c:v>360.04969999999997</c:v>
                </c:pt>
                <c:pt idx="330">
                  <c:v>367.05029999999999</c:v>
                </c:pt>
                <c:pt idx="331">
                  <c:v>401.83010000000002</c:v>
                </c:pt>
                <c:pt idx="332">
                  <c:v>379.47480000000002</c:v>
                </c:pt>
                <c:pt idx="333">
                  <c:v>370.69760000000002</c:v>
                </c:pt>
                <c:pt idx="334">
                  <c:v>404.15339999999998</c:v>
                </c:pt>
                <c:pt idx="335">
                  <c:v>389.09749999999997</c:v>
                </c:pt>
                <c:pt idx="336">
                  <c:v>345.87120000000004</c:v>
                </c:pt>
                <c:pt idx="337">
                  <c:v>344.54360000000003</c:v>
                </c:pt>
                <c:pt idx="338">
                  <c:v>322.56880000000001</c:v>
                </c:pt>
                <c:pt idx="339">
                  <c:v>363.35079999999999</c:v>
                </c:pt>
                <c:pt idx="340">
                  <c:v>364.7527</c:v>
                </c:pt>
                <c:pt idx="341">
                  <c:v>350.73930000000001</c:v>
                </c:pt>
                <c:pt idx="342">
                  <c:v>365.92619999999999</c:v>
                </c:pt>
                <c:pt idx="343">
                  <c:v>373.9529</c:v>
                </c:pt>
                <c:pt idx="344">
                  <c:v>434.4248</c:v>
                </c:pt>
                <c:pt idx="345">
                  <c:v>524.83799999999997</c:v>
                </c:pt>
                <c:pt idx="346">
                  <c:v>462.74020000000002</c:v>
                </c:pt>
                <c:pt idx="347">
                  <c:v>376.79519999999997</c:v>
                </c:pt>
                <c:pt idx="348">
                  <c:v>357.61079999999998</c:v>
                </c:pt>
                <c:pt idx="349">
                  <c:v>348.5539</c:v>
                </c:pt>
                <c:pt idx="350">
                  <c:v>293.96389999999997</c:v>
                </c:pt>
                <c:pt idx="351">
                  <c:v>322.3999</c:v>
                </c:pt>
                <c:pt idx="352">
                  <c:v>344.22249999999997</c:v>
                </c:pt>
                <c:pt idx="353">
                  <c:v>356.04039999999998</c:v>
                </c:pt>
                <c:pt idx="354">
                  <c:v>372.65289999999999</c:v>
                </c:pt>
                <c:pt idx="355">
                  <c:v>397.8177</c:v>
                </c:pt>
                <c:pt idx="356">
                  <c:v>346.88159999999999</c:v>
                </c:pt>
                <c:pt idx="357">
                  <c:v>334.38150000000002</c:v>
                </c:pt>
                <c:pt idx="358">
                  <c:v>332.24950000000001</c:v>
                </c:pt>
                <c:pt idx="359">
                  <c:v>344.01819999999998</c:v>
                </c:pt>
                <c:pt idx="360">
                  <c:v>361.23609999999996</c:v>
                </c:pt>
                <c:pt idx="361">
                  <c:v>363.76519999999999</c:v>
                </c:pt>
                <c:pt idx="362">
                  <c:v>347.76300000000003</c:v>
                </c:pt>
                <c:pt idx="363">
                  <c:v>367.34269999999998</c:v>
                </c:pt>
                <c:pt idx="364">
                  <c:v>343.37040000000002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3EE5-4250-9F12-058A17DFE5A6}"/>
            </c:ext>
          </c:extLst>
        </c:ser>
        <c:ser>
          <c:idx val="4"/>
          <c:order val="4"/>
          <c:tx>
            <c:strRef>
              <c:f>'2G Voice'!$F$1</c:f>
              <c:strCache>
                <c:ptCount val="1"/>
                <c:pt idx="0">
                  <c:v>Vavuniya</c:v>
                </c:pt>
              </c:strCache>
            </c:strRef>
          </c:tx>
          <c:spPr>
            <a:ln w="28575" cap="rnd">
              <a:solidFill>
                <a:schemeClr val="accent5"/>
              </a:solidFill>
              <a:round/>
            </a:ln>
            <a:effectLst/>
          </c:spPr>
          <c:marker>
            <c:symbol val="none"/>
          </c:marker>
          <c:cat>
            <c:numRef>
              <c:f>'2G Voice'!$A$2:$A$366</c:f>
              <c:numCache>
                <c:formatCode>m/d/yyyy</c:formatCode>
                <c:ptCount val="365"/>
                <c:pt idx="0">
                  <c:v>45829</c:v>
                </c:pt>
                <c:pt idx="1">
                  <c:v>45830</c:v>
                </c:pt>
                <c:pt idx="2">
                  <c:v>45831</c:v>
                </c:pt>
                <c:pt idx="3">
                  <c:v>45832</c:v>
                </c:pt>
                <c:pt idx="4">
                  <c:v>45833</c:v>
                </c:pt>
                <c:pt idx="5">
                  <c:v>45834</c:v>
                </c:pt>
                <c:pt idx="6">
                  <c:v>45835</c:v>
                </c:pt>
                <c:pt idx="7">
                  <c:v>45836</c:v>
                </c:pt>
                <c:pt idx="8">
                  <c:v>45837</c:v>
                </c:pt>
                <c:pt idx="9">
                  <c:v>45838</c:v>
                </c:pt>
                <c:pt idx="10">
                  <c:v>45839</c:v>
                </c:pt>
                <c:pt idx="11">
                  <c:v>45840</c:v>
                </c:pt>
                <c:pt idx="12">
                  <c:v>45841</c:v>
                </c:pt>
                <c:pt idx="13">
                  <c:v>45842</c:v>
                </c:pt>
                <c:pt idx="14">
                  <c:v>45843</c:v>
                </c:pt>
                <c:pt idx="15">
                  <c:v>45844</c:v>
                </c:pt>
                <c:pt idx="16">
                  <c:v>45845</c:v>
                </c:pt>
                <c:pt idx="17">
                  <c:v>45846</c:v>
                </c:pt>
                <c:pt idx="18">
                  <c:v>45847</c:v>
                </c:pt>
                <c:pt idx="19">
                  <c:v>45848</c:v>
                </c:pt>
                <c:pt idx="20">
                  <c:v>45849</c:v>
                </c:pt>
                <c:pt idx="21">
                  <c:v>45850</c:v>
                </c:pt>
                <c:pt idx="22">
                  <c:v>45851</c:v>
                </c:pt>
                <c:pt idx="23">
                  <c:v>45852</c:v>
                </c:pt>
                <c:pt idx="24">
                  <c:v>45853</c:v>
                </c:pt>
                <c:pt idx="25">
                  <c:v>45854</c:v>
                </c:pt>
                <c:pt idx="26">
                  <c:v>45855</c:v>
                </c:pt>
                <c:pt idx="27">
                  <c:v>45856</c:v>
                </c:pt>
                <c:pt idx="28">
                  <c:v>45857</c:v>
                </c:pt>
                <c:pt idx="29">
                  <c:v>45858</c:v>
                </c:pt>
                <c:pt idx="30">
                  <c:v>45859</c:v>
                </c:pt>
                <c:pt idx="31">
                  <c:v>45860</c:v>
                </c:pt>
                <c:pt idx="32">
                  <c:v>45861</c:v>
                </c:pt>
                <c:pt idx="33">
                  <c:v>45862</c:v>
                </c:pt>
                <c:pt idx="34">
                  <c:v>45863</c:v>
                </c:pt>
                <c:pt idx="35">
                  <c:v>45864</c:v>
                </c:pt>
                <c:pt idx="36">
                  <c:v>45865</c:v>
                </c:pt>
                <c:pt idx="37">
                  <c:v>45866</c:v>
                </c:pt>
                <c:pt idx="38">
                  <c:v>45867</c:v>
                </c:pt>
                <c:pt idx="39">
                  <c:v>45868</c:v>
                </c:pt>
                <c:pt idx="40">
                  <c:v>45869</c:v>
                </c:pt>
                <c:pt idx="41">
                  <c:v>45870</c:v>
                </c:pt>
                <c:pt idx="42">
                  <c:v>45871</c:v>
                </c:pt>
                <c:pt idx="43">
                  <c:v>45872</c:v>
                </c:pt>
                <c:pt idx="44">
                  <c:v>45873</c:v>
                </c:pt>
                <c:pt idx="45">
                  <c:v>45874</c:v>
                </c:pt>
                <c:pt idx="46">
                  <c:v>45875</c:v>
                </c:pt>
                <c:pt idx="47">
                  <c:v>45876</c:v>
                </c:pt>
                <c:pt idx="48">
                  <c:v>45877</c:v>
                </c:pt>
                <c:pt idx="49">
                  <c:v>45878</c:v>
                </c:pt>
                <c:pt idx="50">
                  <c:v>45879</c:v>
                </c:pt>
                <c:pt idx="51">
                  <c:v>45880</c:v>
                </c:pt>
                <c:pt idx="52">
                  <c:v>45881</c:v>
                </c:pt>
                <c:pt idx="53">
                  <c:v>45882</c:v>
                </c:pt>
                <c:pt idx="54">
                  <c:v>45883</c:v>
                </c:pt>
                <c:pt idx="55">
                  <c:v>45884</c:v>
                </c:pt>
                <c:pt idx="56">
                  <c:v>45885</c:v>
                </c:pt>
                <c:pt idx="57">
                  <c:v>45886</c:v>
                </c:pt>
                <c:pt idx="58">
                  <c:v>45887</c:v>
                </c:pt>
                <c:pt idx="59">
                  <c:v>45888</c:v>
                </c:pt>
                <c:pt idx="60">
                  <c:v>45889</c:v>
                </c:pt>
                <c:pt idx="61">
                  <c:v>45890</c:v>
                </c:pt>
                <c:pt idx="62">
                  <c:v>45891</c:v>
                </c:pt>
                <c:pt idx="63">
                  <c:v>45892</c:v>
                </c:pt>
                <c:pt idx="64">
                  <c:v>45893</c:v>
                </c:pt>
                <c:pt idx="65">
                  <c:v>45894</c:v>
                </c:pt>
                <c:pt idx="66">
                  <c:v>45895</c:v>
                </c:pt>
                <c:pt idx="67">
                  <c:v>45896</c:v>
                </c:pt>
                <c:pt idx="68">
                  <c:v>45897</c:v>
                </c:pt>
                <c:pt idx="69">
                  <c:v>45898</c:v>
                </c:pt>
                <c:pt idx="70">
                  <c:v>45899</c:v>
                </c:pt>
                <c:pt idx="71">
                  <c:v>45900</c:v>
                </c:pt>
                <c:pt idx="72">
                  <c:v>45901</c:v>
                </c:pt>
                <c:pt idx="73">
                  <c:v>45902</c:v>
                </c:pt>
                <c:pt idx="74">
                  <c:v>45903</c:v>
                </c:pt>
                <c:pt idx="75">
                  <c:v>45904</c:v>
                </c:pt>
                <c:pt idx="76">
                  <c:v>45905</c:v>
                </c:pt>
                <c:pt idx="77">
                  <c:v>45906</c:v>
                </c:pt>
                <c:pt idx="78">
                  <c:v>45907</c:v>
                </c:pt>
                <c:pt idx="79">
                  <c:v>45908</c:v>
                </c:pt>
                <c:pt idx="80">
                  <c:v>45909</c:v>
                </c:pt>
                <c:pt idx="81">
                  <c:v>45910</c:v>
                </c:pt>
                <c:pt idx="82">
                  <c:v>45911</c:v>
                </c:pt>
                <c:pt idx="83">
                  <c:v>45912</c:v>
                </c:pt>
                <c:pt idx="84">
                  <c:v>45913</c:v>
                </c:pt>
                <c:pt idx="85">
                  <c:v>45914</c:v>
                </c:pt>
                <c:pt idx="86">
                  <c:v>45915</c:v>
                </c:pt>
                <c:pt idx="87">
                  <c:v>45916</c:v>
                </c:pt>
                <c:pt idx="88">
                  <c:v>45917</c:v>
                </c:pt>
                <c:pt idx="89">
                  <c:v>45918</c:v>
                </c:pt>
                <c:pt idx="90">
                  <c:v>45919</c:v>
                </c:pt>
                <c:pt idx="91">
                  <c:v>45920</c:v>
                </c:pt>
                <c:pt idx="92">
                  <c:v>45921</c:v>
                </c:pt>
                <c:pt idx="93">
                  <c:v>45922</c:v>
                </c:pt>
                <c:pt idx="94">
                  <c:v>45923</c:v>
                </c:pt>
                <c:pt idx="95">
                  <c:v>45924</c:v>
                </c:pt>
                <c:pt idx="96">
                  <c:v>45925</c:v>
                </c:pt>
                <c:pt idx="97">
                  <c:v>45926</c:v>
                </c:pt>
                <c:pt idx="98">
                  <c:v>45927</c:v>
                </c:pt>
                <c:pt idx="99">
                  <c:v>45928</c:v>
                </c:pt>
                <c:pt idx="100">
                  <c:v>45929</c:v>
                </c:pt>
                <c:pt idx="101">
                  <c:v>45930</c:v>
                </c:pt>
                <c:pt idx="102">
                  <c:v>45931</c:v>
                </c:pt>
                <c:pt idx="103">
                  <c:v>45932</c:v>
                </c:pt>
                <c:pt idx="104">
                  <c:v>45933</c:v>
                </c:pt>
                <c:pt idx="105">
                  <c:v>45934</c:v>
                </c:pt>
                <c:pt idx="106">
                  <c:v>45935</c:v>
                </c:pt>
                <c:pt idx="107">
                  <c:v>45936</c:v>
                </c:pt>
                <c:pt idx="108">
                  <c:v>45937</c:v>
                </c:pt>
                <c:pt idx="109">
                  <c:v>45938</c:v>
                </c:pt>
                <c:pt idx="110">
                  <c:v>45939</c:v>
                </c:pt>
                <c:pt idx="111">
                  <c:v>45940</c:v>
                </c:pt>
                <c:pt idx="112">
                  <c:v>45941</c:v>
                </c:pt>
                <c:pt idx="113">
                  <c:v>45942</c:v>
                </c:pt>
                <c:pt idx="114">
                  <c:v>45943</c:v>
                </c:pt>
                <c:pt idx="115">
                  <c:v>45944</c:v>
                </c:pt>
                <c:pt idx="116">
                  <c:v>45945</c:v>
                </c:pt>
                <c:pt idx="117">
                  <c:v>45946</c:v>
                </c:pt>
                <c:pt idx="118">
                  <c:v>45947</c:v>
                </c:pt>
                <c:pt idx="119">
                  <c:v>45948</c:v>
                </c:pt>
                <c:pt idx="120">
                  <c:v>45949</c:v>
                </c:pt>
                <c:pt idx="121">
                  <c:v>45950</c:v>
                </c:pt>
                <c:pt idx="122">
                  <c:v>45951</c:v>
                </c:pt>
                <c:pt idx="123">
                  <c:v>45952</c:v>
                </c:pt>
                <c:pt idx="124">
                  <c:v>45953</c:v>
                </c:pt>
                <c:pt idx="125">
                  <c:v>45954</c:v>
                </c:pt>
                <c:pt idx="126">
                  <c:v>45955</c:v>
                </c:pt>
                <c:pt idx="127">
                  <c:v>45956</c:v>
                </c:pt>
                <c:pt idx="128">
                  <c:v>45957</c:v>
                </c:pt>
                <c:pt idx="129">
                  <c:v>45958</c:v>
                </c:pt>
                <c:pt idx="130">
                  <c:v>45959</c:v>
                </c:pt>
                <c:pt idx="131">
                  <c:v>45960</c:v>
                </c:pt>
                <c:pt idx="132">
                  <c:v>45961</c:v>
                </c:pt>
                <c:pt idx="133">
                  <c:v>45962</c:v>
                </c:pt>
                <c:pt idx="134">
                  <c:v>45963</c:v>
                </c:pt>
                <c:pt idx="135">
                  <c:v>45964</c:v>
                </c:pt>
                <c:pt idx="136">
                  <c:v>45965</c:v>
                </c:pt>
                <c:pt idx="137">
                  <c:v>45966</c:v>
                </c:pt>
                <c:pt idx="138">
                  <c:v>45967</c:v>
                </c:pt>
                <c:pt idx="139">
                  <c:v>45968</c:v>
                </c:pt>
                <c:pt idx="140">
                  <c:v>45969</c:v>
                </c:pt>
                <c:pt idx="141">
                  <c:v>45970</c:v>
                </c:pt>
                <c:pt idx="142">
                  <c:v>45971</c:v>
                </c:pt>
                <c:pt idx="143">
                  <c:v>45972</c:v>
                </c:pt>
                <c:pt idx="144">
                  <c:v>45973</c:v>
                </c:pt>
                <c:pt idx="145">
                  <c:v>45974</c:v>
                </c:pt>
                <c:pt idx="146">
                  <c:v>45975</c:v>
                </c:pt>
                <c:pt idx="147">
                  <c:v>45976</c:v>
                </c:pt>
                <c:pt idx="148">
                  <c:v>45977</c:v>
                </c:pt>
                <c:pt idx="149">
                  <c:v>45978</c:v>
                </c:pt>
                <c:pt idx="150">
                  <c:v>45979</c:v>
                </c:pt>
                <c:pt idx="151">
                  <c:v>45980</c:v>
                </c:pt>
                <c:pt idx="152">
                  <c:v>45981</c:v>
                </c:pt>
                <c:pt idx="153">
                  <c:v>45982</c:v>
                </c:pt>
                <c:pt idx="154">
                  <c:v>45983</c:v>
                </c:pt>
                <c:pt idx="155">
                  <c:v>45984</c:v>
                </c:pt>
                <c:pt idx="156">
                  <c:v>45985</c:v>
                </c:pt>
                <c:pt idx="157">
                  <c:v>45986</c:v>
                </c:pt>
                <c:pt idx="158">
                  <c:v>45987</c:v>
                </c:pt>
                <c:pt idx="159">
                  <c:v>45988</c:v>
                </c:pt>
                <c:pt idx="160">
                  <c:v>45989</c:v>
                </c:pt>
                <c:pt idx="161">
                  <c:v>45990</c:v>
                </c:pt>
                <c:pt idx="162">
                  <c:v>45991</c:v>
                </c:pt>
                <c:pt idx="163">
                  <c:v>45992</c:v>
                </c:pt>
                <c:pt idx="164">
                  <c:v>45993</c:v>
                </c:pt>
                <c:pt idx="165">
                  <c:v>45994</c:v>
                </c:pt>
                <c:pt idx="166">
                  <c:v>45995</c:v>
                </c:pt>
                <c:pt idx="167">
                  <c:v>45996</c:v>
                </c:pt>
                <c:pt idx="168">
                  <c:v>45997</c:v>
                </c:pt>
                <c:pt idx="169">
                  <c:v>45998</c:v>
                </c:pt>
                <c:pt idx="170">
                  <c:v>45999</c:v>
                </c:pt>
                <c:pt idx="171">
                  <c:v>46000</c:v>
                </c:pt>
                <c:pt idx="172">
                  <c:v>46001</c:v>
                </c:pt>
                <c:pt idx="173">
                  <c:v>46002</c:v>
                </c:pt>
                <c:pt idx="174">
                  <c:v>46003</c:v>
                </c:pt>
                <c:pt idx="175">
                  <c:v>46004</c:v>
                </c:pt>
                <c:pt idx="176">
                  <c:v>46005</c:v>
                </c:pt>
                <c:pt idx="177">
                  <c:v>46006</c:v>
                </c:pt>
                <c:pt idx="178">
                  <c:v>46007</c:v>
                </c:pt>
                <c:pt idx="179">
                  <c:v>46008</c:v>
                </c:pt>
                <c:pt idx="180">
                  <c:v>46009</c:v>
                </c:pt>
                <c:pt idx="181">
                  <c:v>46010</c:v>
                </c:pt>
                <c:pt idx="182">
                  <c:v>46011</c:v>
                </c:pt>
                <c:pt idx="183">
                  <c:v>46012</c:v>
                </c:pt>
                <c:pt idx="184">
                  <c:v>46013</c:v>
                </c:pt>
                <c:pt idx="185">
                  <c:v>46014</c:v>
                </c:pt>
                <c:pt idx="186">
                  <c:v>46015</c:v>
                </c:pt>
                <c:pt idx="187">
                  <c:v>46016</c:v>
                </c:pt>
                <c:pt idx="188">
                  <c:v>46017</c:v>
                </c:pt>
                <c:pt idx="189">
                  <c:v>46018</c:v>
                </c:pt>
                <c:pt idx="190">
                  <c:v>46019</c:v>
                </c:pt>
                <c:pt idx="191">
                  <c:v>46020</c:v>
                </c:pt>
                <c:pt idx="192">
                  <c:v>46021</c:v>
                </c:pt>
                <c:pt idx="193">
                  <c:v>46022</c:v>
                </c:pt>
                <c:pt idx="194">
                  <c:v>46023</c:v>
                </c:pt>
                <c:pt idx="195">
                  <c:v>46024</c:v>
                </c:pt>
                <c:pt idx="196">
                  <c:v>46025</c:v>
                </c:pt>
                <c:pt idx="197">
                  <c:v>46026</c:v>
                </c:pt>
                <c:pt idx="198">
                  <c:v>46027</c:v>
                </c:pt>
                <c:pt idx="199">
                  <c:v>46028</c:v>
                </c:pt>
                <c:pt idx="200">
                  <c:v>46029</c:v>
                </c:pt>
                <c:pt idx="201">
                  <c:v>46030</c:v>
                </c:pt>
                <c:pt idx="202">
                  <c:v>46031</c:v>
                </c:pt>
                <c:pt idx="203">
                  <c:v>46032</c:v>
                </c:pt>
                <c:pt idx="204">
                  <c:v>46033</c:v>
                </c:pt>
                <c:pt idx="205">
                  <c:v>46034</c:v>
                </c:pt>
                <c:pt idx="206">
                  <c:v>46035</c:v>
                </c:pt>
                <c:pt idx="207">
                  <c:v>46036</c:v>
                </c:pt>
                <c:pt idx="208">
                  <c:v>46037</c:v>
                </c:pt>
                <c:pt idx="209">
                  <c:v>46038</c:v>
                </c:pt>
                <c:pt idx="210">
                  <c:v>46039</c:v>
                </c:pt>
                <c:pt idx="211">
                  <c:v>46040</c:v>
                </c:pt>
                <c:pt idx="212">
                  <c:v>46041</c:v>
                </c:pt>
                <c:pt idx="213">
                  <c:v>46042</c:v>
                </c:pt>
                <c:pt idx="214">
                  <c:v>46043</c:v>
                </c:pt>
                <c:pt idx="215">
                  <c:v>46044</c:v>
                </c:pt>
                <c:pt idx="216">
                  <c:v>46045</c:v>
                </c:pt>
                <c:pt idx="217">
                  <c:v>46046</c:v>
                </c:pt>
                <c:pt idx="218">
                  <c:v>46047</c:v>
                </c:pt>
                <c:pt idx="219">
                  <c:v>46048</c:v>
                </c:pt>
                <c:pt idx="220">
                  <c:v>46049</c:v>
                </c:pt>
                <c:pt idx="221">
                  <c:v>46050</c:v>
                </c:pt>
                <c:pt idx="222">
                  <c:v>46051</c:v>
                </c:pt>
                <c:pt idx="223">
                  <c:v>46052</c:v>
                </c:pt>
                <c:pt idx="224">
                  <c:v>46053</c:v>
                </c:pt>
                <c:pt idx="225">
                  <c:v>46054</c:v>
                </c:pt>
                <c:pt idx="226">
                  <c:v>46055</c:v>
                </c:pt>
                <c:pt idx="227">
                  <c:v>46056</c:v>
                </c:pt>
                <c:pt idx="228">
                  <c:v>46057</c:v>
                </c:pt>
                <c:pt idx="229">
                  <c:v>46058</c:v>
                </c:pt>
                <c:pt idx="230">
                  <c:v>46059</c:v>
                </c:pt>
                <c:pt idx="231">
                  <c:v>46060</c:v>
                </c:pt>
                <c:pt idx="232">
                  <c:v>46061</c:v>
                </c:pt>
                <c:pt idx="233">
                  <c:v>46062</c:v>
                </c:pt>
                <c:pt idx="234">
                  <c:v>46063</c:v>
                </c:pt>
                <c:pt idx="235">
                  <c:v>46064</c:v>
                </c:pt>
                <c:pt idx="236">
                  <c:v>46065</c:v>
                </c:pt>
                <c:pt idx="237">
                  <c:v>46066</c:v>
                </c:pt>
                <c:pt idx="238">
                  <c:v>46067</c:v>
                </c:pt>
                <c:pt idx="239">
                  <c:v>46068</c:v>
                </c:pt>
                <c:pt idx="240">
                  <c:v>46069</c:v>
                </c:pt>
                <c:pt idx="241">
                  <c:v>46070</c:v>
                </c:pt>
                <c:pt idx="242">
                  <c:v>46071</c:v>
                </c:pt>
                <c:pt idx="243">
                  <c:v>46072</c:v>
                </c:pt>
                <c:pt idx="244">
                  <c:v>46073</c:v>
                </c:pt>
                <c:pt idx="245">
                  <c:v>46074</c:v>
                </c:pt>
                <c:pt idx="246">
                  <c:v>46075</c:v>
                </c:pt>
                <c:pt idx="247">
                  <c:v>46076</c:v>
                </c:pt>
                <c:pt idx="248">
                  <c:v>46077</c:v>
                </c:pt>
                <c:pt idx="249">
                  <c:v>46078</c:v>
                </c:pt>
                <c:pt idx="250">
                  <c:v>46079</c:v>
                </c:pt>
                <c:pt idx="251">
                  <c:v>46080</c:v>
                </c:pt>
                <c:pt idx="252">
                  <c:v>46081</c:v>
                </c:pt>
                <c:pt idx="253">
                  <c:v>46082</c:v>
                </c:pt>
                <c:pt idx="254">
                  <c:v>46083</c:v>
                </c:pt>
                <c:pt idx="255">
                  <c:v>46084</c:v>
                </c:pt>
                <c:pt idx="256">
                  <c:v>46085</c:v>
                </c:pt>
                <c:pt idx="257">
                  <c:v>46086</c:v>
                </c:pt>
                <c:pt idx="258">
                  <c:v>46087</c:v>
                </c:pt>
                <c:pt idx="259">
                  <c:v>46088</c:v>
                </c:pt>
                <c:pt idx="260">
                  <c:v>46089</c:v>
                </c:pt>
                <c:pt idx="261">
                  <c:v>46090</c:v>
                </c:pt>
                <c:pt idx="262">
                  <c:v>46091</c:v>
                </c:pt>
                <c:pt idx="263">
                  <c:v>46092</c:v>
                </c:pt>
                <c:pt idx="264">
                  <c:v>46093</c:v>
                </c:pt>
                <c:pt idx="265">
                  <c:v>46094</c:v>
                </c:pt>
                <c:pt idx="266">
                  <c:v>46095</c:v>
                </c:pt>
                <c:pt idx="267">
                  <c:v>46096</c:v>
                </c:pt>
                <c:pt idx="268">
                  <c:v>46097</c:v>
                </c:pt>
                <c:pt idx="269">
                  <c:v>46098</c:v>
                </c:pt>
                <c:pt idx="270">
                  <c:v>46099</c:v>
                </c:pt>
                <c:pt idx="271">
                  <c:v>46100</c:v>
                </c:pt>
                <c:pt idx="272">
                  <c:v>46101</c:v>
                </c:pt>
                <c:pt idx="273">
                  <c:v>46102</c:v>
                </c:pt>
                <c:pt idx="274">
                  <c:v>46103</c:v>
                </c:pt>
                <c:pt idx="275">
                  <c:v>46104</c:v>
                </c:pt>
                <c:pt idx="276">
                  <c:v>46105</c:v>
                </c:pt>
                <c:pt idx="277">
                  <c:v>46106</c:v>
                </c:pt>
                <c:pt idx="278">
                  <c:v>46107</c:v>
                </c:pt>
                <c:pt idx="279">
                  <c:v>46108</c:v>
                </c:pt>
                <c:pt idx="280">
                  <c:v>46109</c:v>
                </c:pt>
                <c:pt idx="281">
                  <c:v>46110</c:v>
                </c:pt>
                <c:pt idx="282">
                  <c:v>46111</c:v>
                </c:pt>
                <c:pt idx="283">
                  <c:v>46112</c:v>
                </c:pt>
                <c:pt idx="284">
                  <c:v>46113</c:v>
                </c:pt>
                <c:pt idx="285">
                  <c:v>46114</c:v>
                </c:pt>
                <c:pt idx="286">
                  <c:v>46115</c:v>
                </c:pt>
                <c:pt idx="287">
                  <c:v>46116</c:v>
                </c:pt>
                <c:pt idx="288">
                  <c:v>46117</c:v>
                </c:pt>
                <c:pt idx="289">
                  <c:v>46118</c:v>
                </c:pt>
                <c:pt idx="290">
                  <c:v>46119</c:v>
                </c:pt>
                <c:pt idx="291">
                  <c:v>46120</c:v>
                </c:pt>
                <c:pt idx="292">
                  <c:v>46121</c:v>
                </c:pt>
                <c:pt idx="293">
                  <c:v>46122</c:v>
                </c:pt>
                <c:pt idx="294">
                  <c:v>46123</c:v>
                </c:pt>
                <c:pt idx="295">
                  <c:v>46124</c:v>
                </c:pt>
                <c:pt idx="296">
                  <c:v>46125</c:v>
                </c:pt>
                <c:pt idx="297">
                  <c:v>46126</c:v>
                </c:pt>
                <c:pt idx="298">
                  <c:v>46127</c:v>
                </c:pt>
                <c:pt idx="299">
                  <c:v>46128</c:v>
                </c:pt>
                <c:pt idx="300">
                  <c:v>46129</c:v>
                </c:pt>
                <c:pt idx="301">
                  <c:v>46130</c:v>
                </c:pt>
                <c:pt idx="302">
                  <c:v>46131</c:v>
                </c:pt>
                <c:pt idx="303">
                  <c:v>46132</c:v>
                </c:pt>
                <c:pt idx="304">
                  <c:v>46133</c:v>
                </c:pt>
                <c:pt idx="305">
                  <c:v>46134</c:v>
                </c:pt>
                <c:pt idx="306">
                  <c:v>46135</c:v>
                </c:pt>
                <c:pt idx="307">
                  <c:v>46136</c:v>
                </c:pt>
                <c:pt idx="308">
                  <c:v>46137</c:v>
                </c:pt>
                <c:pt idx="309">
                  <c:v>46138</c:v>
                </c:pt>
                <c:pt idx="310">
                  <c:v>46139</c:v>
                </c:pt>
                <c:pt idx="311">
                  <c:v>46140</c:v>
                </c:pt>
                <c:pt idx="312">
                  <c:v>46141</c:v>
                </c:pt>
                <c:pt idx="313">
                  <c:v>46142</c:v>
                </c:pt>
                <c:pt idx="314">
                  <c:v>46143</c:v>
                </c:pt>
                <c:pt idx="315">
                  <c:v>46144</c:v>
                </c:pt>
                <c:pt idx="316">
                  <c:v>46145</c:v>
                </c:pt>
                <c:pt idx="317">
                  <c:v>46146</c:v>
                </c:pt>
                <c:pt idx="318">
                  <c:v>46147</c:v>
                </c:pt>
                <c:pt idx="319">
                  <c:v>46148</c:v>
                </c:pt>
                <c:pt idx="320">
                  <c:v>46149</c:v>
                </c:pt>
                <c:pt idx="321">
                  <c:v>46150</c:v>
                </c:pt>
                <c:pt idx="322">
                  <c:v>46151</c:v>
                </c:pt>
                <c:pt idx="323">
                  <c:v>46152</c:v>
                </c:pt>
                <c:pt idx="324">
                  <c:v>46153</c:v>
                </c:pt>
                <c:pt idx="325">
                  <c:v>46154</c:v>
                </c:pt>
                <c:pt idx="326">
                  <c:v>46155</c:v>
                </c:pt>
                <c:pt idx="327">
                  <c:v>46156</c:v>
                </c:pt>
                <c:pt idx="328">
                  <c:v>46157</c:v>
                </c:pt>
                <c:pt idx="329">
                  <c:v>46158</c:v>
                </c:pt>
                <c:pt idx="330">
                  <c:v>46159</c:v>
                </c:pt>
                <c:pt idx="331">
                  <c:v>46160</c:v>
                </c:pt>
                <c:pt idx="332">
                  <c:v>46161</c:v>
                </c:pt>
                <c:pt idx="333">
                  <c:v>46162</c:v>
                </c:pt>
                <c:pt idx="334">
                  <c:v>46163</c:v>
                </c:pt>
                <c:pt idx="335">
                  <c:v>46164</c:v>
                </c:pt>
                <c:pt idx="336">
                  <c:v>46165</c:v>
                </c:pt>
                <c:pt idx="337">
                  <c:v>46166</c:v>
                </c:pt>
                <c:pt idx="338">
                  <c:v>46167</c:v>
                </c:pt>
                <c:pt idx="339">
                  <c:v>46168</c:v>
                </c:pt>
                <c:pt idx="340">
                  <c:v>46169</c:v>
                </c:pt>
                <c:pt idx="341">
                  <c:v>46170</c:v>
                </c:pt>
                <c:pt idx="342">
                  <c:v>46171</c:v>
                </c:pt>
                <c:pt idx="343">
                  <c:v>46172</c:v>
                </c:pt>
                <c:pt idx="344">
                  <c:v>46173</c:v>
                </c:pt>
                <c:pt idx="345">
                  <c:v>46174</c:v>
                </c:pt>
                <c:pt idx="346">
                  <c:v>46175</c:v>
                </c:pt>
                <c:pt idx="347">
                  <c:v>46176</c:v>
                </c:pt>
                <c:pt idx="348">
                  <c:v>46177</c:v>
                </c:pt>
                <c:pt idx="349">
                  <c:v>46178</c:v>
                </c:pt>
                <c:pt idx="350">
                  <c:v>46179</c:v>
                </c:pt>
                <c:pt idx="351">
                  <c:v>46180</c:v>
                </c:pt>
                <c:pt idx="352">
                  <c:v>46181</c:v>
                </c:pt>
                <c:pt idx="353">
                  <c:v>46182</c:v>
                </c:pt>
                <c:pt idx="354">
                  <c:v>46183</c:v>
                </c:pt>
                <c:pt idx="355">
                  <c:v>46184</c:v>
                </c:pt>
                <c:pt idx="356">
                  <c:v>46185</c:v>
                </c:pt>
                <c:pt idx="357">
                  <c:v>46186</c:v>
                </c:pt>
                <c:pt idx="358">
                  <c:v>46187</c:v>
                </c:pt>
                <c:pt idx="359">
                  <c:v>46188</c:v>
                </c:pt>
                <c:pt idx="360">
                  <c:v>46189</c:v>
                </c:pt>
                <c:pt idx="361">
                  <c:v>46190</c:v>
                </c:pt>
                <c:pt idx="362">
                  <c:v>46191</c:v>
                </c:pt>
                <c:pt idx="363">
                  <c:v>46192</c:v>
                </c:pt>
                <c:pt idx="364">
                  <c:v>46193</c:v>
                </c:pt>
              </c:numCache>
            </c:numRef>
          </c:cat>
          <c:val>
            <c:numRef>
              <c:f>'2G Voice'!$F$2:$F$366</c:f>
              <c:numCache>
                <c:formatCode>General</c:formatCode>
                <c:ptCount val="365"/>
                <c:pt idx="0">
                  <c:v>945.13280000000009</c:v>
                </c:pt>
                <c:pt idx="1">
                  <c:v>1008.5029000000001</c:v>
                </c:pt>
                <c:pt idx="2">
                  <c:v>1043.7792999999999</c:v>
                </c:pt>
                <c:pt idx="3">
                  <c:v>1035.5736000000002</c:v>
                </c:pt>
                <c:pt idx="4">
                  <c:v>1032.9875999999999</c:v>
                </c:pt>
                <c:pt idx="5">
                  <c:v>1003.7655999999999</c:v>
                </c:pt>
                <c:pt idx="6">
                  <c:v>961.2645</c:v>
                </c:pt>
                <c:pt idx="7">
                  <c:v>947.38869999999997</c:v>
                </c:pt>
                <c:pt idx="8">
                  <c:v>943.7355</c:v>
                </c:pt>
                <c:pt idx="9">
                  <c:v>965.15429999999992</c:v>
                </c:pt>
                <c:pt idx="10">
                  <c:v>1034.2288000000001</c:v>
                </c:pt>
                <c:pt idx="11">
                  <c:v>1051.248</c:v>
                </c:pt>
                <c:pt idx="12">
                  <c:v>1037.0563999999999</c:v>
                </c:pt>
                <c:pt idx="13">
                  <c:v>979.71399999999994</c:v>
                </c:pt>
                <c:pt idx="14">
                  <c:v>981.65899999999999</c:v>
                </c:pt>
                <c:pt idx="15">
                  <c:v>994.23040000000003</c:v>
                </c:pt>
                <c:pt idx="16">
                  <c:v>1054.9641999999999</c:v>
                </c:pt>
                <c:pt idx="17">
                  <c:v>1066.4820999999999</c:v>
                </c:pt>
                <c:pt idx="18">
                  <c:v>1007.3505</c:v>
                </c:pt>
                <c:pt idx="19">
                  <c:v>923.25200000000007</c:v>
                </c:pt>
                <c:pt idx="20">
                  <c:v>1060.4405999999999</c:v>
                </c:pt>
                <c:pt idx="21">
                  <c:v>1062.2528</c:v>
                </c:pt>
                <c:pt idx="22">
                  <c:v>1084.0368000000001</c:v>
                </c:pt>
                <c:pt idx="23">
                  <c:v>1135.0865000000001</c:v>
                </c:pt>
                <c:pt idx="24">
                  <c:v>1123.4447</c:v>
                </c:pt>
                <c:pt idx="25">
                  <c:v>1068.9886999999999</c:v>
                </c:pt>
                <c:pt idx="26">
                  <c:v>1085.4340999999999</c:v>
                </c:pt>
                <c:pt idx="27">
                  <c:v>1068.2164</c:v>
                </c:pt>
                <c:pt idx="28">
                  <c:v>1023.9319999999999</c:v>
                </c:pt>
                <c:pt idx="29">
                  <c:v>1046.0276000000001</c:v>
                </c:pt>
                <c:pt idx="30">
                  <c:v>1047.8786</c:v>
                </c:pt>
                <c:pt idx="31">
                  <c:v>1053.3463999999999</c:v>
                </c:pt>
                <c:pt idx="32">
                  <c:v>1070.4372000000001</c:v>
                </c:pt>
                <c:pt idx="33">
                  <c:v>1009.8347</c:v>
                </c:pt>
                <c:pt idx="34">
                  <c:v>992.17840000000001</c:v>
                </c:pt>
                <c:pt idx="35">
                  <c:v>945.41499999999996</c:v>
                </c:pt>
                <c:pt idx="36">
                  <c:v>961.95590000000004</c:v>
                </c:pt>
                <c:pt idx="37">
                  <c:v>988.22130000000004</c:v>
                </c:pt>
                <c:pt idx="38">
                  <c:v>997.57140000000004</c:v>
                </c:pt>
                <c:pt idx="39">
                  <c:v>1089.9483</c:v>
                </c:pt>
                <c:pt idx="40">
                  <c:v>1048.9860000000001</c:v>
                </c:pt>
                <c:pt idx="41">
                  <c:v>1047.6156999999998</c:v>
                </c:pt>
                <c:pt idx="42">
                  <c:v>1013.1094000000001</c:v>
                </c:pt>
                <c:pt idx="43">
                  <c:v>997.62509999999997</c:v>
                </c:pt>
                <c:pt idx="44">
                  <c:v>1063.9511</c:v>
                </c:pt>
                <c:pt idx="45">
                  <c:v>1040.7685000000001</c:v>
                </c:pt>
                <c:pt idx="46">
                  <c:v>1035.9159</c:v>
                </c:pt>
                <c:pt idx="47">
                  <c:v>1001.1223</c:v>
                </c:pt>
                <c:pt idx="48">
                  <c:v>906.98900000000003</c:v>
                </c:pt>
                <c:pt idx="49">
                  <c:v>932.46430000000009</c:v>
                </c:pt>
                <c:pt idx="50">
                  <c:v>977.50099999999998</c:v>
                </c:pt>
                <c:pt idx="51">
                  <c:v>1071.3874000000001</c:v>
                </c:pt>
                <c:pt idx="52">
                  <c:v>1064.2263</c:v>
                </c:pt>
                <c:pt idx="53">
                  <c:v>1093.8490000000002</c:v>
                </c:pt>
                <c:pt idx="54">
                  <c:v>1091.0534</c:v>
                </c:pt>
                <c:pt idx="55">
                  <c:v>1064.3526999999999</c:v>
                </c:pt>
                <c:pt idx="56">
                  <c:v>987.32690000000002</c:v>
                </c:pt>
                <c:pt idx="57">
                  <c:v>970.08699999999999</c:v>
                </c:pt>
                <c:pt idx="58">
                  <c:v>1032.5825</c:v>
                </c:pt>
                <c:pt idx="59">
                  <c:v>1131.6678000000002</c:v>
                </c:pt>
                <c:pt idx="60">
                  <c:v>1096.5727999999999</c:v>
                </c:pt>
                <c:pt idx="61">
                  <c:v>1109.6423</c:v>
                </c:pt>
                <c:pt idx="62">
                  <c:v>1078.6231</c:v>
                </c:pt>
                <c:pt idx="63">
                  <c:v>988.25649999999996</c:v>
                </c:pt>
                <c:pt idx="64">
                  <c:v>1005.3983000000001</c:v>
                </c:pt>
                <c:pt idx="65">
                  <c:v>1081.8652999999999</c:v>
                </c:pt>
                <c:pt idx="66">
                  <c:v>1079.8844999999999</c:v>
                </c:pt>
                <c:pt idx="67">
                  <c:v>1038.8464999999999</c:v>
                </c:pt>
                <c:pt idx="68">
                  <c:v>1022.9425</c:v>
                </c:pt>
                <c:pt idx="69">
                  <c:v>1001.2977</c:v>
                </c:pt>
                <c:pt idx="70">
                  <c:v>962.98800000000006</c:v>
                </c:pt>
                <c:pt idx="71">
                  <c:v>1003.4662</c:v>
                </c:pt>
                <c:pt idx="72">
                  <c:v>1074.9112</c:v>
                </c:pt>
                <c:pt idx="73">
                  <c:v>1025.7838999999999</c:v>
                </c:pt>
                <c:pt idx="74">
                  <c:v>1068.2540999999999</c:v>
                </c:pt>
                <c:pt idx="75">
                  <c:v>1045.6351999999999</c:v>
                </c:pt>
                <c:pt idx="76">
                  <c:v>991.43520000000001</c:v>
                </c:pt>
                <c:pt idx="77">
                  <c:v>1005.879</c:v>
                </c:pt>
                <c:pt idx="78">
                  <c:v>909.24490000000003</c:v>
                </c:pt>
                <c:pt idx="79">
                  <c:v>971.46430000000009</c:v>
                </c:pt>
                <c:pt idx="80">
                  <c:v>990.76469999999995</c:v>
                </c:pt>
                <c:pt idx="81">
                  <c:v>1085.6741999999999</c:v>
                </c:pt>
                <c:pt idx="82">
                  <c:v>1054.1777</c:v>
                </c:pt>
                <c:pt idx="83">
                  <c:v>948.38249999999994</c:v>
                </c:pt>
                <c:pt idx="84">
                  <c:v>946.74930000000006</c:v>
                </c:pt>
                <c:pt idx="85">
                  <c:v>1001.6036</c:v>
                </c:pt>
                <c:pt idx="86">
                  <c:v>1060.8198</c:v>
                </c:pt>
                <c:pt idx="87">
                  <c:v>1061.48</c:v>
                </c:pt>
                <c:pt idx="88">
                  <c:v>1072.6097</c:v>
                </c:pt>
                <c:pt idx="89">
                  <c:v>1016.058</c:v>
                </c:pt>
                <c:pt idx="90">
                  <c:v>1020.6778</c:v>
                </c:pt>
                <c:pt idx="91">
                  <c:v>952.59449999999993</c:v>
                </c:pt>
                <c:pt idx="92">
                  <c:v>958.63630000000001</c:v>
                </c:pt>
                <c:pt idx="93">
                  <c:v>1017.2003999999999</c:v>
                </c:pt>
                <c:pt idx="94">
                  <c:v>1137.0861000000002</c:v>
                </c:pt>
                <c:pt idx="95">
                  <c:v>1076.9617999999998</c:v>
                </c:pt>
                <c:pt idx="96">
                  <c:v>1088.9556</c:v>
                </c:pt>
                <c:pt idx="97">
                  <c:v>958.27690000000007</c:v>
                </c:pt>
                <c:pt idx="98">
                  <c:v>959.59120000000007</c:v>
                </c:pt>
                <c:pt idx="99">
                  <c:v>983.25389999999993</c:v>
                </c:pt>
                <c:pt idx="100">
                  <c:v>1059.0174999999999</c:v>
                </c:pt>
                <c:pt idx="101">
                  <c:v>1099.7592999999999</c:v>
                </c:pt>
                <c:pt idx="102">
                  <c:v>1069.9746</c:v>
                </c:pt>
                <c:pt idx="103">
                  <c:v>1045.8457000000001</c:v>
                </c:pt>
                <c:pt idx="104">
                  <c:v>973.7903</c:v>
                </c:pt>
                <c:pt idx="105">
                  <c:v>1007.2618</c:v>
                </c:pt>
                <c:pt idx="106">
                  <c:v>977.97950000000003</c:v>
                </c:pt>
                <c:pt idx="107">
                  <c:v>1007.5959</c:v>
                </c:pt>
                <c:pt idx="108">
                  <c:v>1081.019</c:v>
                </c:pt>
                <c:pt idx="109">
                  <c:v>1046.1502</c:v>
                </c:pt>
                <c:pt idx="110">
                  <c:v>1098.5937999999999</c:v>
                </c:pt>
                <c:pt idx="111">
                  <c:v>1045.57</c:v>
                </c:pt>
                <c:pt idx="112">
                  <c:v>991.55919999999992</c:v>
                </c:pt>
                <c:pt idx="113">
                  <c:v>951.83479999999997</c:v>
                </c:pt>
                <c:pt idx="114">
                  <c:v>1044.4589999999998</c:v>
                </c:pt>
                <c:pt idx="115">
                  <c:v>1012.3604</c:v>
                </c:pt>
                <c:pt idx="116">
                  <c:v>995.27019999999993</c:v>
                </c:pt>
                <c:pt idx="117">
                  <c:v>976.42430000000002</c:v>
                </c:pt>
                <c:pt idx="118">
                  <c:v>934.7876</c:v>
                </c:pt>
                <c:pt idx="119">
                  <c:v>911.87049999999999</c:v>
                </c:pt>
                <c:pt idx="120">
                  <c:v>887.6721</c:v>
                </c:pt>
                <c:pt idx="121">
                  <c:v>987.71780000000001</c:v>
                </c:pt>
                <c:pt idx="122">
                  <c:v>1082.0168999999999</c:v>
                </c:pt>
                <c:pt idx="123">
                  <c:v>1100.6785</c:v>
                </c:pt>
                <c:pt idx="124">
                  <c:v>1062.1214</c:v>
                </c:pt>
                <c:pt idx="125">
                  <c:v>1048.8892000000001</c:v>
                </c:pt>
                <c:pt idx="126">
                  <c:v>978.25</c:v>
                </c:pt>
                <c:pt idx="127">
                  <c:v>887.95619999999997</c:v>
                </c:pt>
                <c:pt idx="128">
                  <c:v>1028.1952999999999</c:v>
                </c:pt>
                <c:pt idx="129">
                  <c:v>1081.1464000000001</c:v>
                </c:pt>
                <c:pt idx="130">
                  <c:v>1070.6181000000001</c:v>
                </c:pt>
                <c:pt idx="131">
                  <c:v>1113.1589999999999</c:v>
                </c:pt>
                <c:pt idx="132">
                  <c:v>1020.9852999999999</c:v>
                </c:pt>
                <c:pt idx="133">
                  <c:v>1029.2489</c:v>
                </c:pt>
                <c:pt idx="134">
                  <c:v>1069.7155</c:v>
                </c:pt>
                <c:pt idx="135">
                  <c:v>1096.2021</c:v>
                </c:pt>
                <c:pt idx="136">
                  <c:v>1077.6852000000001</c:v>
                </c:pt>
                <c:pt idx="137">
                  <c:v>1028.1107</c:v>
                </c:pt>
                <c:pt idx="138">
                  <c:v>1090.6415000000002</c:v>
                </c:pt>
                <c:pt idx="139">
                  <c:v>1015.2464</c:v>
                </c:pt>
                <c:pt idx="140">
                  <c:v>994.70320000000004</c:v>
                </c:pt>
                <c:pt idx="141">
                  <c:v>1048.2216000000001</c:v>
                </c:pt>
                <c:pt idx="142">
                  <c:v>1072.04</c:v>
                </c:pt>
                <c:pt idx="143">
                  <c:v>1068.9290999999998</c:v>
                </c:pt>
                <c:pt idx="144">
                  <c:v>1066.0364999999999</c:v>
                </c:pt>
                <c:pt idx="145">
                  <c:v>1061.9729</c:v>
                </c:pt>
                <c:pt idx="146">
                  <c:v>1027.2563</c:v>
                </c:pt>
                <c:pt idx="147">
                  <c:v>985.49749999999995</c:v>
                </c:pt>
                <c:pt idx="148">
                  <c:v>1012.595</c:v>
                </c:pt>
                <c:pt idx="149">
                  <c:v>1102.9270000000001</c:v>
                </c:pt>
                <c:pt idx="150">
                  <c:v>1080.1324</c:v>
                </c:pt>
                <c:pt idx="151">
                  <c:v>1087.2551000000001</c:v>
                </c:pt>
                <c:pt idx="152">
                  <c:v>1025.2767999999999</c:v>
                </c:pt>
                <c:pt idx="153">
                  <c:v>1018.3402</c:v>
                </c:pt>
                <c:pt idx="154">
                  <c:v>997.75510000000008</c:v>
                </c:pt>
                <c:pt idx="155">
                  <c:v>944.44730000000004</c:v>
                </c:pt>
                <c:pt idx="156">
                  <c:v>1037.3763999999999</c:v>
                </c:pt>
                <c:pt idx="157">
                  <c:v>1044.9449</c:v>
                </c:pt>
                <c:pt idx="158">
                  <c:v>1121.0107</c:v>
                </c:pt>
                <c:pt idx="159">
                  <c:v>1349.5036</c:v>
                </c:pt>
                <c:pt idx="160">
                  <c:v>1627.6605</c:v>
                </c:pt>
                <c:pt idx="161">
                  <c:v>1626.1386</c:v>
                </c:pt>
                <c:pt idx="162">
                  <c:v>1292.096</c:v>
                </c:pt>
                <c:pt idx="163">
                  <c:v>1115.4768999999999</c:v>
                </c:pt>
                <c:pt idx="164">
                  <c:v>1018.2376</c:v>
                </c:pt>
                <c:pt idx="165">
                  <c:v>1001.2967</c:v>
                </c:pt>
                <c:pt idx="166">
                  <c:v>947.84199999999998</c:v>
                </c:pt>
                <c:pt idx="167">
                  <c:v>950.37049999999999</c:v>
                </c:pt>
                <c:pt idx="168">
                  <c:v>924.35810000000004</c:v>
                </c:pt>
                <c:pt idx="169">
                  <c:v>955.61770000000001</c:v>
                </c:pt>
                <c:pt idx="170">
                  <c:v>1068.9989</c:v>
                </c:pt>
                <c:pt idx="171">
                  <c:v>1112.2033000000001</c:v>
                </c:pt>
                <c:pt idx="172">
                  <c:v>1099.9074000000001</c:v>
                </c:pt>
                <c:pt idx="173">
                  <c:v>1086.8630000000001</c:v>
                </c:pt>
                <c:pt idx="174">
                  <c:v>1090.4802</c:v>
                </c:pt>
                <c:pt idx="175">
                  <c:v>1041.9742000000001</c:v>
                </c:pt>
                <c:pt idx="176">
                  <c:v>1018.9096</c:v>
                </c:pt>
                <c:pt idx="177">
                  <c:v>1074.4077</c:v>
                </c:pt>
                <c:pt idx="178">
                  <c:v>1138.4366</c:v>
                </c:pt>
                <c:pt idx="179">
                  <c:v>1125.2302000000002</c:v>
                </c:pt>
                <c:pt idx="180">
                  <c:v>1128.7918000000002</c:v>
                </c:pt>
                <c:pt idx="181">
                  <c:v>1061.028</c:v>
                </c:pt>
                <c:pt idx="182">
                  <c:v>950.01589999999999</c:v>
                </c:pt>
                <c:pt idx="183">
                  <c:v>961.82889999999998</c:v>
                </c:pt>
                <c:pt idx="184">
                  <c:v>998.50420000000008</c:v>
                </c:pt>
                <c:pt idx="185">
                  <c:v>989.0027</c:v>
                </c:pt>
                <c:pt idx="186">
                  <c:v>978.92180000000008</c:v>
                </c:pt>
                <c:pt idx="187">
                  <c:v>904.41790000000003</c:v>
                </c:pt>
                <c:pt idx="188">
                  <c:v>934.51980000000003</c:v>
                </c:pt>
                <c:pt idx="189">
                  <c:v>855.56949999999995</c:v>
                </c:pt>
                <c:pt idx="190">
                  <c:v>931.84389999999996</c:v>
                </c:pt>
                <c:pt idx="191">
                  <c:v>1010.17</c:v>
                </c:pt>
                <c:pt idx="192">
                  <c:v>1057.0416</c:v>
                </c:pt>
                <c:pt idx="193">
                  <c:v>1066.9281000000001</c:v>
                </c:pt>
                <c:pt idx="194">
                  <c:v>1145.4341999999999</c:v>
                </c:pt>
                <c:pt idx="195">
                  <c:v>995.20770000000005</c:v>
                </c:pt>
                <c:pt idx="196">
                  <c:v>940.95510000000002</c:v>
                </c:pt>
                <c:pt idx="197">
                  <c:v>942.21900000000005</c:v>
                </c:pt>
                <c:pt idx="198">
                  <c:v>1058.1926000000001</c:v>
                </c:pt>
                <c:pt idx="199">
                  <c:v>1028.4053000000001</c:v>
                </c:pt>
                <c:pt idx="200">
                  <c:v>1041.5818999999999</c:v>
                </c:pt>
                <c:pt idx="201">
                  <c:v>1009.847</c:v>
                </c:pt>
                <c:pt idx="202">
                  <c:v>1023.8362000000001</c:v>
                </c:pt>
                <c:pt idx="203">
                  <c:v>972.20500000000004</c:v>
                </c:pt>
                <c:pt idx="204">
                  <c:v>975.3931</c:v>
                </c:pt>
                <c:pt idx="205">
                  <c:v>1038.4729</c:v>
                </c:pt>
                <c:pt idx="206">
                  <c:v>1063.0990999999999</c:v>
                </c:pt>
                <c:pt idx="207">
                  <c:v>1056.0731000000001</c:v>
                </c:pt>
                <c:pt idx="208">
                  <c:v>929.03120000000001</c:v>
                </c:pt>
                <c:pt idx="209">
                  <c:v>972.83989999999994</c:v>
                </c:pt>
                <c:pt idx="210">
                  <c:v>934.42759999999998</c:v>
                </c:pt>
                <c:pt idx="211">
                  <c:v>962.17099999999994</c:v>
                </c:pt>
                <c:pt idx="212">
                  <c:v>1068.2855999999999</c:v>
                </c:pt>
                <c:pt idx="213">
                  <c:v>1073.5457000000001</c:v>
                </c:pt>
                <c:pt idx="214">
                  <c:v>1092.0158000000001</c:v>
                </c:pt>
                <c:pt idx="215">
                  <c:v>1071.7737</c:v>
                </c:pt>
                <c:pt idx="216">
                  <c:v>1072.6547</c:v>
                </c:pt>
                <c:pt idx="217">
                  <c:v>1024.3867</c:v>
                </c:pt>
                <c:pt idx="218">
                  <c:v>1001.4434</c:v>
                </c:pt>
                <c:pt idx="219">
                  <c:v>1042.2791999999999</c:v>
                </c:pt>
                <c:pt idx="220">
                  <c:v>1075.5554999999999</c:v>
                </c:pt>
                <c:pt idx="221">
                  <c:v>1088.3778</c:v>
                </c:pt>
                <c:pt idx="222">
                  <c:v>1021.1976</c:v>
                </c:pt>
                <c:pt idx="223">
                  <c:v>1033.7185999999999</c:v>
                </c:pt>
                <c:pt idx="224">
                  <c:v>1007.3791</c:v>
                </c:pt>
                <c:pt idx="225">
                  <c:v>998.18130000000008</c:v>
                </c:pt>
                <c:pt idx="226">
                  <c:v>1064.5623000000001</c:v>
                </c:pt>
                <c:pt idx="227">
                  <c:v>1057.8574000000001</c:v>
                </c:pt>
                <c:pt idx="228">
                  <c:v>1016.7258</c:v>
                </c:pt>
                <c:pt idx="229">
                  <c:v>1014.0624</c:v>
                </c:pt>
                <c:pt idx="230">
                  <c:v>1031.2205999999999</c:v>
                </c:pt>
                <c:pt idx="231">
                  <c:v>990.90030000000002</c:v>
                </c:pt>
                <c:pt idx="232">
                  <c:v>1004.8964</c:v>
                </c:pt>
                <c:pt idx="233">
                  <c:v>1073.3563000000001</c:v>
                </c:pt>
                <c:pt idx="234">
                  <c:v>1105.2832000000001</c:v>
                </c:pt>
                <c:pt idx="235">
                  <c:v>1103.2956999999999</c:v>
                </c:pt>
                <c:pt idx="236">
                  <c:v>1052.9117000000001</c:v>
                </c:pt>
                <c:pt idx="237">
                  <c:v>1030.4275</c:v>
                </c:pt>
                <c:pt idx="238">
                  <c:v>1008.4047</c:v>
                </c:pt>
                <c:pt idx="239">
                  <c:v>938.97630000000004</c:v>
                </c:pt>
                <c:pt idx="240">
                  <c:v>993.39160000000004</c:v>
                </c:pt>
                <c:pt idx="241">
                  <c:v>1000.7446</c:v>
                </c:pt>
                <c:pt idx="242">
                  <c:v>997.16960000000006</c:v>
                </c:pt>
                <c:pt idx="243">
                  <c:v>1023.3859</c:v>
                </c:pt>
                <c:pt idx="244">
                  <c:v>1049.7256</c:v>
                </c:pt>
                <c:pt idx="245">
                  <c:v>995.13350000000003</c:v>
                </c:pt>
                <c:pt idx="246">
                  <c:v>978.78380000000004</c:v>
                </c:pt>
                <c:pt idx="247">
                  <c:v>1004.1166999999999</c:v>
                </c:pt>
                <c:pt idx="248">
                  <c:v>1025.4694</c:v>
                </c:pt>
                <c:pt idx="249">
                  <c:v>1033.3682999999999</c:v>
                </c:pt>
                <c:pt idx="250">
                  <c:v>1034.1860999999999</c:v>
                </c:pt>
                <c:pt idx="251">
                  <c:v>1005.7216</c:v>
                </c:pt>
                <c:pt idx="252">
                  <c:v>1032.4858999999999</c:v>
                </c:pt>
                <c:pt idx="253">
                  <c:v>1007.7365</c:v>
                </c:pt>
                <c:pt idx="254">
                  <c:v>987.92140000000006</c:v>
                </c:pt>
                <c:pt idx="255">
                  <c:v>1058.4879000000001</c:v>
                </c:pt>
                <c:pt idx="256">
                  <c:v>1104.0118</c:v>
                </c:pt>
                <c:pt idx="257">
                  <c:v>1094.8943999999999</c:v>
                </c:pt>
                <c:pt idx="258">
                  <c:v>1016.4381</c:v>
                </c:pt>
                <c:pt idx="259">
                  <c:v>944.91200000000003</c:v>
                </c:pt>
                <c:pt idx="260">
                  <c:v>955.82230000000004</c:v>
                </c:pt>
                <c:pt idx="261">
                  <c:v>1025.5896</c:v>
                </c:pt>
                <c:pt idx="262">
                  <c:v>1070.7731999999999</c:v>
                </c:pt>
                <c:pt idx="263">
                  <c:v>1043.4544999999998</c:v>
                </c:pt>
                <c:pt idx="264">
                  <c:v>1028.1923999999999</c:v>
                </c:pt>
                <c:pt idx="265">
                  <c:v>1017.9571999999999</c:v>
                </c:pt>
                <c:pt idx="266">
                  <c:v>926.7441</c:v>
                </c:pt>
                <c:pt idx="267">
                  <c:v>989.7351000000001</c:v>
                </c:pt>
                <c:pt idx="268">
                  <c:v>1074.4726000000001</c:v>
                </c:pt>
                <c:pt idx="269">
                  <c:v>1067.4506000000001</c:v>
                </c:pt>
                <c:pt idx="270">
                  <c:v>1027.9952000000001</c:v>
                </c:pt>
                <c:pt idx="271">
                  <c:v>1047.4739</c:v>
                </c:pt>
                <c:pt idx="272">
                  <c:v>1032.3673000000001</c:v>
                </c:pt>
                <c:pt idx="273">
                  <c:v>955.11019999999996</c:v>
                </c:pt>
                <c:pt idx="274">
                  <c:v>989.67320000000007</c:v>
                </c:pt>
                <c:pt idx="275">
                  <c:v>1018.9431999999999</c:v>
                </c:pt>
                <c:pt idx="276">
                  <c:v>1013.8797</c:v>
                </c:pt>
                <c:pt idx="277">
                  <c:v>1020.7049000000001</c:v>
                </c:pt>
                <c:pt idx="278">
                  <c:v>1044.4528</c:v>
                </c:pt>
                <c:pt idx="279">
                  <c:v>1023.8244</c:v>
                </c:pt>
                <c:pt idx="280">
                  <c:v>963.55060000000003</c:v>
                </c:pt>
                <c:pt idx="281">
                  <c:v>964.03089999999997</c:v>
                </c:pt>
                <c:pt idx="282">
                  <c:v>1059.1033000000002</c:v>
                </c:pt>
                <c:pt idx="283">
                  <c:v>1062.9255000000001</c:v>
                </c:pt>
                <c:pt idx="284">
                  <c:v>1099.7762</c:v>
                </c:pt>
                <c:pt idx="285">
                  <c:v>974.58590000000004</c:v>
                </c:pt>
                <c:pt idx="286">
                  <c:v>976.42099999999994</c:v>
                </c:pt>
                <c:pt idx="287">
                  <c:v>951.07370000000003</c:v>
                </c:pt>
                <c:pt idx="288">
                  <c:v>1000.9574</c:v>
                </c:pt>
                <c:pt idx="289">
                  <c:v>1103.8140000000001</c:v>
                </c:pt>
                <c:pt idx="290">
                  <c:v>1034.0467999999998</c:v>
                </c:pt>
                <c:pt idx="291">
                  <c:v>1040.5057000000002</c:v>
                </c:pt>
                <c:pt idx="292">
                  <c:v>947.37760000000003</c:v>
                </c:pt>
                <c:pt idx="293">
                  <c:v>922.76870000000008</c:v>
                </c:pt>
                <c:pt idx="294">
                  <c:v>892.64819999999997</c:v>
                </c:pt>
                <c:pt idx="295">
                  <c:v>785.88559999999995</c:v>
                </c:pt>
                <c:pt idx="296">
                  <c:v>792.03620000000001</c:v>
                </c:pt>
                <c:pt idx="297">
                  <c:v>846.20810000000006</c:v>
                </c:pt>
                <c:pt idx="298">
                  <c:v>863.76229999999998</c:v>
                </c:pt>
                <c:pt idx="299">
                  <c:v>846.67650000000003</c:v>
                </c:pt>
                <c:pt idx="300">
                  <c:v>849.24749999999995</c:v>
                </c:pt>
                <c:pt idx="301">
                  <c:v>854.53620000000001</c:v>
                </c:pt>
                <c:pt idx="302">
                  <c:v>929.30420000000004</c:v>
                </c:pt>
                <c:pt idx="303">
                  <c:v>1053.4182000000001</c:v>
                </c:pt>
                <c:pt idx="304">
                  <c:v>1126.7429</c:v>
                </c:pt>
                <c:pt idx="305">
                  <c:v>1103.9784</c:v>
                </c:pt>
                <c:pt idx="306">
                  <c:v>1125.6932000000002</c:v>
                </c:pt>
                <c:pt idx="307">
                  <c:v>1103.097</c:v>
                </c:pt>
                <c:pt idx="308">
                  <c:v>1096.405</c:v>
                </c:pt>
                <c:pt idx="309">
                  <c:v>997.19970000000001</c:v>
                </c:pt>
                <c:pt idx="310">
                  <c:v>1095.3325</c:v>
                </c:pt>
                <c:pt idx="311">
                  <c:v>1079.8375999999998</c:v>
                </c:pt>
                <c:pt idx="312">
                  <c:v>1124.3817999999999</c:v>
                </c:pt>
                <c:pt idx="313">
                  <c:v>1075.3192999999999</c:v>
                </c:pt>
                <c:pt idx="314">
                  <c:v>982.90449999999998</c:v>
                </c:pt>
                <c:pt idx="315">
                  <c:v>993.41919999999993</c:v>
                </c:pt>
                <c:pt idx="316">
                  <c:v>1030.1042</c:v>
                </c:pt>
                <c:pt idx="317">
                  <c:v>1122.4670000000001</c:v>
                </c:pt>
                <c:pt idx="318">
                  <c:v>1117.2991999999999</c:v>
                </c:pt>
                <c:pt idx="319">
                  <c:v>1144.4830999999999</c:v>
                </c:pt>
                <c:pt idx="320">
                  <c:v>1123.3661000000002</c:v>
                </c:pt>
                <c:pt idx="321">
                  <c:v>1054.6612</c:v>
                </c:pt>
                <c:pt idx="322">
                  <c:v>1054.8955000000001</c:v>
                </c:pt>
                <c:pt idx="323">
                  <c:v>1063.9581999999998</c:v>
                </c:pt>
                <c:pt idx="324">
                  <c:v>1134.7215999999999</c:v>
                </c:pt>
                <c:pt idx="325">
                  <c:v>1113.4092000000001</c:v>
                </c:pt>
                <c:pt idx="326">
                  <c:v>1115.2768000000001</c:v>
                </c:pt>
                <c:pt idx="327">
                  <c:v>1101.9527</c:v>
                </c:pt>
                <c:pt idx="328">
                  <c:v>1084.0164</c:v>
                </c:pt>
                <c:pt idx="329">
                  <c:v>1065.8974000000001</c:v>
                </c:pt>
                <c:pt idx="330">
                  <c:v>1052.3855999999998</c:v>
                </c:pt>
                <c:pt idx="331">
                  <c:v>1166.229</c:v>
                </c:pt>
                <c:pt idx="332">
                  <c:v>1150.7199999999998</c:v>
                </c:pt>
                <c:pt idx="333">
                  <c:v>1122.4413</c:v>
                </c:pt>
                <c:pt idx="334">
                  <c:v>1098.3099</c:v>
                </c:pt>
                <c:pt idx="335">
                  <c:v>1120.0653</c:v>
                </c:pt>
                <c:pt idx="336">
                  <c:v>1004.5809</c:v>
                </c:pt>
                <c:pt idx="337">
                  <c:v>1008.8687000000001</c:v>
                </c:pt>
                <c:pt idx="338">
                  <c:v>1053.3458000000001</c:v>
                </c:pt>
                <c:pt idx="339">
                  <c:v>1057.2431000000001</c:v>
                </c:pt>
                <c:pt idx="340">
                  <c:v>1027.8078</c:v>
                </c:pt>
                <c:pt idx="341">
                  <c:v>953.49540000000002</c:v>
                </c:pt>
                <c:pt idx="342">
                  <c:v>901.98029999999994</c:v>
                </c:pt>
                <c:pt idx="343">
                  <c:v>772.13969999999995</c:v>
                </c:pt>
                <c:pt idx="344">
                  <c:v>925.48099999999999</c:v>
                </c:pt>
                <c:pt idx="345">
                  <c:v>1087.8228000000001</c:v>
                </c:pt>
                <c:pt idx="346">
                  <c:v>1127.9162000000001</c:v>
                </c:pt>
                <c:pt idx="347">
                  <c:v>1147.9304999999999</c:v>
                </c:pt>
                <c:pt idx="348">
                  <c:v>1134.7323000000001</c:v>
                </c:pt>
                <c:pt idx="349">
                  <c:v>1118.8867</c:v>
                </c:pt>
                <c:pt idx="350">
                  <c:v>1025.4150999999999</c:v>
                </c:pt>
                <c:pt idx="351">
                  <c:v>1090.3896</c:v>
                </c:pt>
                <c:pt idx="352">
                  <c:v>1149.9103</c:v>
                </c:pt>
                <c:pt idx="353">
                  <c:v>1164.4839999999999</c:v>
                </c:pt>
                <c:pt idx="354">
                  <c:v>1171.7569999999998</c:v>
                </c:pt>
                <c:pt idx="355">
                  <c:v>1149.0545</c:v>
                </c:pt>
                <c:pt idx="356">
                  <c:v>1116.4714999999999</c:v>
                </c:pt>
                <c:pt idx="357">
                  <c:v>1061.1559999999999</c:v>
                </c:pt>
                <c:pt idx="358">
                  <c:v>1112.8866</c:v>
                </c:pt>
                <c:pt idx="359">
                  <c:v>1156.0980000000002</c:v>
                </c:pt>
                <c:pt idx="360">
                  <c:v>1140.8277</c:v>
                </c:pt>
                <c:pt idx="361">
                  <c:v>1104.4866</c:v>
                </c:pt>
                <c:pt idx="362">
                  <c:v>1124.1296</c:v>
                </c:pt>
                <c:pt idx="363">
                  <c:v>1120.5040999999999</c:v>
                </c:pt>
                <c:pt idx="364">
                  <c:v>1090.8716999999999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3EE5-4250-9F12-058A17DFE5A6}"/>
            </c:ext>
          </c:extLst>
        </c:ser>
        <c:ser>
          <c:idx val="5"/>
          <c:order val="5"/>
          <c:tx>
            <c:strRef>
              <c:f>'2G Voice'!$G$1</c:f>
              <c:strCache>
                <c:ptCount val="1"/>
                <c:pt idx="0">
                  <c:v>Ampara</c:v>
                </c:pt>
              </c:strCache>
            </c:strRef>
          </c:tx>
          <c:spPr>
            <a:ln w="28575" cap="rnd">
              <a:solidFill>
                <a:schemeClr val="accent6"/>
              </a:solidFill>
              <a:round/>
            </a:ln>
            <a:effectLst/>
          </c:spPr>
          <c:marker>
            <c:symbol val="none"/>
          </c:marker>
          <c:cat>
            <c:numRef>
              <c:f>'2G Voice'!$A$2:$A$366</c:f>
              <c:numCache>
                <c:formatCode>m/d/yyyy</c:formatCode>
                <c:ptCount val="365"/>
                <c:pt idx="0">
                  <c:v>45829</c:v>
                </c:pt>
                <c:pt idx="1">
                  <c:v>45830</c:v>
                </c:pt>
                <c:pt idx="2">
                  <c:v>45831</c:v>
                </c:pt>
                <c:pt idx="3">
                  <c:v>45832</c:v>
                </c:pt>
                <c:pt idx="4">
                  <c:v>45833</c:v>
                </c:pt>
                <c:pt idx="5">
                  <c:v>45834</c:v>
                </c:pt>
                <c:pt idx="6">
                  <c:v>45835</c:v>
                </c:pt>
                <c:pt idx="7">
                  <c:v>45836</c:v>
                </c:pt>
                <c:pt idx="8">
                  <c:v>45837</c:v>
                </c:pt>
                <c:pt idx="9">
                  <c:v>45838</c:v>
                </c:pt>
                <c:pt idx="10">
                  <c:v>45839</c:v>
                </c:pt>
                <c:pt idx="11">
                  <c:v>45840</c:v>
                </c:pt>
                <c:pt idx="12">
                  <c:v>45841</c:v>
                </c:pt>
                <c:pt idx="13">
                  <c:v>45842</c:v>
                </c:pt>
                <c:pt idx="14">
                  <c:v>45843</c:v>
                </c:pt>
                <c:pt idx="15">
                  <c:v>45844</c:v>
                </c:pt>
                <c:pt idx="16">
                  <c:v>45845</c:v>
                </c:pt>
                <c:pt idx="17">
                  <c:v>45846</c:v>
                </c:pt>
                <c:pt idx="18">
                  <c:v>45847</c:v>
                </c:pt>
                <c:pt idx="19">
                  <c:v>45848</c:v>
                </c:pt>
                <c:pt idx="20">
                  <c:v>45849</c:v>
                </c:pt>
                <c:pt idx="21">
                  <c:v>45850</c:v>
                </c:pt>
                <c:pt idx="22">
                  <c:v>45851</c:v>
                </c:pt>
                <c:pt idx="23">
                  <c:v>45852</c:v>
                </c:pt>
                <c:pt idx="24">
                  <c:v>45853</c:v>
                </c:pt>
                <c:pt idx="25">
                  <c:v>45854</c:v>
                </c:pt>
                <c:pt idx="26">
                  <c:v>45855</c:v>
                </c:pt>
                <c:pt idx="27">
                  <c:v>45856</c:v>
                </c:pt>
                <c:pt idx="28">
                  <c:v>45857</c:v>
                </c:pt>
                <c:pt idx="29">
                  <c:v>45858</c:v>
                </c:pt>
                <c:pt idx="30">
                  <c:v>45859</c:v>
                </c:pt>
                <c:pt idx="31">
                  <c:v>45860</c:v>
                </c:pt>
                <c:pt idx="32">
                  <c:v>45861</c:v>
                </c:pt>
                <c:pt idx="33">
                  <c:v>45862</c:v>
                </c:pt>
                <c:pt idx="34">
                  <c:v>45863</c:v>
                </c:pt>
                <c:pt idx="35">
                  <c:v>45864</c:v>
                </c:pt>
                <c:pt idx="36">
                  <c:v>45865</c:v>
                </c:pt>
                <c:pt idx="37">
                  <c:v>45866</c:v>
                </c:pt>
                <c:pt idx="38">
                  <c:v>45867</c:v>
                </c:pt>
                <c:pt idx="39">
                  <c:v>45868</c:v>
                </c:pt>
                <c:pt idx="40">
                  <c:v>45869</c:v>
                </c:pt>
                <c:pt idx="41">
                  <c:v>45870</c:v>
                </c:pt>
                <c:pt idx="42">
                  <c:v>45871</c:v>
                </c:pt>
                <c:pt idx="43">
                  <c:v>45872</c:v>
                </c:pt>
                <c:pt idx="44">
                  <c:v>45873</c:v>
                </c:pt>
                <c:pt idx="45">
                  <c:v>45874</c:v>
                </c:pt>
                <c:pt idx="46">
                  <c:v>45875</c:v>
                </c:pt>
                <c:pt idx="47">
                  <c:v>45876</c:v>
                </c:pt>
                <c:pt idx="48">
                  <c:v>45877</c:v>
                </c:pt>
                <c:pt idx="49">
                  <c:v>45878</c:v>
                </c:pt>
                <c:pt idx="50">
                  <c:v>45879</c:v>
                </c:pt>
                <c:pt idx="51">
                  <c:v>45880</c:v>
                </c:pt>
                <c:pt idx="52">
                  <c:v>45881</c:v>
                </c:pt>
                <c:pt idx="53">
                  <c:v>45882</c:v>
                </c:pt>
                <c:pt idx="54">
                  <c:v>45883</c:v>
                </c:pt>
                <c:pt idx="55">
                  <c:v>45884</c:v>
                </c:pt>
                <c:pt idx="56">
                  <c:v>45885</c:v>
                </c:pt>
                <c:pt idx="57">
                  <c:v>45886</c:v>
                </c:pt>
                <c:pt idx="58">
                  <c:v>45887</c:v>
                </c:pt>
                <c:pt idx="59">
                  <c:v>45888</c:v>
                </c:pt>
                <c:pt idx="60">
                  <c:v>45889</c:v>
                </c:pt>
                <c:pt idx="61">
                  <c:v>45890</c:v>
                </c:pt>
                <c:pt idx="62">
                  <c:v>45891</c:v>
                </c:pt>
                <c:pt idx="63">
                  <c:v>45892</c:v>
                </c:pt>
                <c:pt idx="64">
                  <c:v>45893</c:v>
                </c:pt>
                <c:pt idx="65">
                  <c:v>45894</c:v>
                </c:pt>
                <c:pt idx="66">
                  <c:v>45895</c:v>
                </c:pt>
                <c:pt idx="67">
                  <c:v>45896</c:v>
                </c:pt>
                <c:pt idx="68">
                  <c:v>45897</c:v>
                </c:pt>
                <c:pt idx="69">
                  <c:v>45898</c:v>
                </c:pt>
                <c:pt idx="70">
                  <c:v>45899</c:v>
                </c:pt>
                <c:pt idx="71">
                  <c:v>45900</c:v>
                </c:pt>
                <c:pt idx="72">
                  <c:v>45901</c:v>
                </c:pt>
                <c:pt idx="73">
                  <c:v>45902</c:v>
                </c:pt>
                <c:pt idx="74">
                  <c:v>45903</c:v>
                </c:pt>
                <c:pt idx="75">
                  <c:v>45904</c:v>
                </c:pt>
                <c:pt idx="76">
                  <c:v>45905</c:v>
                </c:pt>
                <c:pt idx="77">
                  <c:v>45906</c:v>
                </c:pt>
                <c:pt idx="78">
                  <c:v>45907</c:v>
                </c:pt>
                <c:pt idx="79">
                  <c:v>45908</c:v>
                </c:pt>
                <c:pt idx="80">
                  <c:v>45909</c:v>
                </c:pt>
                <c:pt idx="81">
                  <c:v>45910</c:v>
                </c:pt>
                <c:pt idx="82">
                  <c:v>45911</c:v>
                </c:pt>
                <c:pt idx="83">
                  <c:v>45912</c:v>
                </c:pt>
                <c:pt idx="84">
                  <c:v>45913</c:v>
                </c:pt>
                <c:pt idx="85">
                  <c:v>45914</c:v>
                </c:pt>
                <c:pt idx="86">
                  <c:v>45915</c:v>
                </c:pt>
                <c:pt idx="87">
                  <c:v>45916</c:v>
                </c:pt>
                <c:pt idx="88">
                  <c:v>45917</c:v>
                </c:pt>
                <c:pt idx="89">
                  <c:v>45918</c:v>
                </c:pt>
                <c:pt idx="90">
                  <c:v>45919</c:v>
                </c:pt>
                <c:pt idx="91">
                  <c:v>45920</c:v>
                </c:pt>
                <c:pt idx="92">
                  <c:v>45921</c:v>
                </c:pt>
                <c:pt idx="93">
                  <c:v>45922</c:v>
                </c:pt>
                <c:pt idx="94">
                  <c:v>45923</c:v>
                </c:pt>
                <c:pt idx="95">
                  <c:v>45924</c:v>
                </c:pt>
                <c:pt idx="96">
                  <c:v>45925</c:v>
                </c:pt>
                <c:pt idx="97">
                  <c:v>45926</c:v>
                </c:pt>
                <c:pt idx="98">
                  <c:v>45927</c:v>
                </c:pt>
                <c:pt idx="99">
                  <c:v>45928</c:v>
                </c:pt>
                <c:pt idx="100">
                  <c:v>45929</c:v>
                </c:pt>
                <c:pt idx="101">
                  <c:v>45930</c:v>
                </c:pt>
                <c:pt idx="102">
                  <c:v>45931</c:v>
                </c:pt>
                <c:pt idx="103">
                  <c:v>45932</c:v>
                </c:pt>
                <c:pt idx="104">
                  <c:v>45933</c:v>
                </c:pt>
                <c:pt idx="105">
                  <c:v>45934</c:v>
                </c:pt>
                <c:pt idx="106">
                  <c:v>45935</c:v>
                </c:pt>
                <c:pt idx="107">
                  <c:v>45936</c:v>
                </c:pt>
                <c:pt idx="108">
                  <c:v>45937</c:v>
                </c:pt>
                <c:pt idx="109">
                  <c:v>45938</c:v>
                </c:pt>
                <c:pt idx="110">
                  <c:v>45939</c:v>
                </c:pt>
                <c:pt idx="111">
                  <c:v>45940</c:v>
                </c:pt>
                <c:pt idx="112">
                  <c:v>45941</c:v>
                </c:pt>
                <c:pt idx="113">
                  <c:v>45942</c:v>
                </c:pt>
                <c:pt idx="114">
                  <c:v>45943</c:v>
                </c:pt>
                <c:pt idx="115">
                  <c:v>45944</c:v>
                </c:pt>
                <c:pt idx="116">
                  <c:v>45945</c:v>
                </c:pt>
                <c:pt idx="117">
                  <c:v>45946</c:v>
                </c:pt>
                <c:pt idx="118">
                  <c:v>45947</c:v>
                </c:pt>
                <c:pt idx="119">
                  <c:v>45948</c:v>
                </c:pt>
                <c:pt idx="120">
                  <c:v>45949</c:v>
                </c:pt>
                <c:pt idx="121">
                  <c:v>45950</c:v>
                </c:pt>
                <c:pt idx="122">
                  <c:v>45951</c:v>
                </c:pt>
                <c:pt idx="123">
                  <c:v>45952</c:v>
                </c:pt>
                <c:pt idx="124">
                  <c:v>45953</c:v>
                </c:pt>
                <c:pt idx="125">
                  <c:v>45954</c:v>
                </c:pt>
                <c:pt idx="126">
                  <c:v>45955</c:v>
                </c:pt>
                <c:pt idx="127">
                  <c:v>45956</c:v>
                </c:pt>
                <c:pt idx="128">
                  <c:v>45957</c:v>
                </c:pt>
                <c:pt idx="129">
                  <c:v>45958</c:v>
                </c:pt>
                <c:pt idx="130">
                  <c:v>45959</c:v>
                </c:pt>
                <c:pt idx="131">
                  <c:v>45960</c:v>
                </c:pt>
                <c:pt idx="132">
                  <c:v>45961</c:v>
                </c:pt>
                <c:pt idx="133">
                  <c:v>45962</c:v>
                </c:pt>
                <c:pt idx="134">
                  <c:v>45963</c:v>
                </c:pt>
                <c:pt idx="135">
                  <c:v>45964</c:v>
                </c:pt>
                <c:pt idx="136">
                  <c:v>45965</c:v>
                </c:pt>
                <c:pt idx="137">
                  <c:v>45966</c:v>
                </c:pt>
                <c:pt idx="138">
                  <c:v>45967</c:v>
                </c:pt>
                <c:pt idx="139">
                  <c:v>45968</c:v>
                </c:pt>
                <c:pt idx="140">
                  <c:v>45969</c:v>
                </c:pt>
                <c:pt idx="141">
                  <c:v>45970</c:v>
                </c:pt>
                <c:pt idx="142">
                  <c:v>45971</c:v>
                </c:pt>
                <c:pt idx="143">
                  <c:v>45972</c:v>
                </c:pt>
                <c:pt idx="144">
                  <c:v>45973</c:v>
                </c:pt>
                <c:pt idx="145">
                  <c:v>45974</c:v>
                </c:pt>
                <c:pt idx="146">
                  <c:v>45975</c:v>
                </c:pt>
                <c:pt idx="147">
                  <c:v>45976</c:v>
                </c:pt>
                <c:pt idx="148">
                  <c:v>45977</c:v>
                </c:pt>
                <c:pt idx="149">
                  <c:v>45978</c:v>
                </c:pt>
                <c:pt idx="150">
                  <c:v>45979</c:v>
                </c:pt>
                <c:pt idx="151">
                  <c:v>45980</c:v>
                </c:pt>
                <c:pt idx="152">
                  <c:v>45981</c:v>
                </c:pt>
                <c:pt idx="153">
                  <c:v>45982</c:v>
                </c:pt>
                <c:pt idx="154">
                  <c:v>45983</c:v>
                </c:pt>
                <c:pt idx="155">
                  <c:v>45984</c:v>
                </c:pt>
                <c:pt idx="156">
                  <c:v>45985</c:v>
                </c:pt>
                <c:pt idx="157">
                  <c:v>45986</c:v>
                </c:pt>
                <c:pt idx="158">
                  <c:v>45987</c:v>
                </c:pt>
                <c:pt idx="159">
                  <c:v>45988</c:v>
                </c:pt>
                <c:pt idx="160">
                  <c:v>45989</c:v>
                </c:pt>
                <c:pt idx="161">
                  <c:v>45990</c:v>
                </c:pt>
                <c:pt idx="162">
                  <c:v>45991</c:v>
                </c:pt>
                <c:pt idx="163">
                  <c:v>45992</c:v>
                </c:pt>
                <c:pt idx="164">
                  <c:v>45993</c:v>
                </c:pt>
                <c:pt idx="165">
                  <c:v>45994</c:v>
                </c:pt>
                <c:pt idx="166">
                  <c:v>45995</c:v>
                </c:pt>
                <c:pt idx="167">
                  <c:v>45996</c:v>
                </c:pt>
                <c:pt idx="168">
                  <c:v>45997</c:v>
                </c:pt>
                <c:pt idx="169">
                  <c:v>45998</c:v>
                </c:pt>
                <c:pt idx="170">
                  <c:v>45999</c:v>
                </c:pt>
                <c:pt idx="171">
                  <c:v>46000</c:v>
                </c:pt>
                <c:pt idx="172">
                  <c:v>46001</c:v>
                </c:pt>
                <c:pt idx="173">
                  <c:v>46002</c:v>
                </c:pt>
                <c:pt idx="174">
                  <c:v>46003</c:v>
                </c:pt>
                <c:pt idx="175">
                  <c:v>46004</c:v>
                </c:pt>
                <c:pt idx="176">
                  <c:v>46005</c:v>
                </c:pt>
                <c:pt idx="177">
                  <c:v>46006</c:v>
                </c:pt>
                <c:pt idx="178">
                  <c:v>46007</c:v>
                </c:pt>
                <c:pt idx="179">
                  <c:v>46008</c:v>
                </c:pt>
                <c:pt idx="180">
                  <c:v>46009</c:v>
                </c:pt>
                <c:pt idx="181">
                  <c:v>46010</c:v>
                </c:pt>
                <c:pt idx="182">
                  <c:v>46011</c:v>
                </c:pt>
                <c:pt idx="183">
                  <c:v>46012</c:v>
                </c:pt>
                <c:pt idx="184">
                  <c:v>46013</c:v>
                </c:pt>
                <c:pt idx="185">
                  <c:v>46014</c:v>
                </c:pt>
                <c:pt idx="186">
                  <c:v>46015</c:v>
                </c:pt>
                <c:pt idx="187">
                  <c:v>46016</c:v>
                </c:pt>
                <c:pt idx="188">
                  <c:v>46017</c:v>
                </c:pt>
                <c:pt idx="189">
                  <c:v>46018</c:v>
                </c:pt>
                <c:pt idx="190">
                  <c:v>46019</c:v>
                </c:pt>
                <c:pt idx="191">
                  <c:v>46020</c:v>
                </c:pt>
                <c:pt idx="192">
                  <c:v>46021</c:v>
                </c:pt>
                <c:pt idx="193">
                  <c:v>46022</c:v>
                </c:pt>
                <c:pt idx="194">
                  <c:v>46023</c:v>
                </c:pt>
                <c:pt idx="195">
                  <c:v>46024</c:v>
                </c:pt>
                <c:pt idx="196">
                  <c:v>46025</c:v>
                </c:pt>
                <c:pt idx="197">
                  <c:v>46026</c:v>
                </c:pt>
                <c:pt idx="198">
                  <c:v>46027</c:v>
                </c:pt>
                <c:pt idx="199">
                  <c:v>46028</c:v>
                </c:pt>
                <c:pt idx="200">
                  <c:v>46029</c:v>
                </c:pt>
                <c:pt idx="201">
                  <c:v>46030</c:v>
                </c:pt>
                <c:pt idx="202">
                  <c:v>46031</c:v>
                </c:pt>
                <c:pt idx="203">
                  <c:v>46032</c:v>
                </c:pt>
                <c:pt idx="204">
                  <c:v>46033</c:v>
                </c:pt>
                <c:pt idx="205">
                  <c:v>46034</c:v>
                </c:pt>
                <c:pt idx="206">
                  <c:v>46035</c:v>
                </c:pt>
                <c:pt idx="207">
                  <c:v>46036</c:v>
                </c:pt>
                <c:pt idx="208">
                  <c:v>46037</c:v>
                </c:pt>
                <c:pt idx="209">
                  <c:v>46038</c:v>
                </c:pt>
                <c:pt idx="210">
                  <c:v>46039</c:v>
                </c:pt>
                <c:pt idx="211">
                  <c:v>46040</c:v>
                </c:pt>
                <c:pt idx="212">
                  <c:v>46041</c:v>
                </c:pt>
                <c:pt idx="213">
                  <c:v>46042</c:v>
                </c:pt>
                <c:pt idx="214">
                  <c:v>46043</c:v>
                </c:pt>
                <c:pt idx="215">
                  <c:v>46044</c:v>
                </c:pt>
                <c:pt idx="216">
                  <c:v>46045</c:v>
                </c:pt>
                <c:pt idx="217">
                  <c:v>46046</c:v>
                </c:pt>
                <c:pt idx="218">
                  <c:v>46047</c:v>
                </c:pt>
                <c:pt idx="219">
                  <c:v>46048</c:v>
                </c:pt>
                <c:pt idx="220">
                  <c:v>46049</c:v>
                </c:pt>
                <c:pt idx="221">
                  <c:v>46050</c:v>
                </c:pt>
                <c:pt idx="222">
                  <c:v>46051</c:v>
                </c:pt>
                <c:pt idx="223">
                  <c:v>46052</c:v>
                </c:pt>
                <c:pt idx="224">
                  <c:v>46053</c:v>
                </c:pt>
                <c:pt idx="225">
                  <c:v>46054</c:v>
                </c:pt>
                <c:pt idx="226">
                  <c:v>46055</c:v>
                </c:pt>
                <c:pt idx="227">
                  <c:v>46056</c:v>
                </c:pt>
                <c:pt idx="228">
                  <c:v>46057</c:v>
                </c:pt>
                <c:pt idx="229">
                  <c:v>46058</c:v>
                </c:pt>
                <c:pt idx="230">
                  <c:v>46059</c:v>
                </c:pt>
                <c:pt idx="231">
                  <c:v>46060</c:v>
                </c:pt>
                <c:pt idx="232">
                  <c:v>46061</c:v>
                </c:pt>
                <c:pt idx="233">
                  <c:v>46062</c:v>
                </c:pt>
                <c:pt idx="234">
                  <c:v>46063</c:v>
                </c:pt>
                <c:pt idx="235">
                  <c:v>46064</c:v>
                </c:pt>
                <c:pt idx="236">
                  <c:v>46065</c:v>
                </c:pt>
                <c:pt idx="237">
                  <c:v>46066</c:v>
                </c:pt>
                <c:pt idx="238">
                  <c:v>46067</c:v>
                </c:pt>
                <c:pt idx="239">
                  <c:v>46068</c:v>
                </c:pt>
                <c:pt idx="240">
                  <c:v>46069</c:v>
                </c:pt>
                <c:pt idx="241">
                  <c:v>46070</c:v>
                </c:pt>
                <c:pt idx="242">
                  <c:v>46071</c:v>
                </c:pt>
                <c:pt idx="243">
                  <c:v>46072</c:v>
                </c:pt>
                <c:pt idx="244">
                  <c:v>46073</c:v>
                </c:pt>
                <c:pt idx="245">
                  <c:v>46074</c:v>
                </c:pt>
                <c:pt idx="246">
                  <c:v>46075</c:v>
                </c:pt>
                <c:pt idx="247">
                  <c:v>46076</c:v>
                </c:pt>
                <c:pt idx="248">
                  <c:v>46077</c:v>
                </c:pt>
                <c:pt idx="249">
                  <c:v>46078</c:v>
                </c:pt>
                <c:pt idx="250">
                  <c:v>46079</c:v>
                </c:pt>
                <c:pt idx="251">
                  <c:v>46080</c:v>
                </c:pt>
                <c:pt idx="252">
                  <c:v>46081</c:v>
                </c:pt>
                <c:pt idx="253">
                  <c:v>46082</c:v>
                </c:pt>
                <c:pt idx="254">
                  <c:v>46083</c:v>
                </c:pt>
                <c:pt idx="255">
                  <c:v>46084</c:v>
                </c:pt>
                <c:pt idx="256">
                  <c:v>46085</c:v>
                </c:pt>
                <c:pt idx="257">
                  <c:v>46086</c:v>
                </c:pt>
                <c:pt idx="258">
                  <c:v>46087</c:v>
                </c:pt>
                <c:pt idx="259">
                  <c:v>46088</c:v>
                </c:pt>
                <c:pt idx="260">
                  <c:v>46089</c:v>
                </c:pt>
                <c:pt idx="261">
                  <c:v>46090</c:v>
                </c:pt>
                <c:pt idx="262">
                  <c:v>46091</c:v>
                </c:pt>
                <c:pt idx="263">
                  <c:v>46092</c:v>
                </c:pt>
                <c:pt idx="264">
                  <c:v>46093</c:v>
                </c:pt>
                <c:pt idx="265">
                  <c:v>46094</c:v>
                </c:pt>
                <c:pt idx="266">
                  <c:v>46095</c:v>
                </c:pt>
                <c:pt idx="267">
                  <c:v>46096</c:v>
                </c:pt>
                <c:pt idx="268">
                  <c:v>46097</c:v>
                </c:pt>
                <c:pt idx="269">
                  <c:v>46098</c:v>
                </c:pt>
                <c:pt idx="270">
                  <c:v>46099</c:v>
                </c:pt>
                <c:pt idx="271">
                  <c:v>46100</c:v>
                </c:pt>
                <c:pt idx="272">
                  <c:v>46101</c:v>
                </c:pt>
                <c:pt idx="273">
                  <c:v>46102</c:v>
                </c:pt>
                <c:pt idx="274">
                  <c:v>46103</c:v>
                </c:pt>
                <c:pt idx="275">
                  <c:v>46104</c:v>
                </c:pt>
                <c:pt idx="276">
                  <c:v>46105</c:v>
                </c:pt>
                <c:pt idx="277">
                  <c:v>46106</c:v>
                </c:pt>
                <c:pt idx="278">
                  <c:v>46107</c:v>
                </c:pt>
                <c:pt idx="279">
                  <c:v>46108</c:v>
                </c:pt>
                <c:pt idx="280">
                  <c:v>46109</c:v>
                </c:pt>
                <c:pt idx="281">
                  <c:v>46110</c:v>
                </c:pt>
                <c:pt idx="282">
                  <c:v>46111</c:v>
                </c:pt>
                <c:pt idx="283">
                  <c:v>46112</c:v>
                </c:pt>
                <c:pt idx="284">
                  <c:v>46113</c:v>
                </c:pt>
                <c:pt idx="285">
                  <c:v>46114</c:v>
                </c:pt>
                <c:pt idx="286">
                  <c:v>46115</c:v>
                </c:pt>
                <c:pt idx="287">
                  <c:v>46116</c:v>
                </c:pt>
                <c:pt idx="288">
                  <c:v>46117</c:v>
                </c:pt>
                <c:pt idx="289">
                  <c:v>46118</c:v>
                </c:pt>
                <c:pt idx="290">
                  <c:v>46119</c:v>
                </c:pt>
                <c:pt idx="291">
                  <c:v>46120</c:v>
                </c:pt>
                <c:pt idx="292">
                  <c:v>46121</c:v>
                </c:pt>
                <c:pt idx="293">
                  <c:v>46122</c:v>
                </c:pt>
                <c:pt idx="294">
                  <c:v>46123</c:v>
                </c:pt>
                <c:pt idx="295">
                  <c:v>46124</c:v>
                </c:pt>
                <c:pt idx="296">
                  <c:v>46125</c:v>
                </c:pt>
                <c:pt idx="297">
                  <c:v>46126</c:v>
                </c:pt>
                <c:pt idx="298">
                  <c:v>46127</c:v>
                </c:pt>
                <c:pt idx="299">
                  <c:v>46128</c:v>
                </c:pt>
                <c:pt idx="300">
                  <c:v>46129</c:v>
                </c:pt>
                <c:pt idx="301">
                  <c:v>46130</c:v>
                </c:pt>
                <c:pt idx="302">
                  <c:v>46131</c:v>
                </c:pt>
                <c:pt idx="303">
                  <c:v>46132</c:v>
                </c:pt>
                <c:pt idx="304">
                  <c:v>46133</c:v>
                </c:pt>
                <c:pt idx="305">
                  <c:v>46134</c:v>
                </c:pt>
                <c:pt idx="306">
                  <c:v>46135</c:v>
                </c:pt>
                <c:pt idx="307">
                  <c:v>46136</c:v>
                </c:pt>
                <c:pt idx="308">
                  <c:v>46137</c:v>
                </c:pt>
                <c:pt idx="309">
                  <c:v>46138</c:v>
                </c:pt>
                <c:pt idx="310">
                  <c:v>46139</c:v>
                </c:pt>
                <c:pt idx="311">
                  <c:v>46140</c:v>
                </c:pt>
                <c:pt idx="312">
                  <c:v>46141</c:v>
                </c:pt>
                <c:pt idx="313">
                  <c:v>46142</c:v>
                </c:pt>
                <c:pt idx="314">
                  <c:v>46143</c:v>
                </c:pt>
                <c:pt idx="315">
                  <c:v>46144</c:v>
                </c:pt>
                <c:pt idx="316">
                  <c:v>46145</c:v>
                </c:pt>
                <c:pt idx="317">
                  <c:v>46146</c:v>
                </c:pt>
                <c:pt idx="318">
                  <c:v>46147</c:v>
                </c:pt>
                <c:pt idx="319">
                  <c:v>46148</c:v>
                </c:pt>
                <c:pt idx="320">
                  <c:v>46149</c:v>
                </c:pt>
                <c:pt idx="321">
                  <c:v>46150</c:v>
                </c:pt>
                <c:pt idx="322">
                  <c:v>46151</c:v>
                </c:pt>
                <c:pt idx="323">
                  <c:v>46152</c:v>
                </c:pt>
                <c:pt idx="324">
                  <c:v>46153</c:v>
                </c:pt>
                <c:pt idx="325">
                  <c:v>46154</c:v>
                </c:pt>
                <c:pt idx="326">
                  <c:v>46155</c:v>
                </c:pt>
                <c:pt idx="327">
                  <c:v>46156</c:v>
                </c:pt>
                <c:pt idx="328">
                  <c:v>46157</c:v>
                </c:pt>
                <c:pt idx="329">
                  <c:v>46158</c:v>
                </c:pt>
                <c:pt idx="330">
                  <c:v>46159</c:v>
                </c:pt>
                <c:pt idx="331">
                  <c:v>46160</c:v>
                </c:pt>
                <c:pt idx="332">
                  <c:v>46161</c:v>
                </c:pt>
                <c:pt idx="333">
                  <c:v>46162</c:v>
                </c:pt>
                <c:pt idx="334">
                  <c:v>46163</c:v>
                </c:pt>
                <c:pt idx="335">
                  <c:v>46164</c:v>
                </c:pt>
                <c:pt idx="336">
                  <c:v>46165</c:v>
                </c:pt>
                <c:pt idx="337">
                  <c:v>46166</c:v>
                </c:pt>
                <c:pt idx="338">
                  <c:v>46167</c:v>
                </c:pt>
                <c:pt idx="339">
                  <c:v>46168</c:v>
                </c:pt>
                <c:pt idx="340">
                  <c:v>46169</c:v>
                </c:pt>
                <c:pt idx="341">
                  <c:v>46170</c:v>
                </c:pt>
                <c:pt idx="342">
                  <c:v>46171</c:v>
                </c:pt>
                <c:pt idx="343">
                  <c:v>46172</c:v>
                </c:pt>
                <c:pt idx="344">
                  <c:v>46173</c:v>
                </c:pt>
                <c:pt idx="345">
                  <c:v>46174</c:v>
                </c:pt>
                <c:pt idx="346">
                  <c:v>46175</c:v>
                </c:pt>
                <c:pt idx="347">
                  <c:v>46176</c:v>
                </c:pt>
                <c:pt idx="348">
                  <c:v>46177</c:v>
                </c:pt>
                <c:pt idx="349">
                  <c:v>46178</c:v>
                </c:pt>
                <c:pt idx="350">
                  <c:v>46179</c:v>
                </c:pt>
                <c:pt idx="351">
                  <c:v>46180</c:v>
                </c:pt>
                <c:pt idx="352">
                  <c:v>46181</c:v>
                </c:pt>
                <c:pt idx="353">
                  <c:v>46182</c:v>
                </c:pt>
                <c:pt idx="354">
                  <c:v>46183</c:v>
                </c:pt>
                <c:pt idx="355">
                  <c:v>46184</c:v>
                </c:pt>
                <c:pt idx="356">
                  <c:v>46185</c:v>
                </c:pt>
                <c:pt idx="357">
                  <c:v>46186</c:v>
                </c:pt>
                <c:pt idx="358">
                  <c:v>46187</c:v>
                </c:pt>
                <c:pt idx="359">
                  <c:v>46188</c:v>
                </c:pt>
                <c:pt idx="360">
                  <c:v>46189</c:v>
                </c:pt>
                <c:pt idx="361">
                  <c:v>46190</c:v>
                </c:pt>
                <c:pt idx="362">
                  <c:v>46191</c:v>
                </c:pt>
                <c:pt idx="363">
                  <c:v>46192</c:v>
                </c:pt>
                <c:pt idx="364">
                  <c:v>46193</c:v>
                </c:pt>
              </c:numCache>
            </c:numRef>
          </c:cat>
          <c:val>
            <c:numRef>
              <c:f>'2G Voice'!$G$2:$G$366</c:f>
              <c:numCache>
                <c:formatCode>General</c:formatCode>
                <c:ptCount val="365"/>
                <c:pt idx="0">
                  <c:v>13677.397299999999</c:v>
                </c:pt>
                <c:pt idx="1">
                  <c:v>13465.632</c:v>
                </c:pt>
                <c:pt idx="2">
                  <c:v>14172.131000000001</c:v>
                </c:pt>
                <c:pt idx="3">
                  <c:v>13986.231599999999</c:v>
                </c:pt>
                <c:pt idx="4">
                  <c:v>14247.9228</c:v>
                </c:pt>
                <c:pt idx="5">
                  <c:v>14093.101199999999</c:v>
                </c:pt>
                <c:pt idx="6">
                  <c:v>13935.696600000001</c:v>
                </c:pt>
                <c:pt idx="7">
                  <c:v>13876.151</c:v>
                </c:pt>
                <c:pt idx="8">
                  <c:v>13745.474399999999</c:v>
                </c:pt>
                <c:pt idx="9">
                  <c:v>14490.6664</c:v>
                </c:pt>
                <c:pt idx="10">
                  <c:v>14413.361999999999</c:v>
                </c:pt>
                <c:pt idx="11">
                  <c:v>14460.0972</c:v>
                </c:pt>
                <c:pt idx="12">
                  <c:v>14329.479099999999</c:v>
                </c:pt>
                <c:pt idx="13">
                  <c:v>14347.688899999999</c:v>
                </c:pt>
                <c:pt idx="14">
                  <c:v>13871.0635</c:v>
                </c:pt>
                <c:pt idx="15">
                  <c:v>13905.1273</c:v>
                </c:pt>
                <c:pt idx="16">
                  <c:v>14496.1451</c:v>
                </c:pt>
                <c:pt idx="17">
                  <c:v>14327.6327</c:v>
                </c:pt>
                <c:pt idx="18">
                  <c:v>14516.413400000001</c:v>
                </c:pt>
                <c:pt idx="19">
                  <c:v>13567.508399999999</c:v>
                </c:pt>
                <c:pt idx="20">
                  <c:v>15710.1844</c:v>
                </c:pt>
                <c:pt idx="21">
                  <c:v>14225.0712</c:v>
                </c:pt>
                <c:pt idx="22">
                  <c:v>14049.3827</c:v>
                </c:pt>
                <c:pt idx="23">
                  <c:v>14724.454600000001</c:v>
                </c:pt>
                <c:pt idx="24">
                  <c:v>14698.495500000001</c:v>
                </c:pt>
                <c:pt idx="25">
                  <c:v>14196.398800000001</c:v>
                </c:pt>
                <c:pt idx="26">
                  <c:v>14347.8469</c:v>
                </c:pt>
                <c:pt idx="27">
                  <c:v>14257.642</c:v>
                </c:pt>
                <c:pt idx="28">
                  <c:v>13960.8483</c:v>
                </c:pt>
                <c:pt idx="29">
                  <c:v>14062.767400000001</c:v>
                </c:pt>
                <c:pt idx="30">
                  <c:v>14592.247299999999</c:v>
                </c:pt>
                <c:pt idx="31">
                  <c:v>14464.7379</c:v>
                </c:pt>
                <c:pt idx="32">
                  <c:v>14537.9071</c:v>
                </c:pt>
                <c:pt idx="33">
                  <c:v>14390.6445</c:v>
                </c:pt>
                <c:pt idx="34">
                  <c:v>14523.161599999999</c:v>
                </c:pt>
                <c:pt idx="35">
                  <c:v>13896.8593</c:v>
                </c:pt>
                <c:pt idx="36">
                  <c:v>13746.259099999999</c:v>
                </c:pt>
                <c:pt idx="37">
                  <c:v>14492.948</c:v>
                </c:pt>
                <c:pt idx="38">
                  <c:v>14275.9697</c:v>
                </c:pt>
                <c:pt idx="39">
                  <c:v>14462.559800000001</c:v>
                </c:pt>
                <c:pt idx="40">
                  <c:v>14552.0347</c:v>
                </c:pt>
                <c:pt idx="41">
                  <c:v>14146.392</c:v>
                </c:pt>
                <c:pt idx="42">
                  <c:v>13758.792799999999</c:v>
                </c:pt>
                <c:pt idx="43">
                  <c:v>13987.920599999999</c:v>
                </c:pt>
                <c:pt idx="44">
                  <c:v>14204.3552</c:v>
                </c:pt>
                <c:pt idx="45">
                  <c:v>14400.1785</c:v>
                </c:pt>
                <c:pt idx="46">
                  <c:v>14487.954</c:v>
                </c:pt>
                <c:pt idx="47">
                  <c:v>14436.5874</c:v>
                </c:pt>
                <c:pt idx="48">
                  <c:v>12932.475700000001</c:v>
                </c:pt>
                <c:pt idx="49">
                  <c:v>14047.876899999999</c:v>
                </c:pt>
                <c:pt idx="50">
                  <c:v>14150.7893</c:v>
                </c:pt>
                <c:pt idx="51">
                  <c:v>14645.847000000002</c:v>
                </c:pt>
                <c:pt idx="52">
                  <c:v>14498.8914</c:v>
                </c:pt>
                <c:pt idx="53">
                  <c:v>14526.566500000001</c:v>
                </c:pt>
                <c:pt idx="54">
                  <c:v>14581.902100000001</c:v>
                </c:pt>
                <c:pt idx="55">
                  <c:v>14437.405699999999</c:v>
                </c:pt>
                <c:pt idx="56">
                  <c:v>14097.218599999998</c:v>
                </c:pt>
                <c:pt idx="57">
                  <c:v>14090.9395</c:v>
                </c:pt>
                <c:pt idx="58">
                  <c:v>14885.9656</c:v>
                </c:pt>
                <c:pt idx="59">
                  <c:v>14756.4961</c:v>
                </c:pt>
                <c:pt idx="60">
                  <c:v>14687.6196</c:v>
                </c:pt>
                <c:pt idx="61">
                  <c:v>14900.463800000001</c:v>
                </c:pt>
                <c:pt idx="62">
                  <c:v>14414.9041</c:v>
                </c:pt>
                <c:pt idx="63">
                  <c:v>13967.428</c:v>
                </c:pt>
                <c:pt idx="64">
                  <c:v>14048.236199999999</c:v>
                </c:pt>
                <c:pt idx="65">
                  <c:v>14485.587799999999</c:v>
                </c:pt>
                <c:pt idx="66">
                  <c:v>14738.397700000001</c:v>
                </c:pt>
                <c:pt idx="67">
                  <c:v>14736.324000000001</c:v>
                </c:pt>
                <c:pt idx="68">
                  <c:v>14614.554499999998</c:v>
                </c:pt>
                <c:pt idx="69">
                  <c:v>14477.239100000001</c:v>
                </c:pt>
                <c:pt idx="70">
                  <c:v>14150.8765</c:v>
                </c:pt>
                <c:pt idx="71">
                  <c:v>14198.7963</c:v>
                </c:pt>
                <c:pt idx="72">
                  <c:v>14602.641100000001</c:v>
                </c:pt>
                <c:pt idx="73">
                  <c:v>14683.3048</c:v>
                </c:pt>
                <c:pt idx="74">
                  <c:v>14524.770700000001</c:v>
                </c:pt>
                <c:pt idx="75">
                  <c:v>15632.5689</c:v>
                </c:pt>
                <c:pt idx="76">
                  <c:v>13906.4252</c:v>
                </c:pt>
                <c:pt idx="77">
                  <c:v>13665.014099999999</c:v>
                </c:pt>
                <c:pt idx="78">
                  <c:v>13181.1499</c:v>
                </c:pt>
                <c:pt idx="79">
                  <c:v>14258.095899999998</c:v>
                </c:pt>
                <c:pt idx="80">
                  <c:v>14114.865299999999</c:v>
                </c:pt>
                <c:pt idx="81">
                  <c:v>14248.779499999999</c:v>
                </c:pt>
                <c:pt idx="82">
                  <c:v>14742.244999999999</c:v>
                </c:pt>
                <c:pt idx="83">
                  <c:v>14237.501</c:v>
                </c:pt>
                <c:pt idx="84">
                  <c:v>14077.916300000001</c:v>
                </c:pt>
                <c:pt idx="85">
                  <c:v>14199.853499999999</c:v>
                </c:pt>
                <c:pt idx="86">
                  <c:v>14580.1649</c:v>
                </c:pt>
                <c:pt idx="87">
                  <c:v>14590.268899999999</c:v>
                </c:pt>
                <c:pt idx="88">
                  <c:v>14484.6847</c:v>
                </c:pt>
                <c:pt idx="89">
                  <c:v>14573.011399999999</c:v>
                </c:pt>
                <c:pt idx="90">
                  <c:v>14306.089199999999</c:v>
                </c:pt>
                <c:pt idx="91">
                  <c:v>14007.9334</c:v>
                </c:pt>
                <c:pt idx="92">
                  <c:v>13928.339</c:v>
                </c:pt>
                <c:pt idx="93">
                  <c:v>14557.8228</c:v>
                </c:pt>
                <c:pt idx="94">
                  <c:v>14560.076799999999</c:v>
                </c:pt>
                <c:pt idx="95">
                  <c:v>14564.422999999999</c:v>
                </c:pt>
                <c:pt idx="96">
                  <c:v>14735.826700000001</c:v>
                </c:pt>
                <c:pt idx="97">
                  <c:v>14138.870999999999</c:v>
                </c:pt>
                <c:pt idx="98">
                  <c:v>14034.578000000001</c:v>
                </c:pt>
                <c:pt idx="99">
                  <c:v>14189.642599999999</c:v>
                </c:pt>
                <c:pt idx="100">
                  <c:v>14822.947899999999</c:v>
                </c:pt>
                <c:pt idx="101">
                  <c:v>15180.179899999999</c:v>
                </c:pt>
                <c:pt idx="102">
                  <c:v>14651.7981</c:v>
                </c:pt>
                <c:pt idx="103">
                  <c:v>14807.744200000001</c:v>
                </c:pt>
                <c:pt idx="104">
                  <c:v>14265.1013</c:v>
                </c:pt>
                <c:pt idx="105">
                  <c:v>14036.6489</c:v>
                </c:pt>
                <c:pt idx="106">
                  <c:v>14076.2014</c:v>
                </c:pt>
                <c:pt idx="107">
                  <c:v>13380.6836</c:v>
                </c:pt>
                <c:pt idx="108">
                  <c:v>14648.4444</c:v>
                </c:pt>
                <c:pt idx="109">
                  <c:v>14674.134699999999</c:v>
                </c:pt>
                <c:pt idx="110">
                  <c:v>14693.007399999999</c:v>
                </c:pt>
                <c:pt idx="111">
                  <c:v>14644.473099999999</c:v>
                </c:pt>
                <c:pt idx="112">
                  <c:v>14056.440400000001</c:v>
                </c:pt>
                <c:pt idx="113">
                  <c:v>13993.3935</c:v>
                </c:pt>
                <c:pt idx="114">
                  <c:v>14404.196600000001</c:v>
                </c:pt>
                <c:pt idx="115">
                  <c:v>14584.104099999999</c:v>
                </c:pt>
                <c:pt idx="116">
                  <c:v>14784.0149</c:v>
                </c:pt>
                <c:pt idx="117">
                  <c:v>14608.225</c:v>
                </c:pt>
                <c:pt idx="118">
                  <c:v>14044.581300000002</c:v>
                </c:pt>
                <c:pt idx="119">
                  <c:v>13527.492200000001</c:v>
                </c:pt>
                <c:pt idx="120">
                  <c:v>13667.045100000001</c:v>
                </c:pt>
                <c:pt idx="121">
                  <c:v>14120.144200000001</c:v>
                </c:pt>
                <c:pt idx="122">
                  <c:v>14352.352500000001</c:v>
                </c:pt>
                <c:pt idx="123">
                  <c:v>14307.6947</c:v>
                </c:pt>
                <c:pt idx="124">
                  <c:v>14090.633</c:v>
                </c:pt>
                <c:pt idx="125">
                  <c:v>14290.391300000001</c:v>
                </c:pt>
                <c:pt idx="126">
                  <c:v>14006.998600000001</c:v>
                </c:pt>
                <c:pt idx="127">
                  <c:v>13789.216200000001</c:v>
                </c:pt>
                <c:pt idx="128">
                  <c:v>14303.669300000001</c:v>
                </c:pt>
                <c:pt idx="129">
                  <c:v>18595.060300000001</c:v>
                </c:pt>
                <c:pt idx="130">
                  <c:v>18733.339199999999</c:v>
                </c:pt>
                <c:pt idx="131">
                  <c:v>19049.6561</c:v>
                </c:pt>
                <c:pt idx="132">
                  <c:v>18431.146200000003</c:v>
                </c:pt>
                <c:pt idx="133">
                  <c:v>18204.397199999999</c:v>
                </c:pt>
                <c:pt idx="134">
                  <c:v>17909.836500000001</c:v>
                </c:pt>
                <c:pt idx="135">
                  <c:v>19021.9293</c:v>
                </c:pt>
                <c:pt idx="136">
                  <c:v>18850.324000000001</c:v>
                </c:pt>
                <c:pt idx="137">
                  <c:v>17601.009399999999</c:v>
                </c:pt>
                <c:pt idx="138">
                  <c:v>18669.044099999999</c:v>
                </c:pt>
                <c:pt idx="139">
                  <c:v>18103.2624</c:v>
                </c:pt>
                <c:pt idx="140">
                  <c:v>17759.510900000001</c:v>
                </c:pt>
                <c:pt idx="141">
                  <c:v>17936.377399999998</c:v>
                </c:pt>
                <c:pt idx="142">
                  <c:v>18311.818899999998</c:v>
                </c:pt>
                <c:pt idx="143">
                  <c:v>18788.412199999999</c:v>
                </c:pt>
                <c:pt idx="144">
                  <c:v>18855.0589</c:v>
                </c:pt>
                <c:pt idx="145">
                  <c:v>18710.743699999999</c:v>
                </c:pt>
                <c:pt idx="146">
                  <c:v>17805.5105</c:v>
                </c:pt>
                <c:pt idx="147">
                  <c:v>17858.541999999998</c:v>
                </c:pt>
                <c:pt idx="148">
                  <c:v>17694.145400000001</c:v>
                </c:pt>
                <c:pt idx="149">
                  <c:v>18492.783600000002</c:v>
                </c:pt>
                <c:pt idx="150">
                  <c:v>18326.3914</c:v>
                </c:pt>
                <c:pt idx="151">
                  <c:v>18512.765199999998</c:v>
                </c:pt>
                <c:pt idx="152">
                  <c:v>18537.842100000002</c:v>
                </c:pt>
                <c:pt idx="153">
                  <c:v>18002.3007</c:v>
                </c:pt>
                <c:pt idx="154">
                  <c:v>18018.1531</c:v>
                </c:pt>
                <c:pt idx="155">
                  <c:v>17625.6338</c:v>
                </c:pt>
                <c:pt idx="156">
                  <c:v>18837.6561</c:v>
                </c:pt>
                <c:pt idx="157">
                  <c:v>19697.561599999997</c:v>
                </c:pt>
                <c:pt idx="158">
                  <c:v>20829.286899999999</c:v>
                </c:pt>
                <c:pt idx="159">
                  <c:v>17411.108</c:v>
                </c:pt>
                <c:pt idx="160">
                  <c:v>4965.6217999999999</c:v>
                </c:pt>
                <c:pt idx="161">
                  <c:v>6623.7146999999995</c:v>
                </c:pt>
                <c:pt idx="162">
                  <c:v>10204.8781</c:v>
                </c:pt>
                <c:pt idx="163">
                  <c:v>13089.671399999999</c:v>
                </c:pt>
                <c:pt idx="164">
                  <c:v>13093.6422</c:v>
                </c:pt>
                <c:pt idx="165">
                  <c:v>12971.696599999999</c:v>
                </c:pt>
                <c:pt idx="166">
                  <c:v>11472.8501</c:v>
                </c:pt>
                <c:pt idx="167">
                  <c:v>11159.8128</c:v>
                </c:pt>
                <c:pt idx="168">
                  <c:v>12150.4648</c:v>
                </c:pt>
                <c:pt idx="169">
                  <c:v>16513.426500000001</c:v>
                </c:pt>
                <c:pt idx="170">
                  <c:v>17240.871299999999</c:v>
                </c:pt>
                <c:pt idx="171">
                  <c:v>17417.427100000001</c:v>
                </c:pt>
                <c:pt idx="172">
                  <c:v>17568.6031</c:v>
                </c:pt>
                <c:pt idx="173">
                  <c:v>17452.391199999998</c:v>
                </c:pt>
                <c:pt idx="174">
                  <c:v>16906.2019</c:v>
                </c:pt>
                <c:pt idx="175">
                  <c:v>16410.7569</c:v>
                </c:pt>
                <c:pt idx="176">
                  <c:v>16566.448200000003</c:v>
                </c:pt>
                <c:pt idx="177">
                  <c:v>17330.861000000001</c:v>
                </c:pt>
                <c:pt idx="178">
                  <c:v>17424.165000000001</c:v>
                </c:pt>
                <c:pt idx="179">
                  <c:v>17356.188299999998</c:v>
                </c:pt>
                <c:pt idx="180">
                  <c:v>17808.619200000001</c:v>
                </c:pt>
                <c:pt idx="181">
                  <c:v>17205.2464</c:v>
                </c:pt>
                <c:pt idx="182">
                  <c:v>16921.166700000002</c:v>
                </c:pt>
                <c:pt idx="183">
                  <c:v>16882.732</c:v>
                </c:pt>
                <c:pt idx="184">
                  <c:v>17446.9391</c:v>
                </c:pt>
                <c:pt idx="185">
                  <c:v>17783.701100000002</c:v>
                </c:pt>
                <c:pt idx="186">
                  <c:v>17755.093400000002</c:v>
                </c:pt>
                <c:pt idx="187">
                  <c:v>16840.574000000001</c:v>
                </c:pt>
                <c:pt idx="188">
                  <c:v>17357.612800000003</c:v>
                </c:pt>
                <c:pt idx="189">
                  <c:v>17143.099900000001</c:v>
                </c:pt>
                <c:pt idx="190">
                  <c:v>17232.270400000001</c:v>
                </c:pt>
                <c:pt idx="191">
                  <c:v>18230.356299999999</c:v>
                </c:pt>
                <c:pt idx="192">
                  <c:v>18397.606500000002</c:v>
                </c:pt>
                <c:pt idx="193">
                  <c:v>18741.059400000002</c:v>
                </c:pt>
                <c:pt idx="194">
                  <c:v>20579.747900000002</c:v>
                </c:pt>
                <c:pt idx="195">
                  <c:v>17667.7582</c:v>
                </c:pt>
                <c:pt idx="196">
                  <c:v>16795.000099999997</c:v>
                </c:pt>
                <c:pt idx="197">
                  <c:v>17242.325700000001</c:v>
                </c:pt>
                <c:pt idx="198">
                  <c:v>18322.0154</c:v>
                </c:pt>
                <c:pt idx="199">
                  <c:v>18684.854599999999</c:v>
                </c:pt>
                <c:pt idx="200">
                  <c:v>17881.071599999999</c:v>
                </c:pt>
                <c:pt idx="201">
                  <c:v>18301.191000000003</c:v>
                </c:pt>
                <c:pt idx="202">
                  <c:v>17679.230600000003</c:v>
                </c:pt>
                <c:pt idx="203">
                  <c:v>16630.7945</c:v>
                </c:pt>
                <c:pt idx="204">
                  <c:v>16988.715800000002</c:v>
                </c:pt>
                <c:pt idx="205">
                  <c:v>18078.551899999999</c:v>
                </c:pt>
                <c:pt idx="206">
                  <c:v>17667.196600000003</c:v>
                </c:pt>
                <c:pt idx="207">
                  <c:v>17843.9247</c:v>
                </c:pt>
                <c:pt idx="208">
                  <c:v>17368.593399999998</c:v>
                </c:pt>
                <c:pt idx="209">
                  <c:v>16676.127200000003</c:v>
                </c:pt>
                <c:pt idx="210">
                  <c:v>16449.811300000001</c:v>
                </c:pt>
                <c:pt idx="211">
                  <c:v>16349.7577</c:v>
                </c:pt>
                <c:pt idx="212">
                  <c:v>17601.570899999999</c:v>
                </c:pt>
                <c:pt idx="213">
                  <c:v>17959.458299999998</c:v>
                </c:pt>
                <c:pt idx="214">
                  <c:v>17844.236799999999</c:v>
                </c:pt>
                <c:pt idx="215">
                  <c:v>17545.2634</c:v>
                </c:pt>
                <c:pt idx="216">
                  <c:v>17035.592000000001</c:v>
                </c:pt>
                <c:pt idx="217">
                  <c:v>16886.891500000002</c:v>
                </c:pt>
                <c:pt idx="218">
                  <c:v>16866.181799999998</c:v>
                </c:pt>
                <c:pt idx="219">
                  <c:v>17680.2916</c:v>
                </c:pt>
                <c:pt idx="220">
                  <c:v>17552.9591</c:v>
                </c:pt>
                <c:pt idx="221">
                  <c:v>17647.692999999999</c:v>
                </c:pt>
                <c:pt idx="222">
                  <c:v>17472.909200000002</c:v>
                </c:pt>
                <c:pt idx="223">
                  <c:v>17570.795999999998</c:v>
                </c:pt>
                <c:pt idx="224">
                  <c:v>17427.036099999998</c:v>
                </c:pt>
                <c:pt idx="225">
                  <c:v>16351.783599999999</c:v>
                </c:pt>
                <c:pt idx="226">
                  <c:v>18033.4424</c:v>
                </c:pt>
                <c:pt idx="227">
                  <c:v>17780.288400000001</c:v>
                </c:pt>
                <c:pt idx="228">
                  <c:v>17488.75</c:v>
                </c:pt>
                <c:pt idx="229">
                  <c:v>17856.783100000001</c:v>
                </c:pt>
                <c:pt idx="230">
                  <c:v>17424.2006</c:v>
                </c:pt>
                <c:pt idx="231">
                  <c:v>17096.431700000001</c:v>
                </c:pt>
                <c:pt idx="232">
                  <c:v>16591.4601</c:v>
                </c:pt>
                <c:pt idx="233">
                  <c:v>17840.914100000002</c:v>
                </c:pt>
                <c:pt idx="234">
                  <c:v>17957.772000000001</c:v>
                </c:pt>
                <c:pt idx="235">
                  <c:v>17835.827600000001</c:v>
                </c:pt>
                <c:pt idx="236">
                  <c:v>18136.839599999999</c:v>
                </c:pt>
                <c:pt idx="237">
                  <c:v>17448.471000000001</c:v>
                </c:pt>
                <c:pt idx="238">
                  <c:v>17486.024999999998</c:v>
                </c:pt>
                <c:pt idx="239">
                  <c:v>17035.733100000001</c:v>
                </c:pt>
                <c:pt idx="240">
                  <c:v>17665.959900000002</c:v>
                </c:pt>
                <c:pt idx="241">
                  <c:v>18239.635200000001</c:v>
                </c:pt>
                <c:pt idx="242">
                  <c:v>17870.1263</c:v>
                </c:pt>
                <c:pt idx="243">
                  <c:v>17135.292099999999</c:v>
                </c:pt>
                <c:pt idx="244">
                  <c:v>16818.451699999998</c:v>
                </c:pt>
                <c:pt idx="245">
                  <c:v>16220.359700000001</c:v>
                </c:pt>
                <c:pt idx="246">
                  <c:v>16930.941900000002</c:v>
                </c:pt>
                <c:pt idx="247">
                  <c:v>17671.956600000001</c:v>
                </c:pt>
                <c:pt idx="248">
                  <c:v>17958.679</c:v>
                </c:pt>
                <c:pt idx="249">
                  <c:v>18254.038699999997</c:v>
                </c:pt>
                <c:pt idx="250">
                  <c:v>18219.707700000003</c:v>
                </c:pt>
                <c:pt idx="251">
                  <c:v>17713.901900000001</c:v>
                </c:pt>
                <c:pt idx="252">
                  <c:v>17868.6865</c:v>
                </c:pt>
                <c:pt idx="253">
                  <c:v>17658.847900000001</c:v>
                </c:pt>
                <c:pt idx="254">
                  <c:v>16719.2003</c:v>
                </c:pt>
                <c:pt idx="255">
                  <c:v>18055.196599999999</c:v>
                </c:pt>
                <c:pt idx="256">
                  <c:v>17846.944900000002</c:v>
                </c:pt>
                <c:pt idx="257">
                  <c:v>17854.123299999999</c:v>
                </c:pt>
                <c:pt idx="258">
                  <c:v>17490.188700000002</c:v>
                </c:pt>
                <c:pt idx="259">
                  <c:v>17007.184699999998</c:v>
                </c:pt>
                <c:pt idx="260">
                  <c:v>17020.565899999998</c:v>
                </c:pt>
                <c:pt idx="261">
                  <c:v>17919.370500000001</c:v>
                </c:pt>
                <c:pt idx="262">
                  <c:v>17714.405900000002</c:v>
                </c:pt>
                <c:pt idx="263">
                  <c:v>17953.861700000001</c:v>
                </c:pt>
                <c:pt idx="264">
                  <c:v>18236.938399999999</c:v>
                </c:pt>
                <c:pt idx="265">
                  <c:v>17384.881000000001</c:v>
                </c:pt>
                <c:pt idx="266">
                  <c:v>17038.9175</c:v>
                </c:pt>
                <c:pt idx="267">
                  <c:v>17668.016200000002</c:v>
                </c:pt>
                <c:pt idx="268">
                  <c:v>18428.4287</c:v>
                </c:pt>
                <c:pt idx="269">
                  <c:v>18315.8482</c:v>
                </c:pt>
                <c:pt idx="270">
                  <c:v>17871.791499999999</c:v>
                </c:pt>
                <c:pt idx="271">
                  <c:v>17932.986799999999</c:v>
                </c:pt>
                <c:pt idx="272">
                  <c:v>18313.274099999999</c:v>
                </c:pt>
                <c:pt idx="273">
                  <c:v>17445.879100000002</c:v>
                </c:pt>
                <c:pt idx="274">
                  <c:v>17643.545300000002</c:v>
                </c:pt>
                <c:pt idx="275">
                  <c:v>18538.547700000003</c:v>
                </c:pt>
                <c:pt idx="276">
                  <c:v>18508.422200000001</c:v>
                </c:pt>
                <c:pt idx="277">
                  <c:v>17583.245899999998</c:v>
                </c:pt>
                <c:pt idx="278">
                  <c:v>18501.848299999998</c:v>
                </c:pt>
                <c:pt idx="279">
                  <c:v>17716.73</c:v>
                </c:pt>
                <c:pt idx="280">
                  <c:v>17522.110100000002</c:v>
                </c:pt>
                <c:pt idx="281">
                  <c:v>17546.9964</c:v>
                </c:pt>
                <c:pt idx="282">
                  <c:v>18330.148700000002</c:v>
                </c:pt>
                <c:pt idx="283">
                  <c:v>18617.677</c:v>
                </c:pt>
                <c:pt idx="284">
                  <c:v>18693.101600000002</c:v>
                </c:pt>
                <c:pt idx="285">
                  <c:v>18447.9251</c:v>
                </c:pt>
                <c:pt idx="286">
                  <c:v>16836.823099999998</c:v>
                </c:pt>
                <c:pt idx="287">
                  <c:v>17263.881099999999</c:v>
                </c:pt>
                <c:pt idx="288">
                  <c:v>17331.472600000001</c:v>
                </c:pt>
                <c:pt idx="289">
                  <c:v>18284.778399999999</c:v>
                </c:pt>
                <c:pt idx="290">
                  <c:v>18204.829100000003</c:v>
                </c:pt>
                <c:pt idx="291">
                  <c:v>18462.372900000002</c:v>
                </c:pt>
                <c:pt idx="292">
                  <c:v>18482.578799999999</c:v>
                </c:pt>
                <c:pt idx="293">
                  <c:v>18108.184300000001</c:v>
                </c:pt>
                <c:pt idx="294">
                  <c:v>17766.9866</c:v>
                </c:pt>
                <c:pt idx="295">
                  <c:v>17272.152399999999</c:v>
                </c:pt>
                <c:pt idx="296">
                  <c:v>16420.976299999998</c:v>
                </c:pt>
                <c:pt idx="297">
                  <c:v>17262.646800000002</c:v>
                </c:pt>
                <c:pt idx="298">
                  <c:v>16813.424900000002</c:v>
                </c:pt>
                <c:pt idx="299">
                  <c:v>17175.453099999999</c:v>
                </c:pt>
                <c:pt idx="300">
                  <c:v>16970.6862</c:v>
                </c:pt>
                <c:pt idx="301">
                  <c:v>17517.658800000001</c:v>
                </c:pt>
                <c:pt idx="302">
                  <c:v>17328.338599999999</c:v>
                </c:pt>
                <c:pt idx="303">
                  <c:v>18379.560500000003</c:v>
                </c:pt>
                <c:pt idx="304">
                  <c:v>18520.161499999998</c:v>
                </c:pt>
                <c:pt idx="305">
                  <c:v>18278.459500000001</c:v>
                </c:pt>
                <c:pt idx="306">
                  <c:v>18105.433499999999</c:v>
                </c:pt>
                <c:pt idx="307">
                  <c:v>17770.0635</c:v>
                </c:pt>
                <c:pt idx="308">
                  <c:v>17352.132799999999</c:v>
                </c:pt>
                <c:pt idx="309">
                  <c:v>17184.9398</c:v>
                </c:pt>
                <c:pt idx="310">
                  <c:v>17947.705100000003</c:v>
                </c:pt>
                <c:pt idx="311">
                  <c:v>18127.2703</c:v>
                </c:pt>
                <c:pt idx="312">
                  <c:v>18072.3351</c:v>
                </c:pt>
                <c:pt idx="313">
                  <c:v>18338.6391</c:v>
                </c:pt>
                <c:pt idx="314">
                  <c:v>16363.1137</c:v>
                </c:pt>
                <c:pt idx="315">
                  <c:v>17557.369699999999</c:v>
                </c:pt>
                <c:pt idx="316">
                  <c:v>17591.879400000002</c:v>
                </c:pt>
                <c:pt idx="317">
                  <c:v>17938.999299999999</c:v>
                </c:pt>
                <c:pt idx="318">
                  <c:v>17815.635000000002</c:v>
                </c:pt>
                <c:pt idx="319">
                  <c:v>18181.057499999999</c:v>
                </c:pt>
                <c:pt idx="320">
                  <c:v>18028.825499999999</c:v>
                </c:pt>
                <c:pt idx="321">
                  <c:v>17523.975299999998</c:v>
                </c:pt>
                <c:pt idx="322">
                  <c:v>16547.758699999998</c:v>
                </c:pt>
                <c:pt idx="323">
                  <c:v>17300.212399999997</c:v>
                </c:pt>
                <c:pt idx="324">
                  <c:v>17520.405500000001</c:v>
                </c:pt>
                <c:pt idx="325">
                  <c:v>17583.884600000001</c:v>
                </c:pt>
                <c:pt idx="326">
                  <c:v>17864.496999999999</c:v>
                </c:pt>
                <c:pt idx="327">
                  <c:v>17779.2261</c:v>
                </c:pt>
                <c:pt idx="328">
                  <c:v>17189.737300000001</c:v>
                </c:pt>
                <c:pt idx="329">
                  <c:v>17039.502499999999</c:v>
                </c:pt>
                <c:pt idx="330">
                  <c:v>16953.879099999998</c:v>
                </c:pt>
                <c:pt idx="331">
                  <c:v>17783.107799999998</c:v>
                </c:pt>
                <c:pt idx="332">
                  <c:v>17999.1433</c:v>
                </c:pt>
                <c:pt idx="333">
                  <c:v>17985.103299999999</c:v>
                </c:pt>
                <c:pt idx="334">
                  <c:v>18231.589</c:v>
                </c:pt>
                <c:pt idx="335">
                  <c:v>17676.4038</c:v>
                </c:pt>
                <c:pt idx="336">
                  <c:v>17066.850699999999</c:v>
                </c:pt>
                <c:pt idx="337">
                  <c:v>17142.48</c:v>
                </c:pt>
                <c:pt idx="338">
                  <c:v>17955.116399999999</c:v>
                </c:pt>
                <c:pt idx="339">
                  <c:v>18203.613899999997</c:v>
                </c:pt>
                <c:pt idx="340">
                  <c:v>18098.458500000001</c:v>
                </c:pt>
                <c:pt idx="341">
                  <c:v>17326.261199999997</c:v>
                </c:pt>
                <c:pt idx="342">
                  <c:v>17357.659200000002</c:v>
                </c:pt>
                <c:pt idx="343">
                  <c:v>15059.8701</c:v>
                </c:pt>
                <c:pt idx="344">
                  <c:v>16701.2343</c:v>
                </c:pt>
                <c:pt idx="345">
                  <c:v>18281.587199999998</c:v>
                </c:pt>
                <c:pt idx="346">
                  <c:v>18513.110199999999</c:v>
                </c:pt>
                <c:pt idx="347">
                  <c:v>18305.0435</c:v>
                </c:pt>
                <c:pt idx="348">
                  <c:v>18156.299499999997</c:v>
                </c:pt>
                <c:pt idx="349">
                  <c:v>17593.7598</c:v>
                </c:pt>
                <c:pt idx="350">
                  <c:v>17553.007899999997</c:v>
                </c:pt>
                <c:pt idx="351">
                  <c:v>16856.034800000001</c:v>
                </c:pt>
                <c:pt idx="352">
                  <c:v>17839.646399999998</c:v>
                </c:pt>
                <c:pt idx="353">
                  <c:v>17603.516</c:v>
                </c:pt>
                <c:pt idx="354">
                  <c:v>17657.375599999999</c:v>
                </c:pt>
                <c:pt idx="355">
                  <c:v>17679.875200000002</c:v>
                </c:pt>
                <c:pt idx="356">
                  <c:v>16695.0128</c:v>
                </c:pt>
                <c:pt idx="357">
                  <c:v>16636.408100000001</c:v>
                </c:pt>
                <c:pt idx="358">
                  <c:v>16746.834299999999</c:v>
                </c:pt>
                <c:pt idx="359">
                  <c:v>17275.1495</c:v>
                </c:pt>
                <c:pt idx="360">
                  <c:v>17098.092999999997</c:v>
                </c:pt>
                <c:pt idx="361">
                  <c:v>17145.5566</c:v>
                </c:pt>
                <c:pt idx="362">
                  <c:v>17338.910900000003</c:v>
                </c:pt>
                <c:pt idx="363">
                  <c:v>17276.242599999998</c:v>
                </c:pt>
                <c:pt idx="364">
                  <c:v>18185.826400000002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5-3EE5-4250-9F12-058A17DFE5A6}"/>
            </c:ext>
          </c:extLst>
        </c:ser>
        <c:ser>
          <c:idx val="6"/>
          <c:order val="6"/>
          <c:tx>
            <c:strRef>
              <c:f>'2G Voice'!$H$1</c:f>
              <c:strCache>
                <c:ptCount val="1"/>
                <c:pt idx="0">
                  <c:v>Batticaloa</c:v>
                </c:pt>
              </c:strCache>
            </c:strRef>
          </c:tx>
          <c:spPr>
            <a:ln w="28575" cap="rnd">
              <a:solidFill>
                <a:schemeClr val="accent1">
                  <a:lumMod val="60000"/>
                </a:schemeClr>
              </a:solidFill>
              <a:round/>
            </a:ln>
            <a:effectLst/>
          </c:spPr>
          <c:marker>
            <c:symbol val="none"/>
          </c:marker>
          <c:cat>
            <c:numRef>
              <c:f>'2G Voice'!$A$2:$A$366</c:f>
              <c:numCache>
                <c:formatCode>m/d/yyyy</c:formatCode>
                <c:ptCount val="365"/>
                <c:pt idx="0">
                  <c:v>45829</c:v>
                </c:pt>
                <c:pt idx="1">
                  <c:v>45830</c:v>
                </c:pt>
                <c:pt idx="2">
                  <c:v>45831</c:v>
                </c:pt>
                <c:pt idx="3">
                  <c:v>45832</c:v>
                </c:pt>
                <c:pt idx="4">
                  <c:v>45833</c:v>
                </c:pt>
                <c:pt idx="5">
                  <c:v>45834</c:v>
                </c:pt>
                <c:pt idx="6">
                  <c:v>45835</c:v>
                </c:pt>
                <c:pt idx="7">
                  <c:v>45836</c:v>
                </c:pt>
                <c:pt idx="8">
                  <c:v>45837</c:v>
                </c:pt>
                <c:pt idx="9">
                  <c:v>45838</c:v>
                </c:pt>
                <c:pt idx="10">
                  <c:v>45839</c:v>
                </c:pt>
                <c:pt idx="11">
                  <c:v>45840</c:v>
                </c:pt>
                <c:pt idx="12">
                  <c:v>45841</c:v>
                </c:pt>
                <c:pt idx="13">
                  <c:v>45842</c:v>
                </c:pt>
                <c:pt idx="14">
                  <c:v>45843</c:v>
                </c:pt>
                <c:pt idx="15">
                  <c:v>45844</c:v>
                </c:pt>
                <c:pt idx="16">
                  <c:v>45845</c:v>
                </c:pt>
                <c:pt idx="17">
                  <c:v>45846</c:v>
                </c:pt>
                <c:pt idx="18">
                  <c:v>45847</c:v>
                </c:pt>
                <c:pt idx="19">
                  <c:v>45848</c:v>
                </c:pt>
                <c:pt idx="20">
                  <c:v>45849</c:v>
                </c:pt>
                <c:pt idx="21">
                  <c:v>45850</c:v>
                </c:pt>
                <c:pt idx="22">
                  <c:v>45851</c:v>
                </c:pt>
                <c:pt idx="23">
                  <c:v>45852</c:v>
                </c:pt>
                <c:pt idx="24">
                  <c:v>45853</c:v>
                </c:pt>
                <c:pt idx="25">
                  <c:v>45854</c:v>
                </c:pt>
                <c:pt idx="26">
                  <c:v>45855</c:v>
                </c:pt>
                <c:pt idx="27">
                  <c:v>45856</c:v>
                </c:pt>
                <c:pt idx="28">
                  <c:v>45857</c:v>
                </c:pt>
                <c:pt idx="29">
                  <c:v>45858</c:v>
                </c:pt>
                <c:pt idx="30">
                  <c:v>45859</c:v>
                </c:pt>
                <c:pt idx="31">
                  <c:v>45860</c:v>
                </c:pt>
                <c:pt idx="32">
                  <c:v>45861</c:v>
                </c:pt>
                <c:pt idx="33">
                  <c:v>45862</c:v>
                </c:pt>
                <c:pt idx="34">
                  <c:v>45863</c:v>
                </c:pt>
                <c:pt idx="35">
                  <c:v>45864</c:v>
                </c:pt>
                <c:pt idx="36">
                  <c:v>45865</c:v>
                </c:pt>
                <c:pt idx="37">
                  <c:v>45866</c:v>
                </c:pt>
                <c:pt idx="38">
                  <c:v>45867</c:v>
                </c:pt>
                <c:pt idx="39">
                  <c:v>45868</c:v>
                </c:pt>
                <c:pt idx="40">
                  <c:v>45869</c:v>
                </c:pt>
                <c:pt idx="41">
                  <c:v>45870</c:v>
                </c:pt>
                <c:pt idx="42">
                  <c:v>45871</c:v>
                </c:pt>
                <c:pt idx="43">
                  <c:v>45872</c:v>
                </c:pt>
                <c:pt idx="44">
                  <c:v>45873</c:v>
                </c:pt>
                <c:pt idx="45">
                  <c:v>45874</c:v>
                </c:pt>
                <c:pt idx="46">
                  <c:v>45875</c:v>
                </c:pt>
                <c:pt idx="47">
                  <c:v>45876</c:v>
                </c:pt>
                <c:pt idx="48">
                  <c:v>45877</c:v>
                </c:pt>
                <c:pt idx="49">
                  <c:v>45878</c:v>
                </c:pt>
                <c:pt idx="50">
                  <c:v>45879</c:v>
                </c:pt>
                <c:pt idx="51">
                  <c:v>45880</c:v>
                </c:pt>
                <c:pt idx="52">
                  <c:v>45881</c:v>
                </c:pt>
                <c:pt idx="53">
                  <c:v>45882</c:v>
                </c:pt>
                <c:pt idx="54">
                  <c:v>45883</c:v>
                </c:pt>
                <c:pt idx="55">
                  <c:v>45884</c:v>
                </c:pt>
                <c:pt idx="56">
                  <c:v>45885</c:v>
                </c:pt>
                <c:pt idx="57">
                  <c:v>45886</c:v>
                </c:pt>
                <c:pt idx="58">
                  <c:v>45887</c:v>
                </c:pt>
                <c:pt idx="59">
                  <c:v>45888</c:v>
                </c:pt>
                <c:pt idx="60">
                  <c:v>45889</c:v>
                </c:pt>
                <c:pt idx="61">
                  <c:v>45890</c:v>
                </c:pt>
                <c:pt idx="62">
                  <c:v>45891</c:v>
                </c:pt>
                <c:pt idx="63">
                  <c:v>45892</c:v>
                </c:pt>
                <c:pt idx="64">
                  <c:v>45893</c:v>
                </c:pt>
                <c:pt idx="65">
                  <c:v>45894</c:v>
                </c:pt>
                <c:pt idx="66">
                  <c:v>45895</c:v>
                </c:pt>
                <c:pt idx="67">
                  <c:v>45896</c:v>
                </c:pt>
                <c:pt idx="68">
                  <c:v>45897</c:v>
                </c:pt>
                <c:pt idx="69">
                  <c:v>45898</c:v>
                </c:pt>
                <c:pt idx="70">
                  <c:v>45899</c:v>
                </c:pt>
                <c:pt idx="71">
                  <c:v>45900</c:v>
                </c:pt>
                <c:pt idx="72">
                  <c:v>45901</c:v>
                </c:pt>
                <c:pt idx="73">
                  <c:v>45902</c:v>
                </c:pt>
                <c:pt idx="74">
                  <c:v>45903</c:v>
                </c:pt>
                <c:pt idx="75">
                  <c:v>45904</c:v>
                </c:pt>
                <c:pt idx="76">
                  <c:v>45905</c:v>
                </c:pt>
                <c:pt idx="77">
                  <c:v>45906</c:v>
                </c:pt>
                <c:pt idx="78">
                  <c:v>45907</c:v>
                </c:pt>
                <c:pt idx="79">
                  <c:v>45908</c:v>
                </c:pt>
                <c:pt idx="80">
                  <c:v>45909</c:v>
                </c:pt>
                <c:pt idx="81">
                  <c:v>45910</c:v>
                </c:pt>
                <c:pt idx="82">
                  <c:v>45911</c:v>
                </c:pt>
                <c:pt idx="83">
                  <c:v>45912</c:v>
                </c:pt>
                <c:pt idx="84">
                  <c:v>45913</c:v>
                </c:pt>
                <c:pt idx="85">
                  <c:v>45914</c:v>
                </c:pt>
                <c:pt idx="86">
                  <c:v>45915</c:v>
                </c:pt>
                <c:pt idx="87">
                  <c:v>45916</c:v>
                </c:pt>
                <c:pt idx="88">
                  <c:v>45917</c:v>
                </c:pt>
                <c:pt idx="89">
                  <c:v>45918</c:v>
                </c:pt>
                <c:pt idx="90">
                  <c:v>45919</c:v>
                </c:pt>
                <c:pt idx="91">
                  <c:v>45920</c:v>
                </c:pt>
                <c:pt idx="92">
                  <c:v>45921</c:v>
                </c:pt>
                <c:pt idx="93">
                  <c:v>45922</c:v>
                </c:pt>
                <c:pt idx="94">
                  <c:v>45923</c:v>
                </c:pt>
                <c:pt idx="95">
                  <c:v>45924</c:v>
                </c:pt>
                <c:pt idx="96">
                  <c:v>45925</c:v>
                </c:pt>
                <c:pt idx="97">
                  <c:v>45926</c:v>
                </c:pt>
                <c:pt idx="98">
                  <c:v>45927</c:v>
                </c:pt>
                <c:pt idx="99">
                  <c:v>45928</c:v>
                </c:pt>
                <c:pt idx="100">
                  <c:v>45929</c:v>
                </c:pt>
                <c:pt idx="101">
                  <c:v>45930</c:v>
                </c:pt>
                <c:pt idx="102">
                  <c:v>45931</c:v>
                </c:pt>
                <c:pt idx="103">
                  <c:v>45932</c:v>
                </c:pt>
                <c:pt idx="104">
                  <c:v>45933</c:v>
                </c:pt>
                <c:pt idx="105">
                  <c:v>45934</c:v>
                </c:pt>
                <c:pt idx="106">
                  <c:v>45935</c:v>
                </c:pt>
                <c:pt idx="107">
                  <c:v>45936</c:v>
                </c:pt>
                <c:pt idx="108">
                  <c:v>45937</c:v>
                </c:pt>
                <c:pt idx="109">
                  <c:v>45938</c:v>
                </c:pt>
                <c:pt idx="110">
                  <c:v>45939</c:v>
                </c:pt>
                <c:pt idx="111">
                  <c:v>45940</c:v>
                </c:pt>
                <c:pt idx="112">
                  <c:v>45941</c:v>
                </c:pt>
                <c:pt idx="113">
                  <c:v>45942</c:v>
                </c:pt>
                <c:pt idx="114">
                  <c:v>45943</c:v>
                </c:pt>
                <c:pt idx="115">
                  <c:v>45944</c:v>
                </c:pt>
                <c:pt idx="116">
                  <c:v>45945</c:v>
                </c:pt>
                <c:pt idx="117">
                  <c:v>45946</c:v>
                </c:pt>
                <c:pt idx="118">
                  <c:v>45947</c:v>
                </c:pt>
                <c:pt idx="119">
                  <c:v>45948</c:v>
                </c:pt>
                <c:pt idx="120">
                  <c:v>45949</c:v>
                </c:pt>
                <c:pt idx="121">
                  <c:v>45950</c:v>
                </c:pt>
                <c:pt idx="122">
                  <c:v>45951</c:v>
                </c:pt>
                <c:pt idx="123">
                  <c:v>45952</c:v>
                </c:pt>
                <c:pt idx="124">
                  <c:v>45953</c:v>
                </c:pt>
                <c:pt idx="125">
                  <c:v>45954</c:v>
                </c:pt>
                <c:pt idx="126">
                  <c:v>45955</c:v>
                </c:pt>
                <c:pt idx="127">
                  <c:v>45956</c:v>
                </c:pt>
                <c:pt idx="128">
                  <c:v>45957</c:v>
                </c:pt>
                <c:pt idx="129">
                  <c:v>45958</c:v>
                </c:pt>
                <c:pt idx="130">
                  <c:v>45959</c:v>
                </c:pt>
                <c:pt idx="131">
                  <c:v>45960</c:v>
                </c:pt>
                <c:pt idx="132">
                  <c:v>45961</c:v>
                </c:pt>
                <c:pt idx="133">
                  <c:v>45962</c:v>
                </c:pt>
                <c:pt idx="134">
                  <c:v>45963</c:v>
                </c:pt>
                <c:pt idx="135">
                  <c:v>45964</c:v>
                </c:pt>
                <c:pt idx="136">
                  <c:v>45965</c:v>
                </c:pt>
                <c:pt idx="137">
                  <c:v>45966</c:v>
                </c:pt>
                <c:pt idx="138">
                  <c:v>45967</c:v>
                </c:pt>
                <c:pt idx="139">
                  <c:v>45968</c:v>
                </c:pt>
                <c:pt idx="140">
                  <c:v>45969</c:v>
                </c:pt>
                <c:pt idx="141">
                  <c:v>45970</c:v>
                </c:pt>
                <c:pt idx="142">
                  <c:v>45971</c:v>
                </c:pt>
                <c:pt idx="143">
                  <c:v>45972</c:v>
                </c:pt>
                <c:pt idx="144">
                  <c:v>45973</c:v>
                </c:pt>
                <c:pt idx="145">
                  <c:v>45974</c:v>
                </c:pt>
                <c:pt idx="146">
                  <c:v>45975</c:v>
                </c:pt>
                <c:pt idx="147">
                  <c:v>45976</c:v>
                </c:pt>
                <c:pt idx="148">
                  <c:v>45977</c:v>
                </c:pt>
                <c:pt idx="149">
                  <c:v>45978</c:v>
                </c:pt>
                <c:pt idx="150">
                  <c:v>45979</c:v>
                </c:pt>
                <c:pt idx="151">
                  <c:v>45980</c:v>
                </c:pt>
                <c:pt idx="152">
                  <c:v>45981</c:v>
                </c:pt>
                <c:pt idx="153">
                  <c:v>45982</c:v>
                </c:pt>
                <c:pt idx="154">
                  <c:v>45983</c:v>
                </c:pt>
                <c:pt idx="155">
                  <c:v>45984</c:v>
                </c:pt>
                <c:pt idx="156">
                  <c:v>45985</c:v>
                </c:pt>
                <c:pt idx="157">
                  <c:v>45986</c:v>
                </c:pt>
                <c:pt idx="158">
                  <c:v>45987</c:v>
                </c:pt>
                <c:pt idx="159">
                  <c:v>45988</c:v>
                </c:pt>
                <c:pt idx="160">
                  <c:v>45989</c:v>
                </c:pt>
                <c:pt idx="161">
                  <c:v>45990</c:v>
                </c:pt>
                <c:pt idx="162">
                  <c:v>45991</c:v>
                </c:pt>
                <c:pt idx="163">
                  <c:v>45992</c:v>
                </c:pt>
                <c:pt idx="164">
                  <c:v>45993</c:v>
                </c:pt>
                <c:pt idx="165">
                  <c:v>45994</c:v>
                </c:pt>
                <c:pt idx="166">
                  <c:v>45995</c:v>
                </c:pt>
                <c:pt idx="167">
                  <c:v>45996</c:v>
                </c:pt>
                <c:pt idx="168">
                  <c:v>45997</c:v>
                </c:pt>
                <c:pt idx="169">
                  <c:v>45998</c:v>
                </c:pt>
                <c:pt idx="170">
                  <c:v>45999</c:v>
                </c:pt>
                <c:pt idx="171">
                  <c:v>46000</c:v>
                </c:pt>
                <c:pt idx="172">
                  <c:v>46001</c:v>
                </c:pt>
                <c:pt idx="173">
                  <c:v>46002</c:v>
                </c:pt>
                <c:pt idx="174">
                  <c:v>46003</c:v>
                </c:pt>
                <c:pt idx="175">
                  <c:v>46004</c:v>
                </c:pt>
                <c:pt idx="176">
                  <c:v>46005</c:v>
                </c:pt>
                <c:pt idx="177">
                  <c:v>46006</c:v>
                </c:pt>
                <c:pt idx="178">
                  <c:v>46007</c:v>
                </c:pt>
                <c:pt idx="179">
                  <c:v>46008</c:v>
                </c:pt>
                <c:pt idx="180">
                  <c:v>46009</c:v>
                </c:pt>
                <c:pt idx="181">
                  <c:v>46010</c:v>
                </c:pt>
                <c:pt idx="182">
                  <c:v>46011</c:v>
                </c:pt>
                <c:pt idx="183">
                  <c:v>46012</c:v>
                </c:pt>
                <c:pt idx="184">
                  <c:v>46013</c:v>
                </c:pt>
                <c:pt idx="185">
                  <c:v>46014</c:v>
                </c:pt>
                <c:pt idx="186">
                  <c:v>46015</c:v>
                </c:pt>
                <c:pt idx="187">
                  <c:v>46016</c:v>
                </c:pt>
                <c:pt idx="188">
                  <c:v>46017</c:v>
                </c:pt>
                <c:pt idx="189">
                  <c:v>46018</c:v>
                </c:pt>
                <c:pt idx="190">
                  <c:v>46019</c:v>
                </c:pt>
                <c:pt idx="191">
                  <c:v>46020</c:v>
                </c:pt>
                <c:pt idx="192">
                  <c:v>46021</c:v>
                </c:pt>
                <c:pt idx="193">
                  <c:v>46022</c:v>
                </c:pt>
                <c:pt idx="194">
                  <c:v>46023</c:v>
                </c:pt>
                <c:pt idx="195">
                  <c:v>46024</c:v>
                </c:pt>
                <c:pt idx="196">
                  <c:v>46025</c:v>
                </c:pt>
                <c:pt idx="197">
                  <c:v>46026</c:v>
                </c:pt>
                <c:pt idx="198">
                  <c:v>46027</c:v>
                </c:pt>
                <c:pt idx="199">
                  <c:v>46028</c:v>
                </c:pt>
                <c:pt idx="200">
                  <c:v>46029</c:v>
                </c:pt>
                <c:pt idx="201">
                  <c:v>46030</c:v>
                </c:pt>
                <c:pt idx="202">
                  <c:v>46031</c:v>
                </c:pt>
                <c:pt idx="203">
                  <c:v>46032</c:v>
                </c:pt>
                <c:pt idx="204">
                  <c:v>46033</c:v>
                </c:pt>
                <c:pt idx="205">
                  <c:v>46034</c:v>
                </c:pt>
                <c:pt idx="206">
                  <c:v>46035</c:v>
                </c:pt>
                <c:pt idx="207">
                  <c:v>46036</c:v>
                </c:pt>
                <c:pt idx="208">
                  <c:v>46037</c:v>
                </c:pt>
                <c:pt idx="209">
                  <c:v>46038</c:v>
                </c:pt>
                <c:pt idx="210">
                  <c:v>46039</c:v>
                </c:pt>
                <c:pt idx="211">
                  <c:v>46040</c:v>
                </c:pt>
                <c:pt idx="212">
                  <c:v>46041</c:v>
                </c:pt>
                <c:pt idx="213">
                  <c:v>46042</c:v>
                </c:pt>
                <c:pt idx="214">
                  <c:v>46043</c:v>
                </c:pt>
                <c:pt idx="215">
                  <c:v>46044</c:v>
                </c:pt>
                <c:pt idx="216">
                  <c:v>46045</c:v>
                </c:pt>
                <c:pt idx="217">
                  <c:v>46046</c:v>
                </c:pt>
                <c:pt idx="218">
                  <c:v>46047</c:v>
                </c:pt>
                <c:pt idx="219">
                  <c:v>46048</c:v>
                </c:pt>
                <c:pt idx="220">
                  <c:v>46049</c:v>
                </c:pt>
                <c:pt idx="221">
                  <c:v>46050</c:v>
                </c:pt>
                <c:pt idx="222">
                  <c:v>46051</c:v>
                </c:pt>
                <c:pt idx="223">
                  <c:v>46052</c:v>
                </c:pt>
                <c:pt idx="224">
                  <c:v>46053</c:v>
                </c:pt>
                <c:pt idx="225">
                  <c:v>46054</c:v>
                </c:pt>
                <c:pt idx="226">
                  <c:v>46055</c:v>
                </c:pt>
                <c:pt idx="227">
                  <c:v>46056</c:v>
                </c:pt>
                <c:pt idx="228">
                  <c:v>46057</c:v>
                </c:pt>
                <c:pt idx="229">
                  <c:v>46058</c:v>
                </c:pt>
                <c:pt idx="230">
                  <c:v>46059</c:v>
                </c:pt>
                <c:pt idx="231">
                  <c:v>46060</c:v>
                </c:pt>
                <c:pt idx="232">
                  <c:v>46061</c:v>
                </c:pt>
                <c:pt idx="233">
                  <c:v>46062</c:v>
                </c:pt>
                <c:pt idx="234">
                  <c:v>46063</c:v>
                </c:pt>
                <c:pt idx="235">
                  <c:v>46064</c:v>
                </c:pt>
                <c:pt idx="236">
                  <c:v>46065</c:v>
                </c:pt>
                <c:pt idx="237">
                  <c:v>46066</c:v>
                </c:pt>
                <c:pt idx="238">
                  <c:v>46067</c:v>
                </c:pt>
                <c:pt idx="239">
                  <c:v>46068</c:v>
                </c:pt>
                <c:pt idx="240">
                  <c:v>46069</c:v>
                </c:pt>
                <c:pt idx="241">
                  <c:v>46070</c:v>
                </c:pt>
                <c:pt idx="242">
                  <c:v>46071</c:v>
                </c:pt>
                <c:pt idx="243">
                  <c:v>46072</c:v>
                </c:pt>
                <c:pt idx="244">
                  <c:v>46073</c:v>
                </c:pt>
                <c:pt idx="245">
                  <c:v>46074</c:v>
                </c:pt>
                <c:pt idx="246">
                  <c:v>46075</c:v>
                </c:pt>
                <c:pt idx="247">
                  <c:v>46076</c:v>
                </c:pt>
                <c:pt idx="248">
                  <c:v>46077</c:v>
                </c:pt>
                <c:pt idx="249">
                  <c:v>46078</c:v>
                </c:pt>
                <c:pt idx="250">
                  <c:v>46079</c:v>
                </c:pt>
                <c:pt idx="251">
                  <c:v>46080</c:v>
                </c:pt>
                <c:pt idx="252">
                  <c:v>46081</c:v>
                </c:pt>
                <c:pt idx="253">
                  <c:v>46082</c:v>
                </c:pt>
                <c:pt idx="254">
                  <c:v>46083</c:v>
                </c:pt>
                <c:pt idx="255">
                  <c:v>46084</c:v>
                </c:pt>
                <c:pt idx="256">
                  <c:v>46085</c:v>
                </c:pt>
                <c:pt idx="257">
                  <c:v>46086</c:v>
                </c:pt>
                <c:pt idx="258">
                  <c:v>46087</c:v>
                </c:pt>
                <c:pt idx="259">
                  <c:v>46088</c:v>
                </c:pt>
                <c:pt idx="260">
                  <c:v>46089</c:v>
                </c:pt>
                <c:pt idx="261">
                  <c:v>46090</c:v>
                </c:pt>
                <c:pt idx="262">
                  <c:v>46091</c:v>
                </c:pt>
                <c:pt idx="263">
                  <c:v>46092</c:v>
                </c:pt>
                <c:pt idx="264">
                  <c:v>46093</c:v>
                </c:pt>
                <c:pt idx="265">
                  <c:v>46094</c:v>
                </c:pt>
                <c:pt idx="266">
                  <c:v>46095</c:v>
                </c:pt>
                <c:pt idx="267">
                  <c:v>46096</c:v>
                </c:pt>
                <c:pt idx="268">
                  <c:v>46097</c:v>
                </c:pt>
                <c:pt idx="269">
                  <c:v>46098</c:v>
                </c:pt>
                <c:pt idx="270">
                  <c:v>46099</c:v>
                </c:pt>
                <c:pt idx="271">
                  <c:v>46100</c:v>
                </c:pt>
                <c:pt idx="272">
                  <c:v>46101</c:v>
                </c:pt>
                <c:pt idx="273">
                  <c:v>46102</c:v>
                </c:pt>
                <c:pt idx="274">
                  <c:v>46103</c:v>
                </c:pt>
                <c:pt idx="275">
                  <c:v>46104</c:v>
                </c:pt>
                <c:pt idx="276">
                  <c:v>46105</c:v>
                </c:pt>
                <c:pt idx="277">
                  <c:v>46106</c:v>
                </c:pt>
                <c:pt idx="278">
                  <c:v>46107</c:v>
                </c:pt>
                <c:pt idx="279">
                  <c:v>46108</c:v>
                </c:pt>
                <c:pt idx="280">
                  <c:v>46109</c:v>
                </c:pt>
                <c:pt idx="281">
                  <c:v>46110</c:v>
                </c:pt>
                <c:pt idx="282">
                  <c:v>46111</c:v>
                </c:pt>
                <c:pt idx="283">
                  <c:v>46112</c:v>
                </c:pt>
                <c:pt idx="284">
                  <c:v>46113</c:v>
                </c:pt>
                <c:pt idx="285">
                  <c:v>46114</c:v>
                </c:pt>
                <c:pt idx="286">
                  <c:v>46115</c:v>
                </c:pt>
                <c:pt idx="287">
                  <c:v>46116</c:v>
                </c:pt>
                <c:pt idx="288">
                  <c:v>46117</c:v>
                </c:pt>
                <c:pt idx="289">
                  <c:v>46118</c:v>
                </c:pt>
                <c:pt idx="290">
                  <c:v>46119</c:v>
                </c:pt>
                <c:pt idx="291">
                  <c:v>46120</c:v>
                </c:pt>
                <c:pt idx="292">
                  <c:v>46121</c:v>
                </c:pt>
                <c:pt idx="293">
                  <c:v>46122</c:v>
                </c:pt>
                <c:pt idx="294">
                  <c:v>46123</c:v>
                </c:pt>
                <c:pt idx="295">
                  <c:v>46124</c:v>
                </c:pt>
                <c:pt idx="296">
                  <c:v>46125</c:v>
                </c:pt>
                <c:pt idx="297">
                  <c:v>46126</c:v>
                </c:pt>
                <c:pt idx="298">
                  <c:v>46127</c:v>
                </c:pt>
                <c:pt idx="299">
                  <c:v>46128</c:v>
                </c:pt>
                <c:pt idx="300">
                  <c:v>46129</c:v>
                </c:pt>
                <c:pt idx="301">
                  <c:v>46130</c:v>
                </c:pt>
                <c:pt idx="302">
                  <c:v>46131</c:v>
                </c:pt>
                <c:pt idx="303">
                  <c:v>46132</c:v>
                </c:pt>
                <c:pt idx="304">
                  <c:v>46133</c:v>
                </c:pt>
                <c:pt idx="305">
                  <c:v>46134</c:v>
                </c:pt>
                <c:pt idx="306">
                  <c:v>46135</c:v>
                </c:pt>
                <c:pt idx="307">
                  <c:v>46136</c:v>
                </c:pt>
                <c:pt idx="308">
                  <c:v>46137</c:v>
                </c:pt>
                <c:pt idx="309">
                  <c:v>46138</c:v>
                </c:pt>
                <c:pt idx="310">
                  <c:v>46139</c:v>
                </c:pt>
                <c:pt idx="311">
                  <c:v>46140</c:v>
                </c:pt>
                <c:pt idx="312">
                  <c:v>46141</c:v>
                </c:pt>
                <c:pt idx="313">
                  <c:v>46142</c:v>
                </c:pt>
                <c:pt idx="314">
                  <c:v>46143</c:v>
                </c:pt>
                <c:pt idx="315">
                  <c:v>46144</c:v>
                </c:pt>
                <c:pt idx="316">
                  <c:v>46145</c:v>
                </c:pt>
                <c:pt idx="317">
                  <c:v>46146</c:v>
                </c:pt>
                <c:pt idx="318">
                  <c:v>46147</c:v>
                </c:pt>
                <c:pt idx="319">
                  <c:v>46148</c:v>
                </c:pt>
                <c:pt idx="320">
                  <c:v>46149</c:v>
                </c:pt>
                <c:pt idx="321">
                  <c:v>46150</c:v>
                </c:pt>
                <c:pt idx="322">
                  <c:v>46151</c:v>
                </c:pt>
                <c:pt idx="323">
                  <c:v>46152</c:v>
                </c:pt>
                <c:pt idx="324">
                  <c:v>46153</c:v>
                </c:pt>
                <c:pt idx="325">
                  <c:v>46154</c:v>
                </c:pt>
                <c:pt idx="326">
                  <c:v>46155</c:v>
                </c:pt>
                <c:pt idx="327">
                  <c:v>46156</c:v>
                </c:pt>
                <c:pt idx="328">
                  <c:v>46157</c:v>
                </c:pt>
                <c:pt idx="329">
                  <c:v>46158</c:v>
                </c:pt>
                <c:pt idx="330">
                  <c:v>46159</c:v>
                </c:pt>
                <c:pt idx="331">
                  <c:v>46160</c:v>
                </c:pt>
                <c:pt idx="332">
                  <c:v>46161</c:v>
                </c:pt>
                <c:pt idx="333">
                  <c:v>46162</c:v>
                </c:pt>
                <c:pt idx="334">
                  <c:v>46163</c:v>
                </c:pt>
                <c:pt idx="335">
                  <c:v>46164</c:v>
                </c:pt>
                <c:pt idx="336">
                  <c:v>46165</c:v>
                </c:pt>
                <c:pt idx="337">
                  <c:v>46166</c:v>
                </c:pt>
                <c:pt idx="338">
                  <c:v>46167</c:v>
                </c:pt>
                <c:pt idx="339">
                  <c:v>46168</c:v>
                </c:pt>
                <c:pt idx="340">
                  <c:v>46169</c:v>
                </c:pt>
                <c:pt idx="341">
                  <c:v>46170</c:v>
                </c:pt>
                <c:pt idx="342">
                  <c:v>46171</c:v>
                </c:pt>
                <c:pt idx="343">
                  <c:v>46172</c:v>
                </c:pt>
                <c:pt idx="344">
                  <c:v>46173</c:v>
                </c:pt>
                <c:pt idx="345">
                  <c:v>46174</c:v>
                </c:pt>
                <c:pt idx="346">
                  <c:v>46175</c:v>
                </c:pt>
                <c:pt idx="347">
                  <c:v>46176</c:v>
                </c:pt>
                <c:pt idx="348">
                  <c:v>46177</c:v>
                </c:pt>
                <c:pt idx="349">
                  <c:v>46178</c:v>
                </c:pt>
                <c:pt idx="350">
                  <c:v>46179</c:v>
                </c:pt>
                <c:pt idx="351">
                  <c:v>46180</c:v>
                </c:pt>
                <c:pt idx="352">
                  <c:v>46181</c:v>
                </c:pt>
                <c:pt idx="353">
                  <c:v>46182</c:v>
                </c:pt>
                <c:pt idx="354">
                  <c:v>46183</c:v>
                </c:pt>
                <c:pt idx="355">
                  <c:v>46184</c:v>
                </c:pt>
                <c:pt idx="356">
                  <c:v>46185</c:v>
                </c:pt>
                <c:pt idx="357">
                  <c:v>46186</c:v>
                </c:pt>
                <c:pt idx="358">
                  <c:v>46187</c:v>
                </c:pt>
                <c:pt idx="359">
                  <c:v>46188</c:v>
                </c:pt>
                <c:pt idx="360">
                  <c:v>46189</c:v>
                </c:pt>
                <c:pt idx="361">
                  <c:v>46190</c:v>
                </c:pt>
                <c:pt idx="362">
                  <c:v>46191</c:v>
                </c:pt>
                <c:pt idx="363">
                  <c:v>46192</c:v>
                </c:pt>
                <c:pt idx="364">
                  <c:v>46193</c:v>
                </c:pt>
              </c:numCache>
            </c:numRef>
          </c:cat>
          <c:val>
            <c:numRef>
              <c:f>'2G Voice'!$H$2:$H$366</c:f>
              <c:numCache>
                <c:formatCode>General</c:formatCode>
                <c:ptCount val="365"/>
                <c:pt idx="0">
                  <c:v>3957.9144999999999</c:v>
                </c:pt>
                <c:pt idx="1">
                  <c:v>3836.1205000000004</c:v>
                </c:pt>
                <c:pt idx="2">
                  <c:v>4102.6055999999999</c:v>
                </c:pt>
                <c:pt idx="3">
                  <c:v>4100.0448000000006</c:v>
                </c:pt>
                <c:pt idx="4">
                  <c:v>4083.2073999999998</c:v>
                </c:pt>
                <c:pt idx="5">
                  <c:v>4155.6252999999997</c:v>
                </c:pt>
                <c:pt idx="6">
                  <c:v>3911.2201</c:v>
                </c:pt>
                <c:pt idx="7">
                  <c:v>4044.4615000000003</c:v>
                </c:pt>
                <c:pt idx="8">
                  <c:v>4038.7483999999999</c:v>
                </c:pt>
                <c:pt idx="9">
                  <c:v>4246.4041000000007</c:v>
                </c:pt>
                <c:pt idx="10">
                  <c:v>4193.5438999999997</c:v>
                </c:pt>
                <c:pt idx="11">
                  <c:v>4059.0457999999999</c:v>
                </c:pt>
                <c:pt idx="12">
                  <c:v>4178.1794</c:v>
                </c:pt>
                <c:pt idx="13">
                  <c:v>3943.9069</c:v>
                </c:pt>
                <c:pt idx="14">
                  <c:v>3992.9306999999999</c:v>
                </c:pt>
                <c:pt idx="15">
                  <c:v>3902.5518000000002</c:v>
                </c:pt>
                <c:pt idx="16">
                  <c:v>4178.8728999999994</c:v>
                </c:pt>
                <c:pt idx="17">
                  <c:v>4233.2596000000003</c:v>
                </c:pt>
                <c:pt idx="18">
                  <c:v>4121.7547000000004</c:v>
                </c:pt>
                <c:pt idx="19">
                  <c:v>3961.0327000000002</c:v>
                </c:pt>
                <c:pt idx="20">
                  <c:v>4267.1633000000002</c:v>
                </c:pt>
                <c:pt idx="21">
                  <c:v>4099.8714</c:v>
                </c:pt>
                <c:pt idx="22">
                  <c:v>3955.1410999999998</c:v>
                </c:pt>
                <c:pt idx="23">
                  <c:v>4234.0936000000002</c:v>
                </c:pt>
                <c:pt idx="24">
                  <c:v>4265.9387999999999</c:v>
                </c:pt>
                <c:pt idx="25">
                  <c:v>4199.366</c:v>
                </c:pt>
                <c:pt idx="26">
                  <c:v>4304.0191000000004</c:v>
                </c:pt>
                <c:pt idx="27">
                  <c:v>4030.3715000000002</c:v>
                </c:pt>
                <c:pt idx="28">
                  <c:v>4280.2511000000004</c:v>
                </c:pt>
                <c:pt idx="29">
                  <c:v>4101.6747999999998</c:v>
                </c:pt>
                <c:pt idx="30">
                  <c:v>4367.6728999999996</c:v>
                </c:pt>
                <c:pt idx="31">
                  <c:v>4345.9942000000001</c:v>
                </c:pt>
                <c:pt idx="32">
                  <c:v>4300.3208999999997</c:v>
                </c:pt>
                <c:pt idx="33">
                  <c:v>4297.5751</c:v>
                </c:pt>
                <c:pt idx="34">
                  <c:v>4141.5721999999996</c:v>
                </c:pt>
                <c:pt idx="35">
                  <c:v>4179.7883999999995</c:v>
                </c:pt>
                <c:pt idx="36">
                  <c:v>3944.8681999999999</c:v>
                </c:pt>
                <c:pt idx="37">
                  <c:v>4140.0038999999997</c:v>
                </c:pt>
                <c:pt idx="38">
                  <c:v>4278.2433000000001</c:v>
                </c:pt>
                <c:pt idx="39">
                  <c:v>4210.9448999999995</c:v>
                </c:pt>
                <c:pt idx="40">
                  <c:v>4166.3015999999998</c:v>
                </c:pt>
                <c:pt idx="41">
                  <c:v>4050.5299999999997</c:v>
                </c:pt>
                <c:pt idx="42">
                  <c:v>4132.5772000000006</c:v>
                </c:pt>
                <c:pt idx="43">
                  <c:v>4105.2379000000001</c:v>
                </c:pt>
                <c:pt idx="44">
                  <c:v>4183.1797000000006</c:v>
                </c:pt>
                <c:pt idx="45">
                  <c:v>4283.7883000000002</c:v>
                </c:pt>
                <c:pt idx="46">
                  <c:v>4191.2231000000002</c:v>
                </c:pt>
                <c:pt idx="47">
                  <c:v>4071.8947000000003</c:v>
                </c:pt>
                <c:pt idx="48">
                  <c:v>3642.7298000000001</c:v>
                </c:pt>
                <c:pt idx="49">
                  <c:v>3974.9999000000003</c:v>
                </c:pt>
                <c:pt idx="50">
                  <c:v>3976.3095000000003</c:v>
                </c:pt>
                <c:pt idx="51">
                  <c:v>4135.6550999999999</c:v>
                </c:pt>
                <c:pt idx="52">
                  <c:v>4051.1017999999999</c:v>
                </c:pt>
                <c:pt idx="53">
                  <c:v>4100.1030000000001</c:v>
                </c:pt>
                <c:pt idx="54">
                  <c:v>4040.4805999999999</c:v>
                </c:pt>
                <c:pt idx="55">
                  <c:v>3960.2849999999999</c:v>
                </c:pt>
                <c:pt idx="56">
                  <c:v>3883.9603000000002</c:v>
                </c:pt>
                <c:pt idx="57">
                  <c:v>3855.1401999999998</c:v>
                </c:pt>
                <c:pt idx="58">
                  <c:v>4134.8220000000001</c:v>
                </c:pt>
                <c:pt idx="59">
                  <c:v>4145.7509</c:v>
                </c:pt>
                <c:pt idx="60">
                  <c:v>4087.4369000000002</c:v>
                </c:pt>
                <c:pt idx="61">
                  <c:v>4152.6495999999997</c:v>
                </c:pt>
                <c:pt idx="62">
                  <c:v>3930.4338000000002</c:v>
                </c:pt>
                <c:pt idx="63">
                  <c:v>3975.8096</c:v>
                </c:pt>
                <c:pt idx="64">
                  <c:v>3906.7741999999998</c:v>
                </c:pt>
                <c:pt idx="65">
                  <c:v>4138.4872999999998</c:v>
                </c:pt>
                <c:pt idx="66">
                  <c:v>4146.5306</c:v>
                </c:pt>
                <c:pt idx="67">
                  <c:v>4226.6291000000001</c:v>
                </c:pt>
                <c:pt idx="68">
                  <c:v>4127.0388999999996</c:v>
                </c:pt>
                <c:pt idx="69">
                  <c:v>3960.4183999999996</c:v>
                </c:pt>
                <c:pt idx="70">
                  <c:v>4269.6951000000008</c:v>
                </c:pt>
                <c:pt idx="71">
                  <c:v>4002.5754999999999</c:v>
                </c:pt>
                <c:pt idx="72">
                  <c:v>4235.6785</c:v>
                </c:pt>
                <c:pt idx="73">
                  <c:v>4142.7686000000003</c:v>
                </c:pt>
                <c:pt idx="74">
                  <c:v>4129.4138000000003</c:v>
                </c:pt>
                <c:pt idx="75">
                  <c:v>4318.2447000000002</c:v>
                </c:pt>
                <c:pt idx="76">
                  <c:v>3809.5526</c:v>
                </c:pt>
                <c:pt idx="77">
                  <c:v>3991.1349</c:v>
                </c:pt>
                <c:pt idx="78">
                  <c:v>3831.2069000000001</c:v>
                </c:pt>
                <c:pt idx="79">
                  <c:v>4211.5026000000007</c:v>
                </c:pt>
                <c:pt idx="80">
                  <c:v>4193.6030000000001</c:v>
                </c:pt>
                <c:pt idx="81">
                  <c:v>4311.8891000000003</c:v>
                </c:pt>
                <c:pt idx="82">
                  <c:v>4327.0883000000003</c:v>
                </c:pt>
                <c:pt idx="83">
                  <c:v>4091.8036999999999</c:v>
                </c:pt>
                <c:pt idx="84">
                  <c:v>4102.6728000000003</c:v>
                </c:pt>
                <c:pt idx="85">
                  <c:v>4086.9958000000001</c:v>
                </c:pt>
                <c:pt idx="86">
                  <c:v>4270.1572999999999</c:v>
                </c:pt>
                <c:pt idx="87">
                  <c:v>4160.5432000000001</c:v>
                </c:pt>
                <c:pt idx="88">
                  <c:v>4214.1651000000002</c:v>
                </c:pt>
                <c:pt idx="89">
                  <c:v>4252.2321999999995</c:v>
                </c:pt>
                <c:pt idx="90">
                  <c:v>4055.2919999999999</c:v>
                </c:pt>
                <c:pt idx="91">
                  <c:v>4171.0918000000001</c:v>
                </c:pt>
                <c:pt idx="92">
                  <c:v>4027.1574000000001</c:v>
                </c:pt>
                <c:pt idx="93">
                  <c:v>4122.2259999999997</c:v>
                </c:pt>
                <c:pt idx="94">
                  <c:v>4041.3539000000001</c:v>
                </c:pt>
                <c:pt idx="95">
                  <c:v>3934.4847999999997</c:v>
                </c:pt>
                <c:pt idx="96">
                  <c:v>4146.3514999999998</c:v>
                </c:pt>
                <c:pt idx="97">
                  <c:v>3909.1373999999996</c:v>
                </c:pt>
                <c:pt idx="98">
                  <c:v>3981.5880999999999</c:v>
                </c:pt>
                <c:pt idx="99">
                  <c:v>3974.2013999999999</c:v>
                </c:pt>
                <c:pt idx="100">
                  <c:v>4169.8438999999998</c:v>
                </c:pt>
                <c:pt idx="101">
                  <c:v>4246.4675999999999</c:v>
                </c:pt>
                <c:pt idx="102">
                  <c:v>4150.8669999999993</c:v>
                </c:pt>
                <c:pt idx="103">
                  <c:v>4175.7955000000002</c:v>
                </c:pt>
                <c:pt idx="104">
                  <c:v>4000.7340000000004</c:v>
                </c:pt>
                <c:pt idx="105">
                  <c:v>4103.8092999999999</c:v>
                </c:pt>
                <c:pt idx="106">
                  <c:v>3976.1691000000001</c:v>
                </c:pt>
                <c:pt idx="107">
                  <c:v>4183.4807999999994</c:v>
                </c:pt>
                <c:pt idx="108">
                  <c:v>4457.8778999999995</c:v>
                </c:pt>
                <c:pt idx="109">
                  <c:v>4415.5205000000005</c:v>
                </c:pt>
                <c:pt idx="110">
                  <c:v>4444.7028</c:v>
                </c:pt>
                <c:pt idx="111">
                  <c:v>4194.7769000000008</c:v>
                </c:pt>
                <c:pt idx="112">
                  <c:v>4256.7001</c:v>
                </c:pt>
                <c:pt idx="113">
                  <c:v>4144.8957</c:v>
                </c:pt>
                <c:pt idx="114">
                  <c:v>4296.1364000000003</c:v>
                </c:pt>
                <c:pt idx="115">
                  <c:v>4248.4288999999999</c:v>
                </c:pt>
                <c:pt idx="116">
                  <c:v>4347.2116999999998</c:v>
                </c:pt>
                <c:pt idx="117">
                  <c:v>4339.2560999999996</c:v>
                </c:pt>
                <c:pt idx="118">
                  <c:v>4132.9785000000002</c:v>
                </c:pt>
                <c:pt idx="119">
                  <c:v>3973.8633999999997</c:v>
                </c:pt>
                <c:pt idx="120">
                  <c:v>3951.1075999999998</c:v>
                </c:pt>
                <c:pt idx="121">
                  <c:v>4183.4321</c:v>
                </c:pt>
                <c:pt idx="122">
                  <c:v>4322.5834000000004</c:v>
                </c:pt>
                <c:pt idx="123">
                  <c:v>4159.5855000000001</c:v>
                </c:pt>
                <c:pt idx="124">
                  <c:v>4185.5520999999999</c:v>
                </c:pt>
                <c:pt idx="125">
                  <c:v>4168.4009999999998</c:v>
                </c:pt>
                <c:pt idx="126">
                  <c:v>4222.9418999999998</c:v>
                </c:pt>
                <c:pt idx="127">
                  <c:v>4024.2039999999997</c:v>
                </c:pt>
                <c:pt idx="128">
                  <c:v>4129.8098</c:v>
                </c:pt>
                <c:pt idx="129">
                  <c:v>7485.9511000000002</c:v>
                </c:pt>
                <c:pt idx="130">
                  <c:v>7524.9722000000002</c:v>
                </c:pt>
                <c:pt idx="131">
                  <c:v>7766.0879999999997</c:v>
                </c:pt>
                <c:pt idx="132">
                  <c:v>7438.3040000000001</c:v>
                </c:pt>
                <c:pt idx="133">
                  <c:v>7452.0879000000004</c:v>
                </c:pt>
                <c:pt idx="134">
                  <c:v>7226.5954000000002</c:v>
                </c:pt>
                <c:pt idx="135">
                  <c:v>7649.1523999999999</c:v>
                </c:pt>
                <c:pt idx="136">
                  <c:v>7758.3330999999998</c:v>
                </c:pt>
                <c:pt idx="137">
                  <c:v>7315.2633000000005</c:v>
                </c:pt>
                <c:pt idx="138">
                  <c:v>7598.4438</c:v>
                </c:pt>
                <c:pt idx="139">
                  <c:v>7239.9768999999997</c:v>
                </c:pt>
                <c:pt idx="140">
                  <c:v>7156.9463000000005</c:v>
                </c:pt>
                <c:pt idx="141">
                  <c:v>7145.3430000000008</c:v>
                </c:pt>
                <c:pt idx="142">
                  <c:v>7568.8504000000003</c:v>
                </c:pt>
                <c:pt idx="143">
                  <c:v>7629.6097</c:v>
                </c:pt>
                <c:pt idx="144">
                  <c:v>7642.9629999999997</c:v>
                </c:pt>
                <c:pt idx="145">
                  <c:v>7563.3926000000001</c:v>
                </c:pt>
                <c:pt idx="146">
                  <c:v>7204.4259999999995</c:v>
                </c:pt>
                <c:pt idx="147">
                  <c:v>7681.3373999999994</c:v>
                </c:pt>
                <c:pt idx="148">
                  <c:v>7270.0785000000005</c:v>
                </c:pt>
                <c:pt idx="149">
                  <c:v>7606.9031999999997</c:v>
                </c:pt>
                <c:pt idx="150">
                  <c:v>7522.2493999999997</c:v>
                </c:pt>
                <c:pt idx="151">
                  <c:v>7456.4924999999994</c:v>
                </c:pt>
                <c:pt idx="152">
                  <c:v>7570.0450000000001</c:v>
                </c:pt>
                <c:pt idx="153">
                  <c:v>7091.2110999999995</c:v>
                </c:pt>
                <c:pt idx="154">
                  <c:v>7369.5671000000002</c:v>
                </c:pt>
                <c:pt idx="155">
                  <c:v>7100.5971999999992</c:v>
                </c:pt>
                <c:pt idx="156">
                  <c:v>7803.058</c:v>
                </c:pt>
                <c:pt idx="157">
                  <c:v>8090.3551000000007</c:v>
                </c:pt>
                <c:pt idx="158">
                  <c:v>8624.6041999999998</c:v>
                </c:pt>
                <c:pt idx="159">
                  <c:v>8468.6589999999997</c:v>
                </c:pt>
                <c:pt idx="160">
                  <c:v>7009.3476000000001</c:v>
                </c:pt>
                <c:pt idx="161">
                  <c:v>10309.0134</c:v>
                </c:pt>
                <c:pt idx="162">
                  <c:v>8257.6407999999992</c:v>
                </c:pt>
                <c:pt idx="163">
                  <c:v>9032.8285000000014</c:v>
                </c:pt>
                <c:pt idx="164">
                  <c:v>8479.4156999999996</c:v>
                </c:pt>
                <c:pt idx="165">
                  <c:v>8456.9511999999995</c:v>
                </c:pt>
                <c:pt idx="166">
                  <c:v>8232.6085000000003</c:v>
                </c:pt>
                <c:pt idx="167">
                  <c:v>8093.5048000000006</c:v>
                </c:pt>
                <c:pt idx="168">
                  <c:v>7837.2371999999996</c:v>
                </c:pt>
                <c:pt idx="169">
                  <c:v>7722.6464999999998</c:v>
                </c:pt>
                <c:pt idx="170">
                  <c:v>8324.0292999999983</c:v>
                </c:pt>
                <c:pt idx="171">
                  <c:v>8269.8972000000012</c:v>
                </c:pt>
                <c:pt idx="172">
                  <c:v>8317.4879000000001</c:v>
                </c:pt>
                <c:pt idx="173">
                  <c:v>8201.2909999999993</c:v>
                </c:pt>
                <c:pt idx="174">
                  <c:v>7849.4872999999998</c:v>
                </c:pt>
                <c:pt idx="175">
                  <c:v>7732.4013000000004</c:v>
                </c:pt>
                <c:pt idx="176">
                  <c:v>7475.3984</c:v>
                </c:pt>
                <c:pt idx="177">
                  <c:v>8051.5715</c:v>
                </c:pt>
                <c:pt idx="178">
                  <c:v>7944.1111999999994</c:v>
                </c:pt>
                <c:pt idx="179">
                  <c:v>8025.0499</c:v>
                </c:pt>
                <c:pt idx="180">
                  <c:v>8051.683</c:v>
                </c:pt>
                <c:pt idx="181">
                  <c:v>7646.6142</c:v>
                </c:pt>
                <c:pt idx="182">
                  <c:v>7679.4965000000002</c:v>
                </c:pt>
                <c:pt idx="183">
                  <c:v>7544.9447</c:v>
                </c:pt>
                <c:pt idx="184">
                  <c:v>7982.3784999999998</c:v>
                </c:pt>
                <c:pt idx="185">
                  <c:v>7828.3451999999997</c:v>
                </c:pt>
                <c:pt idx="186">
                  <c:v>7962.8685999999998</c:v>
                </c:pt>
                <c:pt idx="187">
                  <c:v>7398.7599</c:v>
                </c:pt>
                <c:pt idx="188">
                  <c:v>7457.9669999999996</c:v>
                </c:pt>
                <c:pt idx="189">
                  <c:v>7837.2628000000004</c:v>
                </c:pt>
                <c:pt idx="190">
                  <c:v>7584.8696999999993</c:v>
                </c:pt>
                <c:pt idx="191">
                  <c:v>8144.6513999999997</c:v>
                </c:pt>
                <c:pt idx="192">
                  <c:v>8199.195099999999</c:v>
                </c:pt>
                <c:pt idx="193">
                  <c:v>8254.6003000000001</c:v>
                </c:pt>
                <c:pt idx="194">
                  <c:v>8209.5077000000001</c:v>
                </c:pt>
                <c:pt idx="195">
                  <c:v>7448.9787999999999</c:v>
                </c:pt>
                <c:pt idx="196">
                  <c:v>7437.9214999999995</c:v>
                </c:pt>
                <c:pt idx="197">
                  <c:v>7429.2417999999998</c:v>
                </c:pt>
                <c:pt idx="198">
                  <c:v>8104.3018999999995</c:v>
                </c:pt>
                <c:pt idx="199">
                  <c:v>8213.6363000000001</c:v>
                </c:pt>
                <c:pt idx="200">
                  <c:v>7712.6475</c:v>
                </c:pt>
                <c:pt idx="201">
                  <c:v>7976.9911000000002</c:v>
                </c:pt>
                <c:pt idx="202">
                  <c:v>7808.0307999999995</c:v>
                </c:pt>
                <c:pt idx="203">
                  <c:v>7770.0785999999998</c:v>
                </c:pt>
                <c:pt idx="204">
                  <c:v>7667.2485000000006</c:v>
                </c:pt>
                <c:pt idx="205">
                  <c:v>8160.1864000000005</c:v>
                </c:pt>
                <c:pt idx="206">
                  <c:v>8001.5030999999999</c:v>
                </c:pt>
                <c:pt idx="207">
                  <c:v>8280.1798999999992</c:v>
                </c:pt>
                <c:pt idx="208">
                  <c:v>7657.2412000000004</c:v>
                </c:pt>
                <c:pt idx="209">
                  <c:v>7551.5962</c:v>
                </c:pt>
                <c:pt idx="210">
                  <c:v>7650.3750999999993</c:v>
                </c:pt>
                <c:pt idx="211">
                  <c:v>7368.1394</c:v>
                </c:pt>
                <c:pt idx="212">
                  <c:v>7956.0780999999997</c:v>
                </c:pt>
                <c:pt idx="213">
                  <c:v>8010.6264000000001</c:v>
                </c:pt>
                <c:pt idx="214">
                  <c:v>8120.7779999999993</c:v>
                </c:pt>
                <c:pt idx="215">
                  <c:v>8092.4081999999999</c:v>
                </c:pt>
                <c:pt idx="216">
                  <c:v>7627.3380000000006</c:v>
                </c:pt>
                <c:pt idx="217">
                  <c:v>7828.3658999999998</c:v>
                </c:pt>
                <c:pt idx="218">
                  <c:v>7577.1124</c:v>
                </c:pt>
                <c:pt idx="219">
                  <c:v>8078.9436999999998</c:v>
                </c:pt>
                <c:pt idx="220">
                  <c:v>8071.3721999999998</c:v>
                </c:pt>
                <c:pt idx="221">
                  <c:v>8157.7691000000004</c:v>
                </c:pt>
                <c:pt idx="222">
                  <c:v>8019.0201999999999</c:v>
                </c:pt>
                <c:pt idx="223">
                  <c:v>7801.4741000000004</c:v>
                </c:pt>
                <c:pt idx="224">
                  <c:v>8036.7318999999998</c:v>
                </c:pt>
                <c:pt idx="225">
                  <c:v>7675.5650000000005</c:v>
                </c:pt>
                <c:pt idx="226">
                  <c:v>8408.0668000000005</c:v>
                </c:pt>
                <c:pt idx="227">
                  <c:v>8402.0092999999997</c:v>
                </c:pt>
                <c:pt idx="228">
                  <c:v>7996.6295999999993</c:v>
                </c:pt>
                <c:pt idx="229">
                  <c:v>8155.6450000000004</c:v>
                </c:pt>
                <c:pt idx="230">
                  <c:v>7896.3329999999996</c:v>
                </c:pt>
                <c:pt idx="231">
                  <c:v>8039.4369999999999</c:v>
                </c:pt>
                <c:pt idx="232">
                  <c:v>7942.7600999999995</c:v>
                </c:pt>
                <c:pt idx="233">
                  <c:v>8448.5951000000005</c:v>
                </c:pt>
                <c:pt idx="234">
                  <c:v>8429.6872999999996</c:v>
                </c:pt>
                <c:pt idx="235">
                  <c:v>8386.5704000000005</c:v>
                </c:pt>
                <c:pt idx="236">
                  <c:v>8462.6005000000005</c:v>
                </c:pt>
                <c:pt idx="237">
                  <c:v>8116.5531000000001</c:v>
                </c:pt>
                <c:pt idx="238">
                  <c:v>8283.6393000000007</c:v>
                </c:pt>
                <c:pt idx="239">
                  <c:v>7854.0463</c:v>
                </c:pt>
                <c:pt idx="240">
                  <c:v>8235.8741000000009</c:v>
                </c:pt>
                <c:pt idx="241">
                  <c:v>8455.0786000000007</c:v>
                </c:pt>
                <c:pt idx="242">
                  <c:v>8356.883600000001</c:v>
                </c:pt>
                <c:pt idx="243">
                  <c:v>8064.2879000000003</c:v>
                </c:pt>
                <c:pt idx="244">
                  <c:v>7794.0104000000001</c:v>
                </c:pt>
                <c:pt idx="245">
                  <c:v>7712.9661000000006</c:v>
                </c:pt>
                <c:pt idx="246">
                  <c:v>7688.2048999999997</c:v>
                </c:pt>
                <c:pt idx="247">
                  <c:v>8147.3681999999999</c:v>
                </c:pt>
                <c:pt idx="248">
                  <c:v>8084.9732000000004</c:v>
                </c:pt>
                <c:pt idx="249">
                  <c:v>8229.3852999999999</c:v>
                </c:pt>
                <c:pt idx="250">
                  <c:v>8166.7236999999996</c:v>
                </c:pt>
                <c:pt idx="251">
                  <c:v>7811.5387999999994</c:v>
                </c:pt>
                <c:pt idx="252">
                  <c:v>8074.1507000000001</c:v>
                </c:pt>
                <c:pt idx="253">
                  <c:v>7705.3373999999994</c:v>
                </c:pt>
                <c:pt idx="254">
                  <c:v>7645.9531999999999</c:v>
                </c:pt>
                <c:pt idx="255">
                  <c:v>8210.6185000000005</c:v>
                </c:pt>
                <c:pt idx="256">
                  <c:v>8084.4584000000004</c:v>
                </c:pt>
                <c:pt idx="257">
                  <c:v>8056.5792000000001</c:v>
                </c:pt>
                <c:pt idx="258">
                  <c:v>7800.5696000000007</c:v>
                </c:pt>
                <c:pt idx="259">
                  <c:v>7781.3981000000003</c:v>
                </c:pt>
                <c:pt idx="260">
                  <c:v>7537.2048000000004</c:v>
                </c:pt>
                <c:pt idx="261">
                  <c:v>8247.0861999999997</c:v>
                </c:pt>
                <c:pt idx="262">
                  <c:v>8130.5748000000003</c:v>
                </c:pt>
                <c:pt idx="263">
                  <c:v>8431.9480999999996</c:v>
                </c:pt>
                <c:pt idx="264">
                  <c:v>8319.1694000000007</c:v>
                </c:pt>
                <c:pt idx="265">
                  <c:v>7881.4326000000001</c:v>
                </c:pt>
                <c:pt idx="266">
                  <c:v>8022.1521999999995</c:v>
                </c:pt>
                <c:pt idx="267">
                  <c:v>7866.8310000000001</c:v>
                </c:pt>
                <c:pt idx="268">
                  <c:v>8427.0738000000001</c:v>
                </c:pt>
                <c:pt idx="269">
                  <c:v>8372.6664999999994</c:v>
                </c:pt>
                <c:pt idx="270">
                  <c:v>8329.1532999999999</c:v>
                </c:pt>
                <c:pt idx="271">
                  <c:v>8448.4524999999994</c:v>
                </c:pt>
                <c:pt idx="272">
                  <c:v>8383.5730000000003</c:v>
                </c:pt>
                <c:pt idx="273">
                  <c:v>8050.6554000000006</c:v>
                </c:pt>
                <c:pt idx="274">
                  <c:v>7799.2533999999996</c:v>
                </c:pt>
                <c:pt idx="275">
                  <c:v>8496.6620000000003</c:v>
                </c:pt>
                <c:pt idx="276">
                  <c:v>8533.7940999999992</c:v>
                </c:pt>
                <c:pt idx="277">
                  <c:v>8530.3071</c:v>
                </c:pt>
                <c:pt idx="278">
                  <c:v>8546.5497999999989</c:v>
                </c:pt>
                <c:pt idx="279">
                  <c:v>8071.6454999999996</c:v>
                </c:pt>
                <c:pt idx="280">
                  <c:v>8235.1704000000009</c:v>
                </c:pt>
                <c:pt idx="281">
                  <c:v>7969.1293999999998</c:v>
                </c:pt>
                <c:pt idx="282">
                  <c:v>8624.9247999999989</c:v>
                </c:pt>
                <c:pt idx="283">
                  <c:v>8513.8241999999991</c:v>
                </c:pt>
                <c:pt idx="284">
                  <c:v>8469.3454999999994</c:v>
                </c:pt>
                <c:pt idx="285">
                  <c:v>8213.019400000001</c:v>
                </c:pt>
                <c:pt idx="286">
                  <c:v>7422.7753999999995</c:v>
                </c:pt>
                <c:pt idx="287">
                  <c:v>8072.0527000000002</c:v>
                </c:pt>
                <c:pt idx="288">
                  <c:v>7885.0317000000005</c:v>
                </c:pt>
                <c:pt idx="289">
                  <c:v>8192.9297999999999</c:v>
                </c:pt>
                <c:pt idx="290">
                  <c:v>8229.5741999999991</c:v>
                </c:pt>
                <c:pt idx="291">
                  <c:v>8475.1956999999984</c:v>
                </c:pt>
                <c:pt idx="292">
                  <c:v>8422.0938999999998</c:v>
                </c:pt>
                <c:pt idx="293">
                  <c:v>8115.3842999999997</c:v>
                </c:pt>
                <c:pt idx="294">
                  <c:v>8165.0573999999997</c:v>
                </c:pt>
                <c:pt idx="295">
                  <c:v>7827.9472000000005</c:v>
                </c:pt>
                <c:pt idx="296">
                  <c:v>7452.5376999999999</c:v>
                </c:pt>
                <c:pt idx="297">
                  <c:v>7552.4216999999999</c:v>
                </c:pt>
                <c:pt idx="298">
                  <c:v>8072.7721999999994</c:v>
                </c:pt>
                <c:pt idx="299">
                  <c:v>8197.8624</c:v>
                </c:pt>
                <c:pt idx="300">
                  <c:v>7733.5002000000004</c:v>
                </c:pt>
                <c:pt idx="301">
                  <c:v>7970.8766000000005</c:v>
                </c:pt>
                <c:pt idx="302">
                  <c:v>7882.7563</c:v>
                </c:pt>
                <c:pt idx="303">
                  <c:v>8729.7006000000001</c:v>
                </c:pt>
                <c:pt idx="304">
                  <c:v>8609.2709000000013</c:v>
                </c:pt>
                <c:pt idx="305">
                  <c:v>8388.1291999999994</c:v>
                </c:pt>
                <c:pt idx="306">
                  <c:v>8312.9760000000006</c:v>
                </c:pt>
                <c:pt idx="307">
                  <c:v>7917.7668000000003</c:v>
                </c:pt>
                <c:pt idx="308">
                  <c:v>8099.1451999999999</c:v>
                </c:pt>
                <c:pt idx="309">
                  <c:v>7846.0940000000001</c:v>
                </c:pt>
                <c:pt idx="310">
                  <c:v>8384.7574999999997</c:v>
                </c:pt>
                <c:pt idx="311">
                  <c:v>8436.7649000000001</c:v>
                </c:pt>
                <c:pt idx="312">
                  <c:v>8461.5025999999998</c:v>
                </c:pt>
                <c:pt idx="313">
                  <c:v>8558.0154999999995</c:v>
                </c:pt>
                <c:pt idx="314">
                  <c:v>7513.2866999999997</c:v>
                </c:pt>
                <c:pt idx="315">
                  <c:v>8183.2327999999998</c:v>
                </c:pt>
                <c:pt idx="316">
                  <c:v>8017.1045999999997</c:v>
                </c:pt>
                <c:pt idx="317">
                  <c:v>8308.6972000000005</c:v>
                </c:pt>
                <c:pt idx="318">
                  <c:v>8401.2710000000006</c:v>
                </c:pt>
                <c:pt idx="319">
                  <c:v>8505.1671999999999</c:v>
                </c:pt>
                <c:pt idx="320">
                  <c:v>8501.2741999999998</c:v>
                </c:pt>
                <c:pt idx="321">
                  <c:v>8085.7219999999998</c:v>
                </c:pt>
                <c:pt idx="322">
                  <c:v>7660.4408999999996</c:v>
                </c:pt>
                <c:pt idx="323">
                  <c:v>7803.5494999999992</c:v>
                </c:pt>
                <c:pt idx="324">
                  <c:v>8143.6072999999997</c:v>
                </c:pt>
                <c:pt idx="325">
                  <c:v>8351.4765000000007</c:v>
                </c:pt>
                <c:pt idx="326">
                  <c:v>8469.5704000000005</c:v>
                </c:pt>
                <c:pt idx="327">
                  <c:v>8340.2510000000002</c:v>
                </c:pt>
                <c:pt idx="328">
                  <c:v>8024.1423000000004</c:v>
                </c:pt>
                <c:pt idx="329">
                  <c:v>8156.5742</c:v>
                </c:pt>
                <c:pt idx="330">
                  <c:v>7957.5490999999993</c:v>
                </c:pt>
                <c:pt idx="331">
                  <c:v>8437.1767</c:v>
                </c:pt>
                <c:pt idx="332">
                  <c:v>8493.3616000000002</c:v>
                </c:pt>
                <c:pt idx="333">
                  <c:v>8478.3660999999993</c:v>
                </c:pt>
                <c:pt idx="334">
                  <c:v>8476.9764000000014</c:v>
                </c:pt>
                <c:pt idx="335">
                  <c:v>8138.7812000000004</c:v>
                </c:pt>
                <c:pt idx="336">
                  <c:v>8102.0999999999995</c:v>
                </c:pt>
                <c:pt idx="337">
                  <c:v>7964.8679000000002</c:v>
                </c:pt>
                <c:pt idx="338">
                  <c:v>8555.8881000000001</c:v>
                </c:pt>
                <c:pt idx="339">
                  <c:v>8552.7142999999996</c:v>
                </c:pt>
                <c:pt idx="340">
                  <c:v>8667.2448000000004</c:v>
                </c:pt>
                <c:pt idx="341">
                  <c:v>8035.2028</c:v>
                </c:pt>
                <c:pt idx="342">
                  <c:v>7875.2916000000005</c:v>
                </c:pt>
                <c:pt idx="343">
                  <c:v>7695.9263999999994</c:v>
                </c:pt>
                <c:pt idx="344">
                  <c:v>7765.3937999999998</c:v>
                </c:pt>
                <c:pt idx="345">
                  <c:v>8478.2965000000004</c:v>
                </c:pt>
                <c:pt idx="346">
                  <c:v>8602.5694000000003</c:v>
                </c:pt>
                <c:pt idx="347">
                  <c:v>8573.0248000000011</c:v>
                </c:pt>
                <c:pt idx="348">
                  <c:v>8493.9953999999998</c:v>
                </c:pt>
                <c:pt idx="349">
                  <c:v>8104.7214000000004</c:v>
                </c:pt>
                <c:pt idx="350">
                  <c:v>8265.0225000000009</c:v>
                </c:pt>
                <c:pt idx="351">
                  <c:v>8002.6487999999999</c:v>
                </c:pt>
                <c:pt idx="352">
                  <c:v>8391.9736999999986</c:v>
                </c:pt>
                <c:pt idx="353">
                  <c:v>8153.2558000000008</c:v>
                </c:pt>
                <c:pt idx="354">
                  <c:v>8208.4151999999995</c:v>
                </c:pt>
                <c:pt idx="355">
                  <c:v>8232.1828000000005</c:v>
                </c:pt>
                <c:pt idx="356">
                  <c:v>7626.6390999999994</c:v>
                </c:pt>
                <c:pt idx="357">
                  <c:v>7959.0029999999997</c:v>
                </c:pt>
                <c:pt idx="358">
                  <c:v>7739.8038000000006</c:v>
                </c:pt>
                <c:pt idx="359">
                  <c:v>8152.6881000000003</c:v>
                </c:pt>
                <c:pt idx="360">
                  <c:v>8056.4740000000002</c:v>
                </c:pt>
                <c:pt idx="361">
                  <c:v>8013.4341999999997</c:v>
                </c:pt>
                <c:pt idx="362">
                  <c:v>8050.5414000000001</c:v>
                </c:pt>
                <c:pt idx="363">
                  <c:v>7765.3141000000005</c:v>
                </c:pt>
                <c:pt idx="364">
                  <c:v>8236.2358999999997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6-3EE5-4250-9F12-058A17DFE5A6}"/>
            </c:ext>
          </c:extLst>
        </c:ser>
        <c:ser>
          <c:idx val="7"/>
          <c:order val="7"/>
          <c:tx>
            <c:strRef>
              <c:f>'2G Voice'!$I$1</c:f>
              <c:strCache>
                <c:ptCount val="1"/>
                <c:pt idx="0">
                  <c:v>Trincomalee</c:v>
                </c:pt>
              </c:strCache>
            </c:strRef>
          </c:tx>
          <c:spPr>
            <a:ln w="28575" cap="rnd">
              <a:solidFill>
                <a:schemeClr val="accent2">
                  <a:lumMod val="60000"/>
                </a:schemeClr>
              </a:solidFill>
              <a:round/>
            </a:ln>
            <a:effectLst/>
          </c:spPr>
          <c:marker>
            <c:symbol val="none"/>
          </c:marker>
          <c:cat>
            <c:numRef>
              <c:f>'2G Voice'!$A$2:$A$366</c:f>
              <c:numCache>
                <c:formatCode>m/d/yyyy</c:formatCode>
                <c:ptCount val="365"/>
                <c:pt idx="0">
                  <c:v>45829</c:v>
                </c:pt>
                <c:pt idx="1">
                  <c:v>45830</c:v>
                </c:pt>
                <c:pt idx="2">
                  <c:v>45831</c:v>
                </c:pt>
                <c:pt idx="3">
                  <c:v>45832</c:v>
                </c:pt>
                <c:pt idx="4">
                  <c:v>45833</c:v>
                </c:pt>
                <c:pt idx="5">
                  <c:v>45834</c:v>
                </c:pt>
                <c:pt idx="6">
                  <c:v>45835</c:v>
                </c:pt>
                <c:pt idx="7">
                  <c:v>45836</c:v>
                </c:pt>
                <c:pt idx="8">
                  <c:v>45837</c:v>
                </c:pt>
                <c:pt idx="9">
                  <c:v>45838</c:v>
                </c:pt>
                <c:pt idx="10">
                  <c:v>45839</c:v>
                </c:pt>
                <c:pt idx="11">
                  <c:v>45840</c:v>
                </c:pt>
                <c:pt idx="12">
                  <c:v>45841</c:v>
                </c:pt>
                <c:pt idx="13">
                  <c:v>45842</c:v>
                </c:pt>
                <c:pt idx="14">
                  <c:v>45843</c:v>
                </c:pt>
                <c:pt idx="15">
                  <c:v>45844</c:v>
                </c:pt>
                <c:pt idx="16">
                  <c:v>45845</c:v>
                </c:pt>
                <c:pt idx="17">
                  <c:v>45846</c:v>
                </c:pt>
                <c:pt idx="18">
                  <c:v>45847</c:v>
                </c:pt>
                <c:pt idx="19">
                  <c:v>45848</c:v>
                </c:pt>
                <c:pt idx="20">
                  <c:v>45849</c:v>
                </c:pt>
                <c:pt idx="21">
                  <c:v>45850</c:v>
                </c:pt>
                <c:pt idx="22">
                  <c:v>45851</c:v>
                </c:pt>
                <c:pt idx="23">
                  <c:v>45852</c:v>
                </c:pt>
                <c:pt idx="24">
                  <c:v>45853</c:v>
                </c:pt>
                <c:pt idx="25">
                  <c:v>45854</c:v>
                </c:pt>
                <c:pt idx="26">
                  <c:v>45855</c:v>
                </c:pt>
                <c:pt idx="27">
                  <c:v>45856</c:v>
                </c:pt>
                <c:pt idx="28">
                  <c:v>45857</c:v>
                </c:pt>
                <c:pt idx="29">
                  <c:v>45858</c:v>
                </c:pt>
                <c:pt idx="30">
                  <c:v>45859</c:v>
                </c:pt>
                <c:pt idx="31">
                  <c:v>45860</c:v>
                </c:pt>
                <c:pt idx="32">
                  <c:v>45861</c:v>
                </c:pt>
                <c:pt idx="33">
                  <c:v>45862</c:v>
                </c:pt>
                <c:pt idx="34">
                  <c:v>45863</c:v>
                </c:pt>
                <c:pt idx="35">
                  <c:v>45864</c:v>
                </c:pt>
                <c:pt idx="36">
                  <c:v>45865</c:v>
                </c:pt>
                <c:pt idx="37">
                  <c:v>45866</c:v>
                </c:pt>
                <c:pt idx="38">
                  <c:v>45867</c:v>
                </c:pt>
                <c:pt idx="39">
                  <c:v>45868</c:v>
                </c:pt>
                <c:pt idx="40">
                  <c:v>45869</c:v>
                </c:pt>
                <c:pt idx="41">
                  <c:v>45870</c:v>
                </c:pt>
                <c:pt idx="42">
                  <c:v>45871</c:v>
                </c:pt>
                <c:pt idx="43">
                  <c:v>45872</c:v>
                </c:pt>
                <c:pt idx="44">
                  <c:v>45873</c:v>
                </c:pt>
                <c:pt idx="45">
                  <c:v>45874</c:v>
                </c:pt>
                <c:pt idx="46">
                  <c:v>45875</c:v>
                </c:pt>
                <c:pt idx="47">
                  <c:v>45876</c:v>
                </c:pt>
                <c:pt idx="48">
                  <c:v>45877</c:v>
                </c:pt>
                <c:pt idx="49">
                  <c:v>45878</c:v>
                </c:pt>
                <c:pt idx="50">
                  <c:v>45879</c:v>
                </c:pt>
                <c:pt idx="51">
                  <c:v>45880</c:v>
                </c:pt>
                <c:pt idx="52">
                  <c:v>45881</c:v>
                </c:pt>
                <c:pt idx="53">
                  <c:v>45882</c:v>
                </c:pt>
                <c:pt idx="54">
                  <c:v>45883</c:v>
                </c:pt>
                <c:pt idx="55">
                  <c:v>45884</c:v>
                </c:pt>
                <c:pt idx="56">
                  <c:v>45885</c:v>
                </c:pt>
                <c:pt idx="57">
                  <c:v>45886</c:v>
                </c:pt>
                <c:pt idx="58">
                  <c:v>45887</c:v>
                </c:pt>
                <c:pt idx="59">
                  <c:v>45888</c:v>
                </c:pt>
                <c:pt idx="60">
                  <c:v>45889</c:v>
                </c:pt>
                <c:pt idx="61">
                  <c:v>45890</c:v>
                </c:pt>
                <c:pt idx="62">
                  <c:v>45891</c:v>
                </c:pt>
                <c:pt idx="63">
                  <c:v>45892</c:v>
                </c:pt>
                <c:pt idx="64">
                  <c:v>45893</c:v>
                </c:pt>
                <c:pt idx="65">
                  <c:v>45894</c:v>
                </c:pt>
                <c:pt idx="66">
                  <c:v>45895</c:v>
                </c:pt>
                <c:pt idx="67">
                  <c:v>45896</c:v>
                </c:pt>
                <c:pt idx="68">
                  <c:v>45897</c:v>
                </c:pt>
                <c:pt idx="69">
                  <c:v>45898</c:v>
                </c:pt>
                <c:pt idx="70">
                  <c:v>45899</c:v>
                </c:pt>
                <c:pt idx="71">
                  <c:v>45900</c:v>
                </c:pt>
                <c:pt idx="72">
                  <c:v>45901</c:v>
                </c:pt>
                <c:pt idx="73">
                  <c:v>45902</c:v>
                </c:pt>
                <c:pt idx="74">
                  <c:v>45903</c:v>
                </c:pt>
                <c:pt idx="75">
                  <c:v>45904</c:v>
                </c:pt>
                <c:pt idx="76">
                  <c:v>45905</c:v>
                </c:pt>
                <c:pt idx="77">
                  <c:v>45906</c:v>
                </c:pt>
                <c:pt idx="78">
                  <c:v>45907</c:v>
                </c:pt>
                <c:pt idx="79">
                  <c:v>45908</c:v>
                </c:pt>
                <c:pt idx="80">
                  <c:v>45909</c:v>
                </c:pt>
                <c:pt idx="81">
                  <c:v>45910</c:v>
                </c:pt>
                <c:pt idx="82">
                  <c:v>45911</c:v>
                </c:pt>
                <c:pt idx="83">
                  <c:v>45912</c:v>
                </c:pt>
                <c:pt idx="84">
                  <c:v>45913</c:v>
                </c:pt>
                <c:pt idx="85">
                  <c:v>45914</c:v>
                </c:pt>
                <c:pt idx="86">
                  <c:v>45915</c:v>
                </c:pt>
                <c:pt idx="87">
                  <c:v>45916</c:v>
                </c:pt>
                <c:pt idx="88">
                  <c:v>45917</c:v>
                </c:pt>
                <c:pt idx="89">
                  <c:v>45918</c:v>
                </c:pt>
                <c:pt idx="90">
                  <c:v>45919</c:v>
                </c:pt>
                <c:pt idx="91">
                  <c:v>45920</c:v>
                </c:pt>
                <c:pt idx="92">
                  <c:v>45921</c:v>
                </c:pt>
                <c:pt idx="93">
                  <c:v>45922</c:v>
                </c:pt>
                <c:pt idx="94">
                  <c:v>45923</c:v>
                </c:pt>
                <c:pt idx="95">
                  <c:v>45924</c:v>
                </c:pt>
                <c:pt idx="96">
                  <c:v>45925</c:v>
                </c:pt>
                <c:pt idx="97">
                  <c:v>45926</c:v>
                </c:pt>
                <c:pt idx="98">
                  <c:v>45927</c:v>
                </c:pt>
                <c:pt idx="99">
                  <c:v>45928</c:v>
                </c:pt>
                <c:pt idx="100">
                  <c:v>45929</c:v>
                </c:pt>
                <c:pt idx="101">
                  <c:v>45930</c:v>
                </c:pt>
                <c:pt idx="102">
                  <c:v>45931</c:v>
                </c:pt>
                <c:pt idx="103">
                  <c:v>45932</c:v>
                </c:pt>
                <c:pt idx="104">
                  <c:v>45933</c:v>
                </c:pt>
                <c:pt idx="105">
                  <c:v>45934</c:v>
                </c:pt>
                <c:pt idx="106">
                  <c:v>45935</c:v>
                </c:pt>
                <c:pt idx="107">
                  <c:v>45936</c:v>
                </c:pt>
                <c:pt idx="108">
                  <c:v>45937</c:v>
                </c:pt>
                <c:pt idx="109">
                  <c:v>45938</c:v>
                </c:pt>
                <c:pt idx="110">
                  <c:v>45939</c:v>
                </c:pt>
                <c:pt idx="111">
                  <c:v>45940</c:v>
                </c:pt>
                <c:pt idx="112">
                  <c:v>45941</c:v>
                </c:pt>
                <c:pt idx="113">
                  <c:v>45942</c:v>
                </c:pt>
                <c:pt idx="114">
                  <c:v>45943</c:v>
                </c:pt>
                <c:pt idx="115">
                  <c:v>45944</c:v>
                </c:pt>
                <c:pt idx="116">
                  <c:v>45945</c:v>
                </c:pt>
                <c:pt idx="117">
                  <c:v>45946</c:v>
                </c:pt>
                <c:pt idx="118">
                  <c:v>45947</c:v>
                </c:pt>
                <c:pt idx="119">
                  <c:v>45948</c:v>
                </c:pt>
                <c:pt idx="120">
                  <c:v>45949</c:v>
                </c:pt>
                <c:pt idx="121">
                  <c:v>45950</c:v>
                </c:pt>
                <c:pt idx="122">
                  <c:v>45951</c:v>
                </c:pt>
                <c:pt idx="123">
                  <c:v>45952</c:v>
                </c:pt>
                <c:pt idx="124">
                  <c:v>45953</c:v>
                </c:pt>
                <c:pt idx="125">
                  <c:v>45954</c:v>
                </c:pt>
                <c:pt idx="126">
                  <c:v>45955</c:v>
                </c:pt>
                <c:pt idx="127">
                  <c:v>45956</c:v>
                </c:pt>
                <c:pt idx="128">
                  <c:v>45957</c:v>
                </c:pt>
                <c:pt idx="129">
                  <c:v>45958</c:v>
                </c:pt>
                <c:pt idx="130">
                  <c:v>45959</c:v>
                </c:pt>
                <c:pt idx="131">
                  <c:v>45960</c:v>
                </c:pt>
                <c:pt idx="132">
                  <c:v>45961</c:v>
                </c:pt>
                <c:pt idx="133">
                  <c:v>45962</c:v>
                </c:pt>
                <c:pt idx="134">
                  <c:v>45963</c:v>
                </c:pt>
                <c:pt idx="135">
                  <c:v>45964</c:v>
                </c:pt>
                <c:pt idx="136">
                  <c:v>45965</c:v>
                </c:pt>
                <c:pt idx="137">
                  <c:v>45966</c:v>
                </c:pt>
                <c:pt idx="138">
                  <c:v>45967</c:v>
                </c:pt>
                <c:pt idx="139">
                  <c:v>45968</c:v>
                </c:pt>
                <c:pt idx="140">
                  <c:v>45969</c:v>
                </c:pt>
                <c:pt idx="141">
                  <c:v>45970</c:v>
                </c:pt>
                <c:pt idx="142">
                  <c:v>45971</c:v>
                </c:pt>
                <c:pt idx="143">
                  <c:v>45972</c:v>
                </c:pt>
                <c:pt idx="144">
                  <c:v>45973</c:v>
                </c:pt>
                <c:pt idx="145">
                  <c:v>45974</c:v>
                </c:pt>
                <c:pt idx="146">
                  <c:v>45975</c:v>
                </c:pt>
                <c:pt idx="147">
                  <c:v>45976</c:v>
                </c:pt>
                <c:pt idx="148">
                  <c:v>45977</c:v>
                </c:pt>
                <c:pt idx="149">
                  <c:v>45978</c:v>
                </c:pt>
                <c:pt idx="150">
                  <c:v>45979</c:v>
                </c:pt>
                <c:pt idx="151">
                  <c:v>45980</c:v>
                </c:pt>
                <c:pt idx="152">
                  <c:v>45981</c:v>
                </c:pt>
                <c:pt idx="153">
                  <c:v>45982</c:v>
                </c:pt>
                <c:pt idx="154">
                  <c:v>45983</c:v>
                </c:pt>
                <c:pt idx="155">
                  <c:v>45984</c:v>
                </c:pt>
                <c:pt idx="156">
                  <c:v>45985</c:v>
                </c:pt>
                <c:pt idx="157">
                  <c:v>45986</c:v>
                </c:pt>
                <c:pt idx="158">
                  <c:v>45987</c:v>
                </c:pt>
                <c:pt idx="159">
                  <c:v>45988</c:v>
                </c:pt>
                <c:pt idx="160">
                  <c:v>45989</c:v>
                </c:pt>
                <c:pt idx="161">
                  <c:v>45990</c:v>
                </c:pt>
                <c:pt idx="162">
                  <c:v>45991</c:v>
                </c:pt>
                <c:pt idx="163">
                  <c:v>45992</c:v>
                </c:pt>
                <c:pt idx="164">
                  <c:v>45993</c:v>
                </c:pt>
                <c:pt idx="165">
                  <c:v>45994</c:v>
                </c:pt>
                <c:pt idx="166">
                  <c:v>45995</c:v>
                </c:pt>
                <c:pt idx="167">
                  <c:v>45996</c:v>
                </c:pt>
                <c:pt idx="168">
                  <c:v>45997</c:v>
                </c:pt>
                <c:pt idx="169">
                  <c:v>45998</c:v>
                </c:pt>
                <c:pt idx="170">
                  <c:v>45999</c:v>
                </c:pt>
                <c:pt idx="171">
                  <c:v>46000</c:v>
                </c:pt>
                <c:pt idx="172">
                  <c:v>46001</c:v>
                </c:pt>
                <c:pt idx="173">
                  <c:v>46002</c:v>
                </c:pt>
                <c:pt idx="174">
                  <c:v>46003</c:v>
                </c:pt>
                <c:pt idx="175">
                  <c:v>46004</c:v>
                </c:pt>
                <c:pt idx="176">
                  <c:v>46005</c:v>
                </c:pt>
                <c:pt idx="177">
                  <c:v>46006</c:v>
                </c:pt>
                <c:pt idx="178">
                  <c:v>46007</c:v>
                </c:pt>
                <c:pt idx="179">
                  <c:v>46008</c:v>
                </c:pt>
                <c:pt idx="180">
                  <c:v>46009</c:v>
                </c:pt>
                <c:pt idx="181">
                  <c:v>46010</c:v>
                </c:pt>
                <c:pt idx="182">
                  <c:v>46011</c:v>
                </c:pt>
                <c:pt idx="183">
                  <c:v>46012</c:v>
                </c:pt>
                <c:pt idx="184">
                  <c:v>46013</c:v>
                </c:pt>
                <c:pt idx="185">
                  <c:v>46014</c:v>
                </c:pt>
                <c:pt idx="186">
                  <c:v>46015</c:v>
                </c:pt>
                <c:pt idx="187">
                  <c:v>46016</c:v>
                </c:pt>
                <c:pt idx="188">
                  <c:v>46017</c:v>
                </c:pt>
                <c:pt idx="189">
                  <c:v>46018</c:v>
                </c:pt>
                <c:pt idx="190">
                  <c:v>46019</c:v>
                </c:pt>
                <c:pt idx="191">
                  <c:v>46020</c:v>
                </c:pt>
                <c:pt idx="192">
                  <c:v>46021</c:v>
                </c:pt>
                <c:pt idx="193">
                  <c:v>46022</c:v>
                </c:pt>
                <c:pt idx="194">
                  <c:v>46023</c:v>
                </c:pt>
                <c:pt idx="195">
                  <c:v>46024</c:v>
                </c:pt>
                <c:pt idx="196">
                  <c:v>46025</c:v>
                </c:pt>
                <c:pt idx="197">
                  <c:v>46026</c:v>
                </c:pt>
                <c:pt idx="198">
                  <c:v>46027</c:v>
                </c:pt>
                <c:pt idx="199">
                  <c:v>46028</c:v>
                </c:pt>
                <c:pt idx="200">
                  <c:v>46029</c:v>
                </c:pt>
                <c:pt idx="201">
                  <c:v>46030</c:v>
                </c:pt>
                <c:pt idx="202">
                  <c:v>46031</c:v>
                </c:pt>
                <c:pt idx="203">
                  <c:v>46032</c:v>
                </c:pt>
                <c:pt idx="204">
                  <c:v>46033</c:v>
                </c:pt>
                <c:pt idx="205">
                  <c:v>46034</c:v>
                </c:pt>
                <c:pt idx="206">
                  <c:v>46035</c:v>
                </c:pt>
                <c:pt idx="207">
                  <c:v>46036</c:v>
                </c:pt>
                <c:pt idx="208">
                  <c:v>46037</c:v>
                </c:pt>
                <c:pt idx="209">
                  <c:v>46038</c:v>
                </c:pt>
                <c:pt idx="210">
                  <c:v>46039</c:v>
                </c:pt>
                <c:pt idx="211">
                  <c:v>46040</c:v>
                </c:pt>
                <c:pt idx="212">
                  <c:v>46041</c:v>
                </c:pt>
                <c:pt idx="213">
                  <c:v>46042</c:v>
                </c:pt>
                <c:pt idx="214">
                  <c:v>46043</c:v>
                </c:pt>
                <c:pt idx="215">
                  <c:v>46044</c:v>
                </c:pt>
                <c:pt idx="216">
                  <c:v>46045</c:v>
                </c:pt>
                <c:pt idx="217">
                  <c:v>46046</c:v>
                </c:pt>
                <c:pt idx="218">
                  <c:v>46047</c:v>
                </c:pt>
                <c:pt idx="219">
                  <c:v>46048</c:v>
                </c:pt>
                <c:pt idx="220">
                  <c:v>46049</c:v>
                </c:pt>
                <c:pt idx="221">
                  <c:v>46050</c:v>
                </c:pt>
                <c:pt idx="222">
                  <c:v>46051</c:v>
                </c:pt>
                <c:pt idx="223">
                  <c:v>46052</c:v>
                </c:pt>
                <c:pt idx="224">
                  <c:v>46053</c:v>
                </c:pt>
                <c:pt idx="225">
                  <c:v>46054</c:v>
                </c:pt>
                <c:pt idx="226">
                  <c:v>46055</c:v>
                </c:pt>
                <c:pt idx="227">
                  <c:v>46056</c:v>
                </c:pt>
                <c:pt idx="228">
                  <c:v>46057</c:v>
                </c:pt>
                <c:pt idx="229">
                  <c:v>46058</c:v>
                </c:pt>
                <c:pt idx="230">
                  <c:v>46059</c:v>
                </c:pt>
                <c:pt idx="231">
                  <c:v>46060</c:v>
                </c:pt>
                <c:pt idx="232">
                  <c:v>46061</c:v>
                </c:pt>
                <c:pt idx="233">
                  <c:v>46062</c:v>
                </c:pt>
                <c:pt idx="234">
                  <c:v>46063</c:v>
                </c:pt>
                <c:pt idx="235">
                  <c:v>46064</c:v>
                </c:pt>
                <c:pt idx="236">
                  <c:v>46065</c:v>
                </c:pt>
                <c:pt idx="237">
                  <c:v>46066</c:v>
                </c:pt>
                <c:pt idx="238">
                  <c:v>46067</c:v>
                </c:pt>
                <c:pt idx="239">
                  <c:v>46068</c:v>
                </c:pt>
                <c:pt idx="240">
                  <c:v>46069</c:v>
                </c:pt>
                <c:pt idx="241">
                  <c:v>46070</c:v>
                </c:pt>
                <c:pt idx="242">
                  <c:v>46071</c:v>
                </c:pt>
                <c:pt idx="243">
                  <c:v>46072</c:v>
                </c:pt>
                <c:pt idx="244">
                  <c:v>46073</c:v>
                </c:pt>
                <c:pt idx="245">
                  <c:v>46074</c:v>
                </c:pt>
                <c:pt idx="246">
                  <c:v>46075</c:v>
                </c:pt>
                <c:pt idx="247">
                  <c:v>46076</c:v>
                </c:pt>
                <c:pt idx="248">
                  <c:v>46077</c:v>
                </c:pt>
                <c:pt idx="249">
                  <c:v>46078</c:v>
                </c:pt>
                <c:pt idx="250">
                  <c:v>46079</c:v>
                </c:pt>
                <c:pt idx="251">
                  <c:v>46080</c:v>
                </c:pt>
                <c:pt idx="252">
                  <c:v>46081</c:v>
                </c:pt>
                <c:pt idx="253">
                  <c:v>46082</c:v>
                </c:pt>
                <c:pt idx="254">
                  <c:v>46083</c:v>
                </c:pt>
                <c:pt idx="255">
                  <c:v>46084</c:v>
                </c:pt>
                <c:pt idx="256">
                  <c:v>46085</c:v>
                </c:pt>
                <c:pt idx="257">
                  <c:v>46086</c:v>
                </c:pt>
                <c:pt idx="258">
                  <c:v>46087</c:v>
                </c:pt>
                <c:pt idx="259">
                  <c:v>46088</c:v>
                </c:pt>
                <c:pt idx="260">
                  <c:v>46089</c:v>
                </c:pt>
                <c:pt idx="261">
                  <c:v>46090</c:v>
                </c:pt>
                <c:pt idx="262">
                  <c:v>46091</c:v>
                </c:pt>
                <c:pt idx="263">
                  <c:v>46092</c:v>
                </c:pt>
                <c:pt idx="264">
                  <c:v>46093</c:v>
                </c:pt>
                <c:pt idx="265">
                  <c:v>46094</c:v>
                </c:pt>
                <c:pt idx="266">
                  <c:v>46095</c:v>
                </c:pt>
                <c:pt idx="267">
                  <c:v>46096</c:v>
                </c:pt>
                <c:pt idx="268">
                  <c:v>46097</c:v>
                </c:pt>
                <c:pt idx="269">
                  <c:v>46098</c:v>
                </c:pt>
                <c:pt idx="270">
                  <c:v>46099</c:v>
                </c:pt>
                <c:pt idx="271">
                  <c:v>46100</c:v>
                </c:pt>
                <c:pt idx="272">
                  <c:v>46101</c:v>
                </c:pt>
                <c:pt idx="273">
                  <c:v>46102</c:v>
                </c:pt>
                <c:pt idx="274">
                  <c:v>46103</c:v>
                </c:pt>
                <c:pt idx="275">
                  <c:v>46104</c:v>
                </c:pt>
                <c:pt idx="276">
                  <c:v>46105</c:v>
                </c:pt>
                <c:pt idx="277">
                  <c:v>46106</c:v>
                </c:pt>
                <c:pt idx="278">
                  <c:v>46107</c:v>
                </c:pt>
                <c:pt idx="279">
                  <c:v>46108</c:v>
                </c:pt>
                <c:pt idx="280">
                  <c:v>46109</c:v>
                </c:pt>
                <c:pt idx="281">
                  <c:v>46110</c:v>
                </c:pt>
                <c:pt idx="282">
                  <c:v>46111</c:v>
                </c:pt>
                <c:pt idx="283">
                  <c:v>46112</c:v>
                </c:pt>
                <c:pt idx="284">
                  <c:v>46113</c:v>
                </c:pt>
                <c:pt idx="285">
                  <c:v>46114</c:v>
                </c:pt>
                <c:pt idx="286">
                  <c:v>46115</c:v>
                </c:pt>
                <c:pt idx="287">
                  <c:v>46116</c:v>
                </c:pt>
                <c:pt idx="288">
                  <c:v>46117</c:v>
                </c:pt>
                <c:pt idx="289">
                  <c:v>46118</c:v>
                </c:pt>
                <c:pt idx="290">
                  <c:v>46119</c:v>
                </c:pt>
                <c:pt idx="291">
                  <c:v>46120</c:v>
                </c:pt>
                <c:pt idx="292">
                  <c:v>46121</c:v>
                </c:pt>
                <c:pt idx="293">
                  <c:v>46122</c:v>
                </c:pt>
                <c:pt idx="294">
                  <c:v>46123</c:v>
                </c:pt>
                <c:pt idx="295">
                  <c:v>46124</c:v>
                </c:pt>
                <c:pt idx="296">
                  <c:v>46125</c:v>
                </c:pt>
                <c:pt idx="297">
                  <c:v>46126</c:v>
                </c:pt>
                <c:pt idx="298">
                  <c:v>46127</c:v>
                </c:pt>
                <c:pt idx="299">
                  <c:v>46128</c:v>
                </c:pt>
                <c:pt idx="300">
                  <c:v>46129</c:v>
                </c:pt>
                <c:pt idx="301">
                  <c:v>46130</c:v>
                </c:pt>
                <c:pt idx="302">
                  <c:v>46131</c:v>
                </c:pt>
                <c:pt idx="303">
                  <c:v>46132</c:v>
                </c:pt>
                <c:pt idx="304">
                  <c:v>46133</c:v>
                </c:pt>
                <c:pt idx="305">
                  <c:v>46134</c:v>
                </c:pt>
                <c:pt idx="306">
                  <c:v>46135</c:v>
                </c:pt>
                <c:pt idx="307">
                  <c:v>46136</c:v>
                </c:pt>
                <c:pt idx="308">
                  <c:v>46137</c:v>
                </c:pt>
                <c:pt idx="309">
                  <c:v>46138</c:v>
                </c:pt>
                <c:pt idx="310">
                  <c:v>46139</c:v>
                </c:pt>
                <c:pt idx="311">
                  <c:v>46140</c:v>
                </c:pt>
                <c:pt idx="312">
                  <c:v>46141</c:v>
                </c:pt>
                <c:pt idx="313">
                  <c:v>46142</c:v>
                </c:pt>
                <c:pt idx="314">
                  <c:v>46143</c:v>
                </c:pt>
                <c:pt idx="315">
                  <c:v>46144</c:v>
                </c:pt>
                <c:pt idx="316">
                  <c:v>46145</c:v>
                </c:pt>
                <c:pt idx="317">
                  <c:v>46146</c:v>
                </c:pt>
                <c:pt idx="318">
                  <c:v>46147</c:v>
                </c:pt>
                <c:pt idx="319">
                  <c:v>46148</c:v>
                </c:pt>
                <c:pt idx="320">
                  <c:v>46149</c:v>
                </c:pt>
                <c:pt idx="321">
                  <c:v>46150</c:v>
                </c:pt>
                <c:pt idx="322">
                  <c:v>46151</c:v>
                </c:pt>
                <c:pt idx="323">
                  <c:v>46152</c:v>
                </c:pt>
                <c:pt idx="324">
                  <c:v>46153</c:v>
                </c:pt>
                <c:pt idx="325">
                  <c:v>46154</c:v>
                </c:pt>
                <c:pt idx="326">
                  <c:v>46155</c:v>
                </c:pt>
                <c:pt idx="327">
                  <c:v>46156</c:v>
                </c:pt>
                <c:pt idx="328">
                  <c:v>46157</c:v>
                </c:pt>
                <c:pt idx="329">
                  <c:v>46158</c:v>
                </c:pt>
                <c:pt idx="330">
                  <c:v>46159</c:v>
                </c:pt>
                <c:pt idx="331">
                  <c:v>46160</c:v>
                </c:pt>
                <c:pt idx="332">
                  <c:v>46161</c:v>
                </c:pt>
                <c:pt idx="333">
                  <c:v>46162</c:v>
                </c:pt>
                <c:pt idx="334">
                  <c:v>46163</c:v>
                </c:pt>
                <c:pt idx="335">
                  <c:v>46164</c:v>
                </c:pt>
                <c:pt idx="336">
                  <c:v>46165</c:v>
                </c:pt>
                <c:pt idx="337">
                  <c:v>46166</c:v>
                </c:pt>
                <c:pt idx="338">
                  <c:v>46167</c:v>
                </c:pt>
                <c:pt idx="339">
                  <c:v>46168</c:v>
                </c:pt>
                <c:pt idx="340">
                  <c:v>46169</c:v>
                </c:pt>
                <c:pt idx="341">
                  <c:v>46170</c:v>
                </c:pt>
                <c:pt idx="342">
                  <c:v>46171</c:v>
                </c:pt>
                <c:pt idx="343">
                  <c:v>46172</c:v>
                </c:pt>
                <c:pt idx="344">
                  <c:v>46173</c:v>
                </c:pt>
                <c:pt idx="345">
                  <c:v>46174</c:v>
                </c:pt>
                <c:pt idx="346">
                  <c:v>46175</c:v>
                </c:pt>
                <c:pt idx="347">
                  <c:v>46176</c:v>
                </c:pt>
                <c:pt idx="348">
                  <c:v>46177</c:v>
                </c:pt>
                <c:pt idx="349">
                  <c:v>46178</c:v>
                </c:pt>
                <c:pt idx="350">
                  <c:v>46179</c:v>
                </c:pt>
                <c:pt idx="351">
                  <c:v>46180</c:v>
                </c:pt>
                <c:pt idx="352">
                  <c:v>46181</c:v>
                </c:pt>
                <c:pt idx="353">
                  <c:v>46182</c:v>
                </c:pt>
                <c:pt idx="354">
                  <c:v>46183</c:v>
                </c:pt>
                <c:pt idx="355">
                  <c:v>46184</c:v>
                </c:pt>
                <c:pt idx="356">
                  <c:v>46185</c:v>
                </c:pt>
                <c:pt idx="357">
                  <c:v>46186</c:v>
                </c:pt>
                <c:pt idx="358">
                  <c:v>46187</c:v>
                </c:pt>
                <c:pt idx="359">
                  <c:v>46188</c:v>
                </c:pt>
                <c:pt idx="360">
                  <c:v>46189</c:v>
                </c:pt>
                <c:pt idx="361">
                  <c:v>46190</c:v>
                </c:pt>
                <c:pt idx="362">
                  <c:v>46191</c:v>
                </c:pt>
                <c:pt idx="363">
                  <c:v>46192</c:v>
                </c:pt>
                <c:pt idx="364">
                  <c:v>46193</c:v>
                </c:pt>
              </c:numCache>
            </c:numRef>
          </c:cat>
          <c:val>
            <c:numRef>
              <c:f>'2G Voice'!$I$2:$I$366</c:f>
              <c:numCache>
                <c:formatCode>General</c:formatCode>
                <c:ptCount val="365"/>
                <c:pt idx="0">
                  <c:v>5913.3228999999992</c:v>
                </c:pt>
                <c:pt idx="1">
                  <c:v>5866.8975</c:v>
                </c:pt>
                <c:pt idx="2">
                  <c:v>6137.2687000000005</c:v>
                </c:pt>
                <c:pt idx="3">
                  <c:v>6114.2163999999993</c:v>
                </c:pt>
                <c:pt idx="4">
                  <c:v>6367.8945000000003</c:v>
                </c:pt>
                <c:pt idx="5">
                  <c:v>6327.4916000000003</c:v>
                </c:pt>
                <c:pt idx="6">
                  <c:v>6233.0547000000006</c:v>
                </c:pt>
                <c:pt idx="7">
                  <c:v>6204.9967000000006</c:v>
                </c:pt>
                <c:pt idx="8">
                  <c:v>5981.6912000000002</c:v>
                </c:pt>
                <c:pt idx="9">
                  <c:v>6259.5927000000001</c:v>
                </c:pt>
                <c:pt idx="10">
                  <c:v>6357.3113000000003</c:v>
                </c:pt>
                <c:pt idx="11">
                  <c:v>6284.3368</c:v>
                </c:pt>
                <c:pt idx="12">
                  <c:v>6250.6707000000006</c:v>
                </c:pt>
                <c:pt idx="13">
                  <c:v>6240.3256000000001</c:v>
                </c:pt>
                <c:pt idx="14">
                  <c:v>6089.8894</c:v>
                </c:pt>
                <c:pt idx="15">
                  <c:v>6084.9893000000002</c:v>
                </c:pt>
                <c:pt idx="16">
                  <c:v>6412.3510000000006</c:v>
                </c:pt>
                <c:pt idx="17">
                  <c:v>6347.5524999999998</c:v>
                </c:pt>
                <c:pt idx="18">
                  <c:v>6258.9844000000003</c:v>
                </c:pt>
                <c:pt idx="19">
                  <c:v>5812.0184999999992</c:v>
                </c:pt>
                <c:pt idx="20">
                  <c:v>6736.643</c:v>
                </c:pt>
                <c:pt idx="21">
                  <c:v>6259.7532999999994</c:v>
                </c:pt>
                <c:pt idx="22">
                  <c:v>5991.6017000000002</c:v>
                </c:pt>
                <c:pt idx="23">
                  <c:v>6423.0234</c:v>
                </c:pt>
                <c:pt idx="24">
                  <c:v>6414.5330999999996</c:v>
                </c:pt>
                <c:pt idx="25">
                  <c:v>6304.0083000000004</c:v>
                </c:pt>
                <c:pt idx="26">
                  <c:v>6308.0470999999998</c:v>
                </c:pt>
                <c:pt idx="27">
                  <c:v>6209.5560999999998</c:v>
                </c:pt>
                <c:pt idx="28">
                  <c:v>6266.5730000000003</c:v>
                </c:pt>
                <c:pt idx="29">
                  <c:v>6091.1722</c:v>
                </c:pt>
                <c:pt idx="30">
                  <c:v>6281.0382999999993</c:v>
                </c:pt>
                <c:pt idx="31">
                  <c:v>6342.5973000000004</c:v>
                </c:pt>
                <c:pt idx="32">
                  <c:v>6278.3555999999999</c:v>
                </c:pt>
                <c:pt idx="33">
                  <c:v>6224.5964000000004</c:v>
                </c:pt>
                <c:pt idx="34">
                  <c:v>6198.9472999999998</c:v>
                </c:pt>
                <c:pt idx="35">
                  <c:v>5908.4368000000004</c:v>
                </c:pt>
                <c:pt idx="36">
                  <c:v>6023.3712999999998</c:v>
                </c:pt>
                <c:pt idx="37">
                  <c:v>6238.7794000000004</c:v>
                </c:pt>
                <c:pt idx="38">
                  <c:v>6269.8037999999997</c:v>
                </c:pt>
                <c:pt idx="39">
                  <c:v>6172.5758999999998</c:v>
                </c:pt>
                <c:pt idx="40">
                  <c:v>6248.5711000000001</c:v>
                </c:pt>
                <c:pt idx="41">
                  <c:v>6086.8022000000001</c:v>
                </c:pt>
                <c:pt idx="42">
                  <c:v>6138.1669000000002</c:v>
                </c:pt>
                <c:pt idx="43">
                  <c:v>6177.2229000000007</c:v>
                </c:pt>
                <c:pt idx="44">
                  <c:v>6291.8488000000007</c:v>
                </c:pt>
                <c:pt idx="45">
                  <c:v>6461.4363999999996</c:v>
                </c:pt>
                <c:pt idx="46">
                  <c:v>6378.7857000000004</c:v>
                </c:pt>
                <c:pt idx="47">
                  <c:v>6339.0353999999998</c:v>
                </c:pt>
                <c:pt idx="48">
                  <c:v>5824.5926999999992</c:v>
                </c:pt>
                <c:pt idx="49">
                  <c:v>6214.9916000000003</c:v>
                </c:pt>
                <c:pt idx="50">
                  <c:v>6133.9965000000002</c:v>
                </c:pt>
                <c:pt idx="51">
                  <c:v>6448.3296</c:v>
                </c:pt>
                <c:pt idx="52">
                  <c:v>6319.9969000000001</c:v>
                </c:pt>
                <c:pt idx="53">
                  <c:v>6274.3403000000008</c:v>
                </c:pt>
                <c:pt idx="54">
                  <c:v>6394.5798000000004</c:v>
                </c:pt>
                <c:pt idx="55">
                  <c:v>6277.6903999999995</c:v>
                </c:pt>
                <c:pt idx="56">
                  <c:v>6292.5463</c:v>
                </c:pt>
                <c:pt idx="57">
                  <c:v>6408.9705999999996</c:v>
                </c:pt>
                <c:pt idx="58">
                  <c:v>6463.1382999999996</c:v>
                </c:pt>
                <c:pt idx="59">
                  <c:v>6453.5200999999997</c:v>
                </c:pt>
                <c:pt idx="60">
                  <c:v>6352.1473000000005</c:v>
                </c:pt>
                <c:pt idx="61">
                  <c:v>6456.7493000000004</c:v>
                </c:pt>
                <c:pt idx="62">
                  <c:v>6180.7964000000002</c:v>
                </c:pt>
                <c:pt idx="63">
                  <c:v>6503.1050999999998</c:v>
                </c:pt>
                <c:pt idx="64">
                  <c:v>6353.3308999999999</c:v>
                </c:pt>
                <c:pt idx="65">
                  <c:v>6339.4597999999996</c:v>
                </c:pt>
                <c:pt idx="66">
                  <c:v>6481.9207999999999</c:v>
                </c:pt>
                <c:pt idx="67">
                  <c:v>6388.7847000000002</c:v>
                </c:pt>
                <c:pt idx="68">
                  <c:v>6343.0484000000006</c:v>
                </c:pt>
                <c:pt idx="69">
                  <c:v>6275.7106000000003</c:v>
                </c:pt>
                <c:pt idx="70">
                  <c:v>6268.2671</c:v>
                </c:pt>
                <c:pt idx="71">
                  <c:v>6212.7746000000006</c:v>
                </c:pt>
                <c:pt idx="72">
                  <c:v>6430.0739000000003</c:v>
                </c:pt>
                <c:pt idx="73">
                  <c:v>6424.9142000000002</c:v>
                </c:pt>
                <c:pt idx="74">
                  <c:v>6497.1749</c:v>
                </c:pt>
                <c:pt idx="75">
                  <c:v>6680.1026000000002</c:v>
                </c:pt>
                <c:pt idx="76">
                  <c:v>6184.4477000000006</c:v>
                </c:pt>
                <c:pt idx="77">
                  <c:v>6140.6661000000004</c:v>
                </c:pt>
                <c:pt idx="78">
                  <c:v>5923.3397999999997</c:v>
                </c:pt>
                <c:pt idx="79">
                  <c:v>6239.1279000000004</c:v>
                </c:pt>
                <c:pt idx="80">
                  <c:v>6261.0767999999998</c:v>
                </c:pt>
                <c:pt idx="81">
                  <c:v>6543.1279999999997</c:v>
                </c:pt>
                <c:pt idx="82">
                  <c:v>6586.2303000000002</c:v>
                </c:pt>
                <c:pt idx="83">
                  <c:v>6422.36</c:v>
                </c:pt>
                <c:pt idx="84">
                  <c:v>6194.3861999999999</c:v>
                </c:pt>
                <c:pt idx="85">
                  <c:v>6142.0127999999995</c:v>
                </c:pt>
                <c:pt idx="86">
                  <c:v>6328.1012000000001</c:v>
                </c:pt>
                <c:pt idx="87">
                  <c:v>6321.2560999999996</c:v>
                </c:pt>
                <c:pt idx="88">
                  <c:v>6409.9753000000001</c:v>
                </c:pt>
                <c:pt idx="89">
                  <c:v>6400.7902999999997</c:v>
                </c:pt>
                <c:pt idx="90">
                  <c:v>6217.5405000000001</c:v>
                </c:pt>
                <c:pt idx="91">
                  <c:v>6186.9648999999999</c:v>
                </c:pt>
                <c:pt idx="92">
                  <c:v>6145.8395</c:v>
                </c:pt>
                <c:pt idx="93">
                  <c:v>6429.0441999999994</c:v>
                </c:pt>
                <c:pt idx="94">
                  <c:v>6325.8683000000001</c:v>
                </c:pt>
                <c:pt idx="95">
                  <c:v>6422.1821</c:v>
                </c:pt>
                <c:pt idx="96">
                  <c:v>6368.6005999999998</c:v>
                </c:pt>
                <c:pt idx="97">
                  <c:v>6257.8611000000001</c:v>
                </c:pt>
                <c:pt idx="98">
                  <c:v>6106.6669999999995</c:v>
                </c:pt>
                <c:pt idx="99">
                  <c:v>6205.0485000000008</c:v>
                </c:pt>
                <c:pt idx="100">
                  <c:v>6359.2129999999997</c:v>
                </c:pt>
                <c:pt idx="101">
                  <c:v>6567.6477999999997</c:v>
                </c:pt>
                <c:pt idx="102">
                  <c:v>6381.5010000000002</c:v>
                </c:pt>
                <c:pt idx="103">
                  <c:v>6346.7191000000003</c:v>
                </c:pt>
                <c:pt idx="104">
                  <c:v>6104.2678999999998</c:v>
                </c:pt>
                <c:pt idx="105">
                  <c:v>6111.6559999999999</c:v>
                </c:pt>
                <c:pt idx="106">
                  <c:v>6108.4840000000004</c:v>
                </c:pt>
                <c:pt idx="107">
                  <c:v>5872.8215</c:v>
                </c:pt>
                <c:pt idx="108">
                  <c:v>6439.6667000000007</c:v>
                </c:pt>
                <c:pt idx="109">
                  <c:v>6299.5325999999995</c:v>
                </c:pt>
                <c:pt idx="110">
                  <c:v>6339.1844999999994</c:v>
                </c:pt>
                <c:pt idx="111">
                  <c:v>6301.7082</c:v>
                </c:pt>
                <c:pt idx="112">
                  <c:v>6037.4525000000003</c:v>
                </c:pt>
                <c:pt idx="113">
                  <c:v>6189.0803999999998</c:v>
                </c:pt>
                <c:pt idx="114">
                  <c:v>6405.7080999999998</c:v>
                </c:pt>
                <c:pt idx="115">
                  <c:v>6450.2648000000008</c:v>
                </c:pt>
                <c:pt idx="116">
                  <c:v>6402.1760000000004</c:v>
                </c:pt>
                <c:pt idx="117">
                  <c:v>6382.4461000000001</c:v>
                </c:pt>
                <c:pt idx="118">
                  <c:v>6178.7473</c:v>
                </c:pt>
                <c:pt idx="119">
                  <c:v>6088.1941999999999</c:v>
                </c:pt>
                <c:pt idx="120">
                  <c:v>5997.6546000000008</c:v>
                </c:pt>
                <c:pt idx="121">
                  <c:v>6165.0401999999995</c:v>
                </c:pt>
                <c:pt idx="122">
                  <c:v>6361.0050999999994</c:v>
                </c:pt>
                <c:pt idx="123">
                  <c:v>6268.2875000000004</c:v>
                </c:pt>
                <c:pt idx="124">
                  <c:v>6099.6847000000007</c:v>
                </c:pt>
                <c:pt idx="125">
                  <c:v>6284.4901</c:v>
                </c:pt>
                <c:pt idx="126">
                  <c:v>6124.4712</c:v>
                </c:pt>
                <c:pt idx="127">
                  <c:v>6077.7278999999999</c:v>
                </c:pt>
                <c:pt idx="128">
                  <c:v>6297.4627</c:v>
                </c:pt>
                <c:pt idx="129">
                  <c:v>8717.9898999999987</c:v>
                </c:pt>
                <c:pt idx="130">
                  <c:v>8837.4668000000001</c:v>
                </c:pt>
                <c:pt idx="131">
                  <c:v>8875.3655999999992</c:v>
                </c:pt>
                <c:pt idx="132">
                  <c:v>8746.0712000000003</c:v>
                </c:pt>
                <c:pt idx="133">
                  <c:v>8523.1347999999998</c:v>
                </c:pt>
                <c:pt idx="134">
                  <c:v>8374.8447999999989</c:v>
                </c:pt>
                <c:pt idx="135">
                  <c:v>8839.3104000000003</c:v>
                </c:pt>
                <c:pt idx="136">
                  <c:v>8904.2823000000008</c:v>
                </c:pt>
                <c:pt idx="137">
                  <c:v>8309.3209000000006</c:v>
                </c:pt>
                <c:pt idx="138">
                  <c:v>8667.8162000000011</c:v>
                </c:pt>
                <c:pt idx="139">
                  <c:v>8579.2204000000002</c:v>
                </c:pt>
                <c:pt idx="140">
                  <c:v>8573.8608999999997</c:v>
                </c:pt>
                <c:pt idx="141">
                  <c:v>8474.2819</c:v>
                </c:pt>
                <c:pt idx="142">
                  <c:v>8831.8883999999998</c:v>
                </c:pt>
                <c:pt idx="143">
                  <c:v>8712.6136000000006</c:v>
                </c:pt>
                <c:pt idx="144">
                  <c:v>8759.3557999999994</c:v>
                </c:pt>
                <c:pt idx="145">
                  <c:v>8641.8652999999995</c:v>
                </c:pt>
                <c:pt idx="146">
                  <c:v>8470.9713000000011</c:v>
                </c:pt>
                <c:pt idx="147">
                  <c:v>8421.6787999999997</c:v>
                </c:pt>
                <c:pt idx="148">
                  <c:v>8178.4357999999993</c:v>
                </c:pt>
                <c:pt idx="149">
                  <c:v>8772.8156999999992</c:v>
                </c:pt>
                <c:pt idx="150">
                  <c:v>8524.4634999999998</c:v>
                </c:pt>
                <c:pt idx="151">
                  <c:v>8706.2739000000001</c:v>
                </c:pt>
                <c:pt idx="152">
                  <c:v>8737.8747000000003</c:v>
                </c:pt>
                <c:pt idx="153">
                  <c:v>8569.4</c:v>
                </c:pt>
                <c:pt idx="154">
                  <c:v>8515.8827000000001</c:v>
                </c:pt>
                <c:pt idx="155">
                  <c:v>8312.2862999999998</c:v>
                </c:pt>
                <c:pt idx="156">
                  <c:v>8729.702299999999</c:v>
                </c:pt>
                <c:pt idx="157">
                  <c:v>8950.2738000000008</c:v>
                </c:pt>
                <c:pt idx="158">
                  <c:v>9294.3863999999994</c:v>
                </c:pt>
                <c:pt idx="159">
                  <c:v>9892.3696999999993</c:v>
                </c:pt>
                <c:pt idx="160">
                  <c:v>8556.1078999999991</c:v>
                </c:pt>
                <c:pt idx="161">
                  <c:v>11796.927600000001</c:v>
                </c:pt>
                <c:pt idx="162">
                  <c:v>11150.396999999999</c:v>
                </c:pt>
                <c:pt idx="163">
                  <c:v>10290.419300000001</c:v>
                </c:pt>
                <c:pt idx="164">
                  <c:v>9780.3939999999984</c:v>
                </c:pt>
                <c:pt idx="165">
                  <c:v>9818.6089000000011</c:v>
                </c:pt>
                <c:pt idx="166">
                  <c:v>9214.3850999999995</c:v>
                </c:pt>
                <c:pt idx="167">
                  <c:v>9471.2993999999999</c:v>
                </c:pt>
                <c:pt idx="168">
                  <c:v>9139.6710999999996</c:v>
                </c:pt>
                <c:pt idx="169">
                  <c:v>8919.3387999999995</c:v>
                </c:pt>
                <c:pt idx="170">
                  <c:v>9634.3101999999999</c:v>
                </c:pt>
                <c:pt idx="171">
                  <c:v>9832.1232</c:v>
                </c:pt>
                <c:pt idx="172">
                  <c:v>9658.5046999999995</c:v>
                </c:pt>
                <c:pt idx="173">
                  <c:v>9566.2621999999992</c:v>
                </c:pt>
                <c:pt idx="174">
                  <c:v>9418.1453000000001</c:v>
                </c:pt>
                <c:pt idx="175">
                  <c:v>8939.2775000000001</c:v>
                </c:pt>
                <c:pt idx="176">
                  <c:v>8775.1963000000014</c:v>
                </c:pt>
                <c:pt idx="177">
                  <c:v>9253.5805</c:v>
                </c:pt>
                <c:pt idx="178">
                  <c:v>9358.8766000000014</c:v>
                </c:pt>
                <c:pt idx="179">
                  <c:v>9182.7235999999994</c:v>
                </c:pt>
                <c:pt idx="180">
                  <c:v>9271.7554</c:v>
                </c:pt>
                <c:pt idx="181">
                  <c:v>9143.8716000000004</c:v>
                </c:pt>
                <c:pt idx="182">
                  <c:v>8658.4441999999999</c:v>
                </c:pt>
                <c:pt idx="183">
                  <c:v>8358.5409999999993</c:v>
                </c:pt>
                <c:pt idx="184">
                  <c:v>8934.8995999999988</c:v>
                </c:pt>
                <c:pt idx="185">
                  <c:v>9038.6233000000011</c:v>
                </c:pt>
                <c:pt idx="186">
                  <c:v>8999.5824999999986</c:v>
                </c:pt>
                <c:pt idx="187">
                  <c:v>8539.6901999999991</c:v>
                </c:pt>
                <c:pt idx="188">
                  <c:v>8800.3847000000005</c:v>
                </c:pt>
                <c:pt idx="189">
                  <c:v>8709.9518000000007</c:v>
                </c:pt>
                <c:pt idx="190">
                  <c:v>8608.3287</c:v>
                </c:pt>
                <c:pt idx="191">
                  <c:v>9097.2623000000003</c:v>
                </c:pt>
                <c:pt idx="192">
                  <c:v>9157.9531000000006</c:v>
                </c:pt>
                <c:pt idx="193">
                  <c:v>9555.105599999999</c:v>
                </c:pt>
                <c:pt idx="194">
                  <c:v>9969.6962000000003</c:v>
                </c:pt>
                <c:pt idx="195">
                  <c:v>8902.6002000000008</c:v>
                </c:pt>
                <c:pt idx="196">
                  <c:v>8434.1571000000004</c:v>
                </c:pt>
                <c:pt idx="197">
                  <c:v>8504.7801999999992</c:v>
                </c:pt>
                <c:pt idx="198">
                  <c:v>9079.5981000000011</c:v>
                </c:pt>
                <c:pt idx="199">
                  <c:v>9199.2248999999993</c:v>
                </c:pt>
                <c:pt idx="200">
                  <c:v>8937.8688999999995</c:v>
                </c:pt>
                <c:pt idx="201">
                  <c:v>8970.768399999999</c:v>
                </c:pt>
                <c:pt idx="202">
                  <c:v>9174.1988000000001</c:v>
                </c:pt>
                <c:pt idx="203">
                  <c:v>8832.8183999999983</c:v>
                </c:pt>
                <c:pt idx="204">
                  <c:v>8611.6851999999999</c:v>
                </c:pt>
                <c:pt idx="205">
                  <c:v>9217.3258999999998</c:v>
                </c:pt>
                <c:pt idx="206">
                  <c:v>8996.6566000000003</c:v>
                </c:pt>
                <c:pt idx="207">
                  <c:v>9193.9171999999999</c:v>
                </c:pt>
                <c:pt idx="208">
                  <c:v>8686.8173000000006</c:v>
                </c:pt>
                <c:pt idx="209">
                  <c:v>8757.5575000000008</c:v>
                </c:pt>
                <c:pt idx="210">
                  <c:v>8716.6663000000008</c:v>
                </c:pt>
                <c:pt idx="211">
                  <c:v>8452.652</c:v>
                </c:pt>
                <c:pt idx="212">
                  <c:v>9019.6996999999992</c:v>
                </c:pt>
                <c:pt idx="213">
                  <c:v>9017.7306000000008</c:v>
                </c:pt>
                <c:pt idx="214">
                  <c:v>9141.7893999999997</c:v>
                </c:pt>
                <c:pt idx="215">
                  <c:v>9204.4845999999998</c:v>
                </c:pt>
                <c:pt idx="216">
                  <c:v>8780.4655999999995</c:v>
                </c:pt>
                <c:pt idx="217">
                  <c:v>8467.0632999999998</c:v>
                </c:pt>
                <c:pt idx="218">
                  <c:v>8368.6458999999995</c:v>
                </c:pt>
                <c:pt idx="219">
                  <c:v>8856.0576000000001</c:v>
                </c:pt>
                <c:pt idx="220">
                  <c:v>8866.2282999999989</c:v>
                </c:pt>
                <c:pt idx="221">
                  <c:v>8925.3719999999994</c:v>
                </c:pt>
                <c:pt idx="222">
                  <c:v>8779.4997999999996</c:v>
                </c:pt>
                <c:pt idx="223">
                  <c:v>8881.4961999999996</c:v>
                </c:pt>
                <c:pt idx="224">
                  <c:v>8967.7219999999998</c:v>
                </c:pt>
                <c:pt idx="225">
                  <c:v>8497.5560999999998</c:v>
                </c:pt>
                <c:pt idx="226">
                  <c:v>9273.635400000001</c:v>
                </c:pt>
                <c:pt idx="227">
                  <c:v>9265.467200000001</c:v>
                </c:pt>
                <c:pt idx="228">
                  <c:v>8876.0613999999987</c:v>
                </c:pt>
                <c:pt idx="229">
                  <c:v>9143.3078999999998</c:v>
                </c:pt>
                <c:pt idx="230">
                  <c:v>8807.3176000000003</c:v>
                </c:pt>
                <c:pt idx="231">
                  <c:v>8698.2932000000001</c:v>
                </c:pt>
                <c:pt idx="232">
                  <c:v>8335.3932999999997</c:v>
                </c:pt>
                <c:pt idx="233">
                  <c:v>9022.0481999999993</c:v>
                </c:pt>
                <c:pt idx="234">
                  <c:v>9076.8638999999985</c:v>
                </c:pt>
                <c:pt idx="235">
                  <c:v>9040.3263999999999</c:v>
                </c:pt>
                <c:pt idx="236">
                  <c:v>9094.1992000000009</c:v>
                </c:pt>
                <c:pt idx="237">
                  <c:v>9040.6003000000001</c:v>
                </c:pt>
                <c:pt idx="238">
                  <c:v>8927.9488999999994</c:v>
                </c:pt>
                <c:pt idx="239">
                  <c:v>8741.9122000000007</c:v>
                </c:pt>
                <c:pt idx="240">
                  <c:v>9036.2993999999999</c:v>
                </c:pt>
                <c:pt idx="241">
                  <c:v>9031.9385000000002</c:v>
                </c:pt>
                <c:pt idx="242">
                  <c:v>9037.2740999999987</c:v>
                </c:pt>
                <c:pt idx="243">
                  <c:v>8823.7142999999996</c:v>
                </c:pt>
                <c:pt idx="244">
                  <c:v>8906.2006999999994</c:v>
                </c:pt>
                <c:pt idx="245">
                  <c:v>8728.2204999999994</c:v>
                </c:pt>
                <c:pt idx="246">
                  <c:v>8707.2285999999986</c:v>
                </c:pt>
                <c:pt idx="247">
                  <c:v>9186.7860000000001</c:v>
                </c:pt>
                <c:pt idx="248">
                  <c:v>9176.6641</c:v>
                </c:pt>
                <c:pt idx="249">
                  <c:v>9070.7402000000002</c:v>
                </c:pt>
                <c:pt idx="250">
                  <c:v>9367.0969000000005</c:v>
                </c:pt>
                <c:pt idx="251">
                  <c:v>8928.6611999999986</c:v>
                </c:pt>
                <c:pt idx="252">
                  <c:v>9045.0884000000005</c:v>
                </c:pt>
                <c:pt idx="253">
                  <c:v>8962.5635999999995</c:v>
                </c:pt>
                <c:pt idx="254">
                  <c:v>8653.5947999999989</c:v>
                </c:pt>
                <c:pt idx="255">
                  <c:v>9276.8902999999991</c:v>
                </c:pt>
                <c:pt idx="256">
                  <c:v>9302.2697000000007</c:v>
                </c:pt>
                <c:pt idx="257">
                  <c:v>9344.6508999999987</c:v>
                </c:pt>
                <c:pt idx="258">
                  <c:v>9162.8754000000008</c:v>
                </c:pt>
                <c:pt idx="259">
                  <c:v>8953.7704000000012</c:v>
                </c:pt>
                <c:pt idx="260">
                  <c:v>8688.1885000000002</c:v>
                </c:pt>
                <c:pt idx="261">
                  <c:v>9364.1976000000013</c:v>
                </c:pt>
                <c:pt idx="262">
                  <c:v>9592.0056000000004</c:v>
                </c:pt>
                <c:pt idx="263">
                  <c:v>9560.6861000000008</c:v>
                </c:pt>
                <c:pt idx="264">
                  <c:v>9620.6423000000013</c:v>
                </c:pt>
                <c:pt idx="265">
                  <c:v>9196.2013999999999</c:v>
                </c:pt>
                <c:pt idx="266">
                  <c:v>8922.9894000000004</c:v>
                </c:pt>
                <c:pt idx="267">
                  <c:v>9126.790500000001</c:v>
                </c:pt>
                <c:pt idx="268">
                  <c:v>9467.0070999999989</c:v>
                </c:pt>
                <c:pt idx="269">
                  <c:v>9675.6558000000005</c:v>
                </c:pt>
                <c:pt idx="270">
                  <c:v>9416.8250000000007</c:v>
                </c:pt>
                <c:pt idx="271">
                  <c:v>9668.3792000000012</c:v>
                </c:pt>
                <c:pt idx="272">
                  <c:v>9399.7327000000005</c:v>
                </c:pt>
                <c:pt idx="273">
                  <c:v>9055.5391999999993</c:v>
                </c:pt>
                <c:pt idx="274">
                  <c:v>8877.6875</c:v>
                </c:pt>
                <c:pt idx="275">
                  <c:v>9521.1851000000006</c:v>
                </c:pt>
                <c:pt idx="276">
                  <c:v>9564.1761999999999</c:v>
                </c:pt>
                <c:pt idx="277">
                  <c:v>9419.2502999999997</c:v>
                </c:pt>
                <c:pt idx="278">
                  <c:v>9557.3028000000013</c:v>
                </c:pt>
                <c:pt idx="279">
                  <c:v>9275.9772000000012</c:v>
                </c:pt>
                <c:pt idx="280">
                  <c:v>9113.6489000000001</c:v>
                </c:pt>
                <c:pt idx="281">
                  <c:v>8906.3279000000002</c:v>
                </c:pt>
                <c:pt idx="282">
                  <c:v>9616.8814000000002</c:v>
                </c:pt>
                <c:pt idx="283">
                  <c:v>9582.4010999999991</c:v>
                </c:pt>
                <c:pt idx="284">
                  <c:v>9401.0887999999995</c:v>
                </c:pt>
                <c:pt idx="285">
                  <c:v>9361.9571000000014</c:v>
                </c:pt>
                <c:pt idx="286">
                  <c:v>8423.8595999999998</c:v>
                </c:pt>
                <c:pt idx="287">
                  <c:v>9211.9290000000001</c:v>
                </c:pt>
                <c:pt idx="288">
                  <c:v>9166.1733999999997</c:v>
                </c:pt>
                <c:pt idx="289">
                  <c:v>9686.6782999999996</c:v>
                </c:pt>
                <c:pt idx="290">
                  <c:v>9666.8062000000009</c:v>
                </c:pt>
                <c:pt idx="291">
                  <c:v>9715.3861000000015</c:v>
                </c:pt>
                <c:pt idx="292">
                  <c:v>9696.7199000000001</c:v>
                </c:pt>
                <c:pt idx="293">
                  <c:v>9437.8444999999992</c:v>
                </c:pt>
                <c:pt idx="294">
                  <c:v>9010.7708999999995</c:v>
                </c:pt>
                <c:pt idx="295">
                  <c:v>8527.6304</c:v>
                </c:pt>
                <c:pt idx="296">
                  <c:v>8132.5949000000001</c:v>
                </c:pt>
                <c:pt idx="297">
                  <c:v>8659.1868000000013</c:v>
                </c:pt>
                <c:pt idx="298">
                  <c:v>8639.7916999999998</c:v>
                </c:pt>
                <c:pt idx="299">
                  <c:v>8785.2831999999999</c:v>
                </c:pt>
                <c:pt idx="300">
                  <c:v>8831.5243000000009</c:v>
                </c:pt>
                <c:pt idx="301">
                  <c:v>8929.0905999999995</c:v>
                </c:pt>
                <c:pt idx="302">
                  <c:v>8854.2854000000007</c:v>
                </c:pt>
                <c:pt idx="303">
                  <c:v>9468.7329000000009</c:v>
                </c:pt>
                <c:pt idx="304">
                  <c:v>9521.2124000000003</c:v>
                </c:pt>
                <c:pt idx="305">
                  <c:v>9348.8720999999987</c:v>
                </c:pt>
                <c:pt idx="306">
                  <c:v>9418.4121999999988</c:v>
                </c:pt>
                <c:pt idx="307">
                  <c:v>9225.2181</c:v>
                </c:pt>
                <c:pt idx="308">
                  <c:v>8907.8647999999994</c:v>
                </c:pt>
                <c:pt idx="309">
                  <c:v>8804.9956999999995</c:v>
                </c:pt>
                <c:pt idx="310">
                  <c:v>9283.8254000000015</c:v>
                </c:pt>
                <c:pt idx="311">
                  <c:v>9405.2232999999997</c:v>
                </c:pt>
                <c:pt idx="312">
                  <c:v>9162.2831000000006</c:v>
                </c:pt>
                <c:pt idx="313">
                  <c:v>9329.9925999999996</c:v>
                </c:pt>
                <c:pt idx="314">
                  <c:v>8588.2504000000008</c:v>
                </c:pt>
                <c:pt idx="315">
                  <c:v>8982.8533000000007</c:v>
                </c:pt>
                <c:pt idx="316">
                  <c:v>8893.2867999999999</c:v>
                </c:pt>
                <c:pt idx="317">
                  <c:v>9306.7528000000002</c:v>
                </c:pt>
                <c:pt idx="318">
                  <c:v>9603.5434000000005</c:v>
                </c:pt>
                <c:pt idx="319">
                  <c:v>9461.8243000000002</c:v>
                </c:pt>
                <c:pt idx="320">
                  <c:v>9547.0502000000015</c:v>
                </c:pt>
                <c:pt idx="321">
                  <c:v>9164.9538999999986</c:v>
                </c:pt>
                <c:pt idx="322">
                  <c:v>8651.6101000000017</c:v>
                </c:pt>
                <c:pt idx="323">
                  <c:v>8818.7626</c:v>
                </c:pt>
                <c:pt idx="324">
                  <c:v>9369.592200000001</c:v>
                </c:pt>
                <c:pt idx="325">
                  <c:v>9284.3874999999989</c:v>
                </c:pt>
                <c:pt idx="326">
                  <c:v>9425.1587</c:v>
                </c:pt>
                <c:pt idx="327">
                  <c:v>9247.276100000001</c:v>
                </c:pt>
                <c:pt idx="328">
                  <c:v>8996.3033999999989</c:v>
                </c:pt>
                <c:pt idx="329">
                  <c:v>8783.5154000000002</c:v>
                </c:pt>
                <c:pt idx="330">
                  <c:v>8744.6471000000001</c:v>
                </c:pt>
                <c:pt idx="331">
                  <c:v>9317.3500999999997</c:v>
                </c:pt>
                <c:pt idx="332">
                  <c:v>9343.8405000000002</c:v>
                </c:pt>
                <c:pt idx="333">
                  <c:v>9499.2467000000015</c:v>
                </c:pt>
                <c:pt idx="334">
                  <c:v>9490.2468000000008</c:v>
                </c:pt>
                <c:pt idx="335">
                  <c:v>9316.9915000000001</c:v>
                </c:pt>
                <c:pt idx="336">
                  <c:v>8951.9040999999997</c:v>
                </c:pt>
                <c:pt idx="337">
                  <c:v>8846.8349999999991</c:v>
                </c:pt>
                <c:pt idx="338">
                  <c:v>9524.9686999999994</c:v>
                </c:pt>
                <c:pt idx="339">
                  <c:v>9435.2996999999996</c:v>
                </c:pt>
                <c:pt idx="340">
                  <c:v>9636.6653999999999</c:v>
                </c:pt>
                <c:pt idx="341">
                  <c:v>9182.4725000000017</c:v>
                </c:pt>
                <c:pt idx="342">
                  <c:v>9011.6859000000004</c:v>
                </c:pt>
                <c:pt idx="343">
                  <c:v>8323.4380999999994</c:v>
                </c:pt>
                <c:pt idx="344">
                  <c:v>8744.1360000000004</c:v>
                </c:pt>
                <c:pt idx="345">
                  <c:v>9385.5287000000008</c:v>
                </c:pt>
                <c:pt idx="346">
                  <c:v>9401.0560999999998</c:v>
                </c:pt>
                <c:pt idx="347">
                  <c:v>9431.6625999999997</c:v>
                </c:pt>
                <c:pt idx="348">
                  <c:v>9349.2152000000006</c:v>
                </c:pt>
                <c:pt idx="349">
                  <c:v>9299.61</c:v>
                </c:pt>
                <c:pt idx="350">
                  <c:v>9080.7760000000017</c:v>
                </c:pt>
                <c:pt idx="351">
                  <c:v>8839.9691999999995</c:v>
                </c:pt>
                <c:pt idx="352">
                  <c:v>9187.6130000000012</c:v>
                </c:pt>
                <c:pt idx="353">
                  <c:v>9085.8977000000014</c:v>
                </c:pt>
                <c:pt idx="354">
                  <c:v>9231.1389999999992</c:v>
                </c:pt>
                <c:pt idx="355">
                  <c:v>9148.5871999999999</c:v>
                </c:pt>
                <c:pt idx="356">
                  <c:v>8909.3292000000001</c:v>
                </c:pt>
                <c:pt idx="357">
                  <c:v>8740.2371000000003</c:v>
                </c:pt>
                <c:pt idx="358">
                  <c:v>8799.2214999999997</c:v>
                </c:pt>
                <c:pt idx="359">
                  <c:v>9044.9784999999993</c:v>
                </c:pt>
                <c:pt idx="360">
                  <c:v>9237.6004000000012</c:v>
                </c:pt>
                <c:pt idx="361">
                  <c:v>9105.851200000001</c:v>
                </c:pt>
                <c:pt idx="362">
                  <c:v>9144.8306000000011</c:v>
                </c:pt>
                <c:pt idx="363">
                  <c:v>9192.6198999999997</c:v>
                </c:pt>
                <c:pt idx="364">
                  <c:v>9377.5195000000003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7-3EE5-4250-9F12-058A17DFE5A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416848143"/>
        <c:axId val="1287212463"/>
      </c:lineChart>
      <c:lineChart>
        <c:grouping val="standard"/>
        <c:varyColors val="0"/>
        <c:ser>
          <c:idx val="8"/>
          <c:order val="8"/>
          <c:tx>
            <c:strRef>
              <c:f>'2G Voice'!$J$1</c:f>
              <c:strCache>
                <c:ptCount val="1"/>
                <c:pt idx="0">
                  <c:v>Network</c:v>
                </c:pt>
              </c:strCache>
            </c:strRef>
          </c:tx>
          <c:spPr>
            <a:ln w="28575" cap="rnd">
              <a:solidFill>
                <a:schemeClr val="accent3">
                  <a:lumMod val="60000"/>
                </a:schemeClr>
              </a:solidFill>
              <a:round/>
            </a:ln>
            <a:effectLst/>
          </c:spPr>
          <c:marker>
            <c:symbol val="none"/>
          </c:marker>
          <c:cat>
            <c:numRef>
              <c:f>'2G Voice'!$A$2:$A$366</c:f>
              <c:numCache>
                <c:formatCode>m/d/yyyy</c:formatCode>
                <c:ptCount val="365"/>
                <c:pt idx="0">
                  <c:v>45829</c:v>
                </c:pt>
                <c:pt idx="1">
                  <c:v>45830</c:v>
                </c:pt>
                <c:pt idx="2">
                  <c:v>45831</c:v>
                </c:pt>
                <c:pt idx="3">
                  <c:v>45832</c:v>
                </c:pt>
                <c:pt idx="4">
                  <c:v>45833</c:v>
                </c:pt>
                <c:pt idx="5">
                  <c:v>45834</c:v>
                </c:pt>
                <c:pt idx="6">
                  <c:v>45835</c:v>
                </c:pt>
                <c:pt idx="7">
                  <c:v>45836</c:v>
                </c:pt>
                <c:pt idx="8">
                  <c:v>45837</c:v>
                </c:pt>
                <c:pt idx="9">
                  <c:v>45838</c:v>
                </c:pt>
                <c:pt idx="10">
                  <c:v>45839</c:v>
                </c:pt>
                <c:pt idx="11">
                  <c:v>45840</c:v>
                </c:pt>
                <c:pt idx="12">
                  <c:v>45841</c:v>
                </c:pt>
                <c:pt idx="13">
                  <c:v>45842</c:v>
                </c:pt>
                <c:pt idx="14">
                  <c:v>45843</c:v>
                </c:pt>
                <c:pt idx="15">
                  <c:v>45844</c:v>
                </c:pt>
                <c:pt idx="16">
                  <c:v>45845</c:v>
                </c:pt>
                <c:pt idx="17">
                  <c:v>45846</c:v>
                </c:pt>
                <c:pt idx="18">
                  <c:v>45847</c:v>
                </c:pt>
                <c:pt idx="19">
                  <c:v>45848</c:v>
                </c:pt>
                <c:pt idx="20">
                  <c:v>45849</c:v>
                </c:pt>
                <c:pt idx="21">
                  <c:v>45850</c:v>
                </c:pt>
                <c:pt idx="22">
                  <c:v>45851</c:v>
                </c:pt>
                <c:pt idx="23">
                  <c:v>45852</c:v>
                </c:pt>
                <c:pt idx="24">
                  <c:v>45853</c:v>
                </c:pt>
                <c:pt idx="25">
                  <c:v>45854</c:v>
                </c:pt>
                <c:pt idx="26">
                  <c:v>45855</c:v>
                </c:pt>
                <c:pt idx="27">
                  <c:v>45856</c:v>
                </c:pt>
                <c:pt idx="28">
                  <c:v>45857</c:v>
                </c:pt>
                <c:pt idx="29">
                  <c:v>45858</c:v>
                </c:pt>
                <c:pt idx="30">
                  <c:v>45859</c:v>
                </c:pt>
                <c:pt idx="31">
                  <c:v>45860</c:v>
                </c:pt>
                <c:pt idx="32">
                  <c:v>45861</c:v>
                </c:pt>
                <c:pt idx="33">
                  <c:v>45862</c:v>
                </c:pt>
                <c:pt idx="34">
                  <c:v>45863</c:v>
                </c:pt>
                <c:pt idx="35">
                  <c:v>45864</c:v>
                </c:pt>
                <c:pt idx="36">
                  <c:v>45865</c:v>
                </c:pt>
                <c:pt idx="37">
                  <c:v>45866</c:v>
                </c:pt>
                <c:pt idx="38">
                  <c:v>45867</c:v>
                </c:pt>
                <c:pt idx="39">
                  <c:v>45868</c:v>
                </c:pt>
                <c:pt idx="40">
                  <c:v>45869</c:v>
                </c:pt>
                <c:pt idx="41">
                  <c:v>45870</c:v>
                </c:pt>
                <c:pt idx="42">
                  <c:v>45871</c:v>
                </c:pt>
                <c:pt idx="43">
                  <c:v>45872</c:v>
                </c:pt>
                <c:pt idx="44">
                  <c:v>45873</c:v>
                </c:pt>
                <c:pt idx="45">
                  <c:v>45874</c:v>
                </c:pt>
                <c:pt idx="46">
                  <c:v>45875</c:v>
                </c:pt>
                <c:pt idx="47">
                  <c:v>45876</c:v>
                </c:pt>
                <c:pt idx="48">
                  <c:v>45877</c:v>
                </c:pt>
                <c:pt idx="49">
                  <c:v>45878</c:v>
                </c:pt>
                <c:pt idx="50">
                  <c:v>45879</c:v>
                </c:pt>
                <c:pt idx="51">
                  <c:v>45880</c:v>
                </c:pt>
                <c:pt idx="52">
                  <c:v>45881</c:v>
                </c:pt>
                <c:pt idx="53">
                  <c:v>45882</c:v>
                </c:pt>
                <c:pt idx="54">
                  <c:v>45883</c:v>
                </c:pt>
                <c:pt idx="55">
                  <c:v>45884</c:v>
                </c:pt>
                <c:pt idx="56">
                  <c:v>45885</c:v>
                </c:pt>
                <c:pt idx="57">
                  <c:v>45886</c:v>
                </c:pt>
                <c:pt idx="58">
                  <c:v>45887</c:v>
                </c:pt>
                <c:pt idx="59">
                  <c:v>45888</c:v>
                </c:pt>
                <c:pt idx="60">
                  <c:v>45889</c:v>
                </c:pt>
                <c:pt idx="61">
                  <c:v>45890</c:v>
                </c:pt>
                <c:pt idx="62">
                  <c:v>45891</c:v>
                </c:pt>
                <c:pt idx="63">
                  <c:v>45892</c:v>
                </c:pt>
                <c:pt idx="64">
                  <c:v>45893</c:v>
                </c:pt>
                <c:pt idx="65">
                  <c:v>45894</c:v>
                </c:pt>
                <c:pt idx="66">
                  <c:v>45895</c:v>
                </c:pt>
                <c:pt idx="67">
                  <c:v>45896</c:v>
                </c:pt>
                <c:pt idx="68">
                  <c:v>45897</c:v>
                </c:pt>
                <c:pt idx="69">
                  <c:v>45898</c:v>
                </c:pt>
                <c:pt idx="70">
                  <c:v>45899</c:v>
                </c:pt>
                <c:pt idx="71">
                  <c:v>45900</c:v>
                </c:pt>
                <c:pt idx="72">
                  <c:v>45901</c:v>
                </c:pt>
                <c:pt idx="73">
                  <c:v>45902</c:v>
                </c:pt>
                <c:pt idx="74">
                  <c:v>45903</c:v>
                </c:pt>
                <c:pt idx="75">
                  <c:v>45904</c:v>
                </c:pt>
                <c:pt idx="76">
                  <c:v>45905</c:v>
                </c:pt>
                <c:pt idx="77">
                  <c:v>45906</c:v>
                </c:pt>
                <c:pt idx="78">
                  <c:v>45907</c:v>
                </c:pt>
                <c:pt idx="79">
                  <c:v>45908</c:v>
                </c:pt>
                <c:pt idx="80">
                  <c:v>45909</c:v>
                </c:pt>
                <c:pt idx="81">
                  <c:v>45910</c:v>
                </c:pt>
                <c:pt idx="82">
                  <c:v>45911</c:v>
                </c:pt>
                <c:pt idx="83">
                  <c:v>45912</c:v>
                </c:pt>
                <c:pt idx="84">
                  <c:v>45913</c:v>
                </c:pt>
                <c:pt idx="85">
                  <c:v>45914</c:v>
                </c:pt>
                <c:pt idx="86">
                  <c:v>45915</c:v>
                </c:pt>
                <c:pt idx="87">
                  <c:v>45916</c:v>
                </c:pt>
                <c:pt idx="88">
                  <c:v>45917</c:v>
                </c:pt>
                <c:pt idx="89">
                  <c:v>45918</c:v>
                </c:pt>
                <c:pt idx="90">
                  <c:v>45919</c:v>
                </c:pt>
                <c:pt idx="91">
                  <c:v>45920</c:v>
                </c:pt>
                <c:pt idx="92">
                  <c:v>45921</c:v>
                </c:pt>
                <c:pt idx="93">
                  <c:v>45922</c:v>
                </c:pt>
                <c:pt idx="94">
                  <c:v>45923</c:v>
                </c:pt>
                <c:pt idx="95">
                  <c:v>45924</c:v>
                </c:pt>
                <c:pt idx="96">
                  <c:v>45925</c:v>
                </c:pt>
                <c:pt idx="97">
                  <c:v>45926</c:v>
                </c:pt>
                <c:pt idx="98">
                  <c:v>45927</c:v>
                </c:pt>
                <c:pt idx="99">
                  <c:v>45928</c:v>
                </c:pt>
                <c:pt idx="100">
                  <c:v>45929</c:v>
                </c:pt>
                <c:pt idx="101">
                  <c:v>45930</c:v>
                </c:pt>
                <c:pt idx="102">
                  <c:v>45931</c:v>
                </c:pt>
                <c:pt idx="103">
                  <c:v>45932</c:v>
                </c:pt>
                <c:pt idx="104">
                  <c:v>45933</c:v>
                </c:pt>
                <c:pt idx="105">
                  <c:v>45934</c:v>
                </c:pt>
                <c:pt idx="106">
                  <c:v>45935</c:v>
                </c:pt>
                <c:pt idx="107">
                  <c:v>45936</c:v>
                </c:pt>
                <c:pt idx="108">
                  <c:v>45937</c:v>
                </c:pt>
                <c:pt idx="109">
                  <c:v>45938</c:v>
                </c:pt>
                <c:pt idx="110">
                  <c:v>45939</c:v>
                </c:pt>
                <c:pt idx="111">
                  <c:v>45940</c:v>
                </c:pt>
                <c:pt idx="112">
                  <c:v>45941</c:v>
                </c:pt>
                <c:pt idx="113">
                  <c:v>45942</c:v>
                </c:pt>
                <c:pt idx="114">
                  <c:v>45943</c:v>
                </c:pt>
                <c:pt idx="115">
                  <c:v>45944</c:v>
                </c:pt>
                <c:pt idx="116">
                  <c:v>45945</c:v>
                </c:pt>
                <c:pt idx="117">
                  <c:v>45946</c:v>
                </c:pt>
                <c:pt idx="118">
                  <c:v>45947</c:v>
                </c:pt>
                <c:pt idx="119">
                  <c:v>45948</c:v>
                </c:pt>
                <c:pt idx="120">
                  <c:v>45949</c:v>
                </c:pt>
                <c:pt idx="121">
                  <c:v>45950</c:v>
                </c:pt>
                <c:pt idx="122">
                  <c:v>45951</c:v>
                </c:pt>
                <c:pt idx="123">
                  <c:v>45952</c:v>
                </c:pt>
                <c:pt idx="124">
                  <c:v>45953</c:v>
                </c:pt>
                <c:pt idx="125">
                  <c:v>45954</c:v>
                </c:pt>
                <c:pt idx="126">
                  <c:v>45955</c:v>
                </c:pt>
                <c:pt idx="127">
                  <c:v>45956</c:v>
                </c:pt>
                <c:pt idx="128">
                  <c:v>45957</c:v>
                </c:pt>
                <c:pt idx="129">
                  <c:v>45958</c:v>
                </c:pt>
                <c:pt idx="130">
                  <c:v>45959</c:v>
                </c:pt>
                <c:pt idx="131">
                  <c:v>45960</c:v>
                </c:pt>
                <c:pt idx="132">
                  <c:v>45961</c:v>
                </c:pt>
                <c:pt idx="133">
                  <c:v>45962</c:v>
                </c:pt>
                <c:pt idx="134">
                  <c:v>45963</c:v>
                </c:pt>
                <c:pt idx="135">
                  <c:v>45964</c:v>
                </c:pt>
                <c:pt idx="136">
                  <c:v>45965</c:v>
                </c:pt>
                <c:pt idx="137">
                  <c:v>45966</c:v>
                </c:pt>
                <c:pt idx="138">
                  <c:v>45967</c:v>
                </c:pt>
                <c:pt idx="139">
                  <c:v>45968</c:v>
                </c:pt>
                <c:pt idx="140">
                  <c:v>45969</c:v>
                </c:pt>
                <c:pt idx="141">
                  <c:v>45970</c:v>
                </c:pt>
                <c:pt idx="142">
                  <c:v>45971</c:v>
                </c:pt>
                <c:pt idx="143">
                  <c:v>45972</c:v>
                </c:pt>
                <c:pt idx="144">
                  <c:v>45973</c:v>
                </c:pt>
                <c:pt idx="145">
                  <c:v>45974</c:v>
                </c:pt>
                <c:pt idx="146">
                  <c:v>45975</c:v>
                </c:pt>
                <c:pt idx="147">
                  <c:v>45976</c:v>
                </c:pt>
                <c:pt idx="148">
                  <c:v>45977</c:v>
                </c:pt>
                <c:pt idx="149">
                  <c:v>45978</c:v>
                </c:pt>
                <c:pt idx="150">
                  <c:v>45979</c:v>
                </c:pt>
                <c:pt idx="151">
                  <c:v>45980</c:v>
                </c:pt>
                <c:pt idx="152">
                  <c:v>45981</c:v>
                </c:pt>
                <c:pt idx="153">
                  <c:v>45982</c:v>
                </c:pt>
                <c:pt idx="154">
                  <c:v>45983</c:v>
                </c:pt>
                <c:pt idx="155">
                  <c:v>45984</c:v>
                </c:pt>
                <c:pt idx="156">
                  <c:v>45985</c:v>
                </c:pt>
                <c:pt idx="157">
                  <c:v>45986</c:v>
                </c:pt>
                <c:pt idx="158">
                  <c:v>45987</c:v>
                </c:pt>
                <c:pt idx="159">
                  <c:v>45988</c:v>
                </c:pt>
                <c:pt idx="160">
                  <c:v>45989</c:v>
                </c:pt>
                <c:pt idx="161">
                  <c:v>45990</c:v>
                </c:pt>
                <c:pt idx="162">
                  <c:v>45991</c:v>
                </c:pt>
                <c:pt idx="163">
                  <c:v>45992</c:v>
                </c:pt>
                <c:pt idx="164">
                  <c:v>45993</c:v>
                </c:pt>
                <c:pt idx="165">
                  <c:v>45994</c:v>
                </c:pt>
                <c:pt idx="166">
                  <c:v>45995</c:v>
                </c:pt>
                <c:pt idx="167">
                  <c:v>45996</c:v>
                </c:pt>
                <c:pt idx="168">
                  <c:v>45997</c:v>
                </c:pt>
                <c:pt idx="169">
                  <c:v>45998</c:v>
                </c:pt>
                <c:pt idx="170">
                  <c:v>45999</c:v>
                </c:pt>
                <c:pt idx="171">
                  <c:v>46000</c:v>
                </c:pt>
                <c:pt idx="172">
                  <c:v>46001</c:v>
                </c:pt>
                <c:pt idx="173">
                  <c:v>46002</c:v>
                </c:pt>
                <c:pt idx="174">
                  <c:v>46003</c:v>
                </c:pt>
                <c:pt idx="175">
                  <c:v>46004</c:v>
                </c:pt>
                <c:pt idx="176">
                  <c:v>46005</c:v>
                </c:pt>
                <c:pt idx="177">
                  <c:v>46006</c:v>
                </c:pt>
                <c:pt idx="178">
                  <c:v>46007</c:v>
                </c:pt>
                <c:pt idx="179">
                  <c:v>46008</c:v>
                </c:pt>
                <c:pt idx="180">
                  <c:v>46009</c:v>
                </c:pt>
                <c:pt idx="181">
                  <c:v>46010</c:v>
                </c:pt>
                <c:pt idx="182">
                  <c:v>46011</c:v>
                </c:pt>
                <c:pt idx="183">
                  <c:v>46012</c:v>
                </c:pt>
                <c:pt idx="184">
                  <c:v>46013</c:v>
                </c:pt>
                <c:pt idx="185">
                  <c:v>46014</c:v>
                </c:pt>
                <c:pt idx="186">
                  <c:v>46015</c:v>
                </c:pt>
                <c:pt idx="187">
                  <c:v>46016</c:v>
                </c:pt>
                <c:pt idx="188">
                  <c:v>46017</c:v>
                </c:pt>
                <c:pt idx="189">
                  <c:v>46018</c:v>
                </c:pt>
                <c:pt idx="190">
                  <c:v>46019</c:v>
                </c:pt>
                <c:pt idx="191">
                  <c:v>46020</c:v>
                </c:pt>
                <c:pt idx="192">
                  <c:v>46021</c:v>
                </c:pt>
                <c:pt idx="193">
                  <c:v>46022</c:v>
                </c:pt>
                <c:pt idx="194">
                  <c:v>46023</c:v>
                </c:pt>
                <c:pt idx="195">
                  <c:v>46024</c:v>
                </c:pt>
                <c:pt idx="196">
                  <c:v>46025</c:v>
                </c:pt>
                <c:pt idx="197">
                  <c:v>46026</c:v>
                </c:pt>
                <c:pt idx="198">
                  <c:v>46027</c:v>
                </c:pt>
                <c:pt idx="199">
                  <c:v>46028</c:v>
                </c:pt>
                <c:pt idx="200">
                  <c:v>46029</c:v>
                </c:pt>
                <c:pt idx="201">
                  <c:v>46030</c:v>
                </c:pt>
                <c:pt idx="202">
                  <c:v>46031</c:v>
                </c:pt>
                <c:pt idx="203">
                  <c:v>46032</c:v>
                </c:pt>
                <c:pt idx="204">
                  <c:v>46033</c:v>
                </c:pt>
                <c:pt idx="205">
                  <c:v>46034</c:v>
                </c:pt>
                <c:pt idx="206">
                  <c:v>46035</c:v>
                </c:pt>
                <c:pt idx="207">
                  <c:v>46036</c:v>
                </c:pt>
                <c:pt idx="208">
                  <c:v>46037</c:v>
                </c:pt>
                <c:pt idx="209">
                  <c:v>46038</c:v>
                </c:pt>
                <c:pt idx="210">
                  <c:v>46039</c:v>
                </c:pt>
                <c:pt idx="211">
                  <c:v>46040</c:v>
                </c:pt>
                <c:pt idx="212">
                  <c:v>46041</c:v>
                </c:pt>
                <c:pt idx="213">
                  <c:v>46042</c:v>
                </c:pt>
                <c:pt idx="214">
                  <c:v>46043</c:v>
                </c:pt>
                <c:pt idx="215">
                  <c:v>46044</c:v>
                </c:pt>
                <c:pt idx="216">
                  <c:v>46045</c:v>
                </c:pt>
                <c:pt idx="217">
                  <c:v>46046</c:v>
                </c:pt>
                <c:pt idx="218">
                  <c:v>46047</c:v>
                </c:pt>
                <c:pt idx="219">
                  <c:v>46048</c:v>
                </c:pt>
                <c:pt idx="220">
                  <c:v>46049</c:v>
                </c:pt>
                <c:pt idx="221">
                  <c:v>46050</c:v>
                </c:pt>
                <c:pt idx="222">
                  <c:v>46051</c:v>
                </c:pt>
                <c:pt idx="223">
                  <c:v>46052</c:v>
                </c:pt>
                <c:pt idx="224">
                  <c:v>46053</c:v>
                </c:pt>
                <c:pt idx="225">
                  <c:v>46054</c:v>
                </c:pt>
                <c:pt idx="226">
                  <c:v>46055</c:v>
                </c:pt>
                <c:pt idx="227">
                  <c:v>46056</c:v>
                </c:pt>
                <c:pt idx="228">
                  <c:v>46057</c:v>
                </c:pt>
                <c:pt idx="229">
                  <c:v>46058</c:v>
                </c:pt>
                <c:pt idx="230">
                  <c:v>46059</c:v>
                </c:pt>
                <c:pt idx="231">
                  <c:v>46060</c:v>
                </c:pt>
                <c:pt idx="232">
                  <c:v>46061</c:v>
                </c:pt>
                <c:pt idx="233">
                  <c:v>46062</c:v>
                </c:pt>
                <c:pt idx="234">
                  <c:v>46063</c:v>
                </c:pt>
                <c:pt idx="235">
                  <c:v>46064</c:v>
                </c:pt>
                <c:pt idx="236">
                  <c:v>46065</c:v>
                </c:pt>
                <c:pt idx="237">
                  <c:v>46066</c:v>
                </c:pt>
                <c:pt idx="238">
                  <c:v>46067</c:v>
                </c:pt>
                <c:pt idx="239">
                  <c:v>46068</c:v>
                </c:pt>
                <c:pt idx="240">
                  <c:v>46069</c:v>
                </c:pt>
                <c:pt idx="241">
                  <c:v>46070</c:v>
                </c:pt>
                <c:pt idx="242">
                  <c:v>46071</c:v>
                </c:pt>
                <c:pt idx="243">
                  <c:v>46072</c:v>
                </c:pt>
                <c:pt idx="244">
                  <c:v>46073</c:v>
                </c:pt>
                <c:pt idx="245">
                  <c:v>46074</c:v>
                </c:pt>
                <c:pt idx="246">
                  <c:v>46075</c:v>
                </c:pt>
                <c:pt idx="247">
                  <c:v>46076</c:v>
                </c:pt>
                <c:pt idx="248">
                  <c:v>46077</c:v>
                </c:pt>
                <c:pt idx="249">
                  <c:v>46078</c:v>
                </c:pt>
                <c:pt idx="250">
                  <c:v>46079</c:v>
                </c:pt>
                <c:pt idx="251">
                  <c:v>46080</c:v>
                </c:pt>
                <c:pt idx="252">
                  <c:v>46081</c:v>
                </c:pt>
                <c:pt idx="253">
                  <c:v>46082</c:v>
                </c:pt>
                <c:pt idx="254">
                  <c:v>46083</c:v>
                </c:pt>
                <c:pt idx="255">
                  <c:v>46084</c:v>
                </c:pt>
                <c:pt idx="256">
                  <c:v>46085</c:v>
                </c:pt>
                <c:pt idx="257">
                  <c:v>46086</c:v>
                </c:pt>
                <c:pt idx="258">
                  <c:v>46087</c:v>
                </c:pt>
                <c:pt idx="259">
                  <c:v>46088</c:v>
                </c:pt>
                <c:pt idx="260">
                  <c:v>46089</c:v>
                </c:pt>
                <c:pt idx="261">
                  <c:v>46090</c:v>
                </c:pt>
                <c:pt idx="262">
                  <c:v>46091</c:v>
                </c:pt>
                <c:pt idx="263">
                  <c:v>46092</c:v>
                </c:pt>
                <c:pt idx="264">
                  <c:v>46093</c:v>
                </c:pt>
                <c:pt idx="265">
                  <c:v>46094</c:v>
                </c:pt>
                <c:pt idx="266">
                  <c:v>46095</c:v>
                </c:pt>
                <c:pt idx="267">
                  <c:v>46096</c:v>
                </c:pt>
                <c:pt idx="268">
                  <c:v>46097</c:v>
                </c:pt>
                <c:pt idx="269">
                  <c:v>46098</c:v>
                </c:pt>
                <c:pt idx="270">
                  <c:v>46099</c:v>
                </c:pt>
                <c:pt idx="271">
                  <c:v>46100</c:v>
                </c:pt>
                <c:pt idx="272">
                  <c:v>46101</c:v>
                </c:pt>
                <c:pt idx="273">
                  <c:v>46102</c:v>
                </c:pt>
                <c:pt idx="274">
                  <c:v>46103</c:v>
                </c:pt>
                <c:pt idx="275">
                  <c:v>46104</c:v>
                </c:pt>
                <c:pt idx="276">
                  <c:v>46105</c:v>
                </c:pt>
                <c:pt idx="277">
                  <c:v>46106</c:v>
                </c:pt>
                <c:pt idx="278">
                  <c:v>46107</c:v>
                </c:pt>
                <c:pt idx="279">
                  <c:v>46108</c:v>
                </c:pt>
                <c:pt idx="280">
                  <c:v>46109</c:v>
                </c:pt>
                <c:pt idx="281">
                  <c:v>46110</c:v>
                </c:pt>
                <c:pt idx="282">
                  <c:v>46111</c:v>
                </c:pt>
                <c:pt idx="283">
                  <c:v>46112</c:v>
                </c:pt>
                <c:pt idx="284">
                  <c:v>46113</c:v>
                </c:pt>
                <c:pt idx="285">
                  <c:v>46114</c:v>
                </c:pt>
                <c:pt idx="286">
                  <c:v>46115</c:v>
                </c:pt>
                <c:pt idx="287">
                  <c:v>46116</c:v>
                </c:pt>
                <c:pt idx="288">
                  <c:v>46117</c:v>
                </c:pt>
                <c:pt idx="289">
                  <c:v>46118</c:v>
                </c:pt>
                <c:pt idx="290">
                  <c:v>46119</c:v>
                </c:pt>
                <c:pt idx="291">
                  <c:v>46120</c:v>
                </c:pt>
                <c:pt idx="292">
                  <c:v>46121</c:v>
                </c:pt>
                <c:pt idx="293">
                  <c:v>46122</c:v>
                </c:pt>
                <c:pt idx="294">
                  <c:v>46123</c:v>
                </c:pt>
                <c:pt idx="295">
                  <c:v>46124</c:v>
                </c:pt>
                <c:pt idx="296">
                  <c:v>46125</c:v>
                </c:pt>
                <c:pt idx="297">
                  <c:v>46126</c:v>
                </c:pt>
                <c:pt idx="298">
                  <c:v>46127</c:v>
                </c:pt>
                <c:pt idx="299">
                  <c:v>46128</c:v>
                </c:pt>
                <c:pt idx="300">
                  <c:v>46129</c:v>
                </c:pt>
                <c:pt idx="301">
                  <c:v>46130</c:v>
                </c:pt>
                <c:pt idx="302">
                  <c:v>46131</c:v>
                </c:pt>
                <c:pt idx="303">
                  <c:v>46132</c:v>
                </c:pt>
                <c:pt idx="304">
                  <c:v>46133</c:v>
                </c:pt>
                <c:pt idx="305">
                  <c:v>46134</c:v>
                </c:pt>
                <c:pt idx="306">
                  <c:v>46135</c:v>
                </c:pt>
                <c:pt idx="307">
                  <c:v>46136</c:v>
                </c:pt>
                <c:pt idx="308">
                  <c:v>46137</c:v>
                </c:pt>
                <c:pt idx="309">
                  <c:v>46138</c:v>
                </c:pt>
                <c:pt idx="310">
                  <c:v>46139</c:v>
                </c:pt>
                <c:pt idx="311">
                  <c:v>46140</c:v>
                </c:pt>
                <c:pt idx="312">
                  <c:v>46141</c:v>
                </c:pt>
                <c:pt idx="313">
                  <c:v>46142</c:v>
                </c:pt>
                <c:pt idx="314">
                  <c:v>46143</c:v>
                </c:pt>
                <c:pt idx="315">
                  <c:v>46144</c:v>
                </c:pt>
                <c:pt idx="316">
                  <c:v>46145</c:v>
                </c:pt>
                <c:pt idx="317">
                  <c:v>46146</c:v>
                </c:pt>
                <c:pt idx="318">
                  <c:v>46147</c:v>
                </c:pt>
                <c:pt idx="319">
                  <c:v>46148</c:v>
                </c:pt>
                <c:pt idx="320">
                  <c:v>46149</c:v>
                </c:pt>
                <c:pt idx="321">
                  <c:v>46150</c:v>
                </c:pt>
                <c:pt idx="322">
                  <c:v>46151</c:v>
                </c:pt>
                <c:pt idx="323">
                  <c:v>46152</c:v>
                </c:pt>
                <c:pt idx="324">
                  <c:v>46153</c:v>
                </c:pt>
                <c:pt idx="325">
                  <c:v>46154</c:v>
                </c:pt>
                <c:pt idx="326">
                  <c:v>46155</c:v>
                </c:pt>
                <c:pt idx="327">
                  <c:v>46156</c:v>
                </c:pt>
                <c:pt idx="328">
                  <c:v>46157</c:v>
                </c:pt>
                <c:pt idx="329">
                  <c:v>46158</c:v>
                </c:pt>
                <c:pt idx="330">
                  <c:v>46159</c:v>
                </c:pt>
                <c:pt idx="331">
                  <c:v>46160</c:v>
                </c:pt>
                <c:pt idx="332">
                  <c:v>46161</c:v>
                </c:pt>
                <c:pt idx="333">
                  <c:v>46162</c:v>
                </c:pt>
                <c:pt idx="334">
                  <c:v>46163</c:v>
                </c:pt>
                <c:pt idx="335">
                  <c:v>46164</c:v>
                </c:pt>
                <c:pt idx="336">
                  <c:v>46165</c:v>
                </c:pt>
                <c:pt idx="337">
                  <c:v>46166</c:v>
                </c:pt>
                <c:pt idx="338">
                  <c:v>46167</c:v>
                </c:pt>
                <c:pt idx="339">
                  <c:v>46168</c:v>
                </c:pt>
                <c:pt idx="340">
                  <c:v>46169</c:v>
                </c:pt>
                <c:pt idx="341">
                  <c:v>46170</c:v>
                </c:pt>
                <c:pt idx="342">
                  <c:v>46171</c:v>
                </c:pt>
                <c:pt idx="343">
                  <c:v>46172</c:v>
                </c:pt>
                <c:pt idx="344">
                  <c:v>46173</c:v>
                </c:pt>
                <c:pt idx="345">
                  <c:v>46174</c:v>
                </c:pt>
                <c:pt idx="346">
                  <c:v>46175</c:v>
                </c:pt>
                <c:pt idx="347">
                  <c:v>46176</c:v>
                </c:pt>
                <c:pt idx="348">
                  <c:v>46177</c:v>
                </c:pt>
                <c:pt idx="349">
                  <c:v>46178</c:v>
                </c:pt>
                <c:pt idx="350">
                  <c:v>46179</c:v>
                </c:pt>
                <c:pt idx="351">
                  <c:v>46180</c:v>
                </c:pt>
                <c:pt idx="352">
                  <c:v>46181</c:v>
                </c:pt>
                <c:pt idx="353">
                  <c:v>46182</c:v>
                </c:pt>
                <c:pt idx="354">
                  <c:v>46183</c:v>
                </c:pt>
                <c:pt idx="355">
                  <c:v>46184</c:v>
                </c:pt>
                <c:pt idx="356">
                  <c:v>46185</c:v>
                </c:pt>
                <c:pt idx="357">
                  <c:v>46186</c:v>
                </c:pt>
                <c:pt idx="358">
                  <c:v>46187</c:v>
                </c:pt>
                <c:pt idx="359">
                  <c:v>46188</c:v>
                </c:pt>
                <c:pt idx="360">
                  <c:v>46189</c:v>
                </c:pt>
                <c:pt idx="361">
                  <c:v>46190</c:v>
                </c:pt>
                <c:pt idx="362">
                  <c:v>46191</c:v>
                </c:pt>
                <c:pt idx="363">
                  <c:v>46192</c:v>
                </c:pt>
                <c:pt idx="364">
                  <c:v>46193</c:v>
                </c:pt>
              </c:numCache>
            </c:numRef>
          </c:cat>
          <c:val>
            <c:numRef>
              <c:f>'2G Voice'!$J$2:$J$366</c:f>
              <c:numCache>
                <c:formatCode>General</c:formatCode>
                <c:ptCount val="365"/>
                <c:pt idx="0">
                  <c:v>424574.48680000001</c:v>
                </c:pt>
                <c:pt idx="1">
                  <c:v>414403.74230000004</c:v>
                </c:pt>
                <c:pt idx="2">
                  <c:v>442017.96950000001</c:v>
                </c:pt>
                <c:pt idx="3">
                  <c:v>443175.06610000005</c:v>
                </c:pt>
                <c:pt idx="4">
                  <c:v>446256.13879999996</c:v>
                </c:pt>
                <c:pt idx="5">
                  <c:v>446083.3676</c:v>
                </c:pt>
                <c:pt idx="6">
                  <c:v>439954.4816</c:v>
                </c:pt>
                <c:pt idx="7">
                  <c:v>424702.37360000005</c:v>
                </c:pt>
                <c:pt idx="8">
                  <c:v>411782.95419999998</c:v>
                </c:pt>
                <c:pt idx="9">
                  <c:v>447825.53319999995</c:v>
                </c:pt>
                <c:pt idx="10">
                  <c:v>443923.83720000001</c:v>
                </c:pt>
                <c:pt idx="11">
                  <c:v>442800.34</c:v>
                </c:pt>
                <c:pt idx="12">
                  <c:v>443597.3371</c:v>
                </c:pt>
                <c:pt idx="13">
                  <c:v>440087.93299999996</c:v>
                </c:pt>
                <c:pt idx="14">
                  <c:v>422898.2708</c:v>
                </c:pt>
                <c:pt idx="15">
                  <c:v>417730.97259999998</c:v>
                </c:pt>
                <c:pt idx="16">
                  <c:v>448963.71409999998</c:v>
                </c:pt>
                <c:pt idx="17">
                  <c:v>445819.88140000001</c:v>
                </c:pt>
                <c:pt idx="18">
                  <c:v>444712.57189999998</c:v>
                </c:pt>
                <c:pt idx="19">
                  <c:v>386063.16240000003</c:v>
                </c:pt>
                <c:pt idx="20">
                  <c:v>478611.80950000003</c:v>
                </c:pt>
                <c:pt idx="21">
                  <c:v>426927.26260000002</c:v>
                </c:pt>
                <c:pt idx="22">
                  <c:v>415261.59390000004</c:v>
                </c:pt>
                <c:pt idx="23">
                  <c:v>453025.07410000003</c:v>
                </c:pt>
                <c:pt idx="24">
                  <c:v>453526.62280000001</c:v>
                </c:pt>
                <c:pt idx="25">
                  <c:v>445553.17170000001</c:v>
                </c:pt>
                <c:pt idx="26">
                  <c:v>447110.8357</c:v>
                </c:pt>
                <c:pt idx="27">
                  <c:v>443941.2844</c:v>
                </c:pt>
                <c:pt idx="28">
                  <c:v>425199.3995</c:v>
                </c:pt>
                <c:pt idx="29">
                  <c:v>417114.05929999996</c:v>
                </c:pt>
                <c:pt idx="30">
                  <c:v>448117.29489999998</c:v>
                </c:pt>
                <c:pt idx="31">
                  <c:v>445902.38</c:v>
                </c:pt>
                <c:pt idx="32">
                  <c:v>446575.52350000001</c:v>
                </c:pt>
                <c:pt idx="33">
                  <c:v>443670.12229999999</c:v>
                </c:pt>
                <c:pt idx="34">
                  <c:v>446294.27519999997</c:v>
                </c:pt>
                <c:pt idx="35">
                  <c:v>426429.45420000004</c:v>
                </c:pt>
                <c:pt idx="36">
                  <c:v>414835.4693</c:v>
                </c:pt>
                <c:pt idx="37">
                  <c:v>445735.76</c:v>
                </c:pt>
                <c:pt idx="38">
                  <c:v>451114.03959999996</c:v>
                </c:pt>
                <c:pt idx="39">
                  <c:v>452231.06229999999</c:v>
                </c:pt>
                <c:pt idx="40">
                  <c:v>454101.03969999996</c:v>
                </c:pt>
                <c:pt idx="41">
                  <c:v>449762.13680000004</c:v>
                </c:pt>
                <c:pt idx="42">
                  <c:v>427993.538</c:v>
                </c:pt>
                <c:pt idx="43">
                  <c:v>427288.41450000001</c:v>
                </c:pt>
                <c:pt idx="44">
                  <c:v>451006.4276</c:v>
                </c:pt>
                <c:pt idx="45">
                  <c:v>455546.6005</c:v>
                </c:pt>
                <c:pt idx="46">
                  <c:v>451757.13750000001</c:v>
                </c:pt>
                <c:pt idx="47">
                  <c:v>452800.47490000003</c:v>
                </c:pt>
                <c:pt idx="48">
                  <c:v>389151.70610000001</c:v>
                </c:pt>
                <c:pt idx="49">
                  <c:v>421823.75910000002</c:v>
                </c:pt>
                <c:pt idx="50">
                  <c:v>420222.75530000002</c:v>
                </c:pt>
                <c:pt idx="51">
                  <c:v>457366.79360000003</c:v>
                </c:pt>
                <c:pt idx="52">
                  <c:v>453757.52590000001</c:v>
                </c:pt>
                <c:pt idx="53">
                  <c:v>448850.53709999996</c:v>
                </c:pt>
                <c:pt idx="54">
                  <c:v>448577.26740000001</c:v>
                </c:pt>
                <c:pt idx="55">
                  <c:v>445541.33849999995</c:v>
                </c:pt>
                <c:pt idx="56">
                  <c:v>429777.9558</c:v>
                </c:pt>
                <c:pt idx="57">
                  <c:v>424532.14969999995</c:v>
                </c:pt>
                <c:pt idx="58">
                  <c:v>456807.9522</c:v>
                </c:pt>
                <c:pt idx="59">
                  <c:v>452967.30060000002</c:v>
                </c:pt>
                <c:pt idx="60">
                  <c:v>448898.05189999996</c:v>
                </c:pt>
                <c:pt idx="61">
                  <c:v>453037.66329999996</c:v>
                </c:pt>
                <c:pt idx="62">
                  <c:v>445016.60530000005</c:v>
                </c:pt>
                <c:pt idx="63">
                  <c:v>426829.42210000003</c:v>
                </c:pt>
                <c:pt idx="64">
                  <c:v>418989.21679999999</c:v>
                </c:pt>
                <c:pt idx="65">
                  <c:v>450115.20280000003</c:v>
                </c:pt>
                <c:pt idx="66">
                  <c:v>452551.272</c:v>
                </c:pt>
                <c:pt idx="67">
                  <c:v>452225.71720000001</c:v>
                </c:pt>
                <c:pt idx="68">
                  <c:v>452564.29840000003</c:v>
                </c:pt>
                <c:pt idx="69">
                  <c:v>447916.15089999995</c:v>
                </c:pt>
                <c:pt idx="70">
                  <c:v>432267.48019999999</c:v>
                </c:pt>
                <c:pt idx="71">
                  <c:v>424117.27929999999</c:v>
                </c:pt>
                <c:pt idx="72">
                  <c:v>455598.49949999998</c:v>
                </c:pt>
                <c:pt idx="73">
                  <c:v>456275.4437</c:v>
                </c:pt>
                <c:pt idx="74">
                  <c:v>452740.87430000002</c:v>
                </c:pt>
                <c:pt idx="75">
                  <c:v>478481.05330000003</c:v>
                </c:pt>
                <c:pt idx="76">
                  <c:v>420499.3835</c:v>
                </c:pt>
                <c:pt idx="77">
                  <c:v>414736.16270000004</c:v>
                </c:pt>
                <c:pt idx="78">
                  <c:v>389260.34240000002</c:v>
                </c:pt>
                <c:pt idx="79">
                  <c:v>439393.80810000002</c:v>
                </c:pt>
                <c:pt idx="80">
                  <c:v>447662.03130000003</c:v>
                </c:pt>
                <c:pt idx="81">
                  <c:v>452205.55830000003</c:v>
                </c:pt>
                <c:pt idx="82">
                  <c:v>455788.15460000001</c:v>
                </c:pt>
                <c:pt idx="83">
                  <c:v>447228.4327</c:v>
                </c:pt>
                <c:pt idx="84">
                  <c:v>427479.61699999997</c:v>
                </c:pt>
                <c:pt idx="85">
                  <c:v>418035.42610000004</c:v>
                </c:pt>
                <c:pt idx="86">
                  <c:v>450241.28880000004</c:v>
                </c:pt>
                <c:pt idx="87">
                  <c:v>456053.75469999999</c:v>
                </c:pt>
                <c:pt idx="88">
                  <c:v>455983.71779999998</c:v>
                </c:pt>
                <c:pt idx="89">
                  <c:v>452937.08100000001</c:v>
                </c:pt>
                <c:pt idx="90">
                  <c:v>448586.75280000002</c:v>
                </c:pt>
                <c:pt idx="91">
                  <c:v>426036.01</c:v>
                </c:pt>
                <c:pt idx="92">
                  <c:v>422842.3493</c:v>
                </c:pt>
                <c:pt idx="93">
                  <c:v>455807.19760000001</c:v>
                </c:pt>
                <c:pt idx="94">
                  <c:v>458493.52900000004</c:v>
                </c:pt>
                <c:pt idx="95">
                  <c:v>461009.35710000002</c:v>
                </c:pt>
                <c:pt idx="96">
                  <c:v>467029.9057</c:v>
                </c:pt>
                <c:pt idx="97">
                  <c:v>463583.32449999999</c:v>
                </c:pt>
                <c:pt idx="98">
                  <c:v>433167.42470000003</c:v>
                </c:pt>
                <c:pt idx="99">
                  <c:v>424789.80290000001</c:v>
                </c:pt>
                <c:pt idx="100">
                  <c:v>464561.20009999996</c:v>
                </c:pt>
                <c:pt idx="101">
                  <c:v>478057.81120000005</c:v>
                </c:pt>
                <c:pt idx="102">
                  <c:v>465308.16710000002</c:v>
                </c:pt>
                <c:pt idx="103">
                  <c:v>467566.49410000001</c:v>
                </c:pt>
                <c:pt idx="104">
                  <c:v>457076.89559999999</c:v>
                </c:pt>
                <c:pt idx="105">
                  <c:v>439724.55559999996</c:v>
                </c:pt>
                <c:pt idx="106">
                  <c:v>425401.7463</c:v>
                </c:pt>
                <c:pt idx="107">
                  <c:v>397641.41120000003</c:v>
                </c:pt>
                <c:pt idx="108">
                  <c:v>465213.31959999999</c:v>
                </c:pt>
                <c:pt idx="109">
                  <c:v>461089.16019999998</c:v>
                </c:pt>
                <c:pt idx="110">
                  <c:v>467530.78710000002</c:v>
                </c:pt>
                <c:pt idx="111">
                  <c:v>464833.12220000004</c:v>
                </c:pt>
                <c:pt idx="112">
                  <c:v>444155.60690000001</c:v>
                </c:pt>
                <c:pt idx="113">
                  <c:v>427823.91840000002</c:v>
                </c:pt>
                <c:pt idx="114">
                  <c:v>459326.81719999999</c:v>
                </c:pt>
                <c:pt idx="115">
                  <c:v>466783.4559</c:v>
                </c:pt>
                <c:pt idx="116">
                  <c:v>463487.50380000001</c:v>
                </c:pt>
                <c:pt idx="117">
                  <c:v>433285.87119999999</c:v>
                </c:pt>
                <c:pt idx="118">
                  <c:v>452868.49569999997</c:v>
                </c:pt>
                <c:pt idx="119">
                  <c:v>431453.21750000003</c:v>
                </c:pt>
                <c:pt idx="120">
                  <c:v>423687.32880000002</c:v>
                </c:pt>
                <c:pt idx="121">
                  <c:v>441516.29730000003</c:v>
                </c:pt>
                <c:pt idx="122">
                  <c:v>471740.05040000001</c:v>
                </c:pt>
                <c:pt idx="123">
                  <c:v>464084.81670000002</c:v>
                </c:pt>
                <c:pt idx="124">
                  <c:v>463512.24310000002</c:v>
                </c:pt>
                <c:pt idx="125">
                  <c:v>460315.7181</c:v>
                </c:pt>
                <c:pt idx="126">
                  <c:v>448586.33600000001</c:v>
                </c:pt>
                <c:pt idx="127">
                  <c:v>422142.55959999998</c:v>
                </c:pt>
                <c:pt idx="128">
                  <c:v>461432.08850000001</c:v>
                </c:pt>
                <c:pt idx="129">
                  <c:v>475125.13449999999</c:v>
                </c:pt>
                <c:pt idx="130">
                  <c:v>472020.29389999999</c:v>
                </c:pt>
                <c:pt idx="131">
                  <c:v>473840.6753</c:v>
                </c:pt>
                <c:pt idx="132">
                  <c:v>470635.44099999999</c:v>
                </c:pt>
                <c:pt idx="133">
                  <c:v>447910.0637</c:v>
                </c:pt>
                <c:pt idx="134">
                  <c:v>437505.99719999998</c:v>
                </c:pt>
                <c:pt idx="135">
                  <c:v>475474.62820000004</c:v>
                </c:pt>
                <c:pt idx="136">
                  <c:v>491900.30619999999</c:v>
                </c:pt>
                <c:pt idx="137">
                  <c:v>432764.6459</c:v>
                </c:pt>
                <c:pt idx="138">
                  <c:v>464753.81070000003</c:v>
                </c:pt>
                <c:pt idx="139">
                  <c:v>480110.52360000001</c:v>
                </c:pt>
                <c:pt idx="140">
                  <c:v>456709.86050000001</c:v>
                </c:pt>
                <c:pt idx="141">
                  <c:v>449855.17800000001</c:v>
                </c:pt>
                <c:pt idx="142">
                  <c:v>486028.04929999996</c:v>
                </c:pt>
                <c:pt idx="143">
                  <c:v>485932.31890000001</c:v>
                </c:pt>
                <c:pt idx="144">
                  <c:v>485485.85720000003</c:v>
                </c:pt>
                <c:pt idx="145">
                  <c:v>485396.08169999998</c:v>
                </c:pt>
                <c:pt idx="146">
                  <c:v>478268.07470000006</c:v>
                </c:pt>
                <c:pt idx="147">
                  <c:v>461452.64260000002</c:v>
                </c:pt>
                <c:pt idx="148">
                  <c:v>447795.43360000005</c:v>
                </c:pt>
                <c:pt idx="149">
                  <c:v>483128.01249999995</c:v>
                </c:pt>
                <c:pt idx="150">
                  <c:v>493526.22519999999</c:v>
                </c:pt>
                <c:pt idx="151">
                  <c:v>493410.96620000002</c:v>
                </c:pt>
                <c:pt idx="152">
                  <c:v>489702.8933</c:v>
                </c:pt>
                <c:pt idx="153">
                  <c:v>479045.24469999998</c:v>
                </c:pt>
                <c:pt idx="154">
                  <c:v>471514.26370000001</c:v>
                </c:pt>
                <c:pt idx="155">
                  <c:v>459187.71519999998</c:v>
                </c:pt>
                <c:pt idx="156">
                  <c:v>501067.04209999996</c:v>
                </c:pt>
                <c:pt idx="157">
                  <c:v>510080.28169999999</c:v>
                </c:pt>
                <c:pt idx="158">
                  <c:v>530921.00150000001</c:v>
                </c:pt>
                <c:pt idx="159">
                  <c:v>560699.87410000002</c:v>
                </c:pt>
                <c:pt idx="160">
                  <c:v>474049.61550000001</c:v>
                </c:pt>
                <c:pt idx="161">
                  <c:v>442033.4155</c:v>
                </c:pt>
                <c:pt idx="162">
                  <c:v>489363.88750000001</c:v>
                </c:pt>
                <c:pt idx="163">
                  <c:v>529395.29009999998</c:v>
                </c:pt>
                <c:pt idx="164">
                  <c:v>519551.35970000003</c:v>
                </c:pt>
                <c:pt idx="165">
                  <c:v>521530.41749999998</c:v>
                </c:pt>
                <c:pt idx="166">
                  <c:v>469112.83960000001</c:v>
                </c:pt>
                <c:pt idx="167">
                  <c:v>508431.29310000001</c:v>
                </c:pt>
                <c:pt idx="168">
                  <c:v>487342.99479999999</c:v>
                </c:pt>
                <c:pt idx="169">
                  <c:v>470387.46349999995</c:v>
                </c:pt>
                <c:pt idx="170">
                  <c:v>513443.24219999998</c:v>
                </c:pt>
                <c:pt idx="171">
                  <c:v>515135.56769999996</c:v>
                </c:pt>
                <c:pt idx="172">
                  <c:v>515234.96250000002</c:v>
                </c:pt>
                <c:pt idx="173">
                  <c:v>513965.82380000001</c:v>
                </c:pt>
                <c:pt idx="174">
                  <c:v>499037.76699999999</c:v>
                </c:pt>
                <c:pt idx="175">
                  <c:v>480592.73960000003</c:v>
                </c:pt>
                <c:pt idx="176">
                  <c:v>470660.45779999997</c:v>
                </c:pt>
                <c:pt idx="177">
                  <c:v>507470.212</c:v>
                </c:pt>
                <c:pt idx="178">
                  <c:v>507579.56140000001</c:v>
                </c:pt>
                <c:pt idx="179">
                  <c:v>508486.50390000001</c:v>
                </c:pt>
                <c:pt idx="180">
                  <c:v>518503.61</c:v>
                </c:pt>
                <c:pt idx="181">
                  <c:v>510013.3113</c:v>
                </c:pt>
                <c:pt idx="182">
                  <c:v>481999.6912</c:v>
                </c:pt>
                <c:pt idx="183">
                  <c:v>464334.33769999997</c:v>
                </c:pt>
                <c:pt idx="184">
                  <c:v>501277.50400000002</c:v>
                </c:pt>
                <c:pt idx="185">
                  <c:v>503195.05410000001</c:v>
                </c:pt>
                <c:pt idx="186">
                  <c:v>497520.08929999999</c:v>
                </c:pt>
                <c:pt idx="187">
                  <c:v>454196.31330000004</c:v>
                </c:pt>
                <c:pt idx="188">
                  <c:v>480382.36259999999</c:v>
                </c:pt>
                <c:pt idx="189">
                  <c:v>466405.95919999998</c:v>
                </c:pt>
                <c:pt idx="190">
                  <c:v>455894.72149999999</c:v>
                </c:pt>
                <c:pt idx="191">
                  <c:v>501865.1226</c:v>
                </c:pt>
                <c:pt idx="192">
                  <c:v>504156.54269999999</c:v>
                </c:pt>
                <c:pt idx="193">
                  <c:v>509541.97749999998</c:v>
                </c:pt>
                <c:pt idx="194">
                  <c:v>580840.89800000004</c:v>
                </c:pt>
                <c:pt idx="195">
                  <c:v>494575.25669999997</c:v>
                </c:pt>
                <c:pt idx="196">
                  <c:v>431646.462</c:v>
                </c:pt>
                <c:pt idx="197">
                  <c:v>457701.89630000002</c:v>
                </c:pt>
                <c:pt idx="198">
                  <c:v>504176.8173</c:v>
                </c:pt>
                <c:pt idx="199">
                  <c:v>509140.44089999999</c:v>
                </c:pt>
                <c:pt idx="200">
                  <c:v>494903.02729999996</c:v>
                </c:pt>
                <c:pt idx="201">
                  <c:v>497973.81550000003</c:v>
                </c:pt>
                <c:pt idx="202">
                  <c:v>498277.22729999997</c:v>
                </c:pt>
                <c:pt idx="203">
                  <c:v>473439.42000000004</c:v>
                </c:pt>
                <c:pt idx="204">
                  <c:v>457377.75229999999</c:v>
                </c:pt>
                <c:pt idx="205">
                  <c:v>503505.38530000002</c:v>
                </c:pt>
                <c:pt idx="206">
                  <c:v>493666.58170000004</c:v>
                </c:pt>
                <c:pt idx="207">
                  <c:v>496600.25339999999</c:v>
                </c:pt>
                <c:pt idx="208">
                  <c:v>466055.17909999995</c:v>
                </c:pt>
                <c:pt idx="209">
                  <c:v>458449.60269999999</c:v>
                </c:pt>
                <c:pt idx="210">
                  <c:v>437266.97830000002</c:v>
                </c:pt>
                <c:pt idx="211">
                  <c:v>426190.16440000001</c:v>
                </c:pt>
                <c:pt idx="212">
                  <c:v>481917.93119999999</c:v>
                </c:pt>
                <c:pt idx="213">
                  <c:v>489958.72380000004</c:v>
                </c:pt>
                <c:pt idx="214">
                  <c:v>490503.11449999997</c:v>
                </c:pt>
                <c:pt idx="215">
                  <c:v>485347.94020000001</c:v>
                </c:pt>
                <c:pt idx="216">
                  <c:v>483475.7512</c:v>
                </c:pt>
                <c:pt idx="217">
                  <c:v>462586.94790000003</c:v>
                </c:pt>
                <c:pt idx="218">
                  <c:v>428835.64809999999</c:v>
                </c:pt>
                <c:pt idx="219">
                  <c:v>468844.57329999999</c:v>
                </c:pt>
                <c:pt idx="220">
                  <c:v>494939.5785</c:v>
                </c:pt>
                <c:pt idx="221">
                  <c:v>492241.04940000002</c:v>
                </c:pt>
                <c:pt idx="222">
                  <c:v>485343.49669999996</c:v>
                </c:pt>
                <c:pt idx="223">
                  <c:v>489182.66009999998</c:v>
                </c:pt>
                <c:pt idx="224">
                  <c:v>474296.6692</c:v>
                </c:pt>
                <c:pt idx="225">
                  <c:v>427638.30089999997</c:v>
                </c:pt>
                <c:pt idx="226">
                  <c:v>499842.56429999997</c:v>
                </c:pt>
                <c:pt idx="227">
                  <c:v>495795.70699999999</c:v>
                </c:pt>
                <c:pt idx="228">
                  <c:v>456392.71749999997</c:v>
                </c:pt>
                <c:pt idx="229">
                  <c:v>492413.71520000004</c:v>
                </c:pt>
                <c:pt idx="230">
                  <c:v>496708.07889999996</c:v>
                </c:pt>
                <c:pt idx="231">
                  <c:v>472301.51659999997</c:v>
                </c:pt>
                <c:pt idx="232">
                  <c:v>452867.09330000001</c:v>
                </c:pt>
                <c:pt idx="233">
                  <c:v>495001.31300000002</c:v>
                </c:pt>
                <c:pt idx="234">
                  <c:v>499960.13390000002</c:v>
                </c:pt>
                <c:pt idx="235">
                  <c:v>498458.6066</c:v>
                </c:pt>
                <c:pt idx="236">
                  <c:v>498192.54479999997</c:v>
                </c:pt>
                <c:pt idx="237">
                  <c:v>500605.3394</c:v>
                </c:pt>
                <c:pt idx="238">
                  <c:v>479584.27830000001</c:v>
                </c:pt>
                <c:pt idx="239">
                  <c:v>456157.56539999996</c:v>
                </c:pt>
                <c:pt idx="240">
                  <c:v>491430.54609999998</c:v>
                </c:pt>
                <c:pt idx="241">
                  <c:v>498846.81479999999</c:v>
                </c:pt>
                <c:pt idx="242">
                  <c:v>499092.25510000001</c:v>
                </c:pt>
                <c:pt idx="243">
                  <c:v>485364.81320000003</c:v>
                </c:pt>
                <c:pt idx="244">
                  <c:v>488318.12930000003</c:v>
                </c:pt>
                <c:pt idx="245">
                  <c:v>465294.88660000003</c:v>
                </c:pt>
                <c:pt idx="246">
                  <c:v>462997.74330000003</c:v>
                </c:pt>
                <c:pt idx="247">
                  <c:v>496251.44409999996</c:v>
                </c:pt>
                <c:pt idx="248">
                  <c:v>499465.1372</c:v>
                </c:pt>
                <c:pt idx="249">
                  <c:v>498403.78360000002</c:v>
                </c:pt>
                <c:pt idx="250">
                  <c:v>504660.15210000001</c:v>
                </c:pt>
                <c:pt idx="251">
                  <c:v>500811.79840000003</c:v>
                </c:pt>
                <c:pt idx="252">
                  <c:v>483953.30670000002</c:v>
                </c:pt>
                <c:pt idx="253">
                  <c:v>470626.87330000004</c:v>
                </c:pt>
                <c:pt idx="254">
                  <c:v>435149.44020000001</c:v>
                </c:pt>
                <c:pt idx="255">
                  <c:v>508013.28080000001</c:v>
                </c:pt>
                <c:pt idx="256">
                  <c:v>502664.36220000003</c:v>
                </c:pt>
                <c:pt idx="257">
                  <c:v>499023.11819999997</c:v>
                </c:pt>
                <c:pt idx="258">
                  <c:v>499306.02059999999</c:v>
                </c:pt>
                <c:pt idx="259">
                  <c:v>476761.67809999996</c:v>
                </c:pt>
                <c:pt idx="260">
                  <c:v>462234.51010000001</c:v>
                </c:pt>
                <c:pt idx="261">
                  <c:v>506442.7954</c:v>
                </c:pt>
                <c:pt idx="262">
                  <c:v>514578.39630000002</c:v>
                </c:pt>
                <c:pt idx="263">
                  <c:v>513877.90520000004</c:v>
                </c:pt>
                <c:pt idx="264">
                  <c:v>511842.38709999999</c:v>
                </c:pt>
                <c:pt idx="265">
                  <c:v>497419.90419999999</c:v>
                </c:pt>
                <c:pt idx="266">
                  <c:v>470499.64899999998</c:v>
                </c:pt>
                <c:pt idx="267">
                  <c:v>470740.7745</c:v>
                </c:pt>
                <c:pt idx="268">
                  <c:v>509732.5993</c:v>
                </c:pt>
                <c:pt idx="269">
                  <c:v>511972.30479999998</c:v>
                </c:pt>
                <c:pt idx="270">
                  <c:v>495660.05780000001</c:v>
                </c:pt>
                <c:pt idx="271">
                  <c:v>501982.93520000001</c:v>
                </c:pt>
                <c:pt idx="272">
                  <c:v>495138.51880000002</c:v>
                </c:pt>
                <c:pt idx="273">
                  <c:v>467088.15820000001</c:v>
                </c:pt>
                <c:pt idx="274">
                  <c:v>458445.58199999999</c:v>
                </c:pt>
                <c:pt idx="275">
                  <c:v>499815.58510000003</c:v>
                </c:pt>
                <c:pt idx="276">
                  <c:v>499277.53879999998</c:v>
                </c:pt>
                <c:pt idx="277">
                  <c:v>487834.9314</c:v>
                </c:pt>
                <c:pt idx="278">
                  <c:v>501096.33779999998</c:v>
                </c:pt>
                <c:pt idx="279">
                  <c:v>493454.6018</c:v>
                </c:pt>
                <c:pt idx="280">
                  <c:v>471018.26689999999</c:v>
                </c:pt>
                <c:pt idx="281">
                  <c:v>458255.89600000001</c:v>
                </c:pt>
                <c:pt idx="282">
                  <c:v>502122.97150000004</c:v>
                </c:pt>
                <c:pt idx="283">
                  <c:v>506700.06269999995</c:v>
                </c:pt>
                <c:pt idx="284">
                  <c:v>478765.78539999999</c:v>
                </c:pt>
                <c:pt idx="285">
                  <c:v>494404.42579999997</c:v>
                </c:pt>
                <c:pt idx="286">
                  <c:v>469263.85269999999</c:v>
                </c:pt>
                <c:pt idx="287">
                  <c:v>467135.38589999999</c:v>
                </c:pt>
                <c:pt idx="288">
                  <c:v>459353.0638</c:v>
                </c:pt>
                <c:pt idx="289">
                  <c:v>501861.98099999997</c:v>
                </c:pt>
                <c:pt idx="290">
                  <c:v>504005.53159999999</c:v>
                </c:pt>
                <c:pt idx="291">
                  <c:v>503377.83539999998</c:v>
                </c:pt>
                <c:pt idx="292">
                  <c:v>506163.06180000002</c:v>
                </c:pt>
                <c:pt idx="293">
                  <c:v>505998.90519999998</c:v>
                </c:pt>
                <c:pt idx="294">
                  <c:v>471940.2476</c:v>
                </c:pt>
                <c:pt idx="295">
                  <c:v>433390.10599999997</c:v>
                </c:pt>
                <c:pt idx="296">
                  <c:v>397190.13569999998</c:v>
                </c:pt>
                <c:pt idx="297">
                  <c:v>427632.49799999996</c:v>
                </c:pt>
                <c:pt idx="298">
                  <c:v>401454.05209999997</c:v>
                </c:pt>
                <c:pt idx="299">
                  <c:v>417416.62540000002</c:v>
                </c:pt>
                <c:pt idx="300">
                  <c:v>429689.49369999999</c:v>
                </c:pt>
                <c:pt idx="301">
                  <c:v>429575.04389999999</c:v>
                </c:pt>
                <c:pt idx="302">
                  <c:v>432526.59400000004</c:v>
                </c:pt>
                <c:pt idx="303">
                  <c:v>480043.81140000001</c:v>
                </c:pt>
                <c:pt idx="304">
                  <c:v>495950.56670000002</c:v>
                </c:pt>
                <c:pt idx="305">
                  <c:v>489809.61920000002</c:v>
                </c:pt>
                <c:pt idx="306">
                  <c:v>493867.80469999998</c:v>
                </c:pt>
                <c:pt idx="307">
                  <c:v>496629.23180000001</c:v>
                </c:pt>
                <c:pt idx="308">
                  <c:v>469247.21119999996</c:v>
                </c:pt>
                <c:pt idx="309">
                  <c:v>447588.17089999997</c:v>
                </c:pt>
                <c:pt idx="310">
                  <c:v>495837.15960000001</c:v>
                </c:pt>
                <c:pt idx="311">
                  <c:v>496111.35510000004</c:v>
                </c:pt>
                <c:pt idx="312">
                  <c:v>494519.28199999995</c:v>
                </c:pt>
                <c:pt idx="313">
                  <c:v>502529.2843</c:v>
                </c:pt>
                <c:pt idx="314">
                  <c:v>425704.90109999996</c:v>
                </c:pt>
                <c:pt idx="315">
                  <c:v>457156.62699999998</c:v>
                </c:pt>
                <c:pt idx="316">
                  <c:v>451515.30089999997</c:v>
                </c:pt>
                <c:pt idx="317">
                  <c:v>496057.34249999997</c:v>
                </c:pt>
                <c:pt idx="318">
                  <c:v>497267.03709999996</c:v>
                </c:pt>
                <c:pt idx="319">
                  <c:v>488468.59540000005</c:v>
                </c:pt>
                <c:pt idx="320">
                  <c:v>490267.30409999995</c:v>
                </c:pt>
                <c:pt idx="321">
                  <c:v>486296.6532</c:v>
                </c:pt>
                <c:pt idx="322">
                  <c:v>466362.42240000004</c:v>
                </c:pt>
                <c:pt idx="323">
                  <c:v>455810.56530000002</c:v>
                </c:pt>
                <c:pt idx="324">
                  <c:v>499214.2205</c:v>
                </c:pt>
                <c:pt idx="325">
                  <c:v>493250.51500000001</c:v>
                </c:pt>
                <c:pt idx="326">
                  <c:v>510517.23070000001</c:v>
                </c:pt>
                <c:pt idx="327">
                  <c:v>495400.0895</c:v>
                </c:pt>
                <c:pt idx="328">
                  <c:v>489296.47489999997</c:v>
                </c:pt>
                <c:pt idx="329">
                  <c:v>464298.27399999998</c:v>
                </c:pt>
                <c:pt idx="330">
                  <c:v>452812.02409999998</c:v>
                </c:pt>
                <c:pt idx="331">
                  <c:v>497346.20489999995</c:v>
                </c:pt>
                <c:pt idx="332">
                  <c:v>499397.24770000001</c:v>
                </c:pt>
                <c:pt idx="333">
                  <c:v>502198.79429999995</c:v>
                </c:pt>
                <c:pt idx="334">
                  <c:v>497950.27629999997</c:v>
                </c:pt>
                <c:pt idx="335">
                  <c:v>515205.3946</c:v>
                </c:pt>
                <c:pt idx="336">
                  <c:v>471478.97100000002</c:v>
                </c:pt>
                <c:pt idx="337">
                  <c:v>458487.14809999999</c:v>
                </c:pt>
                <c:pt idx="338">
                  <c:v>503856.4167</c:v>
                </c:pt>
                <c:pt idx="339">
                  <c:v>503289.16689999995</c:v>
                </c:pt>
                <c:pt idx="340">
                  <c:v>500203.35690000001</c:v>
                </c:pt>
                <c:pt idx="341">
                  <c:v>476406.6801</c:v>
                </c:pt>
                <c:pt idx="342">
                  <c:v>486735.62319999997</c:v>
                </c:pt>
                <c:pt idx="343">
                  <c:v>385360.04499999998</c:v>
                </c:pt>
                <c:pt idx="344">
                  <c:v>435656.36450000003</c:v>
                </c:pt>
                <c:pt idx="345">
                  <c:v>500641.80100000004</c:v>
                </c:pt>
                <c:pt idx="346">
                  <c:v>507730.83309999999</c:v>
                </c:pt>
                <c:pt idx="347">
                  <c:v>507302.87119999999</c:v>
                </c:pt>
                <c:pt idx="348">
                  <c:v>502351.5723</c:v>
                </c:pt>
                <c:pt idx="349">
                  <c:v>493701.8309</c:v>
                </c:pt>
                <c:pt idx="350">
                  <c:v>470815.46409999998</c:v>
                </c:pt>
                <c:pt idx="351">
                  <c:v>455917.39750000002</c:v>
                </c:pt>
                <c:pt idx="352">
                  <c:v>495163.7231</c:v>
                </c:pt>
                <c:pt idx="353">
                  <c:v>490327.96049999999</c:v>
                </c:pt>
                <c:pt idx="354">
                  <c:v>493133.38569999998</c:v>
                </c:pt>
                <c:pt idx="355">
                  <c:v>492023.12680000003</c:v>
                </c:pt>
                <c:pt idx="356">
                  <c:v>489288.86749999999</c:v>
                </c:pt>
                <c:pt idx="357">
                  <c:v>461750.64009999996</c:v>
                </c:pt>
                <c:pt idx="358">
                  <c:v>442938.59449999995</c:v>
                </c:pt>
                <c:pt idx="359">
                  <c:v>486017.69810000004</c:v>
                </c:pt>
                <c:pt idx="360">
                  <c:v>486221.12849999999</c:v>
                </c:pt>
                <c:pt idx="361">
                  <c:v>482077.70280000003</c:v>
                </c:pt>
                <c:pt idx="362">
                  <c:v>487653.47350000002</c:v>
                </c:pt>
                <c:pt idx="363">
                  <c:v>483418.7352</c:v>
                </c:pt>
                <c:pt idx="364">
                  <c:v>488891.88079999998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8-3EE5-4250-9F12-058A17DFE5A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6115503"/>
        <c:axId val="16114063"/>
      </c:lineChart>
      <c:dateAx>
        <c:axId val="1416848143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Date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m/d/yyyy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87212463"/>
        <c:crosses val="autoZero"/>
        <c:auto val="1"/>
        <c:lblOffset val="100"/>
        <c:baseTimeUnit val="days"/>
      </c:dateAx>
      <c:valAx>
        <c:axId val="128721246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000" b="0" i="0" u="none" strike="noStrike" kern="1200" spc="0" baseline="0" dirty="0">
                    <a:solidFill>
                      <a:sysClr val="windowText" lastClr="000000">
                        <a:lumMod val="65000"/>
                        <a:lumOff val="35000"/>
                      </a:sysClr>
                    </a:solidFill>
                  </a:rPr>
                  <a:t>2G Voice Traffic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16848143"/>
        <c:crosses val="autoZero"/>
        <c:crossBetween val="between"/>
      </c:valAx>
      <c:valAx>
        <c:axId val="16114063"/>
        <c:scaling>
          <c:orientation val="minMax"/>
        </c:scaling>
        <c:delete val="0"/>
        <c:axPos val="r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000" b="0" i="0" u="none" strike="noStrike" kern="1200" baseline="0" dirty="0">
                    <a:solidFill>
                      <a:sysClr val="windowText" lastClr="000000">
                        <a:lumMod val="65000"/>
                        <a:lumOff val="35000"/>
                      </a:sysClr>
                    </a:solidFill>
                  </a:rPr>
                  <a:t>Voice Traffic (Erlang)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115503"/>
        <c:crosses val="max"/>
        <c:crossBetween val="between"/>
      </c:valAx>
      <c:dateAx>
        <c:axId val="16115503"/>
        <c:scaling>
          <c:orientation val="minMax"/>
        </c:scaling>
        <c:delete val="1"/>
        <c:axPos val="b"/>
        <c:numFmt formatCode="m/d/yyyy" sourceLinked="1"/>
        <c:majorTickMark val="out"/>
        <c:minorTickMark val="none"/>
        <c:tickLblPos val="nextTo"/>
        <c:crossAx val="16114063"/>
        <c:crosses val="autoZero"/>
        <c:auto val="1"/>
        <c:lblOffset val="100"/>
        <c:baseTimeUnit val="days"/>
      </c:date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400" b="1" dirty="0">
                <a:solidFill>
                  <a:srgbClr val="002060"/>
                </a:solidFill>
              </a:rPr>
              <a:t>3G Voice Traffic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'3G Voice'!$B$1</c:f>
              <c:strCache>
                <c:ptCount val="1"/>
                <c:pt idx="0">
                  <c:v>Jaffna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'3G Voice'!$A$2:$A$366</c:f>
              <c:numCache>
                <c:formatCode>m/d/yyyy</c:formatCode>
                <c:ptCount val="365"/>
                <c:pt idx="0">
                  <c:v>45829</c:v>
                </c:pt>
                <c:pt idx="1">
                  <c:v>45830</c:v>
                </c:pt>
                <c:pt idx="2">
                  <c:v>45831</c:v>
                </c:pt>
                <c:pt idx="3">
                  <c:v>45832</c:v>
                </c:pt>
                <c:pt idx="4">
                  <c:v>45833</c:v>
                </c:pt>
                <c:pt idx="5">
                  <c:v>45834</c:v>
                </c:pt>
                <c:pt idx="6">
                  <c:v>45835</c:v>
                </c:pt>
                <c:pt idx="7">
                  <c:v>45836</c:v>
                </c:pt>
                <c:pt idx="8">
                  <c:v>45837</c:v>
                </c:pt>
                <c:pt idx="9">
                  <c:v>45838</c:v>
                </c:pt>
                <c:pt idx="10">
                  <c:v>45839</c:v>
                </c:pt>
                <c:pt idx="11">
                  <c:v>45840</c:v>
                </c:pt>
                <c:pt idx="12">
                  <c:v>45841</c:v>
                </c:pt>
                <c:pt idx="13">
                  <c:v>45842</c:v>
                </c:pt>
                <c:pt idx="14">
                  <c:v>45843</c:v>
                </c:pt>
                <c:pt idx="15">
                  <c:v>45844</c:v>
                </c:pt>
                <c:pt idx="16">
                  <c:v>45845</c:v>
                </c:pt>
                <c:pt idx="17">
                  <c:v>45846</c:v>
                </c:pt>
                <c:pt idx="18">
                  <c:v>45847</c:v>
                </c:pt>
                <c:pt idx="19">
                  <c:v>45848</c:v>
                </c:pt>
                <c:pt idx="20">
                  <c:v>45849</c:v>
                </c:pt>
                <c:pt idx="21">
                  <c:v>45850</c:v>
                </c:pt>
                <c:pt idx="22">
                  <c:v>45851</c:v>
                </c:pt>
                <c:pt idx="23">
                  <c:v>45852</c:v>
                </c:pt>
                <c:pt idx="24">
                  <c:v>45853</c:v>
                </c:pt>
                <c:pt idx="25">
                  <c:v>45854</c:v>
                </c:pt>
                <c:pt idx="26">
                  <c:v>45855</c:v>
                </c:pt>
                <c:pt idx="27">
                  <c:v>45856</c:v>
                </c:pt>
                <c:pt idx="28">
                  <c:v>45857</c:v>
                </c:pt>
                <c:pt idx="29">
                  <c:v>45858</c:v>
                </c:pt>
                <c:pt idx="30">
                  <c:v>45859</c:v>
                </c:pt>
                <c:pt idx="31">
                  <c:v>45860</c:v>
                </c:pt>
                <c:pt idx="32">
                  <c:v>45861</c:v>
                </c:pt>
                <c:pt idx="33">
                  <c:v>45862</c:v>
                </c:pt>
                <c:pt idx="34">
                  <c:v>45863</c:v>
                </c:pt>
                <c:pt idx="35">
                  <c:v>45864</c:v>
                </c:pt>
                <c:pt idx="36">
                  <c:v>45865</c:v>
                </c:pt>
                <c:pt idx="37">
                  <c:v>45866</c:v>
                </c:pt>
                <c:pt idx="38">
                  <c:v>45867</c:v>
                </c:pt>
                <c:pt idx="39">
                  <c:v>45868</c:v>
                </c:pt>
                <c:pt idx="40">
                  <c:v>45869</c:v>
                </c:pt>
                <c:pt idx="41">
                  <c:v>45870</c:v>
                </c:pt>
                <c:pt idx="42">
                  <c:v>45871</c:v>
                </c:pt>
                <c:pt idx="43">
                  <c:v>45872</c:v>
                </c:pt>
                <c:pt idx="44">
                  <c:v>45873</c:v>
                </c:pt>
                <c:pt idx="45">
                  <c:v>45874</c:v>
                </c:pt>
                <c:pt idx="46">
                  <c:v>45875</c:v>
                </c:pt>
                <c:pt idx="47">
                  <c:v>45876</c:v>
                </c:pt>
                <c:pt idx="48">
                  <c:v>45877</c:v>
                </c:pt>
                <c:pt idx="49">
                  <c:v>45878</c:v>
                </c:pt>
                <c:pt idx="50">
                  <c:v>45879</c:v>
                </c:pt>
                <c:pt idx="51">
                  <c:v>45880</c:v>
                </c:pt>
                <c:pt idx="52">
                  <c:v>45881</c:v>
                </c:pt>
                <c:pt idx="53">
                  <c:v>45882</c:v>
                </c:pt>
                <c:pt idx="54">
                  <c:v>45883</c:v>
                </c:pt>
                <c:pt idx="55">
                  <c:v>45884</c:v>
                </c:pt>
                <c:pt idx="56">
                  <c:v>45885</c:v>
                </c:pt>
                <c:pt idx="57">
                  <c:v>45886</c:v>
                </c:pt>
                <c:pt idx="58">
                  <c:v>45887</c:v>
                </c:pt>
                <c:pt idx="59">
                  <c:v>45888</c:v>
                </c:pt>
                <c:pt idx="60">
                  <c:v>45889</c:v>
                </c:pt>
                <c:pt idx="61">
                  <c:v>45890</c:v>
                </c:pt>
                <c:pt idx="62">
                  <c:v>45891</c:v>
                </c:pt>
                <c:pt idx="63">
                  <c:v>45892</c:v>
                </c:pt>
                <c:pt idx="64">
                  <c:v>45893</c:v>
                </c:pt>
                <c:pt idx="65">
                  <c:v>45894</c:v>
                </c:pt>
                <c:pt idx="66">
                  <c:v>45895</c:v>
                </c:pt>
                <c:pt idx="67">
                  <c:v>45896</c:v>
                </c:pt>
                <c:pt idx="68">
                  <c:v>45897</c:v>
                </c:pt>
                <c:pt idx="69">
                  <c:v>45898</c:v>
                </c:pt>
                <c:pt idx="70">
                  <c:v>45899</c:v>
                </c:pt>
                <c:pt idx="71">
                  <c:v>45900</c:v>
                </c:pt>
                <c:pt idx="72">
                  <c:v>45901</c:v>
                </c:pt>
                <c:pt idx="73">
                  <c:v>45902</c:v>
                </c:pt>
                <c:pt idx="74">
                  <c:v>45903</c:v>
                </c:pt>
                <c:pt idx="75">
                  <c:v>45904</c:v>
                </c:pt>
                <c:pt idx="76">
                  <c:v>45905</c:v>
                </c:pt>
                <c:pt idx="77">
                  <c:v>45906</c:v>
                </c:pt>
                <c:pt idx="78">
                  <c:v>45907</c:v>
                </c:pt>
                <c:pt idx="79">
                  <c:v>45908</c:v>
                </c:pt>
                <c:pt idx="80">
                  <c:v>45909</c:v>
                </c:pt>
                <c:pt idx="81">
                  <c:v>45910</c:v>
                </c:pt>
                <c:pt idx="82">
                  <c:v>45911</c:v>
                </c:pt>
                <c:pt idx="83">
                  <c:v>45912</c:v>
                </c:pt>
                <c:pt idx="84">
                  <c:v>45913</c:v>
                </c:pt>
                <c:pt idx="85">
                  <c:v>45914</c:v>
                </c:pt>
                <c:pt idx="86">
                  <c:v>45915</c:v>
                </c:pt>
                <c:pt idx="87">
                  <c:v>45916</c:v>
                </c:pt>
                <c:pt idx="88">
                  <c:v>45917</c:v>
                </c:pt>
                <c:pt idx="89">
                  <c:v>45918</c:v>
                </c:pt>
                <c:pt idx="90">
                  <c:v>45919</c:v>
                </c:pt>
                <c:pt idx="91">
                  <c:v>45920</c:v>
                </c:pt>
                <c:pt idx="92">
                  <c:v>45921</c:v>
                </c:pt>
                <c:pt idx="93">
                  <c:v>45922</c:v>
                </c:pt>
                <c:pt idx="94">
                  <c:v>45923</c:v>
                </c:pt>
                <c:pt idx="95">
                  <c:v>45924</c:v>
                </c:pt>
                <c:pt idx="96">
                  <c:v>45925</c:v>
                </c:pt>
                <c:pt idx="97">
                  <c:v>45926</c:v>
                </c:pt>
                <c:pt idx="98">
                  <c:v>45927</c:v>
                </c:pt>
                <c:pt idx="99">
                  <c:v>45928</c:v>
                </c:pt>
                <c:pt idx="100">
                  <c:v>45929</c:v>
                </c:pt>
                <c:pt idx="101">
                  <c:v>45930</c:v>
                </c:pt>
                <c:pt idx="102">
                  <c:v>45931</c:v>
                </c:pt>
                <c:pt idx="103">
                  <c:v>45932</c:v>
                </c:pt>
                <c:pt idx="104">
                  <c:v>45933</c:v>
                </c:pt>
                <c:pt idx="105">
                  <c:v>45934</c:v>
                </c:pt>
                <c:pt idx="106">
                  <c:v>45935</c:v>
                </c:pt>
                <c:pt idx="107">
                  <c:v>45936</c:v>
                </c:pt>
                <c:pt idx="108">
                  <c:v>45937</c:v>
                </c:pt>
                <c:pt idx="109">
                  <c:v>45938</c:v>
                </c:pt>
                <c:pt idx="110">
                  <c:v>45939</c:v>
                </c:pt>
                <c:pt idx="111">
                  <c:v>45940</c:v>
                </c:pt>
                <c:pt idx="112">
                  <c:v>45941</c:v>
                </c:pt>
                <c:pt idx="113">
                  <c:v>45942</c:v>
                </c:pt>
                <c:pt idx="114">
                  <c:v>45943</c:v>
                </c:pt>
                <c:pt idx="115">
                  <c:v>45944</c:v>
                </c:pt>
                <c:pt idx="116">
                  <c:v>45945</c:v>
                </c:pt>
                <c:pt idx="117">
                  <c:v>45946</c:v>
                </c:pt>
                <c:pt idx="118">
                  <c:v>45947</c:v>
                </c:pt>
                <c:pt idx="119">
                  <c:v>45948</c:v>
                </c:pt>
                <c:pt idx="120">
                  <c:v>45949</c:v>
                </c:pt>
                <c:pt idx="121">
                  <c:v>45950</c:v>
                </c:pt>
                <c:pt idx="122">
                  <c:v>45951</c:v>
                </c:pt>
                <c:pt idx="123">
                  <c:v>45952</c:v>
                </c:pt>
                <c:pt idx="124">
                  <c:v>45953</c:v>
                </c:pt>
                <c:pt idx="125">
                  <c:v>45954</c:v>
                </c:pt>
                <c:pt idx="126">
                  <c:v>45955</c:v>
                </c:pt>
                <c:pt idx="127">
                  <c:v>45956</c:v>
                </c:pt>
                <c:pt idx="128">
                  <c:v>45957</c:v>
                </c:pt>
                <c:pt idx="129">
                  <c:v>45958</c:v>
                </c:pt>
                <c:pt idx="130">
                  <c:v>45959</c:v>
                </c:pt>
                <c:pt idx="131">
                  <c:v>45960</c:v>
                </c:pt>
                <c:pt idx="132">
                  <c:v>45961</c:v>
                </c:pt>
                <c:pt idx="133">
                  <c:v>45962</c:v>
                </c:pt>
                <c:pt idx="134">
                  <c:v>45963</c:v>
                </c:pt>
                <c:pt idx="135">
                  <c:v>45964</c:v>
                </c:pt>
                <c:pt idx="136">
                  <c:v>45965</c:v>
                </c:pt>
                <c:pt idx="137">
                  <c:v>45966</c:v>
                </c:pt>
                <c:pt idx="138">
                  <c:v>45967</c:v>
                </c:pt>
                <c:pt idx="139">
                  <c:v>45968</c:v>
                </c:pt>
                <c:pt idx="140">
                  <c:v>45969</c:v>
                </c:pt>
                <c:pt idx="141">
                  <c:v>45970</c:v>
                </c:pt>
                <c:pt idx="142">
                  <c:v>45971</c:v>
                </c:pt>
                <c:pt idx="143">
                  <c:v>45972</c:v>
                </c:pt>
                <c:pt idx="144">
                  <c:v>45973</c:v>
                </c:pt>
                <c:pt idx="145">
                  <c:v>45974</c:v>
                </c:pt>
                <c:pt idx="146">
                  <c:v>45975</c:v>
                </c:pt>
                <c:pt idx="147">
                  <c:v>45976</c:v>
                </c:pt>
                <c:pt idx="148">
                  <c:v>45977</c:v>
                </c:pt>
                <c:pt idx="149">
                  <c:v>45978</c:v>
                </c:pt>
                <c:pt idx="150">
                  <c:v>45979</c:v>
                </c:pt>
                <c:pt idx="151">
                  <c:v>45980</c:v>
                </c:pt>
                <c:pt idx="152">
                  <c:v>45981</c:v>
                </c:pt>
                <c:pt idx="153">
                  <c:v>45982</c:v>
                </c:pt>
                <c:pt idx="154">
                  <c:v>45983</c:v>
                </c:pt>
                <c:pt idx="155">
                  <c:v>45984</c:v>
                </c:pt>
                <c:pt idx="156">
                  <c:v>45985</c:v>
                </c:pt>
                <c:pt idx="157">
                  <c:v>45986</c:v>
                </c:pt>
                <c:pt idx="158">
                  <c:v>45987</c:v>
                </c:pt>
                <c:pt idx="159">
                  <c:v>45988</c:v>
                </c:pt>
                <c:pt idx="160">
                  <c:v>45989</c:v>
                </c:pt>
                <c:pt idx="161">
                  <c:v>45990</c:v>
                </c:pt>
                <c:pt idx="162">
                  <c:v>45991</c:v>
                </c:pt>
                <c:pt idx="163">
                  <c:v>45992</c:v>
                </c:pt>
                <c:pt idx="164">
                  <c:v>45993</c:v>
                </c:pt>
                <c:pt idx="165">
                  <c:v>45994</c:v>
                </c:pt>
                <c:pt idx="166">
                  <c:v>45995</c:v>
                </c:pt>
                <c:pt idx="167">
                  <c:v>45996</c:v>
                </c:pt>
                <c:pt idx="168">
                  <c:v>45997</c:v>
                </c:pt>
                <c:pt idx="169">
                  <c:v>45998</c:v>
                </c:pt>
                <c:pt idx="170">
                  <c:v>45999</c:v>
                </c:pt>
                <c:pt idx="171">
                  <c:v>46000</c:v>
                </c:pt>
                <c:pt idx="172">
                  <c:v>46001</c:v>
                </c:pt>
                <c:pt idx="173">
                  <c:v>46002</c:v>
                </c:pt>
                <c:pt idx="174">
                  <c:v>46003</c:v>
                </c:pt>
                <c:pt idx="175">
                  <c:v>46004</c:v>
                </c:pt>
                <c:pt idx="176">
                  <c:v>46005</c:v>
                </c:pt>
                <c:pt idx="177">
                  <c:v>46006</c:v>
                </c:pt>
                <c:pt idx="178">
                  <c:v>46007</c:v>
                </c:pt>
                <c:pt idx="179">
                  <c:v>46008</c:v>
                </c:pt>
                <c:pt idx="180">
                  <c:v>46009</c:v>
                </c:pt>
                <c:pt idx="181">
                  <c:v>46010</c:v>
                </c:pt>
                <c:pt idx="182">
                  <c:v>46011</c:v>
                </c:pt>
                <c:pt idx="183">
                  <c:v>46012</c:v>
                </c:pt>
                <c:pt idx="184">
                  <c:v>46013</c:v>
                </c:pt>
                <c:pt idx="185">
                  <c:v>46014</c:v>
                </c:pt>
                <c:pt idx="186">
                  <c:v>46015</c:v>
                </c:pt>
                <c:pt idx="187">
                  <c:v>46016</c:v>
                </c:pt>
                <c:pt idx="188">
                  <c:v>46017</c:v>
                </c:pt>
                <c:pt idx="189">
                  <c:v>46018</c:v>
                </c:pt>
                <c:pt idx="190">
                  <c:v>46019</c:v>
                </c:pt>
                <c:pt idx="191">
                  <c:v>46020</c:v>
                </c:pt>
                <c:pt idx="192">
                  <c:v>46021</c:v>
                </c:pt>
                <c:pt idx="193">
                  <c:v>46022</c:v>
                </c:pt>
                <c:pt idx="194">
                  <c:v>46023</c:v>
                </c:pt>
                <c:pt idx="195">
                  <c:v>46024</c:v>
                </c:pt>
                <c:pt idx="196">
                  <c:v>46025</c:v>
                </c:pt>
                <c:pt idx="197">
                  <c:v>46026</c:v>
                </c:pt>
                <c:pt idx="198">
                  <c:v>46027</c:v>
                </c:pt>
                <c:pt idx="199">
                  <c:v>46028</c:v>
                </c:pt>
                <c:pt idx="200">
                  <c:v>46029</c:v>
                </c:pt>
                <c:pt idx="201">
                  <c:v>46030</c:v>
                </c:pt>
                <c:pt idx="202">
                  <c:v>46031</c:v>
                </c:pt>
                <c:pt idx="203">
                  <c:v>46032</c:v>
                </c:pt>
                <c:pt idx="204">
                  <c:v>46033</c:v>
                </c:pt>
                <c:pt idx="205">
                  <c:v>46034</c:v>
                </c:pt>
                <c:pt idx="206">
                  <c:v>46035</c:v>
                </c:pt>
                <c:pt idx="207">
                  <c:v>46036</c:v>
                </c:pt>
                <c:pt idx="208">
                  <c:v>46037</c:v>
                </c:pt>
                <c:pt idx="209">
                  <c:v>46038</c:v>
                </c:pt>
                <c:pt idx="210">
                  <c:v>46039</c:v>
                </c:pt>
                <c:pt idx="211">
                  <c:v>46040</c:v>
                </c:pt>
                <c:pt idx="212">
                  <c:v>46041</c:v>
                </c:pt>
                <c:pt idx="213">
                  <c:v>46042</c:v>
                </c:pt>
                <c:pt idx="214">
                  <c:v>46043</c:v>
                </c:pt>
                <c:pt idx="215">
                  <c:v>46044</c:v>
                </c:pt>
                <c:pt idx="216">
                  <c:v>46045</c:v>
                </c:pt>
                <c:pt idx="217">
                  <c:v>46046</c:v>
                </c:pt>
                <c:pt idx="218">
                  <c:v>46047</c:v>
                </c:pt>
                <c:pt idx="219">
                  <c:v>46048</c:v>
                </c:pt>
                <c:pt idx="220">
                  <c:v>46049</c:v>
                </c:pt>
                <c:pt idx="221">
                  <c:v>46050</c:v>
                </c:pt>
                <c:pt idx="222">
                  <c:v>46051</c:v>
                </c:pt>
                <c:pt idx="223">
                  <c:v>46052</c:v>
                </c:pt>
                <c:pt idx="224">
                  <c:v>46053</c:v>
                </c:pt>
                <c:pt idx="225">
                  <c:v>46054</c:v>
                </c:pt>
                <c:pt idx="226">
                  <c:v>46055</c:v>
                </c:pt>
                <c:pt idx="227">
                  <c:v>46056</c:v>
                </c:pt>
                <c:pt idx="228">
                  <c:v>46057</c:v>
                </c:pt>
                <c:pt idx="229">
                  <c:v>46058</c:v>
                </c:pt>
                <c:pt idx="230">
                  <c:v>46059</c:v>
                </c:pt>
                <c:pt idx="231">
                  <c:v>46060</c:v>
                </c:pt>
                <c:pt idx="232">
                  <c:v>46061</c:v>
                </c:pt>
                <c:pt idx="233">
                  <c:v>46062</c:v>
                </c:pt>
                <c:pt idx="234">
                  <c:v>46063</c:v>
                </c:pt>
                <c:pt idx="235">
                  <c:v>46064</c:v>
                </c:pt>
                <c:pt idx="236">
                  <c:v>46065</c:v>
                </c:pt>
                <c:pt idx="237">
                  <c:v>46066</c:v>
                </c:pt>
                <c:pt idx="238">
                  <c:v>46067</c:v>
                </c:pt>
                <c:pt idx="239">
                  <c:v>46068</c:v>
                </c:pt>
                <c:pt idx="240">
                  <c:v>46069</c:v>
                </c:pt>
                <c:pt idx="241">
                  <c:v>46070</c:v>
                </c:pt>
                <c:pt idx="242">
                  <c:v>46071</c:v>
                </c:pt>
                <c:pt idx="243">
                  <c:v>46072</c:v>
                </c:pt>
                <c:pt idx="244">
                  <c:v>46073</c:v>
                </c:pt>
                <c:pt idx="245">
                  <c:v>46074</c:v>
                </c:pt>
                <c:pt idx="246">
                  <c:v>46075</c:v>
                </c:pt>
                <c:pt idx="247">
                  <c:v>46076</c:v>
                </c:pt>
                <c:pt idx="248">
                  <c:v>46077</c:v>
                </c:pt>
                <c:pt idx="249">
                  <c:v>46078</c:v>
                </c:pt>
                <c:pt idx="250">
                  <c:v>46079</c:v>
                </c:pt>
                <c:pt idx="251">
                  <c:v>46080</c:v>
                </c:pt>
                <c:pt idx="252">
                  <c:v>46081</c:v>
                </c:pt>
                <c:pt idx="253">
                  <c:v>46082</c:v>
                </c:pt>
                <c:pt idx="254">
                  <c:v>46083</c:v>
                </c:pt>
                <c:pt idx="255">
                  <c:v>46084</c:v>
                </c:pt>
                <c:pt idx="256">
                  <c:v>46085</c:v>
                </c:pt>
                <c:pt idx="257">
                  <c:v>46086</c:v>
                </c:pt>
                <c:pt idx="258">
                  <c:v>46087</c:v>
                </c:pt>
                <c:pt idx="259">
                  <c:v>46088</c:v>
                </c:pt>
                <c:pt idx="260">
                  <c:v>46089</c:v>
                </c:pt>
                <c:pt idx="261">
                  <c:v>46090</c:v>
                </c:pt>
                <c:pt idx="262">
                  <c:v>46091</c:v>
                </c:pt>
                <c:pt idx="263">
                  <c:v>46092</c:v>
                </c:pt>
                <c:pt idx="264">
                  <c:v>46093</c:v>
                </c:pt>
                <c:pt idx="265">
                  <c:v>46094</c:v>
                </c:pt>
                <c:pt idx="266">
                  <c:v>46095</c:v>
                </c:pt>
                <c:pt idx="267">
                  <c:v>46096</c:v>
                </c:pt>
                <c:pt idx="268">
                  <c:v>46097</c:v>
                </c:pt>
                <c:pt idx="269">
                  <c:v>46098</c:v>
                </c:pt>
                <c:pt idx="270">
                  <c:v>46099</c:v>
                </c:pt>
                <c:pt idx="271">
                  <c:v>46100</c:v>
                </c:pt>
                <c:pt idx="272">
                  <c:v>46101</c:v>
                </c:pt>
                <c:pt idx="273">
                  <c:v>46102</c:v>
                </c:pt>
                <c:pt idx="274">
                  <c:v>46103</c:v>
                </c:pt>
                <c:pt idx="275">
                  <c:v>46104</c:v>
                </c:pt>
                <c:pt idx="276">
                  <c:v>46105</c:v>
                </c:pt>
                <c:pt idx="277">
                  <c:v>46106</c:v>
                </c:pt>
                <c:pt idx="278">
                  <c:v>46107</c:v>
                </c:pt>
                <c:pt idx="279">
                  <c:v>46108</c:v>
                </c:pt>
                <c:pt idx="280">
                  <c:v>46109</c:v>
                </c:pt>
                <c:pt idx="281">
                  <c:v>46110</c:v>
                </c:pt>
                <c:pt idx="282">
                  <c:v>46111</c:v>
                </c:pt>
                <c:pt idx="283">
                  <c:v>46112</c:v>
                </c:pt>
                <c:pt idx="284">
                  <c:v>46113</c:v>
                </c:pt>
                <c:pt idx="285">
                  <c:v>46114</c:v>
                </c:pt>
                <c:pt idx="286">
                  <c:v>46115</c:v>
                </c:pt>
                <c:pt idx="287">
                  <c:v>46116</c:v>
                </c:pt>
                <c:pt idx="288">
                  <c:v>46117</c:v>
                </c:pt>
                <c:pt idx="289">
                  <c:v>46118</c:v>
                </c:pt>
                <c:pt idx="290">
                  <c:v>46119</c:v>
                </c:pt>
                <c:pt idx="291">
                  <c:v>46120</c:v>
                </c:pt>
                <c:pt idx="292">
                  <c:v>46121</c:v>
                </c:pt>
                <c:pt idx="293">
                  <c:v>46122</c:v>
                </c:pt>
                <c:pt idx="294">
                  <c:v>46123</c:v>
                </c:pt>
                <c:pt idx="295">
                  <c:v>46124</c:v>
                </c:pt>
                <c:pt idx="296">
                  <c:v>46125</c:v>
                </c:pt>
                <c:pt idx="297">
                  <c:v>46126</c:v>
                </c:pt>
                <c:pt idx="298">
                  <c:v>46127</c:v>
                </c:pt>
                <c:pt idx="299">
                  <c:v>46128</c:v>
                </c:pt>
                <c:pt idx="300">
                  <c:v>46129</c:v>
                </c:pt>
                <c:pt idx="301">
                  <c:v>46130</c:v>
                </c:pt>
                <c:pt idx="302">
                  <c:v>46131</c:v>
                </c:pt>
                <c:pt idx="303">
                  <c:v>46132</c:v>
                </c:pt>
                <c:pt idx="304">
                  <c:v>46133</c:v>
                </c:pt>
                <c:pt idx="305">
                  <c:v>46134</c:v>
                </c:pt>
                <c:pt idx="306">
                  <c:v>46135</c:v>
                </c:pt>
                <c:pt idx="307">
                  <c:v>46136</c:v>
                </c:pt>
                <c:pt idx="308">
                  <c:v>46137</c:v>
                </c:pt>
                <c:pt idx="309">
                  <c:v>46138</c:v>
                </c:pt>
                <c:pt idx="310">
                  <c:v>46139</c:v>
                </c:pt>
                <c:pt idx="311">
                  <c:v>46140</c:v>
                </c:pt>
                <c:pt idx="312">
                  <c:v>46141</c:v>
                </c:pt>
                <c:pt idx="313">
                  <c:v>46142</c:v>
                </c:pt>
                <c:pt idx="314">
                  <c:v>46143</c:v>
                </c:pt>
                <c:pt idx="315">
                  <c:v>46144</c:v>
                </c:pt>
                <c:pt idx="316">
                  <c:v>46145</c:v>
                </c:pt>
                <c:pt idx="317">
                  <c:v>46146</c:v>
                </c:pt>
                <c:pt idx="318">
                  <c:v>46147</c:v>
                </c:pt>
                <c:pt idx="319">
                  <c:v>46148</c:v>
                </c:pt>
                <c:pt idx="320">
                  <c:v>46149</c:v>
                </c:pt>
                <c:pt idx="321">
                  <c:v>46150</c:v>
                </c:pt>
                <c:pt idx="322">
                  <c:v>46151</c:v>
                </c:pt>
                <c:pt idx="323">
                  <c:v>46152</c:v>
                </c:pt>
                <c:pt idx="324">
                  <c:v>46153</c:v>
                </c:pt>
                <c:pt idx="325">
                  <c:v>46154</c:v>
                </c:pt>
                <c:pt idx="326">
                  <c:v>46155</c:v>
                </c:pt>
                <c:pt idx="327">
                  <c:v>46156</c:v>
                </c:pt>
                <c:pt idx="328">
                  <c:v>46157</c:v>
                </c:pt>
                <c:pt idx="329">
                  <c:v>46158</c:v>
                </c:pt>
                <c:pt idx="330">
                  <c:v>46159</c:v>
                </c:pt>
                <c:pt idx="331">
                  <c:v>46160</c:v>
                </c:pt>
                <c:pt idx="332">
                  <c:v>46161</c:v>
                </c:pt>
                <c:pt idx="333">
                  <c:v>46162</c:v>
                </c:pt>
                <c:pt idx="334">
                  <c:v>46163</c:v>
                </c:pt>
                <c:pt idx="335">
                  <c:v>46164</c:v>
                </c:pt>
                <c:pt idx="336">
                  <c:v>46165</c:v>
                </c:pt>
                <c:pt idx="337">
                  <c:v>46166</c:v>
                </c:pt>
                <c:pt idx="338">
                  <c:v>46167</c:v>
                </c:pt>
                <c:pt idx="339">
                  <c:v>46168</c:v>
                </c:pt>
                <c:pt idx="340">
                  <c:v>46169</c:v>
                </c:pt>
                <c:pt idx="341">
                  <c:v>46170</c:v>
                </c:pt>
                <c:pt idx="342">
                  <c:v>46171</c:v>
                </c:pt>
                <c:pt idx="343">
                  <c:v>46172</c:v>
                </c:pt>
                <c:pt idx="344">
                  <c:v>46173</c:v>
                </c:pt>
                <c:pt idx="345">
                  <c:v>46174</c:v>
                </c:pt>
                <c:pt idx="346">
                  <c:v>46175</c:v>
                </c:pt>
                <c:pt idx="347">
                  <c:v>46176</c:v>
                </c:pt>
                <c:pt idx="348">
                  <c:v>46177</c:v>
                </c:pt>
                <c:pt idx="349">
                  <c:v>46178</c:v>
                </c:pt>
                <c:pt idx="350">
                  <c:v>46179</c:v>
                </c:pt>
                <c:pt idx="351">
                  <c:v>46180</c:v>
                </c:pt>
                <c:pt idx="352">
                  <c:v>46181</c:v>
                </c:pt>
                <c:pt idx="353">
                  <c:v>46182</c:v>
                </c:pt>
                <c:pt idx="354">
                  <c:v>46183</c:v>
                </c:pt>
                <c:pt idx="355">
                  <c:v>46184</c:v>
                </c:pt>
                <c:pt idx="356">
                  <c:v>46185</c:v>
                </c:pt>
                <c:pt idx="357">
                  <c:v>46186</c:v>
                </c:pt>
                <c:pt idx="358">
                  <c:v>46187</c:v>
                </c:pt>
                <c:pt idx="359">
                  <c:v>46188</c:v>
                </c:pt>
                <c:pt idx="360">
                  <c:v>46189</c:v>
                </c:pt>
                <c:pt idx="361">
                  <c:v>46190</c:v>
                </c:pt>
                <c:pt idx="362">
                  <c:v>46191</c:v>
                </c:pt>
                <c:pt idx="363">
                  <c:v>46192</c:v>
                </c:pt>
                <c:pt idx="364">
                  <c:v>46193</c:v>
                </c:pt>
              </c:numCache>
            </c:numRef>
          </c:cat>
          <c:val>
            <c:numRef>
              <c:f>'3G Voice'!$B$2:$B$366</c:f>
              <c:numCache>
                <c:formatCode>General</c:formatCode>
                <c:ptCount val="365"/>
                <c:pt idx="0">
                  <c:v>2707.2040999999999</c:v>
                </c:pt>
                <c:pt idx="1">
                  <c:v>2466.4711000000002</c:v>
                </c:pt>
                <c:pt idx="2">
                  <c:v>2951.4261000000001</c:v>
                </c:pt>
                <c:pt idx="3">
                  <c:v>2639.3155000000002</c:v>
                </c:pt>
                <c:pt idx="4">
                  <c:v>2851.7602000000002</c:v>
                </c:pt>
                <c:pt idx="5">
                  <c:v>2759.3056000000001</c:v>
                </c:pt>
                <c:pt idx="6">
                  <c:v>2844.4949000000001</c:v>
                </c:pt>
                <c:pt idx="7">
                  <c:v>2681.3074000000001</c:v>
                </c:pt>
                <c:pt idx="8">
                  <c:v>2471.2242999999999</c:v>
                </c:pt>
                <c:pt idx="9">
                  <c:v>2878.1669999999999</c:v>
                </c:pt>
                <c:pt idx="10">
                  <c:v>2803.4135000000001</c:v>
                </c:pt>
                <c:pt idx="11">
                  <c:v>2755.5794000000001</c:v>
                </c:pt>
                <c:pt idx="12">
                  <c:v>2757.4141</c:v>
                </c:pt>
                <c:pt idx="13">
                  <c:v>2716.7548000000002</c:v>
                </c:pt>
                <c:pt idx="14">
                  <c:v>2688.5342000000001</c:v>
                </c:pt>
                <c:pt idx="15">
                  <c:v>2508.7026999999998</c:v>
                </c:pt>
                <c:pt idx="16">
                  <c:v>2855.8287</c:v>
                </c:pt>
                <c:pt idx="17">
                  <c:v>2749.4526999999998</c:v>
                </c:pt>
                <c:pt idx="18">
                  <c:v>2643.6761000000001</c:v>
                </c:pt>
                <c:pt idx="19">
                  <c:v>2513.2177000000001</c:v>
                </c:pt>
                <c:pt idx="20">
                  <c:v>2816.4823999999999</c:v>
                </c:pt>
                <c:pt idx="21">
                  <c:v>2649.0255000000002</c:v>
                </c:pt>
                <c:pt idx="22">
                  <c:v>2439.3697000000002</c:v>
                </c:pt>
                <c:pt idx="23">
                  <c:v>2805.6525999999999</c:v>
                </c:pt>
                <c:pt idx="24">
                  <c:v>2773.5277000000001</c:v>
                </c:pt>
                <c:pt idx="25">
                  <c:v>2773.5418</c:v>
                </c:pt>
                <c:pt idx="26">
                  <c:v>2738.5857999999998</c:v>
                </c:pt>
                <c:pt idx="27">
                  <c:v>2683.9333000000001</c:v>
                </c:pt>
                <c:pt idx="28">
                  <c:v>2648.6516000000001</c:v>
                </c:pt>
                <c:pt idx="29">
                  <c:v>2518.0499</c:v>
                </c:pt>
                <c:pt idx="30">
                  <c:v>2796.5030000000002</c:v>
                </c:pt>
                <c:pt idx="31">
                  <c:v>2755.5911000000001</c:v>
                </c:pt>
                <c:pt idx="32">
                  <c:v>2746.6459</c:v>
                </c:pt>
                <c:pt idx="33">
                  <c:v>2681.8926999999999</c:v>
                </c:pt>
                <c:pt idx="34">
                  <c:v>2735.2179000000001</c:v>
                </c:pt>
                <c:pt idx="35">
                  <c:v>2733.7712999999999</c:v>
                </c:pt>
                <c:pt idx="36">
                  <c:v>2592.3422999999998</c:v>
                </c:pt>
                <c:pt idx="37">
                  <c:v>2861.7628</c:v>
                </c:pt>
                <c:pt idx="38">
                  <c:v>2829.2988999999998</c:v>
                </c:pt>
                <c:pt idx="39">
                  <c:v>2777.1417999999999</c:v>
                </c:pt>
                <c:pt idx="40">
                  <c:v>2757.2244000000001</c:v>
                </c:pt>
                <c:pt idx="41">
                  <c:v>2731.3575000000001</c:v>
                </c:pt>
                <c:pt idx="42">
                  <c:v>2613.2265000000002</c:v>
                </c:pt>
                <c:pt idx="43">
                  <c:v>2521.0381000000002</c:v>
                </c:pt>
                <c:pt idx="44">
                  <c:v>2836.3544000000002</c:v>
                </c:pt>
                <c:pt idx="45">
                  <c:v>2847.7177999999999</c:v>
                </c:pt>
                <c:pt idx="46">
                  <c:v>2797.6968000000002</c:v>
                </c:pt>
                <c:pt idx="47">
                  <c:v>2847.2213000000002</c:v>
                </c:pt>
                <c:pt idx="48">
                  <c:v>2586.4893000000002</c:v>
                </c:pt>
                <c:pt idx="49">
                  <c:v>2742.7048</c:v>
                </c:pt>
                <c:pt idx="50">
                  <c:v>2587.2076999999999</c:v>
                </c:pt>
                <c:pt idx="51">
                  <c:v>2770.2440000000001</c:v>
                </c:pt>
                <c:pt idx="52">
                  <c:v>2797.3512000000001</c:v>
                </c:pt>
                <c:pt idx="53">
                  <c:v>2917.7447000000002</c:v>
                </c:pt>
                <c:pt idx="54">
                  <c:v>2843.3416999999999</c:v>
                </c:pt>
                <c:pt idx="55">
                  <c:v>2774.192</c:v>
                </c:pt>
                <c:pt idx="56">
                  <c:v>2764.1043</c:v>
                </c:pt>
                <c:pt idx="57">
                  <c:v>2673.2244999999998</c:v>
                </c:pt>
                <c:pt idx="58">
                  <c:v>2974.5884999999998</c:v>
                </c:pt>
                <c:pt idx="59">
                  <c:v>3065.366</c:v>
                </c:pt>
                <c:pt idx="60">
                  <c:v>3168.9164000000001</c:v>
                </c:pt>
                <c:pt idx="61">
                  <c:v>3221.8557000000001</c:v>
                </c:pt>
                <c:pt idx="62">
                  <c:v>3074.4969999999998</c:v>
                </c:pt>
                <c:pt idx="63">
                  <c:v>3005.7446</c:v>
                </c:pt>
                <c:pt idx="64">
                  <c:v>2757.2328000000002</c:v>
                </c:pt>
                <c:pt idx="65">
                  <c:v>2971.1750000000002</c:v>
                </c:pt>
                <c:pt idx="66">
                  <c:v>2926.0356000000002</c:v>
                </c:pt>
                <c:pt idx="67">
                  <c:v>2955.0470999999998</c:v>
                </c:pt>
                <c:pt idx="68">
                  <c:v>2981.6572000000001</c:v>
                </c:pt>
                <c:pt idx="69">
                  <c:v>2888.9780000000001</c:v>
                </c:pt>
                <c:pt idx="70">
                  <c:v>2806.0266999999999</c:v>
                </c:pt>
                <c:pt idx="71">
                  <c:v>2665.96</c:v>
                </c:pt>
                <c:pt idx="72">
                  <c:v>2932.4456</c:v>
                </c:pt>
                <c:pt idx="73">
                  <c:v>2903.7028</c:v>
                </c:pt>
                <c:pt idx="74">
                  <c:v>2925.2516000000001</c:v>
                </c:pt>
                <c:pt idx="75">
                  <c:v>2910.4023999999999</c:v>
                </c:pt>
                <c:pt idx="76">
                  <c:v>2758.0410999999999</c:v>
                </c:pt>
                <c:pt idx="77">
                  <c:v>2649.9688999999998</c:v>
                </c:pt>
                <c:pt idx="78">
                  <c:v>2363.1538</c:v>
                </c:pt>
                <c:pt idx="79">
                  <c:v>2730.7278999999999</c:v>
                </c:pt>
                <c:pt idx="80">
                  <c:v>2690.0974000000001</c:v>
                </c:pt>
                <c:pt idx="81">
                  <c:v>2658.7592</c:v>
                </c:pt>
                <c:pt idx="82">
                  <c:v>2667.3011000000001</c:v>
                </c:pt>
                <c:pt idx="83">
                  <c:v>2585.5830999999998</c:v>
                </c:pt>
                <c:pt idx="84">
                  <c:v>2623.9479999999999</c:v>
                </c:pt>
                <c:pt idx="85">
                  <c:v>2468.7997</c:v>
                </c:pt>
                <c:pt idx="86">
                  <c:v>2673.6203999999998</c:v>
                </c:pt>
                <c:pt idx="87">
                  <c:v>2626.3244</c:v>
                </c:pt>
                <c:pt idx="88">
                  <c:v>2560.0560999999998</c:v>
                </c:pt>
                <c:pt idx="89">
                  <c:v>2669.4578999999999</c:v>
                </c:pt>
                <c:pt idx="90">
                  <c:v>2662.2739999999999</c:v>
                </c:pt>
                <c:pt idx="91">
                  <c:v>2546.1185</c:v>
                </c:pt>
                <c:pt idx="92">
                  <c:v>2478.2291</c:v>
                </c:pt>
                <c:pt idx="93">
                  <c:v>2776.1192999999998</c:v>
                </c:pt>
                <c:pt idx="94">
                  <c:v>2730.6745999999998</c:v>
                </c:pt>
                <c:pt idx="95">
                  <c:v>2689.2013999999999</c:v>
                </c:pt>
                <c:pt idx="96">
                  <c:v>2762.4005999999999</c:v>
                </c:pt>
                <c:pt idx="97">
                  <c:v>2775.6273000000001</c:v>
                </c:pt>
                <c:pt idx="98">
                  <c:v>2594.0102000000002</c:v>
                </c:pt>
                <c:pt idx="99">
                  <c:v>2521.4971999999998</c:v>
                </c:pt>
                <c:pt idx="100">
                  <c:v>2777.5745999999999</c:v>
                </c:pt>
                <c:pt idx="101">
                  <c:v>2815.5920000000001</c:v>
                </c:pt>
                <c:pt idx="102">
                  <c:v>2728.9211</c:v>
                </c:pt>
                <c:pt idx="103">
                  <c:v>2741.8234000000002</c:v>
                </c:pt>
                <c:pt idx="104">
                  <c:v>2711.4395</c:v>
                </c:pt>
                <c:pt idx="105">
                  <c:v>2662.3892000000001</c:v>
                </c:pt>
                <c:pt idx="106">
                  <c:v>2583.8797</c:v>
                </c:pt>
                <c:pt idx="107">
                  <c:v>2642.4027999999998</c:v>
                </c:pt>
                <c:pt idx="108">
                  <c:v>2767.3141999999998</c:v>
                </c:pt>
                <c:pt idx="109">
                  <c:v>2691.5313000000001</c:v>
                </c:pt>
                <c:pt idx="110">
                  <c:v>2718.0751</c:v>
                </c:pt>
                <c:pt idx="111">
                  <c:v>2745.6505999999999</c:v>
                </c:pt>
                <c:pt idx="112">
                  <c:v>2699.0834</c:v>
                </c:pt>
                <c:pt idx="113">
                  <c:v>2419.1851999999999</c:v>
                </c:pt>
                <c:pt idx="114">
                  <c:v>2834.6686</c:v>
                </c:pt>
                <c:pt idx="115">
                  <c:v>2854.1232</c:v>
                </c:pt>
                <c:pt idx="116">
                  <c:v>2834.6273000000001</c:v>
                </c:pt>
                <c:pt idx="117">
                  <c:v>2701.857</c:v>
                </c:pt>
                <c:pt idx="118">
                  <c:v>2667.9450999999999</c:v>
                </c:pt>
                <c:pt idx="119">
                  <c:v>2643.2638000000002</c:v>
                </c:pt>
                <c:pt idx="120">
                  <c:v>2643.3622999999998</c:v>
                </c:pt>
                <c:pt idx="121">
                  <c:v>2614.7512999999999</c:v>
                </c:pt>
                <c:pt idx="122">
                  <c:v>2564.5691999999999</c:v>
                </c:pt>
                <c:pt idx="123">
                  <c:v>2589.3132000000001</c:v>
                </c:pt>
                <c:pt idx="124">
                  <c:v>2551.0281</c:v>
                </c:pt>
                <c:pt idx="125">
                  <c:v>2158.0016999999998</c:v>
                </c:pt>
                <c:pt idx="126">
                  <c:v>2563.6428000000001</c:v>
                </c:pt>
                <c:pt idx="127">
                  <c:v>1633.8869999999999</c:v>
                </c:pt>
                <c:pt idx="128">
                  <c:v>2191.3465999999999</c:v>
                </c:pt>
                <c:pt idx="129">
                  <c:v>2714.9677000000001</c:v>
                </c:pt>
                <c:pt idx="130">
                  <c:v>2329.0396999999998</c:v>
                </c:pt>
                <c:pt idx="131">
                  <c:v>2740.808</c:v>
                </c:pt>
                <c:pt idx="132">
                  <c:v>2647.5333999999998</c:v>
                </c:pt>
                <c:pt idx="133">
                  <c:v>2675.2808</c:v>
                </c:pt>
                <c:pt idx="134">
                  <c:v>2188.6163000000001</c:v>
                </c:pt>
                <c:pt idx="135">
                  <c:v>2775.0778</c:v>
                </c:pt>
                <c:pt idx="136">
                  <c:v>2699.346</c:v>
                </c:pt>
                <c:pt idx="137">
                  <c:v>2533.3114999999998</c:v>
                </c:pt>
                <c:pt idx="139">
                  <c:v>2196.9744000000001</c:v>
                </c:pt>
                <c:pt idx="140">
                  <c:v>2571.5679</c:v>
                </c:pt>
                <c:pt idx="141">
                  <c:v>2538.0763999999999</c:v>
                </c:pt>
                <c:pt idx="142">
                  <c:v>2827.0513000000001</c:v>
                </c:pt>
                <c:pt idx="143">
                  <c:v>2776.3488000000002</c:v>
                </c:pt>
                <c:pt idx="144">
                  <c:v>2702.8317999999999</c:v>
                </c:pt>
                <c:pt idx="145">
                  <c:v>2671.6624000000002</c:v>
                </c:pt>
                <c:pt idx="146">
                  <c:v>2716.1215999999999</c:v>
                </c:pt>
                <c:pt idx="147">
                  <c:v>2632.2269000000001</c:v>
                </c:pt>
                <c:pt idx="148">
                  <c:v>2421.2595999999999</c:v>
                </c:pt>
                <c:pt idx="149">
                  <c:v>2739.7748000000001</c:v>
                </c:pt>
                <c:pt idx="150">
                  <c:v>2684.04</c:v>
                </c:pt>
                <c:pt idx="151">
                  <c:v>2766.0327000000002</c:v>
                </c:pt>
                <c:pt idx="152">
                  <c:v>2812.6511999999998</c:v>
                </c:pt>
                <c:pt idx="153">
                  <c:v>2637.8144000000002</c:v>
                </c:pt>
                <c:pt idx="154">
                  <c:v>2577.4216000000001</c:v>
                </c:pt>
                <c:pt idx="155">
                  <c:v>2502.5444000000002</c:v>
                </c:pt>
                <c:pt idx="156">
                  <c:v>2736.1185999999998</c:v>
                </c:pt>
                <c:pt idx="157">
                  <c:v>2854.9457000000002</c:v>
                </c:pt>
                <c:pt idx="158">
                  <c:v>2860.4382999999998</c:v>
                </c:pt>
                <c:pt idx="159">
                  <c:v>2889.5057999999999</c:v>
                </c:pt>
                <c:pt idx="160">
                  <c:v>2925.1185</c:v>
                </c:pt>
                <c:pt idx="161">
                  <c:v>4377.4624999999996</c:v>
                </c:pt>
                <c:pt idx="162">
                  <c:v>3136.1235000000001</c:v>
                </c:pt>
                <c:pt idx="163">
                  <c:v>3134.9886999999999</c:v>
                </c:pt>
                <c:pt idx="164">
                  <c:v>3048.9920999999999</c:v>
                </c:pt>
                <c:pt idx="165">
                  <c:v>3023.5315999999998</c:v>
                </c:pt>
                <c:pt idx="166">
                  <c:v>2735.2883000000002</c:v>
                </c:pt>
                <c:pt idx="167">
                  <c:v>2974.3773000000001</c:v>
                </c:pt>
                <c:pt idx="168">
                  <c:v>2782.7655</c:v>
                </c:pt>
                <c:pt idx="169">
                  <c:v>2789.0066999999999</c:v>
                </c:pt>
                <c:pt idx="170">
                  <c:v>3075.8631</c:v>
                </c:pt>
                <c:pt idx="171">
                  <c:v>2939.9794999999999</c:v>
                </c:pt>
                <c:pt idx="172">
                  <c:v>2707.9985999999999</c:v>
                </c:pt>
                <c:pt idx="173">
                  <c:v>2989.3818999999999</c:v>
                </c:pt>
                <c:pt idx="174">
                  <c:v>2866.386</c:v>
                </c:pt>
                <c:pt idx="175">
                  <c:v>2755.4364</c:v>
                </c:pt>
                <c:pt idx="176">
                  <c:v>2610.9126000000001</c:v>
                </c:pt>
                <c:pt idx="177">
                  <c:v>3046.1603</c:v>
                </c:pt>
                <c:pt idx="178">
                  <c:v>3027.4378000000002</c:v>
                </c:pt>
                <c:pt idx="179">
                  <c:v>2980.4933000000001</c:v>
                </c:pt>
                <c:pt idx="180">
                  <c:v>2995.1943000000001</c:v>
                </c:pt>
                <c:pt idx="181">
                  <c:v>2944.1287000000002</c:v>
                </c:pt>
                <c:pt idx="182">
                  <c:v>2804.9445999999998</c:v>
                </c:pt>
                <c:pt idx="183">
                  <c:v>2581.9304000000002</c:v>
                </c:pt>
                <c:pt idx="184">
                  <c:v>2944.9956000000002</c:v>
                </c:pt>
                <c:pt idx="185">
                  <c:v>2947.4544999999998</c:v>
                </c:pt>
                <c:pt idx="186">
                  <c:v>2861.3382999999999</c:v>
                </c:pt>
                <c:pt idx="187">
                  <c:v>2538.3402000000001</c:v>
                </c:pt>
                <c:pt idx="188">
                  <c:v>2792.3463000000002</c:v>
                </c:pt>
                <c:pt idx="189">
                  <c:v>2692.6167</c:v>
                </c:pt>
                <c:pt idx="190">
                  <c:v>2620.9304999999999</c:v>
                </c:pt>
                <c:pt idx="191">
                  <c:v>3024.0394999999999</c:v>
                </c:pt>
                <c:pt idx="192">
                  <c:v>3055.8265999999999</c:v>
                </c:pt>
                <c:pt idx="193">
                  <c:v>3146.5663</c:v>
                </c:pt>
                <c:pt idx="194">
                  <c:v>3113.556</c:v>
                </c:pt>
                <c:pt idx="195">
                  <c:v>2893.7950000000001</c:v>
                </c:pt>
                <c:pt idx="196">
                  <c:v>2719.3240999999998</c:v>
                </c:pt>
                <c:pt idx="197">
                  <c:v>2613.3636000000001</c:v>
                </c:pt>
                <c:pt idx="198">
                  <c:v>2962.4989</c:v>
                </c:pt>
                <c:pt idx="199">
                  <c:v>2947.2725999999998</c:v>
                </c:pt>
                <c:pt idx="200">
                  <c:v>2985.1586000000002</c:v>
                </c:pt>
                <c:pt idx="201">
                  <c:v>2809.3557000000001</c:v>
                </c:pt>
                <c:pt idx="202">
                  <c:v>2746.3200999999999</c:v>
                </c:pt>
                <c:pt idx="203">
                  <c:v>2201.6675</c:v>
                </c:pt>
                <c:pt idx="204">
                  <c:v>2539.1323000000002</c:v>
                </c:pt>
                <c:pt idx="205">
                  <c:v>2840.1095999999998</c:v>
                </c:pt>
                <c:pt idx="206">
                  <c:v>2860.6979999999999</c:v>
                </c:pt>
                <c:pt idx="207">
                  <c:v>3029.2573000000002</c:v>
                </c:pt>
                <c:pt idx="208">
                  <c:v>2663.8838999999998</c:v>
                </c:pt>
                <c:pt idx="209">
                  <c:v>2874.0371</c:v>
                </c:pt>
                <c:pt idx="210">
                  <c:v>2743.2719999999999</c:v>
                </c:pt>
                <c:pt idx="211">
                  <c:v>2614.4357</c:v>
                </c:pt>
                <c:pt idx="212">
                  <c:v>3050.7649999999999</c:v>
                </c:pt>
                <c:pt idx="213">
                  <c:v>2982.3352</c:v>
                </c:pt>
                <c:pt idx="214">
                  <c:v>3113.9684000000002</c:v>
                </c:pt>
                <c:pt idx="215">
                  <c:v>3061.7775999999999</c:v>
                </c:pt>
                <c:pt idx="216">
                  <c:v>2972.3126999999999</c:v>
                </c:pt>
                <c:pt idx="217">
                  <c:v>2807.9765000000002</c:v>
                </c:pt>
                <c:pt idx="218">
                  <c:v>2810.0630999999998</c:v>
                </c:pt>
                <c:pt idx="219">
                  <c:v>3005.6880000000001</c:v>
                </c:pt>
                <c:pt idx="220">
                  <c:v>2941.6867999999999</c:v>
                </c:pt>
                <c:pt idx="221">
                  <c:v>3023.7323999999999</c:v>
                </c:pt>
                <c:pt idx="222">
                  <c:v>2485.0162</c:v>
                </c:pt>
                <c:pt idx="223">
                  <c:v>2983.8465000000001</c:v>
                </c:pt>
                <c:pt idx="224">
                  <c:v>2950.0675999999999</c:v>
                </c:pt>
                <c:pt idx="225">
                  <c:v>2682.2046999999998</c:v>
                </c:pt>
                <c:pt idx="226">
                  <c:v>3047.0758000000001</c:v>
                </c:pt>
                <c:pt idx="227">
                  <c:v>2997.5173</c:v>
                </c:pt>
                <c:pt idx="228">
                  <c:v>2829.9753999999998</c:v>
                </c:pt>
                <c:pt idx="229">
                  <c:v>3044.4978999999998</c:v>
                </c:pt>
                <c:pt idx="230">
                  <c:v>3023.3788</c:v>
                </c:pt>
                <c:pt idx="231">
                  <c:v>2877.3532</c:v>
                </c:pt>
                <c:pt idx="232">
                  <c:v>2685.1269000000002</c:v>
                </c:pt>
                <c:pt idx="233">
                  <c:v>3064.9409000000001</c:v>
                </c:pt>
                <c:pt idx="234">
                  <c:v>3108.52</c:v>
                </c:pt>
                <c:pt idx="235">
                  <c:v>3010.8267999999998</c:v>
                </c:pt>
                <c:pt idx="236">
                  <c:v>3012.7498999999998</c:v>
                </c:pt>
                <c:pt idx="237">
                  <c:v>3038.4555</c:v>
                </c:pt>
                <c:pt idx="238">
                  <c:v>2978.8951000000002</c:v>
                </c:pt>
                <c:pt idx="239">
                  <c:v>2783.7078000000001</c:v>
                </c:pt>
                <c:pt idx="240">
                  <c:v>2998.2521000000002</c:v>
                </c:pt>
                <c:pt idx="241">
                  <c:v>2943.6044999999999</c:v>
                </c:pt>
                <c:pt idx="242">
                  <c:v>2978.6559999999999</c:v>
                </c:pt>
                <c:pt idx="243">
                  <c:v>3068.9767000000002</c:v>
                </c:pt>
                <c:pt idx="244">
                  <c:v>3039.7429000000002</c:v>
                </c:pt>
                <c:pt idx="245">
                  <c:v>2888.3998000000001</c:v>
                </c:pt>
                <c:pt idx="246">
                  <c:v>2749.8544000000002</c:v>
                </c:pt>
                <c:pt idx="247">
                  <c:v>3059.9652000000001</c:v>
                </c:pt>
                <c:pt idx="248">
                  <c:v>3129.8631</c:v>
                </c:pt>
                <c:pt idx="249">
                  <c:v>3141.2177999999999</c:v>
                </c:pt>
                <c:pt idx="250">
                  <c:v>3129.4443000000001</c:v>
                </c:pt>
                <c:pt idx="251">
                  <c:v>3080.9776999999999</c:v>
                </c:pt>
                <c:pt idx="252">
                  <c:v>3276.1435999999999</c:v>
                </c:pt>
                <c:pt idx="253">
                  <c:v>2962.8154</c:v>
                </c:pt>
                <c:pt idx="254">
                  <c:v>3053.4821999999999</c:v>
                </c:pt>
                <c:pt idx="255">
                  <c:v>3226.5117</c:v>
                </c:pt>
                <c:pt idx="256">
                  <c:v>3220.0300999999999</c:v>
                </c:pt>
                <c:pt idx="257">
                  <c:v>3104.3609999999999</c:v>
                </c:pt>
                <c:pt idx="258">
                  <c:v>3023.1601999999998</c:v>
                </c:pt>
                <c:pt idx="259">
                  <c:v>2914.4479000000001</c:v>
                </c:pt>
                <c:pt idx="260">
                  <c:v>2810.8379</c:v>
                </c:pt>
                <c:pt idx="261">
                  <c:v>3085.9915999999998</c:v>
                </c:pt>
                <c:pt idx="262">
                  <c:v>3114.9119999999998</c:v>
                </c:pt>
                <c:pt idx="263">
                  <c:v>3102.3083000000001</c:v>
                </c:pt>
                <c:pt idx="264">
                  <c:v>3059.9069</c:v>
                </c:pt>
                <c:pt idx="265">
                  <c:v>3123.5236</c:v>
                </c:pt>
                <c:pt idx="266">
                  <c:v>3288.3148999999999</c:v>
                </c:pt>
                <c:pt idx="267">
                  <c:v>3154.2649999999999</c:v>
                </c:pt>
                <c:pt idx="268">
                  <c:v>3565.2617</c:v>
                </c:pt>
                <c:pt idx="269">
                  <c:v>3489.7190000000001</c:v>
                </c:pt>
                <c:pt idx="270">
                  <c:v>3328.39</c:v>
                </c:pt>
                <c:pt idx="271">
                  <c:v>3468.7505999999998</c:v>
                </c:pt>
                <c:pt idx="272">
                  <c:v>3426.6880000000001</c:v>
                </c:pt>
                <c:pt idx="273">
                  <c:v>3192.9027000000001</c:v>
                </c:pt>
                <c:pt idx="274">
                  <c:v>3004.0405000000001</c:v>
                </c:pt>
                <c:pt idx="275">
                  <c:v>3487.1473000000001</c:v>
                </c:pt>
                <c:pt idx="276">
                  <c:v>3449.7237</c:v>
                </c:pt>
                <c:pt idx="277">
                  <c:v>3432.4715000000001</c:v>
                </c:pt>
                <c:pt idx="278">
                  <c:v>3571.1599000000001</c:v>
                </c:pt>
                <c:pt idx="279">
                  <c:v>3358.1871999999998</c:v>
                </c:pt>
                <c:pt idx="280">
                  <c:v>3040.8865000000001</c:v>
                </c:pt>
                <c:pt idx="281">
                  <c:v>2922.0713999999998</c:v>
                </c:pt>
                <c:pt idx="282">
                  <c:v>3286.0234999999998</c:v>
                </c:pt>
                <c:pt idx="283">
                  <c:v>3330.4924999999998</c:v>
                </c:pt>
                <c:pt idx="284">
                  <c:v>3179.0862999999999</c:v>
                </c:pt>
                <c:pt idx="285">
                  <c:v>3235.4160999999999</c:v>
                </c:pt>
                <c:pt idx="286">
                  <c:v>2979.0976999999998</c:v>
                </c:pt>
                <c:pt idx="287">
                  <c:v>3086.2939999999999</c:v>
                </c:pt>
                <c:pt idx="288">
                  <c:v>2984.3226</c:v>
                </c:pt>
                <c:pt idx="289">
                  <c:v>3295.4324999999999</c:v>
                </c:pt>
                <c:pt idx="290">
                  <c:v>3301.5549000000001</c:v>
                </c:pt>
                <c:pt idx="291">
                  <c:v>3341.8384000000001</c:v>
                </c:pt>
                <c:pt idx="292">
                  <c:v>3195.1689000000001</c:v>
                </c:pt>
                <c:pt idx="293">
                  <c:v>3054.4209999999998</c:v>
                </c:pt>
                <c:pt idx="294">
                  <c:v>2892.0086000000001</c:v>
                </c:pt>
                <c:pt idx="295">
                  <c:v>2606.3256999999999</c:v>
                </c:pt>
                <c:pt idx="296">
                  <c:v>2730.0648000000001</c:v>
                </c:pt>
                <c:pt idx="297">
                  <c:v>2640.5967000000001</c:v>
                </c:pt>
                <c:pt idx="298">
                  <c:v>2791.8105</c:v>
                </c:pt>
                <c:pt idx="299">
                  <c:v>2734.0120999999999</c:v>
                </c:pt>
                <c:pt idx="300">
                  <c:v>2781.8757999999998</c:v>
                </c:pt>
                <c:pt idx="301">
                  <c:v>2803.2714000000001</c:v>
                </c:pt>
                <c:pt idx="302">
                  <c:v>2782.7568000000001</c:v>
                </c:pt>
                <c:pt idx="303">
                  <c:v>3178.2896000000001</c:v>
                </c:pt>
                <c:pt idx="304">
                  <c:v>3147.7909</c:v>
                </c:pt>
                <c:pt idx="305">
                  <c:v>3189.0309000000002</c:v>
                </c:pt>
                <c:pt idx="306">
                  <c:v>3236.3577</c:v>
                </c:pt>
                <c:pt idx="307">
                  <c:v>3209.1817999999998</c:v>
                </c:pt>
                <c:pt idx="308">
                  <c:v>2964.8618999999999</c:v>
                </c:pt>
                <c:pt idx="309">
                  <c:v>2816.4207999999999</c:v>
                </c:pt>
                <c:pt idx="310">
                  <c:v>3130.9825999999998</c:v>
                </c:pt>
                <c:pt idx="311">
                  <c:v>3186.3883000000001</c:v>
                </c:pt>
                <c:pt idx="312">
                  <c:v>3274.3751999999999</c:v>
                </c:pt>
                <c:pt idx="313">
                  <c:v>3323.0743000000002</c:v>
                </c:pt>
                <c:pt idx="314">
                  <c:v>2916.2112999999999</c:v>
                </c:pt>
                <c:pt idx="315">
                  <c:v>3164.6014</c:v>
                </c:pt>
                <c:pt idx="316">
                  <c:v>2914.7757000000001</c:v>
                </c:pt>
                <c:pt idx="317">
                  <c:v>3276.0560999999998</c:v>
                </c:pt>
                <c:pt idx="318">
                  <c:v>3177.9018000000001</c:v>
                </c:pt>
                <c:pt idx="319">
                  <c:v>3247.2384000000002</c:v>
                </c:pt>
                <c:pt idx="320">
                  <c:v>3252.3000999999999</c:v>
                </c:pt>
                <c:pt idx="321">
                  <c:v>3149.9850999999999</c:v>
                </c:pt>
                <c:pt idx="322">
                  <c:v>3039.6264000000001</c:v>
                </c:pt>
                <c:pt idx="323">
                  <c:v>2877.9933999999998</c:v>
                </c:pt>
                <c:pt idx="324">
                  <c:v>3149.8607999999999</c:v>
                </c:pt>
                <c:pt idx="325">
                  <c:v>2985.3815</c:v>
                </c:pt>
                <c:pt idx="326">
                  <c:v>3032.5664000000002</c:v>
                </c:pt>
                <c:pt idx="327">
                  <c:v>2976.8658</c:v>
                </c:pt>
                <c:pt idx="328">
                  <c:v>2960.7136999999998</c:v>
                </c:pt>
                <c:pt idx="329">
                  <c:v>2979.8386</c:v>
                </c:pt>
                <c:pt idx="330">
                  <c:v>2863.1212999999998</c:v>
                </c:pt>
                <c:pt idx="331">
                  <c:v>3220.5432999999998</c:v>
                </c:pt>
                <c:pt idx="332">
                  <c:v>3201.7662999999998</c:v>
                </c:pt>
                <c:pt idx="333">
                  <c:v>3194.8975</c:v>
                </c:pt>
                <c:pt idx="334">
                  <c:v>3269.5237999999999</c:v>
                </c:pt>
                <c:pt idx="335">
                  <c:v>3274.7440999999999</c:v>
                </c:pt>
                <c:pt idx="336">
                  <c:v>3142.1694000000002</c:v>
                </c:pt>
                <c:pt idx="337">
                  <c:v>2905.9027000000001</c:v>
                </c:pt>
                <c:pt idx="338">
                  <c:v>3277.3724999999999</c:v>
                </c:pt>
                <c:pt idx="339">
                  <c:v>3150.6957000000002</c:v>
                </c:pt>
                <c:pt idx="340">
                  <c:v>3107.6075999999998</c:v>
                </c:pt>
                <c:pt idx="341">
                  <c:v>2898.116</c:v>
                </c:pt>
                <c:pt idx="342">
                  <c:v>2933.7973000000002</c:v>
                </c:pt>
                <c:pt idx="343">
                  <c:v>2637.9798999999998</c:v>
                </c:pt>
                <c:pt idx="344">
                  <c:v>2626.1826999999998</c:v>
                </c:pt>
                <c:pt idx="345">
                  <c:v>3001.7031000000002</c:v>
                </c:pt>
                <c:pt idx="346">
                  <c:v>2935.5902999999998</c:v>
                </c:pt>
                <c:pt idx="347">
                  <c:v>3002.5767000000001</c:v>
                </c:pt>
                <c:pt idx="348">
                  <c:v>2885.8130000000001</c:v>
                </c:pt>
                <c:pt idx="349">
                  <c:v>2949.3179</c:v>
                </c:pt>
                <c:pt idx="350">
                  <c:v>2908.6149</c:v>
                </c:pt>
                <c:pt idx="351">
                  <c:v>2733.1891999999998</c:v>
                </c:pt>
                <c:pt idx="352">
                  <c:v>3204.6898999999999</c:v>
                </c:pt>
                <c:pt idx="353">
                  <c:v>3137.5907999999999</c:v>
                </c:pt>
                <c:pt idx="354">
                  <c:v>3158.0738999999999</c:v>
                </c:pt>
                <c:pt idx="355">
                  <c:v>3157.2060000000001</c:v>
                </c:pt>
                <c:pt idx="356">
                  <c:v>3099.9398000000001</c:v>
                </c:pt>
                <c:pt idx="357">
                  <c:v>3033.3906999999999</c:v>
                </c:pt>
                <c:pt idx="358">
                  <c:v>2771.8301999999999</c:v>
                </c:pt>
                <c:pt idx="359">
                  <c:v>3117.9229999999998</c:v>
                </c:pt>
                <c:pt idx="360">
                  <c:v>3096.7527</c:v>
                </c:pt>
                <c:pt idx="361">
                  <c:v>3123.5432999999998</c:v>
                </c:pt>
                <c:pt idx="362">
                  <c:v>3074.6374000000001</c:v>
                </c:pt>
                <c:pt idx="363">
                  <c:v>3106.1140999999998</c:v>
                </c:pt>
                <c:pt idx="364">
                  <c:v>3233.4915000000001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4BF-44B9-BA5F-1BAD1B363BC4}"/>
            </c:ext>
          </c:extLst>
        </c:ser>
        <c:ser>
          <c:idx val="1"/>
          <c:order val="1"/>
          <c:tx>
            <c:strRef>
              <c:f>'3G Voice'!$C$1</c:f>
              <c:strCache>
                <c:ptCount val="1"/>
                <c:pt idx="0">
                  <c:v>Kilinochchi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Ref>
              <c:f>'3G Voice'!$A$2:$A$366</c:f>
              <c:numCache>
                <c:formatCode>m/d/yyyy</c:formatCode>
                <c:ptCount val="365"/>
                <c:pt idx="0">
                  <c:v>45829</c:v>
                </c:pt>
                <c:pt idx="1">
                  <c:v>45830</c:v>
                </c:pt>
                <c:pt idx="2">
                  <c:v>45831</c:v>
                </c:pt>
                <c:pt idx="3">
                  <c:v>45832</c:v>
                </c:pt>
                <c:pt idx="4">
                  <c:v>45833</c:v>
                </c:pt>
                <c:pt idx="5">
                  <c:v>45834</c:v>
                </c:pt>
                <c:pt idx="6">
                  <c:v>45835</c:v>
                </c:pt>
                <c:pt idx="7">
                  <c:v>45836</c:v>
                </c:pt>
                <c:pt idx="8">
                  <c:v>45837</c:v>
                </c:pt>
                <c:pt idx="9">
                  <c:v>45838</c:v>
                </c:pt>
                <c:pt idx="10">
                  <c:v>45839</c:v>
                </c:pt>
                <c:pt idx="11">
                  <c:v>45840</c:v>
                </c:pt>
                <c:pt idx="12">
                  <c:v>45841</c:v>
                </c:pt>
                <c:pt idx="13">
                  <c:v>45842</c:v>
                </c:pt>
                <c:pt idx="14">
                  <c:v>45843</c:v>
                </c:pt>
                <c:pt idx="15">
                  <c:v>45844</c:v>
                </c:pt>
                <c:pt idx="16">
                  <c:v>45845</c:v>
                </c:pt>
                <c:pt idx="17">
                  <c:v>45846</c:v>
                </c:pt>
                <c:pt idx="18">
                  <c:v>45847</c:v>
                </c:pt>
                <c:pt idx="19">
                  <c:v>45848</c:v>
                </c:pt>
                <c:pt idx="20">
                  <c:v>45849</c:v>
                </c:pt>
                <c:pt idx="21">
                  <c:v>45850</c:v>
                </c:pt>
                <c:pt idx="22">
                  <c:v>45851</c:v>
                </c:pt>
                <c:pt idx="23">
                  <c:v>45852</c:v>
                </c:pt>
                <c:pt idx="24">
                  <c:v>45853</c:v>
                </c:pt>
                <c:pt idx="25">
                  <c:v>45854</c:v>
                </c:pt>
                <c:pt idx="26">
                  <c:v>45855</c:v>
                </c:pt>
                <c:pt idx="27">
                  <c:v>45856</c:v>
                </c:pt>
                <c:pt idx="28">
                  <c:v>45857</c:v>
                </c:pt>
                <c:pt idx="29">
                  <c:v>45858</c:v>
                </c:pt>
                <c:pt idx="30">
                  <c:v>45859</c:v>
                </c:pt>
                <c:pt idx="31">
                  <c:v>45860</c:v>
                </c:pt>
                <c:pt idx="32">
                  <c:v>45861</c:v>
                </c:pt>
                <c:pt idx="33">
                  <c:v>45862</c:v>
                </c:pt>
                <c:pt idx="34">
                  <c:v>45863</c:v>
                </c:pt>
                <c:pt idx="35">
                  <c:v>45864</c:v>
                </c:pt>
                <c:pt idx="36">
                  <c:v>45865</c:v>
                </c:pt>
                <c:pt idx="37">
                  <c:v>45866</c:v>
                </c:pt>
                <c:pt idx="38">
                  <c:v>45867</c:v>
                </c:pt>
                <c:pt idx="39">
                  <c:v>45868</c:v>
                </c:pt>
                <c:pt idx="40">
                  <c:v>45869</c:v>
                </c:pt>
                <c:pt idx="41">
                  <c:v>45870</c:v>
                </c:pt>
                <c:pt idx="42">
                  <c:v>45871</c:v>
                </c:pt>
                <c:pt idx="43">
                  <c:v>45872</c:v>
                </c:pt>
                <c:pt idx="44">
                  <c:v>45873</c:v>
                </c:pt>
                <c:pt idx="45">
                  <c:v>45874</c:v>
                </c:pt>
                <c:pt idx="46">
                  <c:v>45875</c:v>
                </c:pt>
                <c:pt idx="47">
                  <c:v>45876</c:v>
                </c:pt>
                <c:pt idx="48">
                  <c:v>45877</c:v>
                </c:pt>
                <c:pt idx="49">
                  <c:v>45878</c:v>
                </c:pt>
                <c:pt idx="50">
                  <c:v>45879</c:v>
                </c:pt>
                <c:pt idx="51">
                  <c:v>45880</c:v>
                </c:pt>
                <c:pt idx="52">
                  <c:v>45881</c:v>
                </c:pt>
                <c:pt idx="53">
                  <c:v>45882</c:v>
                </c:pt>
                <c:pt idx="54">
                  <c:v>45883</c:v>
                </c:pt>
                <c:pt idx="55">
                  <c:v>45884</c:v>
                </c:pt>
                <c:pt idx="56">
                  <c:v>45885</c:v>
                </c:pt>
                <c:pt idx="57">
                  <c:v>45886</c:v>
                </c:pt>
                <c:pt idx="58">
                  <c:v>45887</c:v>
                </c:pt>
                <c:pt idx="59">
                  <c:v>45888</c:v>
                </c:pt>
                <c:pt idx="60">
                  <c:v>45889</c:v>
                </c:pt>
                <c:pt idx="61">
                  <c:v>45890</c:v>
                </c:pt>
                <c:pt idx="62">
                  <c:v>45891</c:v>
                </c:pt>
                <c:pt idx="63">
                  <c:v>45892</c:v>
                </c:pt>
                <c:pt idx="64">
                  <c:v>45893</c:v>
                </c:pt>
                <c:pt idx="65">
                  <c:v>45894</c:v>
                </c:pt>
                <c:pt idx="66">
                  <c:v>45895</c:v>
                </c:pt>
                <c:pt idx="67">
                  <c:v>45896</c:v>
                </c:pt>
                <c:pt idx="68">
                  <c:v>45897</c:v>
                </c:pt>
                <c:pt idx="69">
                  <c:v>45898</c:v>
                </c:pt>
                <c:pt idx="70">
                  <c:v>45899</c:v>
                </c:pt>
                <c:pt idx="71">
                  <c:v>45900</c:v>
                </c:pt>
                <c:pt idx="72">
                  <c:v>45901</c:v>
                </c:pt>
                <c:pt idx="73">
                  <c:v>45902</c:v>
                </c:pt>
                <c:pt idx="74">
                  <c:v>45903</c:v>
                </c:pt>
                <c:pt idx="75">
                  <c:v>45904</c:v>
                </c:pt>
                <c:pt idx="76">
                  <c:v>45905</c:v>
                </c:pt>
                <c:pt idx="77">
                  <c:v>45906</c:v>
                </c:pt>
                <c:pt idx="78">
                  <c:v>45907</c:v>
                </c:pt>
                <c:pt idx="79">
                  <c:v>45908</c:v>
                </c:pt>
                <c:pt idx="80">
                  <c:v>45909</c:v>
                </c:pt>
                <c:pt idx="81">
                  <c:v>45910</c:v>
                </c:pt>
                <c:pt idx="82">
                  <c:v>45911</c:v>
                </c:pt>
                <c:pt idx="83">
                  <c:v>45912</c:v>
                </c:pt>
                <c:pt idx="84">
                  <c:v>45913</c:v>
                </c:pt>
                <c:pt idx="85">
                  <c:v>45914</c:v>
                </c:pt>
                <c:pt idx="86">
                  <c:v>45915</c:v>
                </c:pt>
                <c:pt idx="87">
                  <c:v>45916</c:v>
                </c:pt>
                <c:pt idx="88">
                  <c:v>45917</c:v>
                </c:pt>
                <c:pt idx="89">
                  <c:v>45918</c:v>
                </c:pt>
                <c:pt idx="90">
                  <c:v>45919</c:v>
                </c:pt>
                <c:pt idx="91">
                  <c:v>45920</c:v>
                </c:pt>
                <c:pt idx="92">
                  <c:v>45921</c:v>
                </c:pt>
                <c:pt idx="93">
                  <c:v>45922</c:v>
                </c:pt>
                <c:pt idx="94">
                  <c:v>45923</c:v>
                </c:pt>
                <c:pt idx="95">
                  <c:v>45924</c:v>
                </c:pt>
                <c:pt idx="96">
                  <c:v>45925</c:v>
                </c:pt>
                <c:pt idx="97">
                  <c:v>45926</c:v>
                </c:pt>
                <c:pt idx="98">
                  <c:v>45927</c:v>
                </c:pt>
                <c:pt idx="99">
                  <c:v>45928</c:v>
                </c:pt>
                <c:pt idx="100">
                  <c:v>45929</c:v>
                </c:pt>
                <c:pt idx="101">
                  <c:v>45930</c:v>
                </c:pt>
                <c:pt idx="102">
                  <c:v>45931</c:v>
                </c:pt>
                <c:pt idx="103">
                  <c:v>45932</c:v>
                </c:pt>
                <c:pt idx="104">
                  <c:v>45933</c:v>
                </c:pt>
                <c:pt idx="105">
                  <c:v>45934</c:v>
                </c:pt>
                <c:pt idx="106">
                  <c:v>45935</c:v>
                </c:pt>
                <c:pt idx="107">
                  <c:v>45936</c:v>
                </c:pt>
                <c:pt idx="108">
                  <c:v>45937</c:v>
                </c:pt>
                <c:pt idx="109">
                  <c:v>45938</c:v>
                </c:pt>
                <c:pt idx="110">
                  <c:v>45939</c:v>
                </c:pt>
                <c:pt idx="111">
                  <c:v>45940</c:v>
                </c:pt>
                <c:pt idx="112">
                  <c:v>45941</c:v>
                </c:pt>
                <c:pt idx="113">
                  <c:v>45942</c:v>
                </c:pt>
                <c:pt idx="114">
                  <c:v>45943</c:v>
                </c:pt>
                <c:pt idx="115">
                  <c:v>45944</c:v>
                </c:pt>
                <c:pt idx="116">
                  <c:v>45945</c:v>
                </c:pt>
                <c:pt idx="117">
                  <c:v>45946</c:v>
                </c:pt>
                <c:pt idx="118">
                  <c:v>45947</c:v>
                </c:pt>
                <c:pt idx="119">
                  <c:v>45948</c:v>
                </c:pt>
                <c:pt idx="120">
                  <c:v>45949</c:v>
                </c:pt>
                <c:pt idx="121">
                  <c:v>45950</c:v>
                </c:pt>
                <c:pt idx="122">
                  <c:v>45951</c:v>
                </c:pt>
                <c:pt idx="123">
                  <c:v>45952</c:v>
                </c:pt>
                <c:pt idx="124">
                  <c:v>45953</c:v>
                </c:pt>
                <c:pt idx="125">
                  <c:v>45954</c:v>
                </c:pt>
                <c:pt idx="126">
                  <c:v>45955</c:v>
                </c:pt>
                <c:pt idx="127">
                  <c:v>45956</c:v>
                </c:pt>
                <c:pt idx="128">
                  <c:v>45957</c:v>
                </c:pt>
                <c:pt idx="129">
                  <c:v>45958</c:v>
                </c:pt>
                <c:pt idx="130">
                  <c:v>45959</c:v>
                </c:pt>
                <c:pt idx="131">
                  <c:v>45960</c:v>
                </c:pt>
                <c:pt idx="132">
                  <c:v>45961</c:v>
                </c:pt>
                <c:pt idx="133">
                  <c:v>45962</c:v>
                </c:pt>
                <c:pt idx="134">
                  <c:v>45963</c:v>
                </c:pt>
                <c:pt idx="135">
                  <c:v>45964</c:v>
                </c:pt>
                <c:pt idx="136">
                  <c:v>45965</c:v>
                </c:pt>
                <c:pt idx="137">
                  <c:v>45966</c:v>
                </c:pt>
                <c:pt idx="138">
                  <c:v>45967</c:v>
                </c:pt>
                <c:pt idx="139">
                  <c:v>45968</c:v>
                </c:pt>
                <c:pt idx="140">
                  <c:v>45969</c:v>
                </c:pt>
                <c:pt idx="141">
                  <c:v>45970</c:v>
                </c:pt>
                <c:pt idx="142">
                  <c:v>45971</c:v>
                </c:pt>
                <c:pt idx="143">
                  <c:v>45972</c:v>
                </c:pt>
                <c:pt idx="144">
                  <c:v>45973</c:v>
                </c:pt>
                <c:pt idx="145">
                  <c:v>45974</c:v>
                </c:pt>
                <c:pt idx="146">
                  <c:v>45975</c:v>
                </c:pt>
                <c:pt idx="147">
                  <c:v>45976</c:v>
                </c:pt>
                <c:pt idx="148">
                  <c:v>45977</c:v>
                </c:pt>
                <c:pt idx="149">
                  <c:v>45978</c:v>
                </c:pt>
                <c:pt idx="150">
                  <c:v>45979</c:v>
                </c:pt>
                <c:pt idx="151">
                  <c:v>45980</c:v>
                </c:pt>
                <c:pt idx="152">
                  <c:v>45981</c:v>
                </c:pt>
                <c:pt idx="153">
                  <c:v>45982</c:v>
                </c:pt>
                <c:pt idx="154">
                  <c:v>45983</c:v>
                </c:pt>
                <c:pt idx="155">
                  <c:v>45984</c:v>
                </c:pt>
                <c:pt idx="156">
                  <c:v>45985</c:v>
                </c:pt>
                <c:pt idx="157">
                  <c:v>45986</c:v>
                </c:pt>
                <c:pt idx="158">
                  <c:v>45987</c:v>
                </c:pt>
                <c:pt idx="159">
                  <c:v>45988</c:v>
                </c:pt>
                <c:pt idx="160">
                  <c:v>45989</c:v>
                </c:pt>
                <c:pt idx="161">
                  <c:v>45990</c:v>
                </c:pt>
                <c:pt idx="162">
                  <c:v>45991</c:v>
                </c:pt>
                <c:pt idx="163">
                  <c:v>45992</c:v>
                </c:pt>
                <c:pt idx="164">
                  <c:v>45993</c:v>
                </c:pt>
                <c:pt idx="165">
                  <c:v>45994</c:v>
                </c:pt>
                <c:pt idx="166">
                  <c:v>45995</c:v>
                </c:pt>
                <c:pt idx="167">
                  <c:v>45996</c:v>
                </c:pt>
                <c:pt idx="168">
                  <c:v>45997</c:v>
                </c:pt>
                <c:pt idx="169">
                  <c:v>45998</c:v>
                </c:pt>
                <c:pt idx="170">
                  <c:v>45999</c:v>
                </c:pt>
                <c:pt idx="171">
                  <c:v>46000</c:v>
                </c:pt>
                <c:pt idx="172">
                  <c:v>46001</c:v>
                </c:pt>
                <c:pt idx="173">
                  <c:v>46002</c:v>
                </c:pt>
                <c:pt idx="174">
                  <c:v>46003</c:v>
                </c:pt>
                <c:pt idx="175">
                  <c:v>46004</c:v>
                </c:pt>
                <c:pt idx="176">
                  <c:v>46005</c:v>
                </c:pt>
                <c:pt idx="177">
                  <c:v>46006</c:v>
                </c:pt>
                <c:pt idx="178">
                  <c:v>46007</c:v>
                </c:pt>
                <c:pt idx="179">
                  <c:v>46008</c:v>
                </c:pt>
                <c:pt idx="180">
                  <c:v>46009</c:v>
                </c:pt>
                <c:pt idx="181">
                  <c:v>46010</c:v>
                </c:pt>
                <c:pt idx="182">
                  <c:v>46011</c:v>
                </c:pt>
                <c:pt idx="183">
                  <c:v>46012</c:v>
                </c:pt>
                <c:pt idx="184">
                  <c:v>46013</c:v>
                </c:pt>
                <c:pt idx="185">
                  <c:v>46014</c:v>
                </c:pt>
                <c:pt idx="186">
                  <c:v>46015</c:v>
                </c:pt>
                <c:pt idx="187">
                  <c:v>46016</c:v>
                </c:pt>
                <c:pt idx="188">
                  <c:v>46017</c:v>
                </c:pt>
                <c:pt idx="189">
                  <c:v>46018</c:v>
                </c:pt>
                <c:pt idx="190">
                  <c:v>46019</c:v>
                </c:pt>
                <c:pt idx="191">
                  <c:v>46020</c:v>
                </c:pt>
                <c:pt idx="192">
                  <c:v>46021</c:v>
                </c:pt>
                <c:pt idx="193">
                  <c:v>46022</c:v>
                </c:pt>
                <c:pt idx="194">
                  <c:v>46023</c:v>
                </c:pt>
                <c:pt idx="195">
                  <c:v>46024</c:v>
                </c:pt>
                <c:pt idx="196">
                  <c:v>46025</c:v>
                </c:pt>
                <c:pt idx="197">
                  <c:v>46026</c:v>
                </c:pt>
                <c:pt idx="198">
                  <c:v>46027</c:v>
                </c:pt>
                <c:pt idx="199">
                  <c:v>46028</c:v>
                </c:pt>
                <c:pt idx="200">
                  <c:v>46029</c:v>
                </c:pt>
                <c:pt idx="201">
                  <c:v>46030</c:v>
                </c:pt>
                <c:pt idx="202">
                  <c:v>46031</c:v>
                </c:pt>
                <c:pt idx="203">
                  <c:v>46032</c:v>
                </c:pt>
                <c:pt idx="204">
                  <c:v>46033</c:v>
                </c:pt>
                <c:pt idx="205">
                  <c:v>46034</c:v>
                </c:pt>
                <c:pt idx="206">
                  <c:v>46035</c:v>
                </c:pt>
                <c:pt idx="207">
                  <c:v>46036</c:v>
                </c:pt>
                <c:pt idx="208">
                  <c:v>46037</c:v>
                </c:pt>
                <c:pt idx="209">
                  <c:v>46038</c:v>
                </c:pt>
                <c:pt idx="210">
                  <c:v>46039</c:v>
                </c:pt>
                <c:pt idx="211">
                  <c:v>46040</c:v>
                </c:pt>
                <c:pt idx="212">
                  <c:v>46041</c:v>
                </c:pt>
                <c:pt idx="213">
                  <c:v>46042</c:v>
                </c:pt>
                <c:pt idx="214">
                  <c:v>46043</c:v>
                </c:pt>
                <c:pt idx="215">
                  <c:v>46044</c:v>
                </c:pt>
                <c:pt idx="216">
                  <c:v>46045</c:v>
                </c:pt>
                <c:pt idx="217">
                  <c:v>46046</c:v>
                </c:pt>
                <c:pt idx="218">
                  <c:v>46047</c:v>
                </c:pt>
                <c:pt idx="219">
                  <c:v>46048</c:v>
                </c:pt>
                <c:pt idx="220">
                  <c:v>46049</c:v>
                </c:pt>
                <c:pt idx="221">
                  <c:v>46050</c:v>
                </c:pt>
                <c:pt idx="222">
                  <c:v>46051</c:v>
                </c:pt>
                <c:pt idx="223">
                  <c:v>46052</c:v>
                </c:pt>
                <c:pt idx="224">
                  <c:v>46053</c:v>
                </c:pt>
                <c:pt idx="225">
                  <c:v>46054</c:v>
                </c:pt>
                <c:pt idx="226">
                  <c:v>46055</c:v>
                </c:pt>
                <c:pt idx="227">
                  <c:v>46056</c:v>
                </c:pt>
                <c:pt idx="228">
                  <c:v>46057</c:v>
                </c:pt>
                <c:pt idx="229">
                  <c:v>46058</c:v>
                </c:pt>
                <c:pt idx="230">
                  <c:v>46059</c:v>
                </c:pt>
                <c:pt idx="231">
                  <c:v>46060</c:v>
                </c:pt>
                <c:pt idx="232">
                  <c:v>46061</c:v>
                </c:pt>
                <c:pt idx="233">
                  <c:v>46062</c:v>
                </c:pt>
                <c:pt idx="234">
                  <c:v>46063</c:v>
                </c:pt>
                <c:pt idx="235">
                  <c:v>46064</c:v>
                </c:pt>
                <c:pt idx="236">
                  <c:v>46065</c:v>
                </c:pt>
                <c:pt idx="237">
                  <c:v>46066</c:v>
                </c:pt>
                <c:pt idx="238">
                  <c:v>46067</c:v>
                </c:pt>
                <c:pt idx="239">
                  <c:v>46068</c:v>
                </c:pt>
                <c:pt idx="240">
                  <c:v>46069</c:v>
                </c:pt>
                <c:pt idx="241">
                  <c:v>46070</c:v>
                </c:pt>
                <c:pt idx="242">
                  <c:v>46071</c:v>
                </c:pt>
                <c:pt idx="243">
                  <c:v>46072</c:v>
                </c:pt>
                <c:pt idx="244">
                  <c:v>46073</c:v>
                </c:pt>
                <c:pt idx="245">
                  <c:v>46074</c:v>
                </c:pt>
                <c:pt idx="246">
                  <c:v>46075</c:v>
                </c:pt>
                <c:pt idx="247">
                  <c:v>46076</c:v>
                </c:pt>
                <c:pt idx="248">
                  <c:v>46077</c:v>
                </c:pt>
                <c:pt idx="249">
                  <c:v>46078</c:v>
                </c:pt>
                <c:pt idx="250">
                  <c:v>46079</c:v>
                </c:pt>
                <c:pt idx="251">
                  <c:v>46080</c:v>
                </c:pt>
                <c:pt idx="252">
                  <c:v>46081</c:v>
                </c:pt>
                <c:pt idx="253">
                  <c:v>46082</c:v>
                </c:pt>
                <c:pt idx="254">
                  <c:v>46083</c:v>
                </c:pt>
                <c:pt idx="255">
                  <c:v>46084</c:v>
                </c:pt>
                <c:pt idx="256">
                  <c:v>46085</c:v>
                </c:pt>
                <c:pt idx="257">
                  <c:v>46086</c:v>
                </c:pt>
                <c:pt idx="258">
                  <c:v>46087</c:v>
                </c:pt>
                <c:pt idx="259">
                  <c:v>46088</c:v>
                </c:pt>
                <c:pt idx="260">
                  <c:v>46089</c:v>
                </c:pt>
                <c:pt idx="261">
                  <c:v>46090</c:v>
                </c:pt>
                <c:pt idx="262">
                  <c:v>46091</c:v>
                </c:pt>
                <c:pt idx="263">
                  <c:v>46092</c:v>
                </c:pt>
                <c:pt idx="264">
                  <c:v>46093</c:v>
                </c:pt>
                <c:pt idx="265">
                  <c:v>46094</c:v>
                </c:pt>
                <c:pt idx="266">
                  <c:v>46095</c:v>
                </c:pt>
                <c:pt idx="267">
                  <c:v>46096</c:v>
                </c:pt>
                <c:pt idx="268">
                  <c:v>46097</c:v>
                </c:pt>
                <c:pt idx="269">
                  <c:v>46098</c:v>
                </c:pt>
                <c:pt idx="270">
                  <c:v>46099</c:v>
                </c:pt>
                <c:pt idx="271">
                  <c:v>46100</c:v>
                </c:pt>
                <c:pt idx="272">
                  <c:v>46101</c:v>
                </c:pt>
                <c:pt idx="273">
                  <c:v>46102</c:v>
                </c:pt>
                <c:pt idx="274">
                  <c:v>46103</c:v>
                </c:pt>
                <c:pt idx="275">
                  <c:v>46104</c:v>
                </c:pt>
                <c:pt idx="276">
                  <c:v>46105</c:v>
                </c:pt>
                <c:pt idx="277">
                  <c:v>46106</c:v>
                </c:pt>
                <c:pt idx="278">
                  <c:v>46107</c:v>
                </c:pt>
                <c:pt idx="279">
                  <c:v>46108</c:v>
                </c:pt>
                <c:pt idx="280">
                  <c:v>46109</c:v>
                </c:pt>
                <c:pt idx="281">
                  <c:v>46110</c:v>
                </c:pt>
                <c:pt idx="282">
                  <c:v>46111</c:v>
                </c:pt>
                <c:pt idx="283">
                  <c:v>46112</c:v>
                </c:pt>
                <c:pt idx="284">
                  <c:v>46113</c:v>
                </c:pt>
                <c:pt idx="285">
                  <c:v>46114</c:v>
                </c:pt>
                <c:pt idx="286">
                  <c:v>46115</c:v>
                </c:pt>
                <c:pt idx="287">
                  <c:v>46116</c:v>
                </c:pt>
                <c:pt idx="288">
                  <c:v>46117</c:v>
                </c:pt>
                <c:pt idx="289">
                  <c:v>46118</c:v>
                </c:pt>
                <c:pt idx="290">
                  <c:v>46119</c:v>
                </c:pt>
                <c:pt idx="291">
                  <c:v>46120</c:v>
                </c:pt>
                <c:pt idx="292">
                  <c:v>46121</c:v>
                </c:pt>
                <c:pt idx="293">
                  <c:v>46122</c:v>
                </c:pt>
                <c:pt idx="294">
                  <c:v>46123</c:v>
                </c:pt>
                <c:pt idx="295">
                  <c:v>46124</c:v>
                </c:pt>
                <c:pt idx="296">
                  <c:v>46125</c:v>
                </c:pt>
                <c:pt idx="297">
                  <c:v>46126</c:v>
                </c:pt>
                <c:pt idx="298">
                  <c:v>46127</c:v>
                </c:pt>
                <c:pt idx="299">
                  <c:v>46128</c:v>
                </c:pt>
                <c:pt idx="300">
                  <c:v>46129</c:v>
                </c:pt>
                <c:pt idx="301">
                  <c:v>46130</c:v>
                </c:pt>
                <c:pt idx="302">
                  <c:v>46131</c:v>
                </c:pt>
                <c:pt idx="303">
                  <c:v>46132</c:v>
                </c:pt>
                <c:pt idx="304">
                  <c:v>46133</c:v>
                </c:pt>
                <c:pt idx="305">
                  <c:v>46134</c:v>
                </c:pt>
                <c:pt idx="306">
                  <c:v>46135</c:v>
                </c:pt>
                <c:pt idx="307">
                  <c:v>46136</c:v>
                </c:pt>
                <c:pt idx="308">
                  <c:v>46137</c:v>
                </c:pt>
                <c:pt idx="309">
                  <c:v>46138</c:v>
                </c:pt>
                <c:pt idx="310">
                  <c:v>46139</c:v>
                </c:pt>
                <c:pt idx="311">
                  <c:v>46140</c:v>
                </c:pt>
                <c:pt idx="312">
                  <c:v>46141</c:v>
                </c:pt>
                <c:pt idx="313">
                  <c:v>46142</c:v>
                </c:pt>
                <c:pt idx="314">
                  <c:v>46143</c:v>
                </c:pt>
                <c:pt idx="315">
                  <c:v>46144</c:v>
                </c:pt>
                <c:pt idx="316">
                  <c:v>46145</c:v>
                </c:pt>
                <c:pt idx="317">
                  <c:v>46146</c:v>
                </c:pt>
                <c:pt idx="318">
                  <c:v>46147</c:v>
                </c:pt>
                <c:pt idx="319">
                  <c:v>46148</c:v>
                </c:pt>
                <c:pt idx="320">
                  <c:v>46149</c:v>
                </c:pt>
                <c:pt idx="321">
                  <c:v>46150</c:v>
                </c:pt>
                <c:pt idx="322">
                  <c:v>46151</c:v>
                </c:pt>
                <c:pt idx="323">
                  <c:v>46152</c:v>
                </c:pt>
                <c:pt idx="324">
                  <c:v>46153</c:v>
                </c:pt>
                <c:pt idx="325">
                  <c:v>46154</c:v>
                </c:pt>
                <c:pt idx="326">
                  <c:v>46155</c:v>
                </c:pt>
                <c:pt idx="327">
                  <c:v>46156</c:v>
                </c:pt>
                <c:pt idx="328">
                  <c:v>46157</c:v>
                </c:pt>
                <c:pt idx="329">
                  <c:v>46158</c:v>
                </c:pt>
                <c:pt idx="330">
                  <c:v>46159</c:v>
                </c:pt>
                <c:pt idx="331">
                  <c:v>46160</c:v>
                </c:pt>
                <c:pt idx="332">
                  <c:v>46161</c:v>
                </c:pt>
                <c:pt idx="333">
                  <c:v>46162</c:v>
                </c:pt>
                <c:pt idx="334">
                  <c:v>46163</c:v>
                </c:pt>
                <c:pt idx="335">
                  <c:v>46164</c:v>
                </c:pt>
                <c:pt idx="336">
                  <c:v>46165</c:v>
                </c:pt>
                <c:pt idx="337">
                  <c:v>46166</c:v>
                </c:pt>
                <c:pt idx="338">
                  <c:v>46167</c:v>
                </c:pt>
                <c:pt idx="339">
                  <c:v>46168</c:v>
                </c:pt>
                <c:pt idx="340">
                  <c:v>46169</c:v>
                </c:pt>
                <c:pt idx="341">
                  <c:v>46170</c:v>
                </c:pt>
                <c:pt idx="342">
                  <c:v>46171</c:v>
                </c:pt>
                <c:pt idx="343">
                  <c:v>46172</c:v>
                </c:pt>
                <c:pt idx="344">
                  <c:v>46173</c:v>
                </c:pt>
                <c:pt idx="345">
                  <c:v>46174</c:v>
                </c:pt>
                <c:pt idx="346">
                  <c:v>46175</c:v>
                </c:pt>
                <c:pt idx="347">
                  <c:v>46176</c:v>
                </c:pt>
                <c:pt idx="348">
                  <c:v>46177</c:v>
                </c:pt>
                <c:pt idx="349">
                  <c:v>46178</c:v>
                </c:pt>
                <c:pt idx="350">
                  <c:v>46179</c:v>
                </c:pt>
                <c:pt idx="351">
                  <c:v>46180</c:v>
                </c:pt>
                <c:pt idx="352">
                  <c:v>46181</c:v>
                </c:pt>
                <c:pt idx="353">
                  <c:v>46182</c:v>
                </c:pt>
                <c:pt idx="354">
                  <c:v>46183</c:v>
                </c:pt>
                <c:pt idx="355">
                  <c:v>46184</c:v>
                </c:pt>
                <c:pt idx="356">
                  <c:v>46185</c:v>
                </c:pt>
                <c:pt idx="357">
                  <c:v>46186</c:v>
                </c:pt>
                <c:pt idx="358">
                  <c:v>46187</c:v>
                </c:pt>
                <c:pt idx="359">
                  <c:v>46188</c:v>
                </c:pt>
                <c:pt idx="360">
                  <c:v>46189</c:v>
                </c:pt>
                <c:pt idx="361">
                  <c:v>46190</c:v>
                </c:pt>
                <c:pt idx="362">
                  <c:v>46191</c:v>
                </c:pt>
                <c:pt idx="363">
                  <c:v>46192</c:v>
                </c:pt>
                <c:pt idx="364">
                  <c:v>46193</c:v>
                </c:pt>
              </c:numCache>
            </c:numRef>
          </c:cat>
          <c:val>
            <c:numRef>
              <c:f>'3G Voice'!$C$2:$C$366</c:f>
              <c:numCache>
                <c:formatCode>General</c:formatCode>
                <c:ptCount val="365"/>
                <c:pt idx="0">
                  <c:v>230.70869999999999</c:v>
                </c:pt>
                <c:pt idx="1">
                  <c:v>224.89099999999999</c:v>
                </c:pt>
                <c:pt idx="2">
                  <c:v>288.8279</c:v>
                </c:pt>
                <c:pt idx="3">
                  <c:v>245.8126</c:v>
                </c:pt>
                <c:pt idx="4">
                  <c:v>281.25420000000003</c:v>
                </c:pt>
                <c:pt idx="5">
                  <c:v>269.78370000000001</c:v>
                </c:pt>
                <c:pt idx="6">
                  <c:v>264.89240000000001</c:v>
                </c:pt>
                <c:pt idx="7">
                  <c:v>281.86439999999999</c:v>
                </c:pt>
                <c:pt idx="8">
                  <c:v>276.32440000000003</c:v>
                </c:pt>
                <c:pt idx="9">
                  <c:v>294.82420000000002</c:v>
                </c:pt>
                <c:pt idx="10">
                  <c:v>268.92419999999998</c:v>
                </c:pt>
                <c:pt idx="11">
                  <c:v>268.32049999999998</c:v>
                </c:pt>
                <c:pt idx="12">
                  <c:v>273.71449999999999</c:v>
                </c:pt>
                <c:pt idx="13">
                  <c:v>280.7355</c:v>
                </c:pt>
                <c:pt idx="14">
                  <c:v>255.0548</c:v>
                </c:pt>
                <c:pt idx="15">
                  <c:v>276.84730000000002</c:v>
                </c:pt>
                <c:pt idx="16">
                  <c:v>283.96640000000002</c:v>
                </c:pt>
                <c:pt idx="17">
                  <c:v>260.17649999999998</c:v>
                </c:pt>
                <c:pt idx="18">
                  <c:v>253.7764</c:v>
                </c:pt>
                <c:pt idx="19">
                  <c:v>256.28190000000001</c:v>
                </c:pt>
                <c:pt idx="20">
                  <c:v>278.31349999999998</c:v>
                </c:pt>
                <c:pt idx="21">
                  <c:v>239.86949999999999</c:v>
                </c:pt>
                <c:pt idx="22">
                  <c:v>247.19130000000001</c:v>
                </c:pt>
                <c:pt idx="23">
                  <c:v>282.99829999999997</c:v>
                </c:pt>
                <c:pt idx="24">
                  <c:v>314.5369</c:v>
                </c:pt>
                <c:pt idx="25">
                  <c:v>290.52429999999998</c:v>
                </c:pt>
                <c:pt idx="26">
                  <c:v>268.59780000000001</c:v>
                </c:pt>
                <c:pt idx="27">
                  <c:v>268.08760000000001</c:v>
                </c:pt>
                <c:pt idx="28">
                  <c:v>287.00760000000002</c:v>
                </c:pt>
                <c:pt idx="29">
                  <c:v>274.81119999999999</c:v>
                </c:pt>
                <c:pt idx="30">
                  <c:v>277.6968</c:v>
                </c:pt>
                <c:pt idx="31">
                  <c:v>263.70479999999998</c:v>
                </c:pt>
                <c:pt idx="32">
                  <c:v>252.10890000000001</c:v>
                </c:pt>
                <c:pt idx="33">
                  <c:v>264.29899999999998</c:v>
                </c:pt>
                <c:pt idx="34">
                  <c:v>268.17610000000002</c:v>
                </c:pt>
                <c:pt idx="35">
                  <c:v>265.58170000000001</c:v>
                </c:pt>
                <c:pt idx="36">
                  <c:v>262.67309999999998</c:v>
                </c:pt>
                <c:pt idx="37">
                  <c:v>265.15559999999999</c:v>
                </c:pt>
                <c:pt idx="38">
                  <c:v>246.6789</c:v>
                </c:pt>
                <c:pt idx="39">
                  <c:v>261.67989999999998</c:v>
                </c:pt>
                <c:pt idx="40">
                  <c:v>277.81869999999998</c:v>
                </c:pt>
                <c:pt idx="41">
                  <c:v>277.92599999999999</c:v>
                </c:pt>
                <c:pt idx="42">
                  <c:v>256.83850000000001</c:v>
                </c:pt>
                <c:pt idx="43">
                  <c:v>245.078</c:v>
                </c:pt>
                <c:pt idx="44">
                  <c:v>266.24209999999999</c:v>
                </c:pt>
                <c:pt idx="45">
                  <c:v>261.71969999999999</c:v>
                </c:pt>
                <c:pt idx="46">
                  <c:v>267.74220000000003</c:v>
                </c:pt>
                <c:pt idx="47">
                  <c:v>264.51859999999999</c:v>
                </c:pt>
                <c:pt idx="48">
                  <c:v>250.6765</c:v>
                </c:pt>
                <c:pt idx="49">
                  <c:v>253.6283</c:v>
                </c:pt>
                <c:pt idx="50">
                  <c:v>252.0564</c:v>
                </c:pt>
                <c:pt idx="51">
                  <c:v>273.05669999999998</c:v>
                </c:pt>
                <c:pt idx="52">
                  <c:v>291.9205</c:v>
                </c:pt>
                <c:pt idx="53">
                  <c:v>264.9264</c:v>
                </c:pt>
                <c:pt idx="54">
                  <c:v>251.3426</c:v>
                </c:pt>
                <c:pt idx="55">
                  <c:v>285.89479999999998</c:v>
                </c:pt>
                <c:pt idx="56">
                  <c:v>286.17660000000001</c:v>
                </c:pt>
                <c:pt idx="57">
                  <c:v>257.13130000000001</c:v>
                </c:pt>
                <c:pt idx="58">
                  <c:v>282.7928</c:v>
                </c:pt>
                <c:pt idx="59">
                  <c:v>296.96089999999998</c:v>
                </c:pt>
                <c:pt idx="60">
                  <c:v>269.86399999999998</c:v>
                </c:pt>
                <c:pt idx="61">
                  <c:v>289.029</c:v>
                </c:pt>
                <c:pt idx="62">
                  <c:v>286.61099999999999</c:v>
                </c:pt>
                <c:pt idx="63">
                  <c:v>257.26510000000002</c:v>
                </c:pt>
                <c:pt idx="64">
                  <c:v>261.72719999999998</c:v>
                </c:pt>
                <c:pt idx="65">
                  <c:v>277.435</c:v>
                </c:pt>
                <c:pt idx="66">
                  <c:v>289.4375</c:v>
                </c:pt>
                <c:pt idx="67">
                  <c:v>283.82810000000001</c:v>
                </c:pt>
                <c:pt idx="68">
                  <c:v>273.36590000000001</c:v>
                </c:pt>
                <c:pt idx="69">
                  <c:v>264.65609999999998</c:v>
                </c:pt>
                <c:pt idx="70">
                  <c:v>284.07240000000002</c:v>
                </c:pt>
                <c:pt idx="71">
                  <c:v>285.70620000000002</c:v>
                </c:pt>
                <c:pt idx="72">
                  <c:v>310.51530000000002</c:v>
                </c:pt>
                <c:pt idx="73">
                  <c:v>290.09219999999999</c:v>
                </c:pt>
                <c:pt idx="74">
                  <c:v>283.66789999999997</c:v>
                </c:pt>
                <c:pt idx="75">
                  <c:v>266.96559999999999</c:v>
                </c:pt>
                <c:pt idx="76">
                  <c:v>247.81190000000001</c:v>
                </c:pt>
                <c:pt idx="77">
                  <c:v>274.5772</c:v>
                </c:pt>
                <c:pt idx="78">
                  <c:v>229.392</c:v>
                </c:pt>
                <c:pt idx="79">
                  <c:v>298.23439999999999</c:v>
                </c:pt>
                <c:pt idx="80">
                  <c:v>284.60149999999999</c:v>
                </c:pt>
                <c:pt idx="81">
                  <c:v>304.14800000000002</c:v>
                </c:pt>
                <c:pt idx="82">
                  <c:v>290.54590000000002</c:v>
                </c:pt>
                <c:pt idx="83">
                  <c:v>309.87049999999999</c:v>
                </c:pt>
                <c:pt idx="84">
                  <c:v>288.63159999999999</c:v>
                </c:pt>
                <c:pt idx="85">
                  <c:v>298.077</c:v>
                </c:pt>
                <c:pt idx="86">
                  <c:v>272.85829999999999</c:v>
                </c:pt>
                <c:pt idx="87">
                  <c:v>313.40069999999997</c:v>
                </c:pt>
                <c:pt idx="88">
                  <c:v>278.61500000000001</c:v>
                </c:pt>
                <c:pt idx="89">
                  <c:v>274.3886</c:v>
                </c:pt>
                <c:pt idx="90">
                  <c:v>269.20659999999998</c:v>
                </c:pt>
                <c:pt idx="91">
                  <c:v>284.45420000000001</c:v>
                </c:pt>
                <c:pt idx="92">
                  <c:v>266.24329999999998</c:v>
                </c:pt>
                <c:pt idx="93">
                  <c:v>262.43709999999999</c:v>
                </c:pt>
                <c:pt idx="94">
                  <c:v>286.1825</c:v>
                </c:pt>
                <c:pt idx="95">
                  <c:v>267.8827</c:v>
                </c:pt>
                <c:pt idx="96">
                  <c:v>275.84930000000003</c:v>
                </c:pt>
                <c:pt idx="97">
                  <c:v>280.46449999999999</c:v>
                </c:pt>
                <c:pt idx="98">
                  <c:v>274.8383</c:v>
                </c:pt>
                <c:pt idx="99">
                  <c:v>257.33409999999998</c:v>
                </c:pt>
                <c:pt idx="100">
                  <c:v>267.44009999999997</c:v>
                </c:pt>
                <c:pt idx="101">
                  <c:v>278.02109999999999</c:v>
                </c:pt>
                <c:pt idx="102">
                  <c:v>282.21420000000001</c:v>
                </c:pt>
                <c:pt idx="103">
                  <c:v>292.58780000000002</c:v>
                </c:pt>
                <c:pt idx="104">
                  <c:v>277.28649999999999</c:v>
                </c:pt>
                <c:pt idx="105">
                  <c:v>258.4511</c:v>
                </c:pt>
                <c:pt idx="106">
                  <c:v>226.88570000000001</c:v>
                </c:pt>
                <c:pt idx="107">
                  <c:v>246.96</c:v>
                </c:pt>
                <c:pt idx="108">
                  <c:v>262.10059999999999</c:v>
                </c:pt>
                <c:pt idx="109">
                  <c:v>274.35149999999999</c:v>
                </c:pt>
                <c:pt idx="110">
                  <c:v>261.06819999999999</c:v>
                </c:pt>
                <c:pt idx="111">
                  <c:v>287.08409999999998</c:v>
                </c:pt>
                <c:pt idx="112">
                  <c:v>266.58330000000001</c:v>
                </c:pt>
                <c:pt idx="113">
                  <c:v>261.78129999999999</c:v>
                </c:pt>
                <c:pt idx="114">
                  <c:v>271.72800000000001</c:v>
                </c:pt>
                <c:pt idx="115">
                  <c:v>262.50110000000001</c:v>
                </c:pt>
                <c:pt idx="116">
                  <c:v>255.3647</c:v>
                </c:pt>
                <c:pt idx="117">
                  <c:v>286.3689</c:v>
                </c:pt>
                <c:pt idx="118">
                  <c:v>264.18950000000001</c:v>
                </c:pt>
                <c:pt idx="119">
                  <c:v>275.34969999999998</c:v>
                </c:pt>
                <c:pt idx="120">
                  <c:v>235.7381</c:v>
                </c:pt>
                <c:pt idx="121">
                  <c:v>257.26909999999998</c:v>
                </c:pt>
                <c:pt idx="122">
                  <c:v>242.166</c:v>
                </c:pt>
                <c:pt idx="123">
                  <c:v>267.39710000000002</c:v>
                </c:pt>
                <c:pt idx="124">
                  <c:v>246.995</c:v>
                </c:pt>
                <c:pt idx="125">
                  <c:v>214.19069999999999</c:v>
                </c:pt>
                <c:pt idx="126">
                  <c:v>263.75740000000002</c:v>
                </c:pt>
                <c:pt idx="127">
                  <c:v>81.747200000000007</c:v>
                </c:pt>
                <c:pt idx="128">
                  <c:v>217.8443</c:v>
                </c:pt>
                <c:pt idx="129">
                  <c:v>242.6285</c:v>
                </c:pt>
                <c:pt idx="130">
                  <c:v>213.5402</c:v>
                </c:pt>
                <c:pt idx="131">
                  <c:v>248.0463</c:v>
                </c:pt>
                <c:pt idx="132">
                  <c:v>251.03550000000001</c:v>
                </c:pt>
                <c:pt idx="133">
                  <c:v>259.29610000000002</c:v>
                </c:pt>
                <c:pt idx="134">
                  <c:v>208.83340000000001</c:v>
                </c:pt>
                <c:pt idx="135">
                  <c:v>255.6602</c:v>
                </c:pt>
                <c:pt idx="136">
                  <c:v>271.42329999999998</c:v>
                </c:pt>
                <c:pt idx="137">
                  <c:v>262.35230000000001</c:v>
                </c:pt>
                <c:pt idx="139">
                  <c:v>209.0831</c:v>
                </c:pt>
                <c:pt idx="140">
                  <c:v>243.27680000000001</c:v>
                </c:pt>
                <c:pt idx="141">
                  <c:v>242.53890000000001</c:v>
                </c:pt>
                <c:pt idx="142">
                  <c:v>248.05160000000001</c:v>
                </c:pt>
                <c:pt idx="143">
                  <c:v>247.79239999999999</c:v>
                </c:pt>
                <c:pt idx="144">
                  <c:v>246.2988</c:v>
                </c:pt>
                <c:pt idx="145">
                  <c:v>243.48339999999999</c:v>
                </c:pt>
                <c:pt idx="146">
                  <c:v>247.5085</c:v>
                </c:pt>
                <c:pt idx="147">
                  <c:v>242.94220000000001</c:v>
                </c:pt>
                <c:pt idx="148">
                  <c:v>215.22890000000001</c:v>
                </c:pt>
                <c:pt idx="149">
                  <c:v>235.58109999999999</c:v>
                </c:pt>
                <c:pt idx="150">
                  <c:v>221.7646</c:v>
                </c:pt>
                <c:pt idx="151">
                  <c:v>245.27670000000001</c:v>
                </c:pt>
                <c:pt idx="152">
                  <c:v>240.40620000000001</c:v>
                </c:pt>
                <c:pt idx="153">
                  <c:v>239.62620000000001</c:v>
                </c:pt>
                <c:pt idx="154">
                  <c:v>227.3212</c:v>
                </c:pt>
                <c:pt idx="155">
                  <c:v>219.28</c:v>
                </c:pt>
                <c:pt idx="156">
                  <c:v>242.63929999999999</c:v>
                </c:pt>
                <c:pt idx="157">
                  <c:v>246.22110000000001</c:v>
                </c:pt>
                <c:pt idx="158">
                  <c:v>256.0829</c:v>
                </c:pt>
                <c:pt idx="159">
                  <c:v>253.67500000000001</c:v>
                </c:pt>
                <c:pt idx="160">
                  <c:v>216.06049999999999</c:v>
                </c:pt>
                <c:pt idx="161">
                  <c:v>272.06450000000001</c:v>
                </c:pt>
                <c:pt idx="162">
                  <c:v>272.94869999999997</c:v>
                </c:pt>
                <c:pt idx="163">
                  <c:v>300.42950000000002</c:v>
                </c:pt>
                <c:pt idx="164">
                  <c:v>268.23970000000003</c:v>
                </c:pt>
                <c:pt idx="165">
                  <c:v>247.04169999999999</c:v>
                </c:pt>
                <c:pt idx="166">
                  <c:v>242.79810000000001</c:v>
                </c:pt>
                <c:pt idx="167">
                  <c:v>270.77140000000003</c:v>
                </c:pt>
                <c:pt idx="168">
                  <c:v>247.48060000000001</c:v>
                </c:pt>
                <c:pt idx="169">
                  <c:v>231.4365</c:v>
                </c:pt>
                <c:pt idx="170">
                  <c:v>272.48399999999998</c:v>
                </c:pt>
                <c:pt idx="171">
                  <c:v>243.57669999999999</c:v>
                </c:pt>
                <c:pt idx="172">
                  <c:v>218.1302</c:v>
                </c:pt>
                <c:pt idx="173">
                  <c:v>237.21559999999999</c:v>
                </c:pt>
                <c:pt idx="174">
                  <c:v>227.44409999999999</c:v>
                </c:pt>
                <c:pt idx="175">
                  <c:v>253.01259999999999</c:v>
                </c:pt>
                <c:pt idx="176">
                  <c:v>240.95779999999999</c:v>
                </c:pt>
                <c:pt idx="177">
                  <c:v>262.7996</c:v>
                </c:pt>
                <c:pt idx="178">
                  <c:v>253.7955</c:v>
                </c:pt>
                <c:pt idx="179">
                  <c:v>235.73939999999999</c:v>
                </c:pt>
                <c:pt idx="180">
                  <c:v>261.78160000000003</c:v>
                </c:pt>
                <c:pt idx="181">
                  <c:v>264.10250000000002</c:v>
                </c:pt>
                <c:pt idx="182">
                  <c:v>236.31139999999999</c:v>
                </c:pt>
                <c:pt idx="183">
                  <c:v>228.45830000000001</c:v>
                </c:pt>
                <c:pt idx="184">
                  <c:v>245.1919</c:v>
                </c:pt>
                <c:pt idx="185">
                  <c:v>237.16480000000001</c:v>
                </c:pt>
                <c:pt idx="186">
                  <c:v>241.8877</c:v>
                </c:pt>
                <c:pt idx="187">
                  <c:v>225.90299999999999</c:v>
                </c:pt>
                <c:pt idx="188">
                  <c:v>224.7354</c:v>
                </c:pt>
                <c:pt idx="189">
                  <c:v>219.55279999999999</c:v>
                </c:pt>
                <c:pt idx="190">
                  <c:v>206.69820000000001</c:v>
                </c:pt>
                <c:pt idx="191">
                  <c:v>265.00889999999998</c:v>
                </c:pt>
                <c:pt idx="192">
                  <c:v>274.52229999999997</c:v>
                </c:pt>
                <c:pt idx="193">
                  <c:v>276.79399999999998</c:v>
                </c:pt>
                <c:pt idx="194">
                  <c:v>290.50040000000001</c:v>
                </c:pt>
                <c:pt idx="195">
                  <c:v>267.47949999999997</c:v>
                </c:pt>
                <c:pt idx="196">
                  <c:v>265.27629999999999</c:v>
                </c:pt>
                <c:pt idx="197">
                  <c:v>261.14609999999999</c:v>
                </c:pt>
                <c:pt idx="198">
                  <c:v>278.31169999999997</c:v>
                </c:pt>
                <c:pt idx="199">
                  <c:v>270.70510000000002</c:v>
                </c:pt>
                <c:pt idx="200">
                  <c:v>259.67669999999998</c:v>
                </c:pt>
                <c:pt idx="201">
                  <c:v>255.15549999999999</c:v>
                </c:pt>
                <c:pt idx="202">
                  <c:v>247.82329999999999</c:v>
                </c:pt>
                <c:pt idx="203">
                  <c:v>193.75409999999999</c:v>
                </c:pt>
                <c:pt idx="204">
                  <c:v>238.56790000000001</c:v>
                </c:pt>
                <c:pt idx="205">
                  <c:v>248.99359999999999</c:v>
                </c:pt>
                <c:pt idx="206">
                  <c:v>228.72810000000001</c:v>
                </c:pt>
                <c:pt idx="207">
                  <c:v>257.97250000000003</c:v>
                </c:pt>
                <c:pt idx="208">
                  <c:v>250.99619999999999</c:v>
                </c:pt>
                <c:pt idx="209">
                  <c:v>228.81909999999999</c:v>
                </c:pt>
                <c:pt idx="210">
                  <c:v>206.8477</c:v>
                </c:pt>
                <c:pt idx="211">
                  <c:v>207.79470000000001</c:v>
                </c:pt>
                <c:pt idx="212">
                  <c:v>204.89009999999999</c:v>
                </c:pt>
                <c:pt idx="213">
                  <c:v>171.3604</c:v>
                </c:pt>
                <c:pt idx="214">
                  <c:v>178.63290000000001</c:v>
                </c:pt>
                <c:pt idx="215">
                  <c:v>179.99019999999999</c:v>
                </c:pt>
                <c:pt idx="216">
                  <c:v>168.89179999999999</c:v>
                </c:pt>
                <c:pt idx="217">
                  <c:v>167.3357</c:v>
                </c:pt>
                <c:pt idx="218">
                  <c:v>182.57499999999999</c:v>
                </c:pt>
                <c:pt idx="219">
                  <c:v>180.72710000000001</c:v>
                </c:pt>
                <c:pt idx="220">
                  <c:v>203.482</c:v>
                </c:pt>
                <c:pt idx="221">
                  <c:v>191.9513</c:v>
                </c:pt>
                <c:pt idx="222">
                  <c:v>147.7834</c:v>
                </c:pt>
                <c:pt idx="223">
                  <c:v>184.7842</c:v>
                </c:pt>
                <c:pt idx="224">
                  <c:v>182.346</c:v>
                </c:pt>
                <c:pt idx="225">
                  <c:v>173.5496</c:v>
                </c:pt>
                <c:pt idx="226">
                  <c:v>183.0059</c:v>
                </c:pt>
                <c:pt idx="227">
                  <c:v>181.97120000000001</c:v>
                </c:pt>
                <c:pt idx="228">
                  <c:v>199.38820000000001</c:v>
                </c:pt>
                <c:pt idx="229">
                  <c:v>199.08349999999999</c:v>
                </c:pt>
                <c:pt idx="230">
                  <c:v>186.149</c:v>
                </c:pt>
                <c:pt idx="231">
                  <c:v>190.46960000000001</c:v>
                </c:pt>
                <c:pt idx="232">
                  <c:v>180.57839999999999</c:v>
                </c:pt>
                <c:pt idx="233">
                  <c:v>171.2526</c:v>
                </c:pt>
                <c:pt idx="234">
                  <c:v>206.114</c:v>
                </c:pt>
                <c:pt idx="235">
                  <c:v>196.79179999999999</c:v>
                </c:pt>
                <c:pt idx="236">
                  <c:v>190.8228</c:v>
                </c:pt>
                <c:pt idx="237">
                  <c:v>185.9888</c:v>
                </c:pt>
                <c:pt idx="238">
                  <c:v>194.95060000000001</c:v>
                </c:pt>
                <c:pt idx="239">
                  <c:v>173.8683</c:v>
                </c:pt>
                <c:pt idx="240">
                  <c:v>196.3201</c:v>
                </c:pt>
                <c:pt idx="241">
                  <c:v>199.69919999999999</c:v>
                </c:pt>
                <c:pt idx="242">
                  <c:v>202.84479999999999</c:v>
                </c:pt>
                <c:pt idx="243">
                  <c:v>188.24860000000001</c:v>
                </c:pt>
                <c:pt idx="244">
                  <c:v>195.86510000000001</c:v>
                </c:pt>
                <c:pt idx="245">
                  <c:v>165.91079999999999</c:v>
                </c:pt>
                <c:pt idx="246">
                  <c:v>155.50030000000001</c:v>
                </c:pt>
                <c:pt idx="247">
                  <c:v>180.02160000000001</c:v>
                </c:pt>
                <c:pt idx="248">
                  <c:v>185.76519999999999</c:v>
                </c:pt>
                <c:pt idx="249">
                  <c:v>182.70699999999999</c:v>
                </c:pt>
                <c:pt idx="250">
                  <c:v>185.97559999999999</c:v>
                </c:pt>
                <c:pt idx="251">
                  <c:v>181.51439999999999</c:v>
                </c:pt>
                <c:pt idx="252">
                  <c:v>186.99510000000001</c:v>
                </c:pt>
                <c:pt idx="253">
                  <c:v>175.36240000000001</c:v>
                </c:pt>
                <c:pt idx="254">
                  <c:v>182.12520000000001</c:v>
                </c:pt>
                <c:pt idx="255">
                  <c:v>209.55109999999999</c:v>
                </c:pt>
                <c:pt idx="256">
                  <c:v>187.7577</c:v>
                </c:pt>
                <c:pt idx="257">
                  <c:v>185.46379999999999</c:v>
                </c:pt>
                <c:pt idx="258">
                  <c:v>179.71379999999999</c:v>
                </c:pt>
                <c:pt idx="259">
                  <c:v>182.44649999999999</c:v>
                </c:pt>
                <c:pt idx="260">
                  <c:v>178.39750000000001</c:v>
                </c:pt>
                <c:pt idx="261">
                  <c:v>191.09880000000001</c:v>
                </c:pt>
                <c:pt idx="262">
                  <c:v>203.09469999999999</c:v>
                </c:pt>
                <c:pt idx="263">
                  <c:v>212.97450000000001</c:v>
                </c:pt>
                <c:pt idx="264">
                  <c:v>207.59129999999999</c:v>
                </c:pt>
                <c:pt idx="265">
                  <c:v>216.7552</c:v>
                </c:pt>
                <c:pt idx="266">
                  <c:v>211.21459999999999</c:v>
                </c:pt>
                <c:pt idx="267">
                  <c:v>181.81530000000001</c:v>
                </c:pt>
                <c:pt idx="268">
                  <c:v>212.78469999999999</c:v>
                </c:pt>
                <c:pt idx="269">
                  <c:v>220.12799999999999</c:v>
                </c:pt>
                <c:pt idx="270">
                  <c:v>220.44990000000001</c:v>
                </c:pt>
                <c:pt idx="271">
                  <c:v>203.69130000000001</c:v>
                </c:pt>
                <c:pt idx="272">
                  <c:v>217.74760000000001</c:v>
                </c:pt>
                <c:pt idx="273">
                  <c:v>210.67429999999999</c:v>
                </c:pt>
                <c:pt idx="274">
                  <c:v>189.71899999999999</c:v>
                </c:pt>
                <c:pt idx="275">
                  <c:v>200.0334</c:v>
                </c:pt>
                <c:pt idx="276">
                  <c:v>211.46610000000001</c:v>
                </c:pt>
                <c:pt idx="277">
                  <c:v>227.6978</c:v>
                </c:pt>
                <c:pt idx="278">
                  <c:v>198.1874</c:v>
                </c:pt>
                <c:pt idx="279">
                  <c:v>201.36619999999999</c:v>
                </c:pt>
                <c:pt idx="280">
                  <c:v>198.58709999999999</c:v>
                </c:pt>
                <c:pt idx="281">
                  <c:v>177.7474</c:v>
                </c:pt>
                <c:pt idx="282">
                  <c:v>198.83539999999999</c:v>
                </c:pt>
                <c:pt idx="283">
                  <c:v>214.61930000000001</c:v>
                </c:pt>
                <c:pt idx="284">
                  <c:v>207.00899999999999</c:v>
                </c:pt>
                <c:pt idx="285">
                  <c:v>184.23509999999999</c:v>
                </c:pt>
                <c:pt idx="286">
                  <c:v>186.809</c:v>
                </c:pt>
                <c:pt idx="287">
                  <c:v>197.4539</c:v>
                </c:pt>
                <c:pt idx="288">
                  <c:v>187.36250000000001</c:v>
                </c:pt>
                <c:pt idx="289">
                  <c:v>227.57210000000001</c:v>
                </c:pt>
                <c:pt idx="290">
                  <c:v>227.602</c:v>
                </c:pt>
                <c:pt idx="291">
                  <c:v>225.39320000000001</c:v>
                </c:pt>
                <c:pt idx="292">
                  <c:v>215.45660000000001</c:v>
                </c:pt>
                <c:pt idx="293">
                  <c:v>202.45699999999999</c:v>
                </c:pt>
                <c:pt idx="294">
                  <c:v>169.625</c:v>
                </c:pt>
                <c:pt idx="295">
                  <c:v>167.8903</c:v>
                </c:pt>
                <c:pt idx="296">
                  <c:v>164.03550000000001</c:v>
                </c:pt>
                <c:pt idx="297">
                  <c:v>163.9529</c:v>
                </c:pt>
                <c:pt idx="298">
                  <c:v>176.45859999999999</c:v>
                </c:pt>
                <c:pt idx="299">
                  <c:v>161.8939</c:v>
                </c:pt>
                <c:pt idx="300">
                  <c:v>164.00749999999999</c:v>
                </c:pt>
                <c:pt idx="301">
                  <c:v>139.60290000000001</c:v>
                </c:pt>
                <c:pt idx="302">
                  <c:v>162.23400000000001</c:v>
                </c:pt>
                <c:pt idx="303">
                  <c:v>187.1568</c:v>
                </c:pt>
                <c:pt idx="304">
                  <c:v>190.7158</c:v>
                </c:pt>
                <c:pt idx="305">
                  <c:v>211.77799999999999</c:v>
                </c:pt>
                <c:pt idx="306">
                  <c:v>191.55529999999999</c:v>
                </c:pt>
                <c:pt idx="307">
                  <c:v>197.6353</c:v>
                </c:pt>
                <c:pt idx="308">
                  <c:v>198.37960000000001</c:v>
                </c:pt>
                <c:pt idx="309">
                  <c:v>170.3339</c:v>
                </c:pt>
                <c:pt idx="310">
                  <c:v>193.75360000000001</c:v>
                </c:pt>
                <c:pt idx="311">
                  <c:v>173.76750000000001</c:v>
                </c:pt>
                <c:pt idx="312">
                  <c:v>173.24379999999999</c:v>
                </c:pt>
                <c:pt idx="313">
                  <c:v>169.70949999999999</c:v>
                </c:pt>
                <c:pt idx="314">
                  <c:v>161.87100000000001</c:v>
                </c:pt>
                <c:pt idx="315">
                  <c:v>161.7012</c:v>
                </c:pt>
                <c:pt idx="316">
                  <c:v>164.4272</c:v>
                </c:pt>
                <c:pt idx="317">
                  <c:v>168.73840000000001</c:v>
                </c:pt>
                <c:pt idx="318">
                  <c:v>176.0522</c:v>
                </c:pt>
                <c:pt idx="319">
                  <c:v>192.74760000000001</c:v>
                </c:pt>
                <c:pt idx="320">
                  <c:v>185.7046</c:v>
                </c:pt>
                <c:pt idx="321">
                  <c:v>168.5376</c:v>
                </c:pt>
                <c:pt idx="322">
                  <c:v>174.46100000000001</c:v>
                </c:pt>
                <c:pt idx="323">
                  <c:v>150.0248</c:v>
                </c:pt>
                <c:pt idx="324">
                  <c:v>174.5849</c:v>
                </c:pt>
                <c:pt idx="325">
                  <c:v>193.27629999999999</c:v>
                </c:pt>
                <c:pt idx="326">
                  <c:v>187.35599999999999</c:v>
                </c:pt>
                <c:pt idx="327">
                  <c:v>172.12129999999999</c:v>
                </c:pt>
                <c:pt idx="328">
                  <c:v>166.05699999999999</c:v>
                </c:pt>
                <c:pt idx="329">
                  <c:v>161.26560000000001</c:v>
                </c:pt>
                <c:pt idx="330">
                  <c:v>170.23060000000001</c:v>
                </c:pt>
                <c:pt idx="331">
                  <c:v>193.19630000000001</c:v>
                </c:pt>
                <c:pt idx="332">
                  <c:v>198.3801</c:v>
                </c:pt>
                <c:pt idx="333">
                  <c:v>208.94919999999999</c:v>
                </c:pt>
                <c:pt idx="334">
                  <c:v>203.851</c:v>
                </c:pt>
                <c:pt idx="335">
                  <c:v>188.8553</c:v>
                </c:pt>
                <c:pt idx="336">
                  <c:v>196.1473</c:v>
                </c:pt>
                <c:pt idx="337">
                  <c:v>198.25200000000001</c:v>
                </c:pt>
                <c:pt idx="338">
                  <c:v>198.57579999999999</c:v>
                </c:pt>
                <c:pt idx="339">
                  <c:v>182.77610000000001</c:v>
                </c:pt>
                <c:pt idx="340">
                  <c:v>196.12559999999999</c:v>
                </c:pt>
                <c:pt idx="341">
                  <c:v>170.51779999999999</c:v>
                </c:pt>
                <c:pt idx="342">
                  <c:v>169.6875</c:v>
                </c:pt>
                <c:pt idx="343">
                  <c:v>146.0951</c:v>
                </c:pt>
                <c:pt idx="344">
                  <c:v>145.46350000000001</c:v>
                </c:pt>
                <c:pt idx="345">
                  <c:v>170.99299999999999</c:v>
                </c:pt>
                <c:pt idx="346">
                  <c:v>179.18530000000001</c:v>
                </c:pt>
                <c:pt idx="347">
                  <c:v>173.54179999999999</c:v>
                </c:pt>
                <c:pt idx="348">
                  <c:v>162.9864</c:v>
                </c:pt>
                <c:pt idx="349">
                  <c:v>169.7713</c:v>
                </c:pt>
                <c:pt idx="350">
                  <c:v>157.95670000000001</c:v>
                </c:pt>
                <c:pt idx="351">
                  <c:v>159.02430000000001</c:v>
                </c:pt>
                <c:pt idx="352">
                  <c:v>156.6463</c:v>
                </c:pt>
                <c:pt idx="353">
                  <c:v>186.35169999999999</c:v>
                </c:pt>
                <c:pt idx="354">
                  <c:v>164.05539999999999</c:v>
                </c:pt>
                <c:pt idx="355">
                  <c:v>166.17789999999999</c:v>
                </c:pt>
                <c:pt idx="356">
                  <c:v>152.41409999999999</c:v>
                </c:pt>
                <c:pt idx="357">
                  <c:v>139.2612</c:v>
                </c:pt>
                <c:pt idx="358">
                  <c:v>126.8704</c:v>
                </c:pt>
                <c:pt idx="359">
                  <c:v>147.47669999999999</c:v>
                </c:pt>
                <c:pt idx="360">
                  <c:v>158.9717</c:v>
                </c:pt>
                <c:pt idx="361">
                  <c:v>145.28559999999999</c:v>
                </c:pt>
                <c:pt idx="362">
                  <c:v>145.8766</c:v>
                </c:pt>
                <c:pt idx="363">
                  <c:v>159.37899999999999</c:v>
                </c:pt>
                <c:pt idx="364">
                  <c:v>161.8537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B4BF-44B9-BA5F-1BAD1B363BC4}"/>
            </c:ext>
          </c:extLst>
        </c:ser>
        <c:ser>
          <c:idx val="2"/>
          <c:order val="2"/>
          <c:tx>
            <c:strRef>
              <c:f>'3G Voice'!$D$1</c:f>
              <c:strCache>
                <c:ptCount val="1"/>
                <c:pt idx="0">
                  <c:v>Mannar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cat>
            <c:numRef>
              <c:f>'3G Voice'!$A$2:$A$366</c:f>
              <c:numCache>
                <c:formatCode>m/d/yyyy</c:formatCode>
                <c:ptCount val="365"/>
                <c:pt idx="0">
                  <c:v>45829</c:v>
                </c:pt>
                <c:pt idx="1">
                  <c:v>45830</c:v>
                </c:pt>
                <c:pt idx="2">
                  <c:v>45831</c:v>
                </c:pt>
                <c:pt idx="3">
                  <c:v>45832</c:v>
                </c:pt>
                <c:pt idx="4">
                  <c:v>45833</c:v>
                </c:pt>
                <c:pt idx="5">
                  <c:v>45834</c:v>
                </c:pt>
                <c:pt idx="6">
                  <c:v>45835</c:v>
                </c:pt>
                <c:pt idx="7">
                  <c:v>45836</c:v>
                </c:pt>
                <c:pt idx="8">
                  <c:v>45837</c:v>
                </c:pt>
                <c:pt idx="9">
                  <c:v>45838</c:v>
                </c:pt>
                <c:pt idx="10">
                  <c:v>45839</c:v>
                </c:pt>
                <c:pt idx="11">
                  <c:v>45840</c:v>
                </c:pt>
                <c:pt idx="12">
                  <c:v>45841</c:v>
                </c:pt>
                <c:pt idx="13">
                  <c:v>45842</c:v>
                </c:pt>
                <c:pt idx="14">
                  <c:v>45843</c:v>
                </c:pt>
                <c:pt idx="15">
                  <c:v>45844</c:v>
                </c:pt>
                <c:pt idx="16">
                  <c:v>45845</c:v>
                </c:pt>
                <c:pt idx="17">
                  <c:v>45846</c:v>
                </c:pt>
                <c:pt idx="18">
                  <c:v>45847</c:v>
                </c:pt>
                <c:pt idx="19">
                  <c:v>45848</c:v>
                </c:pt>
                <c:pt idx="20">
                  <c:v>45849</c:v>
                </c:pt>
                <c:pt idx="21">
                  <c:v>45850</c:v>
                </c:pt>
                <c:pt idx="22">
                  <c:v>45851</c:v>
                </c:pt>
                <c:pt idx="23">
                  <c:v>45852</c:v>
                </c:pt>
                <c:pt idx="24">
                  <c:v>45853</c:v>
                </c:pt>
                <c:pt idx="25">
                  <c:v>45854</c:v>
                </c:pt>
                <c:pt idx="26">
                  <c:v>45855</c:v>
                </c:pt>
                <c:pt idx="27">
                  <c:v>45856</c:v>
                </c:pt>
                <c:pt idx="28">
                  <c:v>45857</c:v>
                </c:pt>
                <c:pt idx="29">
                  <c:v>45858</c:v>
                </c:pt>
                <c:pt idx="30">
                  <c:v>45859</c:v>
                </c:pt>
                <c:pt idx="31">
                  <c:v>45860</c:v>
                </c:pt>
                <c:pt idx="32">
                  <c:v>45861</c:v>
                </c:pt>
                <c:pt idx="33">
                  <c:v>45862</c:v>
                </c:pt>
                <c:pt idx="34">
                  <c:v>45863</c:v>
                </c:pt>
                <c:pt idx="35">
                  <c:v>45864</c:v>
                </c:pt>
                <c:pt idx="36">
                  <c:v>45865</c:v>
                </c:pt>
                <c:pt idx="37">
                  <c:v>45866</c:v>
                </c:pt>
                <c:pt idx="38">
                  <c:v>45867</c:v>
                </c:pt>
                <c:pt idx="39">
                  <c:v>45868</c:v>
                </c:pt>
                <c:pt idx="40">
                  <c:v>45869</c:v>
                </c:pt>
                <c:pt idx="41">
                  <c:v>45870</c:v>
                </c:pt>
                <c:pt idx="42">
                  <c:v>45871</c:v>
                </c:pt>
                <c:pt idx="43">
                  <c:v>45872</c:v>
                </c:pt>
                <c:pt idx="44">
                  <c:v>45873</c:v>
                </c:pt>
                <c:pt idx="45">
                  <c:v>45874</c:v>
                </c:pt>
                <c:pt idx="46">
                  <c:v>45875</c:v>
                </c:pt>
                <c:pt idx="47">
                  <c:v>45876</c:v>
                </c:pt>
                <c:pt idx="48">
                  <c:v>45877</c:v>
                </c:pt>
                <c:pt idx="49">
                  <c:v>45878</c:v>
                </c:pt>
                <c:pt idx="50">
                  <c:v>45879</c:v>
                </c:pt>
                <c:pt idx="51">
                  <c:v>45880</c:v>
                </c:pt>
                <c:pt idx="52">
                  <c:v>45881</c:v>
                </c:pt>
                <c:pt idx="53">
                  <c:v>45882</c:v>
                </c:pt>
                <c:pt idx="54">
                  <c:v>45883</c:v>
                </c:pt>
                <c:pt idx="55">
                  <c:v>45884</c:v>
                </c:pt>
                <c:pt idx="56">
                  <c:v>45885</c:v>
                </c:pt>
                <c:pt idx="57">
                  <c:v>45886</c:v>
                </c:pt>
                <c:pt idx="58">
                  <c:v>45887</c:v>
                </c:pt>
                <c:pt idx="59">
                  <c:v>45888</c:v>
                </c:pt>
                <c:pt idx="60">
                  <c:v>45889</c:v>
                </c:pt>
                <c:pt idx="61">
                  <c:v>45890</c:v>
                </c:pt>
                <c:pt idx="62">
                  <c:v>45891</c:v>
                </c:pt>
                <c:pt idx="63">
                  <c:v>45892</c:v>
                </c:pt>
                <c:pt idx="64">
                  <c:v>45893</c:v>
                </c:pt>
                <c:pt idx="65">
                  <c:v>45894</c:v>
                </c:pt>
                <c:pt idx="66">
                  <c:v>45895</c:v>
                </c:pt>
                <c:pt idx="67">
                  <c:v>45896</c:v>
                </c:pt>
                <c:pt idx="68">
                  <c:v>45897</c:v>
                </c:pt>
                <c:pt idx="69">
                  <c:v>45898</c:v>
                </c:pt>
                <c:pt idx="70">
                  <c:v>45899</c:v>
                </c:pt>
                <c:pt idx="71">
                  <c:v>45900</c:v>
                </c:pt>
                <c:pt idx="72">
                  <c:v>45901</c:v>
                </c:pt>
                <c:pt idx="73">
                  <c:v>45902</c:v>
                </c:pt>
                <c:pt idx="74">
                  <c:v>45903</c:v>
                </c:pt>
                <c:pt idx="75">
                  <c:v>45904</c:v>
                </c:pt>
                <c:pt idx="76">
                  <c:v>45905</c:v>
                </c:pt>
                <c:pt idx="77">
                  <c:v>45906</c:v>
                </c:pt>
                <c:pt idx="78">
                  <c:v>45907</c:v>
                </c:pt>
                <c:pt idx="79">
                  <c:v>45908</c:v>
                </c:pt>
                <c:pt idx="80">
                  <c:v>45909</c:v>
                </c:pt>
                <c:pt idx="81">
                  <c:v>45910</c:v>
                </c:pt>
                <c:pt idx="82">
                  <c:v>45911</c:v>
                </c:pt>
                <c:pt idx="83">
                  <c:v>45912</c:v>
                </c:pt>
                <c:pt idx="84">
                  <c:v>45913</c:v>
                </c:pt>
                <c:pt idx="85">
                  <c:v>45914</c:v>
                </c:pt>
                <c:pt idx="86">
                  <c:v>45915</c:v>
                </c:pt>
                <c:pt idx="87">
                  <c:v>45916</c:v>
                </c:pt>
                <c:pt idx="88">
                  <c:v>45917</c:v>
                </c:pt>
                <c:pt idx="89">
                  <c:v>45918</c:v>
                </c:pt>
                <c:pt idx="90">
                  <c:v>45919</c:v>
                </c:pt>
                <c:pt idx="91">
                  <c:v>45920</c:v>
                </c:pt>
                <c:pt idx="92">
                  <c:v>45921</c:v>
                </c:pt>
                <c:pt idx="93">
                  <c:v>45922</c:v>
                </c:pt>
                <c:pt idx="94">
                  <c:v>45923</c:v>
                </c:pt>
                <c:pt idx="95">
                  <c:v>45924</c:v>
                </c:pt>
                <c:pt idx="96">
                  <c:v>45925</c:v>
                </c:pt>
                <c:pt idx="97">
                  <c:v>45926</c:v>
                </c:pt>
                <c:pt idx="98">
                  <c:v>45927</c:v>
                </c:pt>
                <c:pt idx="99">
                  <c:v>45928</c:v>
                </c:pt>
                <c:pt idx="100">
                  <c:v>45929</c:v>
                </c:pt>
                <c:pt idx="101">
                  <c:v>45930</c:v>
                </c:pt>
                <c:pt idx="102">
                  <c:v>45931</c:v>
                </c:pt>
                <c:pt idx="103">
                  <c:v>45932</c:v>
                </c:pt>
                <c:pt idx="104">
                  <c:v>45933</c:v>
                </c:pt>
                <c:pt idx="105">
                  <c:v>45934</c:v>
                </c:pt>
                <c:pt idx="106">
                  <c:v>45935</c:v>
                </c:pt>
                <c:pt idx="107">
                  <c:v>45936</c:v>
                </c:pt>
                <c:pt idx="108">
                  <c:v>45937</c:v>
                </c:pt>
                <c:pt idx="109">
                  <c:v>45938</c:v>
                </c:pt>
                <c:pt idx="110">
                  <c:v>45939</c:v>
                </c:pt>
                <c:pt idx="111">
                  <c:v>45940</c:v>
                </c:pt>
                <c:pt idx="112">
                  <c:v>45941</c:v>
                </c:pt>
                <c:pt idx="113">
                  <c:v>45942</c:v>
                </c:pt>
                <c:pt idx="114">
                  <c:v>45943</c:v>
                </c:pt>
                <c:pt idx="115">
                  <c:v>45944</c:v>
                </c:pt>
                <c:pt idx="116">
                  <c:v>45945</c:v>
                </c:pt>
                <c:pt idx="117">
                  <c:v>45946</c:v>
                </c:pt>
                <c:pt idx="118">
                  <c:v>45947</c:v>
                </c:pt>
                <c:pt idx="119">
                  <c:v>45948</c:v>
                </c:pt>
                <c:pt idx="120">
                  <c:v>45949</c:v>
                </c:pt>
                <c:pt idx="121">
                  <c:v>45950</c:v>
                </c:pt>
                <c:pt idx="122">
                  <c:v>45951</c:v>
                </c:pt>
                <c:pt idx="123">
                  <c:v>45952</c:v>
                </c:pt>
                <c:pt idx="124">
                  <c:v>45953</c:v>
                </c:pt>
                <c:pt idx="125">
                  <c:v>45954</c:v>
                </c:pt>
                <c:pt idx="126">
                  <c:v>45955</c:v>
                </c:pt>
                <c:pt idx="127">
                  <c:v>45956</c:v>
                </c:pt>
                <c:pt idx="128">
                  <c:v>45957</c:v>
                </c:pt>
                <c:pt idx="129">
                  <c:v>45958</c:v>
                </c:pt>
                <c:pt idx="130">
                  <c:v>45959</c:v>
                </c:pt>
                <c:pt idx="131">
                  <c:v>45960</c:v>
                </c:pt>
                <c:pt idx="132">
                  <c:v>45961</c:v>
                </c:pt>
                <c:pt idx="133">
                  <c:v>45962</c:v>
                </c:pt>
                <c:pt idx="134">
                  <c:v>45963</c:v>
                </c:pt>
                <c:pt idx="135">
                  <c:v>45964</c:v>
                </c:pt>
                <c:pt idx="136">
                  <c:v>45965</c:v>
                </c:pt>
                <c:pt idx="137">
                  <c:v>45966</c:v>
                </c:pt>
                <c:pt idx="138">
                  <c:v>45967</c:v>
                </c:pt>
                <c:pt idx="139">
                  <c:v>45968</c:v>
                </c:pt>
                <c:pt idx="140">
                  <c:v>45969</c:v>
                </c:pt>
                <c:pt idx="141">
                  <c:v>45970</c:v>
                </c:pt>
                <c:pt idx="142">
                  <c:v>45971</c:v>
                </c:pt>
                <c:pt idx="143">
                  <c:v>45972</c:v>
                </c:pt>
                <c:pt idx="144">
                  <c:v>45973</c:v>
                </c:pt>
                <c:pt idx="145">
                  <c:v>45974</c:v>
                </c:pt>
                <c:pt idx="146">
                  <c:v>45975</c:v>
                </c:pt>
                <c:pt idx="147">
                  <c:v>45976</c:v>
                </c:pt>
                <c:pt idx="148">
                  <c:v>45977</c:v>
                </c:pt>
                <c:pt idx="149">
                  <c:v>45978</c:v>
                </c:pt>
                <c:pt idx="150">
                  <c:v>45979</c:v>
                </c:pt>
                <c:pt idx="151">
                  <c:v>45980</c:v>
                </c:pt>
                <c:pt idx="152">
                  <c:v>45981</c:v>
                </c:pt>
                <c:pt idx="153">
                  <c:v>45982</c:v>
                </c:pt>
                <c:pt idx="154">
                  <c:v>45983</c:v>
                </c:pt>
                <c:pt idx="155">
                  <c:v>45984</c:v>
                </c:pt>
                <c:pt idx="156">
                  <c:v>45985</c:v>
                </c:pt>
                <c:pt idx="157">
                  <c:v>45986</c:v>
                </c:pt>
                <c:pt idx="158">
                  <c:v>45987</c:v>
                </c:pt>
                <c:pt idx="159">
                  <c:v>45988</c:v>
                </c:pt>
                <c:pt idx="160">
                  <c:v>45989</c:v>
                </c:pt>
                <c:pt idx="161">
                  <c:v>45990</c:v>
                </c:pt>
                <c:pt idx="162">
                  <c:v>45991</c:v>
                </c:pt>
                <c:pt idx="163">
                  <c:v>45992</c:v>
                </c:pt>
                <c:pt idx="164">
                  <c:v>45993</c:v>
                </c:pt>
                <c:pt idx="165">
                  <c:v>45994</c:v>
                </c:pt>
                <c:pt idx="166">
                  <c:v>45995</c:v>
                </c:pt>
                <c:pt idx="167">
                  <c:v>45996</c:v>
                </c:pt>
                <c:pt idx="168">
                  <c:v>45997</c:v>
                </c:pt>
                <c:pt idx="169">
                  <c:v>45998</c:v>
                </c:pt>
                <c:pt idx="170">
                  <c:v>45999</c:v>
                </c:pt>
                <c:pt idx="171">
                  <c:v>46000</c:v>
                </c:pt>
                <c:pt idx="172">
                  <c:v>46001</c:v>
                </c:pt>
                <c:pt idx="173">
                  <c:v>46002</c:v>
                </c:pt>
                <c:pt idx="174">
                  <c:v>46003</c:v>
                </c:pt>
                <c:pt idx="175">
                  <c:v>46004</c:v>
                </c:pt>
                <c:pt idx="176">
                  <c:v>46005</c:v>
                </c:pt>
                <c:pt idx="177">
                  <c:v>46006</c:v>
                </c:pt>
                <c:pt idx="178">
                  <c:v>46007</c:v>
                </c:pt>
                <c:pt idx="179">
                  <c:v>46008</c:v>
                </c:pt>
                <c:pt idx="180">
                  <c:v>46009</c:v>
                </c:pt>
                <c:pt idx="181">
                  <c:v>46010</c:v>
                </c:pt>
                <c:pt idx="182">
                  <c:v>46011</c:v>
                </c:pt>
                <c:pt idx="183">
                  <c:v>46012</c:v>
                </c:pt>
                <c:pt idx="184">
                  <c:v>46013</c:v>
                </c:pt>
                <c:pt idx="185">
                  <c:v>46014</c:v>
                </c:pt>
                <c:pt idx="186">
                  <c:v>46015</c:v>
                </c:pt>
                <c:pt idx="187">
                  <c:v>46016</c:v>
                </c:pt>
                <c:pt idx="188">
                  <c:v>46017</c:v>
                </c:pt>
                <c:pt idx="189">
                  <c:v>46018</c:v>
                </c:pt>
                <c:pt idx="190">
                  <c:v>46019</c:v>
                </c:pt>
                <c:pt idx="191">
                  <c:v>46020</c:v>
                </c:pt>
                <c:pt idx="192">
                  <c:v>46021</c:v>
                </c:pt>
                <c:pt idx="193">
                  <c:v>46022</c:v>
                </c:pt>
                <c:pt idx="194">
                  <c:v>46023</c:v>
                </c:pt>
                <c:pt idx="195">
                  <c:v>46024</c:v>
                </c:pt>
                <c:pt idx="196">
                  <c:v>46025</c:v>
                </c:pt>
                <c:pt idx="197">
                  <c:v>46026</c:v>
                </c:pt>
                <c:pt idx="198">
                  <c:v>46027</c:v>
                </c:pt>
                <c:pt idx="199">
                  <c:v>46028</c:v>
                </c:pt>
                <c:pt idx="200">
                  <c:v>46029</c:v>
                </c:pt>
                <c:pt idx="201">
                  <c:v>46030</c:v>
                </c:pt>
                <c:pt idx="202">
                  <c:v>46031</c:v>
                </c:pt>
                <c:pt idx="203">
                  <c:v>46032</c:v>
                </c:pt>
                <c:pt idx="204">
                  <c:v>46033</c:v>
                </c:pt>
                <c:pt idx="205">
                  <c:v>46034</c:v>
                </c:pt>
                <c:pt idx="206">
                  <c:v>46035</c:v>
                </c:pt>
                <c:pt idx="207">
                  <c:v>46036</c:v>
                </c:pt>
                <c:pt idx="208">
                  <c:v>46037</c:v>
                </c:pt>
                <c:pt idx="209">
                  <c:v>46038</c:v>
                </c:pt>
                <c:pt idx="210">
                  <c:v>46039</c:v>
                </c:pt>
                <c:pt idx="211">
                  <c:v>46040</c:v>
                </c:pt>
                <c:pt idx="212">
                  <c:v>46041</c:v>
                </c:pt>
                <c:pt idx="213">
                  <c:v>46042</c:v>
                </c:pt>
                <c:pt idx="214">
                  <c:v>46043</c:v>
                </c:pt>
                <c:pt idx="215">
                  <c:v>46044</c:v>
                </c:pt>
                <c:pt idx="216">
                  <c:v>46045</c:v>
                </c:pt>
                <c:pt idx="217">
                  <c:v>46046</c:v>
                </c:pt>
                <c:pt idx="218">
                  <c:v>46047</c:v>
                </c:pt>
                <c:pt idx="219">
                  <c:v>46048</c:v>
                </c:pt>
                <c:pt idx="220">
                  <c:v>46049</c:v>
                </c:pt>
                <c:pt idx="221">
                  <c:v>46050</c:v>
                </c:pt>
                <c:pt idx="222">
                  <c:v>46051</c:v>
                </c:pt>
                <c:pt idx="223">
                  <c:v>46052</c:v>
                </c:pt>
                <c:pt idx="224">
                  <c:v>46053</c:v>
                </c:pt>
                <c:pt idx="225">
                  <c:v>46054</c:v>
                </c:pt>
                <c:pt idx="226">
                  <c:v>46055</c:v>
                </c:pt>
                <c:pt idx="227">
                  <c:v>46056</c:v>
                </c:pt>
                <c:pt idx="228">
                  <c:v>46057</c:v>
                </c:pt>
                <c:pt idx="229">
                  <c:v>46058</c:v>
                </c:pt>
                <c:pt idx="230">
                  <c:v>46059</c:v>
                </c:pt>
                <c:pt idx="231">
                  <c:v>46060</c:v>
                </c:pt>
                <c:pt idx="232">
                  <c:v>46061</c:v>
                </c:pt>
                <c:pt idx="233">
                  <c:v>46062</c:v>
                </c:pt>
                <c:pt idx="234">
                  <c:v>46063</c:v>
                </c:pt>
                <c:pt idx="235">
                  <c:v>46064</c:v>
                </c:pt>
                <c:pt idx="236">
                  <c:v>46065</c:v>
                </c:pt>
                <c:pt idx="237">
                  <c:v>46066</c:v>
                </c:pt>
                <c:pt idx="238">
                  <c:v>46067</c:v>
                </c:pt>
                <c:pt idx="239">
                  <c:v>46068</c:v>
                </c:pt>
                <c:pt idx="240">
                  <c:v>46069</c:v>
                </c:pt>
                <c:pt idx="241">
                  <c:v>46070</c:v>
                </c:pt>
                <c:pt idx="242">
                  <c:v>46071</c:v>
                </c:pt>
                <c:pt idx="243">
                  <c:v>46072</c:v>
                </c:pt>
                <c:pt idx="244">
                  <c:v>46073</c:v>
                </c:pt>
                <c:pt idx="245">
                  <c:v>46074</c:v>
                </c:pt>
                <c:pt idx="246">
                  <c:v>46075</c:v>
                </c:pt>
                <c:pt idx="247">
                  <c:v>46076</c:v>
                </c:pt>
                <c:pt idx="248">
                  <c:v>46077</c:v>
                </c:pt>
                <c:pt idx="249">
                  <c:v>46078</c:v>
                </c:pt>
                <c:pt idx="250">
                  <c:v>46079</c:v>
                </c:pt>
                <c:pt idx="251">
                  <c:v>46080</c:v>
                </c:pt>
                <c:pt idx="252">
                  <c:v>46081</c:v>
                </c:pt>
                <c:pt idx="253">
                  <c:v>46082</c:v>
                </c:pt>
                <c:pt idx="254">
                  <c:v>46083</c:v>
                </c:pt>
                <c:pt idx="255">
                  <c:v>46084</c:v>
                </c:pt>
                <c:pt idx="256">
                  <c:v>46085</c:v>
                </c:pt>
                <c:pt idx="257">
                  <c:v>46086</c:v>
                </c:pt>
                <c:pt idx="258">
                  <c:v>46087</c:v>
                </c:pt>
                <c:pt idx="259">
                  <c:v>46088</c:v>
                </c:pt>
                <c:pt idx="260">
                  <c:v>46089</c:v>
                </c:pt>
                <c:pt idx="261">
                  <c:v>46090</c:v>
                </c:pt>
                <c:pt idx="262">
                  <c:v>46091</c:v>
                </c:pt>
                <c:pt idx="263">
                  <c:v>46092</c:v>
                </c:pt>
                <c:pt idx="264">
                  <c:v>46093</c:v>
                </c:pt>
                <c:pt idx="265">
                  <c:v>46094</c:v>
                </c:pt>
                <c:pt idx="266">
                  <c:v>46095</c:v>
                </c:pt>
                <c:pt idx="267">
                  <c:v>46096</c:v>
                </c:pt>
                <c:pt idx="268">
                  <c:v>46097</c:v>
                </c:pt>
                <c:pt idx="269">
                  <c:v>46098</c:v>
                </c:pt>
                <c:pt idx="270">
                  <c:v>46099</c:v>
                </c:pt>
                <c:pt idx="271">
                  <c:v>46100</c:v>
                </c:pt>
                <c:pt idx="272">
                  <c:v>46101</c:v>
                </c:pt>
                <c:pt idx="273">
                  <c:v>46102</c:v>
                </c:pt>
                <c:pt idx="274">
                  <c:v>46103</c:v>
                </c:pt>
                <c:pt idx="275">
                  <c:v>46104</c:v>
                </c:pt>
                <c:pt idx="276">
                  <c:v>46105</c:v>
                </c:pt>
                <c:pt idx="277">
                  <c:v>46106</c:v>
                </c:pt>
                <c:pt idx="278">
                  <c:v>46107</c:v>
                </c:pt>
                <c:pt idx="279">
                  <c:v>46108</c:v>
                </c:pt>
                <c:pt idx="280">
                  <c:v>46109</c:v>
                </c:pt>
                <c:pt idx="281">
                  <c:v>46110</c:v>
                </c:pt>
                <c:pt idx="282">
                  <c:v>46111</c:v>
                </c:pt>
                <c:pt idx="283">
                  <c:v>46112</c:v>
                </c:pt>
                <c:pt idx="284">
                  <c:v>46113</c:v>
                </c:pt>
                <c:pt idx="285">
                  <c:v>46114</c:v>
                </c:pt>
                <c:pt idx="286">
                  <c:v>46115</c:v>
                </c:pt>
                <c:pt idx="287">
                  <c:v>46116</c:v>
                </c:pt>
                <c:pt idx="288">
                  <c:v>46117</c:v>
                </c:pt>
                <c:pt idx="289">
                  <c:v>46118</c:v>
                </c:pt>
                <c:pt idx="290">
                  <c:v>46119</c:v>
                </c:pt>
                <c:pt idx="291">
                  <c:v>46120</c:v>
                </c:pt>
                <c:pt idx="292">
                  <c:v>46121</c:v>
                </c:pt>
                <c:pt idx="293">
                  <c:v>46122</c:v>
                </c:pt>
                <c:pt idx="294">
                  <c:v>46123</c:v>
                </c:pt>
                <c:pt idx="295">
                  <c:v>46124</c:v>
                </c:pt>
                <c:pt idx="296">
                  <c:v>46125</c:v>
                </c:pt>
                <c:pt idx="297">
                  <c:v>46126</c:v>
                </c:pt>
                <c:pt idx="298">
                  <c:v>46127</c:v>
                </c:pt>
                <c:pt idx="299">
                  <c:v>46128</c:v>
                </c:pt>
                <c:pt idx="300">
                  <c:v>46129</c:v>
                </c:pt>
                <c:pt idx="301">
                  <c:v>46130</c:v>
                </c:pt>
                <c:pt idx="302">
                  <c:v>46131</c:v>
                </c:pt>
                <c:pt idx="303">
                  <c:v>46132</c:v>
                </c:pt>
                <c:pt idx="304">
                  <c:v>46133</c:v>
                </c:pt>
                <c:pt idx="305">
                  <c:v>46134</c:v>
                </c:pt>
                <c:pt idx="306">
                  <c:v>46135</c:v>
                </c:pt>
                <c:pt idx="307">
                  <c:v>46136</c:v>
                </c:pt>
                <c:pt idx="308">
                  <c:v>46137</c:v>
                </c:pt>
                <c:pt idx="309">
                  <c:v>46138</c:v>
                </c:pt>
                <c:pt idx="310">
                  <c:v>46139</c:v>
                </c:pt>
                <c:pt idx="311">
                  <c:v>46140</c:v>
                </c:pt>
                <c:pt idx="312">
                  <c:v>46141</c:v>
                </c:pt>
                <c:pt idx="313">
                  <c:v>46142</c:v>
                </c:pt>
                <c:pt idx="314">
                  <c:v>46143</c:v>
                </c:pt>
                <c:pt idx="315">
                  <c:v>46144</c:v>
                </c:pt>
                <c:pt idx="316">
                  <c:v>46145</c:v>
                </c:pt>
                <c:pt idx="317">
                  <c:v>46146</c:v>
                </c:pt>
                <c:pt idx="318">
                  <c:v>46147</c:v>
                </c:pt>
                <c:pt idx="319">
                  <c:v>46148</c:v>
                </c:pt>
                <c:pt idx="320">
                  <c:v>46149</c:v>
                </c:pt>
                <c:pt idx="321">
                  <c:v>46150</c:v>
                </c:pt>
                <c:pt idx="322">
                  <c:v>46151</c:v>
                </c:pt>
                <c:pt idx="323">
                  <c:v>46152</c:v>
                </c:pt>
                <c:pt idx="324">
                  <c:v>46153</c:v>
                </c:pt>
                <c:pt idx="325">
                  <c:v>46154</c:v>
                </c:pt>
                <c:pt idx="326">
                  <c:v>46155</c:v>
                </c:pt>
                <c:pt idx="327">
                  <c:v>46156</c:v>
                </c:pt>
                <c:pt idx="328">
                  <c:v>46157</c:v>
                </c:pt>
                <c:pt idx="329">
                  <c:v>46158</c:v>
                </c:pt>
                <c:pt idx="330">
                  <c:v>46159</c:v>
                </c:pt>
                <c:pt idx="331">
                  <c:v>46160</c:v>
                </c:pt>
                <c:pt idx="332">
                  <c:v>46161</c:v>
                </c:pt>
                <c:pt idx="333">
                  <c:v>46162</c:v>
                </c:pt>
                <c:pt idx="334">
                  <c:v>46163</c:v>
                </c:pt>
                <c:pt idx="335">
                  <c:v>46164</c:v>
                </c:pt>
                <c:pt idx="336">
                  <c:v>46165</c:v>
                </c:pt>
                <c:pt idx="337">
                  <c:v>46166</c:v>
                </c:pt>
                <c:pt idx="338">
                  <c:v>46167</c:v>
                </c:pt>
                <c:pt idx="339">
                  <c:v>46168</c:v>
                </c:pt>
                <c:pt idx="340">
                  <c:v>46169</c:v>
                </c:pt>
                <c:pt idx="341">
                  <c:v>46170</c:v>
                </c:pt>
                <c:pt idx="342">
                  <c:v>46171</c:v>
                </c:pt>
                <c:pt idx="343">
                  <c:v>46172</c:v>
                </c:pt>
                <c:pt idx="344">
                  <c:v>46173</c:v>
                </c:pt>
                <c:pt idx="345">
                  <c:v>46174</c:v>
                </c:pt>
                <c:pt idx="346">
                  <c:v>46175</c:v>
                </c:pt>
                <c:pt idx="347">
                  <c:v>46176</c:v>
                </c:pt>
                <c:pt idx="348">
                  <c:v>46177</c:v>
                </c:pt>
                <c:pt idx="349">
                  <c:v>46178</c:v>
                </c:pt>
                <c:pt idx="350">
                  <c:v>46179</c:v>
                </c:pt>
                <c:pt idx="351">
                  <c:v>46180</c:v>
                </c:pt>
                <c:pt idx="352">
                  <c:v>46181</c:v>
                </c:pt>
                <c:pt idx="353">
                  <c:v>46182</c:v>
                </c:pt>
                <c:pt idx="354">
                  <c:v>46183</c:v>
                </c:pt>
                <c:pt idx="355">
                  <c:v>46184</c:v>
                </c:pt>
                <c:pt idx="356">
                  <c:v>46185</c:v>
                </c:pt>
                <c:pt idx="357">
                  <c:v>46186</c:v>
                </c:pt>
                <c:pt idx="358">
                  <c:v>46187</c:v>
                </c:pt>
                <c:pt idx="359">
                  <c:v>46188</c:v>
                </c:pt>
                <c:pt idx="360">
                  <c:v>46189</c:v>
                </c:pt>
                <c:pt idx="361">
                  <c:v>46190</c:v>
                </c:pt>
                <c:pt idx="362">
                  <c:v>46191</c:v>
                </c:pt>
                <c:pt idx="363">
                  <c:v>46192</c:v>
                </c:pt>
                <c:pt idx="364">
                  <c:v>46193</c:v>
                </c:pt>
              </c:numCache>
            </c:numRef>
          </c:cat>
          <c:val>
            <c:numRef>
              <c:f>'3G Voice'!$D$2:$D$366</c:f>
              <c:numCache>
                <c:formatCode>General</c:formatCode>
                <c:ptCount val="365"/>
                <c:pt idx="0">
                  <c:v>442.97160000000002</c:v>
                </c:pt>
                <c:pt idx="1">
                  <c:v>382.5369</c:v>
                </c:pt>
                <c:pt idx="2">
                  <c:v>419.00819999999999</c:v>
                </c:pt>
                <c:pt idx="3">
                  <c:v>402.78910000000002</c:v>
                </c:pt>
                <c:pt idx="4">
                  <c:v>447.26920000000001</c:v>
                </c:pt>
                <c:pt idx="5">
                  <c:v>421.8125</c:v>
                </c:pt>
                <c:pt idx="6">
                  <c:v>446.30939999999998</c:v>
                </c:pt>
                <c:pt idx="7">
                  <c:v>406.48160000000001</c:v>
                </c:pt>
                <c:pt idx="8">
                  <c:v>388.16289999999998</c:v>
                </c:pt>
                <c:pt idx="9">
                  <c:v>413.52679999999998</c:v>
                </c:pt>
                <c:pt idx="10">
                  <c:v>443.69499999999999</c:v>
                </c:pt>
                <c:pt idx="11">
                  <c:v>401.11200000000002</c:v>
                </c:pt>
                <c:pt idx="12">
                  <c:v>455.01920000000001</c:v>
                </c:pt>
                <c:pt idx="13">
                  <c:v>424.22660000000002</c:v>
                </c:pt>
                <c:pt idx="14">
                  <c:v>396.8852</c:v>
                </c:pt>
                <c:pt idx="15">
                  <c:v>400.42649999999998</c:v>
                </c:pt>
                <c:pt idx="16">
                  <c:v>412.65589999999997</c:v>
                </c:pt>
                <c:pt idx="17">
                  <c:v>426.09429999999998</c:v>
                </c:pt>
                <c:pt idx="18">
                  <c:v>424.09949999999998</c:v>
                </c:pt>
                <c:pt idx="19">
                  <c:v>400.79</c:v>
                </c:pt>
                <c:pt idx="20">
                  <c:v>438.2835</c:v>
                </c:pt>
                <c:pt idx="21">
                  <c:v>426.56689999999998</c:v>
                </c:pt>
                <c:pt idx="22">
                  <c:v>401.66250000000002</c:v>
                </c:pt>
                <c:pt idx="23">
                  <c:v>451.15890000000002</c:v>
                </c:pt>
                <c:pt idx="24">
                  <c:v>437.4667</c:v>
                </c:pt>
                <c:pt idx="25">
                  <c:v>467.08530000000002</c:v>
                </c:pt>
                <c:pt idx="26">
                  <c:v>441.47089999999997</c:v>
                </c:pt>
                <c:pt idx="27">
                  <c:v>432.411</c:v>
                </c:pt>
                <c:pt idx="28">
                  <c:v>432.90210000000002</c:v>
                </c:pt>
                <c:pt idx="29">
                  <c:v>406.26280000000003</c:v>
                </c:pt>
                <c:pt idx="30">
                  <c:v>423.62979999999999</c:v>
                </c:pt>
                <c:pt idx="31">
                  <c:v>454.23450000000003</c:v>
                </c:pt>
                <c:pt idx="32">
                  <c:v>447.94779999999997</c:v>
                </c:pt>
                <c:pt idx="33">
                  <c:v>436.93950000000001</c:v>
                </c:pt>
                <c:pt idx="34">
                  <c:v>441.52929999999998</c:v>
                </c:pt>
                <c:pt idx="35">
                  <c:v>413.88889999999998</c:v>
                </c:pt>
                <c:pt idx="36">
                  <c:v>403.25</c:v>
                </c:pt>
                <c:pt idx="37">
                  <c:v>434.82490000000001</c:v>
                </c:pt>
                <c:pt idx="38">
                  <c:v>421.85989999999998</c:v>
                </c:pt>
                <c:pt idx="39">
                  <c:v>425.5849</c:v>
                </c:pt>
                <c:pt idx="40">
                  <c:v>367.56189999999998</c:v>
                </c:pt>
                <c:pt idx="41">
                  <c:v>446.13780000000003</c:v>
                </c:pt>
                <c:pt idx="42">
                  <c:v>411.70839999999998</c:v>
                </c:pt>
                <c:pt idx="43">
                  <c:v>218.64109999999999</c:v>
                </c:pt>
                <c:pt idx="44">
                  <c:v>423.33969999999999</c:v>
                </c:pt>
                <c:pt idx="45">
                  <c:v>460.85</c:v>
                </c:pt>
                <c:pt idx="46">
                  <c:v>429.02550000000002</c:v>
                </c:pt>
                <c:pt idx="47">
                  <c:v>432.55200000000002</c:v>
                </c:pt>
                <c:pt idx="48">
                  <c:v>410.13470000000001</c:v>
                </c:pt>
                <c:pt idx="49">
                  <c:v>416.15750000000003</c:v>
                </c:pt>
                <c:pt idx="50">
                  <c:v>389.51749999999998</c:v>
                </c:pt>
                <c:pt idx="51">
                  <c:v>426.77539999999999</c:v>
                </c:pt>
                <c:pt idx="52">
                  <c:v>436.84989999999999</c:v>
                </c:pt>
                <c:pt idx="53">
                  <c:v>432.53579999999999</c:v>
                </c:pt>
                <c:pt idx="54">
                  <c:v>464.93110000000001</c:v>
                </c:pt>
                <c:pt idx="55">
                  <c:v>409.15320000000003</c:v>
                </c:pt>
                <c:pt idx="56">
                  <c:v>441.19889999999998</c:v>
                </c:pt>
                <c:pt idx="57">
                  <c:v>402.71409999999997</c:v>
                </c:pt>
                <c:pt idx="58">
                  <c:v>455.2903</c:v>
                </c:pt>
                <c:pt idx="59">
                  <c:v>473.6644</c:v>
                </c:pt>
                <c:pt idx="60">
                  <c:v>455.37029999999999</c:v>
                </c:pt>
                <c:pt idx="61">
                  <c:v>479.33710000000002</c:v>
                </c:pt>
                <c:pt idx="62">
                  <c:v>443.53100000000001</c:v>
                </c:pt>
                <c:pt idx="63">
                  <c:v>442.41590000000002</c:v>
                </c:pt>
                <c:pt idx="64">
                  <c:v>437.37650000000002</c:v>
                </c:pt>
                <c:pt idx="65">
                  <c:v>447.12900000000002</c:v>
                </c:pt>
                <c:pt idx="66">
                  <c:v>482.27420000000001</c:v>
                </c:pt>
                <c:pt idx="67">
                  <c:v>513.47059999999999</c:v>
                </c:pt>
                <c:pt idx="68">
                  <c:v>474.64429999999999</c:v>
                </c:pt>
                <c:pt idx="69">
                  <c:v>451.80959999999999</c:v>
                </c:pt>
                <c:pt idx="70">
                  <c:v>471.08120000000002</c:v>
                </c:pt>
                <c:pt idx="71">
                  <c:v>404.06189999999998</c:v>
                </c:pt>
                <c:pt idx="72">
                  <c:v>461.78250000000003</c:v>
                </c:pt>
                <c:pt idx="73">
                  <c:v>466.94400000000002</c:v>
                </c:pt>
                <c:pt idx="74">
                  <c:v>473.18770000000001</c:v>
                </c:pt>
                <c:pt idx="75">
                  <c:v>463.64780000000002</c:v>
                </c:pt>
                <c:pt idx="76">
                  <c:v>429.0505</c:v>
                </c:pt>
                <c:pt idx="77">
                  <c:v>428.98689999999999</c:v>
                </c:pt>
                <c:pt idx="78">
                  <c:v>395.18369999999999</c:v>
                </c:pt>
                <c:pt idx="79">
                  <c:v>448.03739999999999</c:v>
                </c:pt>
                <c:pt idx="80">
                  <c:v>454.71539999999999</c:v>
                </c:pt>
                <c:pt idx="81">
                  <c:v>475.13959999999997</c:v>
                </c:pt>
                <c:pt idx="82">
                  <c:v>470.49639999999999</c:v>
                </c:pt>
                <c:pt idx="83">
                  <c:v>459.3809</c:v>
                </c:pt>
                <c:pt idx="84">
                  <c:v>432.84469999999999</c:v>
                </c:pt>
                <c:pt idx="85">
                  <c:v>420.06950000000001</c:v>
                </c:pt>
                <c:pt idx="86">
                  <c:v>484.685</c:v>
                </c:pt>
                <c:pt idx="87">
                  <c:v>448.1069</c:v>
                </c:pt>
                <c:pt idx="88">
                  <c:v>491.22899999999998</c:v>
                </c:pt>
                <c:pt idx="89">
                  <c:v>467.50170000000003</c:v>
                </c:pt>
                <c:pt idx="90">
                  <c:v>460.2174</c:v>
                </c:pt>
                <c:pt idx="91">
                  <c:v>454.22719999999998</c:v>
                </c:pt>
                <c:pt idx="92">
                  <c:v>412.54329999999999</c:v>
                </c:pt>
                <c:pt idx="93">
                  <c:v>468.50689999999997</c:v>
                </c:pt>
                <c:pt idx="94">
                  <c:v>457.125</c:v>
                </c:pt>
                <c:pt idx="95">
                  <c:v>500.96850000000001</c:v>
                </c:pt>
                <c:pt idx="96">
                  <c:v>469.87700000000001</c:v>
                </c:pt>
                <c:pt idx="97">
                  <c:v>453.29320000000001</c:v>
                </c:pt>
                <c:pt idx="98">
                  <c:v>458.9033</c:v>
                </c:pt>
                <c:pt idx="99">
                  <c:v>436.26990000000001</c:v>
                </c:pt>
                <c:pt idx="100">
                  <c:v>492.52789999999999</c:v>
                </c:pt>
                <c:pt idx="101">
                  <c:v>494.01710000000003</c:v>
                </c:pt>
                <c:pt idx="102">
                  <c:v>510.15679999999998</c:v>
                </c:pt>
                <c:pt idx="103">
                  <c:v>515.53930000000003</c:v>
                </c:pt>
                <c:pt idx="104">
                  <c:v>473.72559999999999</c:v>
                </c:pt>
                <c:pt idx="105">
                  <c:v>432.4522</c:v>
                </c:pt>
                <c:pt idx="106">
                  <c:v>442.91789999999997</c:v>
                </c:pt>
                <c:pt idx="107">
                  <c:v>450.34059999999999</c:v>
                </c:pt>
                <c:pt idx="108">
                  <c:v>466.24430000000001</c:v>
                </c:pt>
                <c:pt idx="109">
                  <c:v>494.0111</c:v>
                </c:pt>
                <c:pt idx="110">
                  <c:v>521.10329999999999</c:v>
                </c:pt>
                <c:pt idx="111">
                  <c:v>501.61770000000001</c:v>
                </c:pt>
                <c:pt idx="112">
                  <c:v>482.41140000000001</c:v>
                </c:pt>
                <c:pt idx="113">
                  <c:v>442.79509999999999</c:v>
                </c:pt>
                <c:pt idx="114">
                  <c:v>517.61599999999999</c:v>
                </c:pt>
                <c:pt idx="115">
                  <c:v>515.88080000000002</c:v>
                </c:pt>
                <c:pt idx="116">
                  <c:v>484.19709999999998</c:v>
                </c:pt>
                <c:pt idx="117">
                  <c:v>425.54790000000003</c:v>
                </c:pt>
                <c:pt idx="118">
                  <c:v>454.49849999999998</c:v>
                </c:pt>
                <c:pt idx="119">
                  <c:v>443.68369999999999</c:v>
                </c:pt>
                <c:pt idx="120">
                  <c:v>417.68329999999997</c:v>
                </c:pt>
                <c:pt idx="121">
                  <c:v>436.90640000000002</c:v>
                </c:pt>
                <c:pt idx="122">
                  <c:v>494.74270000000001</c:v>
                </c:pt>
                <c:pt idx="123">
                  <c:v>484.05239999999998</c:v>
                </c:pt>
                <c:pt idx="124">
                  <c:v>488.88290000000001</c:v>
                </c:pt>
                <c:pt idx="125">
                  <c:v>414.83510000000001</c:v>
                </c:pt>
                <c:pt idx="126">
                  <c:v>486.07850000000002</c:v>
                </c:pt>
                <c:pt idx="127">
                  <c:v>433.49630000000002</c:v>
                </c:pt>
                <c:pt idx="128">
                  <c:v>400.13209999999998</c:v>
                </c:pt>
                <c:pt idx="129">
                  <c:v>528.36009999999999</c:v>
                </c:pt>
                <c:pt idx="130">
                  <c:v>466.33069999999998</c:v>
                </c:pt>
                <c:pt idx="131">
                  <c:v>546.05539999999996</c:v>
                </c:pt>
                <c:pt idx="132">
                  <c:v>521.47410000000002</c:v>
                </c:pt>
                <c:pt idx="133">
                  <c:v>475.05549999999999</c:v>
                </c:pt>
                <c:pt idx="134">
                  <c:v>396.64170000000001</c:v>
                </c:pt>
                <c:pt idx="135">
                  <c:v>537.89549999999997</c:v>
                </c:pt>
                <c:pt idx="136">
                  <c:v>515.14210000000003</c:v>
                </c:pt>
                <c:pt idx="137">
                  <c:v>500.44499999999999</c:v>
                </c:pt>
                <c:pt idx="139">
                  <c:v>391.29169999999999</c:v>
                </c:pt>
                <c:pt idx="140">
                  <c:v>433.73009999999999</c:v>
                </c:pt>
                <c:pt idx="141">
                  <c:v>415.24869999999999</c:v>
                </c:pt>
                <c:pt idx="142">
                  <c:v>448.69209999999998</c:v>
                </c:pt>
                <c:pt idx="143">
                  <c:v>461.01909999999998</c:v>
                </c:pt>
                <c:pt idx="144">
                  <c:v>481.35059999999999</c:v>
                </c:pt>
                <c:pt idx="145">
                  <c:v>502.029</c:v>
                </c:pt>
                <c:pt idx="146">
                  <c:v>474.22230000000002</c:v>
                </c:pt>
                <c:pt idx="147">
                  <c:v>470.90359999999998</c:v>
                </c:pt>
                <c:pt idx="148">
                  <c:v>410.29230000000001</c:v>
                </c:pt>
                <c:pt idx="149">
                  <c:v>451.92009999999999</c:v>
                </c:pt>
                <c:pt idx="150">
                  <c:v>447.50290000000001</c:v>
                </c:pt>
                <c:pt idx="151">
                  <c:v>479.4162</c:v>
                </c:pt>
                <c:pt idx="152">
                  <c:v>483.24400000000003</c:v>
                </c:pt>
                <c:pt idx="153">
                  <c:v>501.64839999999998</c:v>
                </c:pt>
                <c:pt idx="154">
                  <c:v>428.54629999999997</c:v>
                </c:pt>
                <c:pt idx="155">
                  <c:v>418.47399999999999</c:v>
                </c:pt>
                <c:pt idx="156">
                  <c:v>479.14159999999998</c:v>
                </c:pt>
                <c:pt idx="157">
                  <c:v>433.5684</c:v>
                </c:pt>
                <c:pt idx="158">
                  <c:v>468.62470000000002</c:v>
                </c:pt>
                <c:pt idx="159">
                  <c:v>484.80160000000001</c:v>
                </c:pt>
                <c:pt idx="160">
                  <c:v>446.27109999999999</c:v>
                </c:pt>
                <c:pt idx="161">
                  <c:v>369.59</c:v>
                </c:pt>
                <c:pt idx="162">
                  <c:v>300.03879999999998</c:v>
                </c:pt>
                <c:pt idx="163">
                  <c:v>208.9709</c:v>
                </c:pt>
                <c:pt idx="164">
                  <c:v>323.22340000000003</c:v>
                </c:pt>
                <c:pt idx="165">
                  <c:v>350.66980000000001</c:v>
                </c:pt>
                <c:pt idx="166">
                  <c:v>328.12580000000003</c:v>
                </c:pt>
                <c:pt idx="167">
                  <c:v>326.30599999999998</c:v>
                </c:pt>
                <c:pt idx="168">
                  <c:v>315.29050000000001</c:v>
                </c:pt>
                <c:pt idx="169">
                  <c:v>275.00549999999998</c:v>
                </c:pt>
                <c:pt idx="170">
                  <c:v>323.52280000000002</c:v>
                </c:pt>
                <c:pt idx="171">
                  <c:v>324.88869999999997</c:v>
                </c:pt>
                <c:pt idx="172">
                  <c:v>282.73469999999998</c:v>
                </c:pt>
                <c:pt idx="173">
                  <c:v>305.8229</c:v>
                </c:pt>
                <c:pt idx="174">
                  <c:v>303.73079999999999</c:v>
                </c:pt>
                <c:pt idx="175">
                  <c:v>334.6472</c:v>
                </c:pt>
                <c:pt idx="176">
                  <c:v>276.58609999999999</c:v>
                </c:pt>
                <c:pt idx="177">
                  <c:v>318.48700000000002</c:v>
                </c:pt>
                <c:pt idx="178">
                  <c:v>125.31480000000001</c:v>
                </c:pt>
                <c:pt idx="179">
                  <c:v>106.3968</c:v>
                </c:pt>
                <c:pt idx="180">
                  <c:v>125.2445</c:v>
                </c:pt>
                <c:pt idx="181">
                  <c:v>130.76499999999999</c:v>
                </c:pt>
                <c:pt idx="182">
                  <c:v>123.8648</c:v>
                </c:pt>
                <c:pt idx="183">
                  <c:v>118.61109999999999</c:v>
                </c:pt>
                <c:pt idx="184">
                  <c:v>153.3467</c:v>
                </c:pt>
                <c:pt idx="185">
                  <c:v>106.53749999999999</c:v>
                </c:pt>
                <c:pt idx="186">
                  <c:v>140.05760000000001</c:v>
                </c:pt>
                <c:pt idx="187">
                  <c:v>136.70670000000001</c:v>
                </c:pt>
                <c:pt idx="188">
                  <c:v>156.29679999999999</c:v>
                </c:pt>
                <c:pt idx="189">
                  <c:v>148.34379999999999</c:v>
                </c:pt>
                <c:pt idx="190">
                  <c:v>138.1764</c:v>
                </c:pt>
                <c:pt idx="191">
                  <c:v>146.67570000000001</c:v>
                </c:pt>
                <c:pt idx="192">
                  <c:v>151.7216</c:v>
                </c:pt>
                <c:pt idx="193">
                  <c:v>158.15520000000001</c:v>
                </c:pt>
                <c:pt idx="194">
                  <c:v>153.59739999999999</c:v>
                </c:pt>
                <c:pt idx="195">
                  <c:v>133.16640000000001</c:v>
                </c:pt>
                <c:pt idx="196">
                  <c:v>118.1057</c:v>
                </c:pt>
                <c:pt idx="197">
                  <c:v>110.9409</c:v>
                </c:pt>
                <c:pt idx="198">
                  <c:v>132.28299999999999</c:v>
                </c:pt>
                <c:pt idx="199">
                  <c:v>123.6773</c:v>
                </c:pt>
                <c:pt idx="200">
                  <c:v>130.0771</c:v>
                </c:pt>
                <c:pt idx="201">
                  <c:v>131.5924</c:v>
                </c:pt>
                <c:pt idx="202">
                  <c:v>69.574299999999994</c:v>
                </c:pt>
                <c:pt idx="203">
                  <c:v>96.0792</c:v>
                </c:pt>
                <c:pt idx="204">
                  <c:v>120.70820000000001</c:v>
                </c:pt>
                <c:pt idx="205">
                  <c:v>130.7954</c:v>
                </c:pt>
                <c:pt idx="206">
                  <c:v>132.64179999999999</c:v>
                </c:pt>
                <c:pt idx="207">
                  <c:v>155.36160000000001</c:v>
                </c:pt>
                <c:pt idx="208">
                  <c:v>147.05539999999999</c:v>
                </c:pt>
                <c:pt idx="209">
                  <c:v>136.92070000000001</c:v>
                </c:pt>
                <c:pt idx="210">
                  <c:v>114.4388</c:v>
                </c:pt>
                <c:pt idx="211">
                  <c:v>118.3177</c:v>
                </c:pt>
                <c:pt idx="212">
                  <c:v>129.3272</c:v>
                </c:pt>
                <c:pt idx="213">
                  <c:v>127.4438</c:v>
                </c:pt>
                <c:pt idx="214">
                  <c:v>126.7538</c:v>
                </c:pt>
                <c:pt idx="215">
                  <c:v>132.31</c:v>
                </c:pt>
                <c:pt idx="216">
                  <c:v>128.10910000000001</c:v>
                </c:pt>
                <c:pt idx="217">
                  <c:v>110.8454</c:v>
                </c:pt>
                <c:pt idx="218">
                  <c:v>98.856200000000001</c:v>
                </c:pt>
                <c:pt idx="219">
                  <c:v>119.7938</c:v>
                </c:pt>
                <c:pt idx="220">
                  <c:v>115.1738</c:v>
                </c:pt>
                <c:pt idx="221">
                  <c:v>132.19659999999999</c:v>
                </c:pt>
                <c:pt idx="222">
                  <c:v>109.14149999999999</c:v>
                </c:pt>
                <c:pt idx="223">
                  <c:v>137.1919</c:v>
                </c:pt>
                <c:pt idx="224">
                  <c:v>129.28270000000001</c:v>
                </c:pt>
                <c:pt idx="225">
                  <c:v>102.1661</c:v>
                </c:pt>
                <c:pt idx="226">
                  <c:v>130.2216</c:v>
                </c:pt>
                <c:pt idx="227">
                  <c:v>114.863</c:v>
                </c:pt>
                <c:pt idx="228">
                  <c:v>100.6454</c:v>
                </c:pt>
                <c:pt idx="229">
                  <c:v>119.9722</c:v>
                </c:pt>
                <c:pt idx="230">
                  <c:v>127.7728</c:v>
                </c:pt>
                <c:pt idx="231">
                  <c:v>113.86920000000001</c:v>
                </c:pt>
                <c:pt idx="232">
                  <c:v>108.803</c:v>
                </c:pt>
                <c:pt idx="233">
                  <c:v>129.75540000000001</c:v>
                </c:pt>
                <c:pt idx="234">
                  <c:v>129.82560000000001</c:v>
                </c:pt>
                <c:pt idx="235">
                  <c:v>139.73570000000001</c:v>
                </c:pt>
                <c:pt idx="236">
                  <c:v>146.27549999999999</c:v>
                </c:pt>
                <c:pt idx="237">
                  <c:v>127.68</c:v>
                </c:pt>
                <c:pt idx="238">
                  <c:v>142.3939</c:v>
                </c:pt>
                <c:pt idx="239">
                  <c:v>137.11369999999999</c:v>
                </c:pt>
                <c:pt idx="240">
                  <c:v>143.0729</c:v>
                </c:pt>
                <c:pt idx="241">
                  <c:v>150.73509999999999</c:v>
                </c:pt>
                <c:pt idx="242">
                  <c:v>140.18879999999999</c:v>
                </c:pt>
                <c:pt idx="243">
                  <c:v>138.0461</c:v>
                </c:pt>
                <c:pt idx="244">
                  <c:v>132.58019999999999</c:v>
                </c:pt>
                <c:pt idx="245">
                  <c:v>119.5668</c:v>
                </c:pt>
                <c:pt idx="246">
                  <c:v>109.3721</c:v>
                </c:pt>
                <c:pt idx="247">
                  <c:v>136.29599999999999</c:v>
                </c:pt>
                <c:pt idx="248">
                  <c:v>135.1163</c:v>
                </c:pt>
                <c:pt idx="249">
                  <c:v>130.8015</c:v>
                </c:pt>
                <c:pt idx="250">
                  <c:v>132.9881</c:v>
                </c:pt>
                <c:pt idx="251">
                  <c:v>136.97020000000001</c:v>
                </c:pt>
                <c:pt idx="252">
                  <c:v>122.6246</c:v>
                </c:pt>
                <c:pt idx="253">
                  <c:v>115.2696</c:v>
                </c:pt>
                <c:pt idx="254">
                  <c:v>130.82689999999999</c:v>
                </c:pt>
                <c:pt idx="255">
                  <c:v>134.55520000000001</c:v>
                </c:pt>
                <c:pt idx="256">
                  <c:v>140.07900000000001</c:v>
                </c:pt>
                <c:pt idx="257">
                  <c:v>136.74350000000001</c:v>
                </c:pt>
                <c:pt idx="258">
                  <c:v>114.2462</c:v>
                </c:pt>
                <c:pt idx="259">
                  <c:v>112.1155</c:v>
                </c:pt>
                <c:pt idx="260">
                  <c:v>110.7552</c:v>
                </c:pt>
                <c:pt idx="261">
                  <c:v>103.0985</c:v>
                </c:pt>
                <c:pt idx="262">
                  <c:v>117.9933</c:v>
                </c:pt>
                <c:pt idx="263">
                  <c:v>119.6632</c:v>
                </c:pt>
                <c:pt idx="264">
                  <c:v>129.93639999999999</c:v>
                </c:pt>
                <c:pt idx="265">
                  <c:v>125.7813</c:v>
                </c:pt>
                <c:pt idx="266">
                  <c:v>142.7653</c:v>
                </c:pt>
                <c:pt idx="267">
                  <c:v>133.9658</c:v>
                </c:pt>
                <c:pt idx="268">
                  <c:v>156.99369999999999</c:v>
                </c:pt>
                <c:pt idx="269">
                  <c:v>143.43960000000001</c:v>
                </c:pt>
                <c:pt idx="270">
                  <c:v>140.02209999999999</c:v>
                </c:pt>
                <c:pt idx="271">
                  <c:v>143.2594</c:v>
                </c:pt>
                <c:pt idx="272">
                  <c:v>151.30430000000001</c:v>
                </c:pt>
                <c:pt idx="273">
                  <c:v>135.2713</c:v>
                </c:pt>
                <c:pt idx="274">
                  <c:v>128.40790000000001</c:v>
                </c:pt>
                <c:pt idx="275">
                  <c:v>140.97929999999999</c:v>
                </c:pt>
                <c:pt idx="276">
                  <c:v>151.0265</c:v>
                </c:pt>
                <c:pt idx="277">
                  <c:v>153.65620000000001</c:v>
                </c:pt>
                <c:pt idx="278">
                  <c:v>136.41739999999999</c:v>
                </c:pt>
                <c:pt idx="279">
                  <c:v>134.10769999999999</c:v>
                </c:pt>
                <c:pt idx="280">
                  <c:v>133.94800000000001</c:v>
                </c:pt>
                <c:pt idx="281">
                  <c:v>131.02199999999999</c:v>
                </c:pt>
                <c:pt idx="282">
                  <c:v>137.5027</c:v>
                </c:pt>
                <c:pt idx="283">
                  <c:v>132.30430000000001</c:v>
                </c:pt>
                <c:pt idx="284">
                  <c:v>138.2302</c:v>
                </c:pt>
                <c:pt idx="285">
                  <c:v>129.08670000000001</c:v>
                </c:pt>
                <c:pt idx="286">
                  <c:v>144.5855</c:v>
                </c:pt>
                <c:pt idx="287">
                  <c:v>135.3253</c:v>
                </c:pt>
                <c:pt idx="288">
                  <c:v>139.26840000000001</c:v>
                </c:pt>
                <c:pt idx="289">
                  <c:v>143.23570000000001</c:v>
                </c:pt>
                <c:pt idx="290">
                  <c:v>150.4468</c:v>
                </c:pt>
                <c:pt idx="291">
                  <c:v>138.21510000000001</c:v>
                </c:pt>
                <c:pt idx="292">
                  <c:v>133.83670000000001</c:v>
                </c:pt>
                <c:pt idx="293">
                  <c:v>135.27430000000001</c:v>
                </c:pt>
                <c:pt idx="294">
                  <c:v>118.1332</c:v>
                </c:pt>
                <c:pt idx="295">
                  <c:v>121.3449</c:v>
                </c:pt>
                <c:pt idx="296">
                  <c:v>114.277</c:v>
                </c:pt>
                <c:pt idx="297">
                  <c:v>93.535300000000007</c:v>
                </c:pt>
                <c:pt idx="298">
                  <c:v>118.0714</c:v>
                </c:pt>
                <c:pt idx="299">
                  <c:v>117.0261</c:v>
                </c:pt>
                <c:pt idx="300">
                  <c:v>134.0095</c:v>
                </c:pt>
                <c:pt idx="301">
                  <c:v>109.5166</c:v>
                </c:pt>
                <c:pt idx="302">
                  <c:v>102.6504</c:v>
                </c:pt>
                <c:pt idx="303">
                  <c:v>130.56120000000001</c:v>
                </c:pt>
                <c:pt idx="304">
                  <c:v>125.6597</c:v>
                </c:pt>
                <c:pt idx="305">
                  <c:v>128.90950000000001</c:v>
                </c:pt>
                <c:pt idx="306">
                  <c:v>138.8383</c:v>
                </c:pt>
                <c:pt idx="307">
                  <c:v>150.191</c:v>
                </c:pt>
                <c:pt idx="308">
                  <c:v>114.68640000000001</c:v>
                </c:pt>
                <c:pt idx="309">
                  <c:v>114.8583</c:v>
                </c:pt>
                <c:pt idx="310">
                  <c:v>130.94560000000001</c:v>
                </c:pt>
                <c:pt idx="311">
                  <c:v>127.8526</c:v>
                </c:pt>
                <c:pt idx="312">
                  <c:v>119.1769</c:v>
                </c:pt>
                <c:pt idx="313">
                  <c:v>127.75230000000001</c:v>
                </c:pt>
                <c:pt idx="314">
                  <c:v>109.0157</c:v>
                </c:pt>
                <c:pt idx="315">
                  <c:v>126.03570000000001</c:v>
                </c:pt>
                <c:pt idx="316">
                  <c:v>109.15560000000001</c:v>
                </c:pt>
                <c:pt idx="317">
                  <c:v>139.27690000000001</c:v>
                </c:pt>
                <c:pt idx="318">
                  <c:v>142.46129999999999</c:v>
                </c:pt>
                <c:pt idx="319">
                  <c:v>112.5986</c:v>
                </c:pt>
                <c:pt idx="320">
                  <c:v>119.1096</c:v>
                </c:pt>
                <c:pt idx="321">
                  <c:v>116.7362</c:v>
                </c:pt>
                <c:pt idx="322">
                  <c:v>118.64530000000001</c:v>
                </c:pt>
                <c:pt idx="323">
                  <c:v>115.7435</c:v>
                </c:pt>
                <c:pt idx="324">
                  <c:v>125.9015</c:v>
                </c:pt>
                <c:pt idx="325">
                  <c:v>112.98699999999999</c:v>
                </c:pt>
                <c:pt idx="326">
                  <c:v>128.08500000000001</c:v>
                </c:pt>
                <c:pt idx="327">
                  <c:v>129.44540000000001</c:v>
                </c:pt>
                <c:pt idx="328">
                  <c:v>122.3331</c:v>
                </c:pt>
                <c:pt idx="329">
                  <c:v>101.7681</c:v>
                </c:pt>
                <c:pt idx="330">
                  <c:v>90.724299999999999</c:v>
                </c:pt>
                <c:pt idx="331">
                  <c:v>116.88549999999999</c:v>
                </c:pt>
                <c:pt idx="332">
                  <c:v>117.71420000000001</c:v>
                </c:pt>
                <c:pt idx="333">
                  <c:v>116.21680000000001</c:v>
                </c:pt>
                <c:pt idx="334">
                  <c:v>110.17270000000001</c:v>
                </c:pt>
                <c:pt idx="335">
                  <c:v>110.7479</c:v>
                </c:pt>
                <c:pt idx="336">
                  <c:v>120.8903</c:v>
                </c:pt>
                <c:pt idx="337">
                  <c:v>103.75700000000001</c:v>
                </c:pt>
                <c:pt idx="338">
                  <c:v>122.5685</c:v>
                </c:pt>
                <c:pt idx="339">
                  <c:v>113.0091</c:v>
                </c:pt>
                <c:pt idx="340">
                  <c:v>130.6695</c:v>
                </c:pt>
                <c:pt idx="341">
                  <c:v>131.30549999999999</c:v>
                </c:pt>
                <c:pt idx="342">
                  <c:v>136.93680000000001</c:v>
                </c:pt>
                <c:pt idx="343">
                  <c:v>143.929</c:v>
                </c:pt>
                <c:pt idx="344">
                  <c:v>139.92089999999999</c:v>
                </c:pt>
                <c:pt idx="345">
                  <c:v>117.7925</c:v>
                </c:pt>
                <c:pt idx="346">
                  <c:v>118.77</c:v>
                </c:pt>
                <c:pt idx="347">
                  <c:v>106.5397</c:v>
                </c:pt>
                <c:pt idx="348">
                  <c:v>117.24720000000001</c:v>
                </c:pt>
                <c:pt idx="349">
                  <c:v>102.9028</c:v>
                </c:pt>
                <c:pt idx="350">
                  <c:v>101.1446</c:v>
                </c:pt>
                <c:pt idx="351">
                  <c:v>113.806</c:v>
                </c:pt>
                <c:pt idx="352">
                  <c:v>124.11790000000001</c:v>
                </c:pt>
                <c:pt idx="353">
                  <c:v>110.23520000000001</c:v>
                </c:pt>
                <c:pt idx="354">
                  <c:v>112.66800000000001</c:v>
                </c:pt>
                <c:pt idx="355">
                  <c:v>106.7872</c:v>
                </c:pt>
                <c:pt idx="356">
                  <c:v>120.60590000000001</c:v>
                </c:pt>
                <c:pt idx="357">
                  <c:v>108.16800000000001</c:v>
                </c:pt>
                <c:pt idx="358">
                  <c:v>92.1905</c:v>
                </c:pt>
                <c:pt idx="359">
                  <c:v>102.1</c:v>
                </c:pt>
                <c:pt idx="360">
                  <c:v>95.661900000000003</c:v>
                </c:pt>
                <c:pt idx="361">
                  <c:v>116.1948</c:v>
                </c:pt>
                <c:pt idx="362">
                  <c:v>112.9393</c:v>
                </c:pt>
                <c:pt idx="363">
                  <c:v>105.78870000000001</c:v>
                </c:pt>
                <c:pt idx="364">
                  <c:v>142.77500000000001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B4BF-44B9-BA5F-1BAD1B363BC4}"/>
            </c:ext>
          </c:extLst>
        </c:ser>
        <c:ser>
          <c:idx val="3"/>
          <c:order val="3"/>
          <c:tx>
            <c:strRef>
              <c:f>'3G Voice'!$E$1</c:f>
              <c:strCache>
                <c:ptCount val="1"/>
                <c:pt idx="0">
                  <c:v>Mullaitivu</c:v>
                </c:pt>
              </c:strCache>
            </c:strRef>
          </c:tx>
          <c:spPr>
            <a:ln w="28575" cap="rnd">
              <a:solidFill>
                <a:schemeClr val="accent4"/>
              </a:solidFill>
              <a:round/>
            </a:ln>
            <a:effectLst/>
          </c:spPr>
          <c:marker>
            <c:symbol val="none"/>
          </c:marker>
          <c:cat>
            <c:numRef>
              <c:f>'3G Voice'!$A$2:$A$366</c:f>
              <c:numCache>
                <c:formatCode>m/d/yyyy</c:formatCode>
                <c:ptCount val="365"/>
                <c:pt idx="0">
                  <c:v>45829</c:v>
                </c:pt>
                <c:pt idx="1">
                  <c:v>45830</c:v>
                </c:pt>
                <c:pt idx="2">
                  <c:v>45831</c:v>
                </c:pt>
                <c:pt idx="3">
                  <c:v>45832</c:v>
                </c:pt>
                <c:pt idx="4">
                  <c:v>45833</c:v>
                </c:pt>
                <c:pt idx="5">
                  <c:v>45834</c:v>
                </c:pt>
                <c:pt idx="6">
                  <c:v>45835</c:v>
                </c:pt>
                <c:pt idx="7">
                  <c:v>45836</c:v>
                </c:pt>
                <c:pt idx="8">
                  <c:v>45837</c:v>
                </c:pt>
                <c:pt idx="9">
                  <c:v>45838</c:v>
                </c:pt>
                <c:pt idx="10">
                  <c:v>45839</c:v>
                </c:pt>
                <c:pt idx="11">
                  <c:v>45840</c:v>
                </c:pt>
                <c:pt idx="12">
                  <c:v>45841</c:v>
                </c:pt>
                <c:pt idx="13">
                  <c:v>45842</c:v>
                </c:pt>
                <c:pt idx="14">
                  <c:v>45843</c:v>
                </c:pt>
                <c:pt idx="15">
                  <c:v>45844</c:v>
                </c:pt>
                <c:pt idx="16">
                  <c:v>45845</c:v>
                </c:pt>
                <c:pt idx="17">
                  <c:v>45846</c:v>
                </c:pt>
                <c:pt idx="18">
                  <c:v>45847</c:v>
                </c:pt>
                <c:pt idx="19">
                  <c:v>45848</c:v>
                </c:pt>
                <c:pt idx="20">
                  <c:v>45849</c:v>
                </c:pt>
                <c:pt idx="21">
                  <c:v>45850</c:v>
                </c:pt>
                <c:pt idx="22">
                  <c:v>45851</c:v>
                </c:pt>
                <c:pt idx="23">
                  <c:v>45852</c:v>
                </c:pt>
                <c:pt idx="24">
                  <c:v>45853</c:v>
                </c:pt>
                <c:pt idx="25">
                  <c:v>45854</c:v>
                </c:pt>
                <c:pt idx="26">
                  <c:v>45855</c:v>
                </c:pt>
                <c:pt idx="27">
                  <c:v>45856</c:v>
                </c:pt>
                <c:pt idx="28">
                  <c:v>45857</c:v>
                </c:pt>
                <c:pt idx="29">
                  <c:v>45858</c:v>
                </c:pt>
                <c:pt idx="30">
                  <c:v>45859</c:v>
                </c:pt>
                <c:pt idx="31">
                  <c:v>45860</c:v>
                </c:pt>
                <c:pt idx="32">
                  <c:v>45861</c:v>
                </c:pt>
                <c:pt idx="33">
                  <c:v>45862</c:v>
                </c:pt>
                <c:pt idx="34">
                  <c:v>45863</c:v>
                </c:pt>
                <c:pt idx="35">
                  <c:v>45864</c:v>
                </c:pt>
                <c:pt idx="36">
                  <c:v>45865</c:v>
                </c:pt>
                <c:pt idx="37">
                  <c:v>45866</c:v>
                </c:pt>
                <c:pt idx="38">
                  <c:v>45867</c:v>
                </c:pt>
                <c:pt idx="39">
                  <c:v>45868</c:v>
                </c:pt>
                <c:pt idx="40">
                  <c:v>45869</c:v>
                </c:pt>
                <c:pt idx="41">
                  <c:v>45870</c:v>
                </c:pt>
                <c:pt idx="42">
                  <c:v>45871</c:v>
                </c:pt>
                <c:pt idx="43">
                  <c:v>45872</c:v>
                </c:pt>
                <c:pt idx="44">
                  <c:v>45873</c:v>
                </c:pt>
                <c:pt idx="45">
                  <c:v>45874</c:v>
                </c:pt>
                <c:pt idx="46">
                  <c:v>45875</c:v>
                </c:pt>
                <c:pt idx="47">
                  <c:v>45876</c:v>
                </c:pt>
                <c:pt idx="48">
                  <c:v>45877</c:v>
                </c:pt>
                <c:pt idx="49">
                  <c:v>45878</c:v>
                </c:pt>
                <c:pt idx="50">
                  <c:v>45879</c:v>
                </c:pt>
                <c:pt idx="51">
                  <c:v>45880</c:v>
                </c:pt>
                <c:pt idx="52">
                  <c:v>45881</c:v>
                </c:pt>
                <c:pt idx="53">
                  <c:v>45882</c:v>
                </c:pt>
                <c:pt idx="54">
                  <c:v>45883</c:v>
                </c:pt>
                <c:pt idx="55">
                  <c:v>45884</c:v>
                </c:pt>
                <c:pt idx="56">
                  <c:v>45885</c:v>
                </c:pt>
                <c:pt idx="57">
                  <c:v>45886</c:v>
                </c:pt>
                <c:pt idx="58">
                  <c:v>45887</c:v>
                </c:pt>
                <c:pt idx="59">
                  <c:v>45888</c:v>
                </c:pt>
                <c:pt idx="60">
                  <c:v>45889</c:v>
                </c:pt>
                <c:pt idx="61">
                  <c:v>45890</c:v>
                </c:pt>
                <c:pt idx="62">
                  <c:v>45891</c:v>
                </c:pt>
                <c:pt idx="63">
                  <c:v>45892</c:v>
                </c:pt>
                <c:pt idx="64">
                  <c:v>45893</c:v>
                </c:pt>
                <c:pt idx="65">
                  <c:v>45894</c:v>
                </c:pt>
                <c:pt idx="66">
                  <c:v>45895</c:v>
                </c:pt>
                <c:pt idx="67">
                  <c:v>45896</c:v>
                </c:pt>
                <c:pt idx="68">
                  <c:v>45897</c:v>
                </c:pt>
                <c:pt idx="69">
                  <c:v>45898</c:v>
                </c:pt>
                <c:pt idx="70">
                  <c:v>45899</c:v>
                </c:pt>
                <c:pt idx="71">
                  <c:v>45900</c:v>
                </c:pt>
                <c:pt idx="72">
                  <c:v>45901</c:v>
                </c:pt>
                <c:pt idx="73">
                  <c:v>45902</c:v>
                </c:pt>
                <c:pt idx="74">
                  <c:v>45903</c:v>
                </c:pt>
                <c:pt idx="75">
                  <c:v>45904</c:v>
                </c:pt>
                <c:pt idx="76">
                  <c:v>45905</c:v>
                </c:pt>
                <c:pt idx="77">
                  <c:v>45906</c:v>
                </c:pt>
                <c:pt idx="78">
                  <c:v>45907</c:v>
                </c:pt>
                <c:pt idx="79">
                  <c:v>45908</c:v>
                </c:pt>
                <c:pt idx="80">
                  <c:v>45909</c:v>
                </c:pt>
                <c:pt idx="81">
                  <c:v>45910</c:v>
                </c:pt>
                <c:pt idx="82">
                  <c:v>45911</c:v>
                </c:pt>
                <c:pt idx="83">
                  <c:v>45912</c:v>
                </c:pt>
                <c:pt idx="84">
                  <c:v>45913</c:v>
                </c:pt>
                <c:pt idx="85">
                  <c:v>45914</c:v>
                </c:pt>
                <c:pt idx="86">
                  <c:v>45915</c:v>
                </c:pt>
                <c:pt idx="87">
                  <c:v>45916</c:v>
                </c:pt>
                <c:pt idx="88">
                  <c:v>45917</c:v>
                </c:pt>
                <c:pt idx="89">
                  <c:v>45918</c:v>
                </c:pt>
                <c:pt idx="90">
                  <c:v>45919</c:v>
                </c:pt>
                <c:pt idx="91">
                  <c:v>45920</c:v>
                </c:pt>
                <c:pt idx="92">
                  <c:v>45921</c:v>
                </c:pt>
                <c:pt idx="93">
                  <c:v>45922</c:v>
                </c:pt>
                <c:pt idx="94">
                  <c:v>45923</c:v>
                </c:pt>
                <c:pt idx="95">
                  <c:v>45924</c:v>
                </c:pt>
                <c:pt idx="96">
                  <c:v>45925</c:v>
                </c:pt>
                <c:pt idx="97">
                  <c:v>45926</c:v>
                </c:pt>
                <c:pt idx="98">
                  <c:v>45927</c:v>
                </c:pt>
                <c:pt idx="99">
                  <c:v>45928</c:v>
                </c:pt>
                <c:pt idx="100">
                  <c:v>45929</c:v>
                </c:pt>
                <c:pt idx="101">
                  <c:v>45930</c:v>
                </c:pt>
                <c:pt idx="102">
                  <c:v>45931</c:v>
                </c:pt>
                <c:pt idx="103">
                  <c:v>45932</c:v>
                </c:pt>
                <c:pt idx="104">
                  <c:v>45933</c:v>
                </c:pt>
                <c:pt idx="105">
                  <c:v>45934</c:v>
                </c:pt>
                <c:pt idx="106">
                  <c:v>45935</c:v>
                </c:pt>
                <c:pt idx="107">
                  <c:v>45936</c:v>
                </c:pt>
                <c:pt idx="108">
                  <c:v>45937</c:v>
                </c:pt>
                <c:pt idx="109">
                  <c:v>45938</c:v>
                </c:pt>
                <c:pt idx="110">
                  <c:v>45939</c:v>
                </c:pt>
                <c:pt idx="111">
                  <c:v>45940</c:v>
                </c:pt>
                <c:pt idx="112">
                  <c:v>45941</c:v>
                </c:pt>
                <c:pt idx="113">
                  <c:v>45942</c:v>
                </c:pt>
                <c:pt idx="114">
                  <c:v>45943</c:v>
                </c:pt>
                <c:pt idx="115">
                  <c:v>45944</c:v>
                </c:pt>
                <c:pt idx="116">
                  <c:v>45945</c:v>
                </c:pt>
                <c:pt idx="117">
                  <c:v>45946</c:v>
                </c:pt>
                <c:pt idx="118">
                  <c:v>45947</c:v>
                </c:pt>
                <c:pt idx="119">
                  <c:v>45948</c:v>
                </c:pt>
                <c:pt idx="120">
                  <c:v>45949</c:v>
                </c:pt>
                <c:pt idx="121">
                  <c:v>45950</c:v>
                </c:pt>
                <c:pt idx="122">
                  <c:v>45951</c:v>
                </c:pt>
                <c:pt idx="123">
                  <c:v>45952</c:v>
                </c:pt>
                <c:pt idx="124">
                  <c:v>45953</c:v>
                </c:pt>
                <c:pt idx="125">
                  <c:v>45954</c:v>
                </c:pt>
                <c:pt idx="126">
                  <c:v>45955</c:v>
                </c:pt>
                <c:pt idx="127">
                  <c:v>45956</c:v>
                </c:pt>
                <c:pt idx="128">
                  <c:v>45957</c:v>
                </c:pt>
                <c:pt idx="129">
                  <c:v>45958</c:v>
                </c:pt>
                <c:pt idx="130">
                  <c:v>45959</c:v>
                </c:pt>
                <c:pt idx="131">
                  <c:v>45960</c:v>
                </c:pt>
                <c:pt idx="132">
                  <c:v>45961</c:v>
                </c:pt>
                <c:pt idx="133">
                  <c:v>45962</c:v>
                </c:pt>
                <c:pt idx="134">
                  <c:v>45963</c:v>
                </c:pt>
                <c:pt idx="135">
                  <c:v>45964</c:v>
                </c:pt>
                <c:pt idx="136">
                  <c:v>45965</c:v>
                </c:pt>
                <c:pt idx="137">
                  <c:v>45966</c:v>
                </c:pt>
                <c:pt idx="138">
                  <c:v>45967</c:v>
                </c:pt>
                <c:pt idx="139">
                  <c:v>45968</c:v>
                </c:pt>
                <c:pt idx="140">
                  <c:v>45969</c:v>
                </c:pt>
                <c:pt idx="141">
                  <c:v>45970</c:v>
                </c:pt>
                <c:pt idx="142">
                  <c:v>45971</c:v>
                </c:pt>
                <c:pt idx="143">
                  <c:v>45972</c:v>
                </c:pt>
                <c:pt idx="144">
                  <c:v>45973</c:v>
                </c:pt>
                <c:pt idx="145">
                  <c:v>45974</c:v>
                </c:pt>
                <c:pt idx="146">
                  <c:v>45975</c:v>
                </c:pt>
                <c:pt idx="147">
                  <c:v>45976</c:v>
                </c:pt>
                <c:pt idx="148">
                  <c:v>45977</c:v>
                </c:pt>
                <c:pt idx="149">
                  <c:v>45978</c:v>
                </c:pt>
                <c:pt idx="150">
                  <c:v>45979</c:v>
                </c:pt>
                <c:pt idx="151">
                  <c:v>45980</c:v>
                </c:pt>
                <c:pt idx="152">
                  <c:v>45981</c:v>
                </c:pt>
                <c:pt idx="153">
                  <c:v>45982</c:v>
                </c:pt>
                <c:pt idx="154">
                  <c:v>45983</c:v>
                </c:pt>
                <c:pt idx="155">
                  <c:v>45984</c:v>
                </c:pt>
                <c:pt idx="156">
                  <c:v>45985</c:v>
                </c:pt>
                <c:pt idx="157">
                  <c:v>45986</c:v>
                </c:pt>
                <c:pt idx="158">
                  <c:v>45987</c:v>
                </c:pt>
                <c:pt idx="159">
                  <c:v>45988</c:v>
                </c:pt>
                <c:pt idx="160">
                  <c:v>45989</c:v>
                </c:pt>
                <c:pt idx="161">
                  <c:v>45990</c:v>
                </c:pt>
                <c:pt idx="162">
                  <c:v>45991</c:v>
                </c:pt>
                <c:pt idx="163">
                  <c:v>45992</c:v>
                </c:pt>
                <c:pt idx="164">
                  <c:v>45993</c:v>
                </c:pt>
                <c:pt idx="165">
                  <c:v>45994</c:v>
                </c:pt>
                <c:pt idx="166">
                  <c:v>45995</c:v>
                </c:pt>
                <c:pt idx="167">
                  <c:v>45996</c:v>
                </c:pt>
                <c:pt idx="168">
                  <c:v>45997</c:v>
                </c:pt>
                <c:pt idx="169">
                  <c:v>45998</c:v>
                </c:pt>
                <c:pt idx="170">
                  <c:v>45999</c:v>
                </c:pt>
                <c:pt idx="171">
                  <c:v>46000</c:v>
                </c:pt>
                <c:pt idx="172">
                  <c:v>46001</c:v>
                </c:pt>
                <c:pt idx="173">
                  <c:v>46002</c:v>
                </c:pt>
                <c:pt idx="174">
                  <c:v>46003</c:v>
                </c:pt>
                <c:pt idx="175">
                  <c:v>46004</c:v>
                </c:pt>
                <c:pt idx="176">
                  <c:v>46005</c:v>
                </c:pt>
                <c:pt idx="177">
                  <c:v>46006</c:v>
                </c:pt>
                <c:pt idx="178">
                  <c:v>46007</c:v>
                </c:pt>
                <c:pt idx="179">
                  <c:v>46008</c:v>
                </c:pt>
                <c:pt idx="180">
                  <c:v>46009</c:v>
                </c:pt>
                <c:pt idx="181">
                  <c:v>46010</c:v>
                </c:pt>
                <c:pt idx="182">
                  <c:v>46011</c:v>
                </c:pt>
                <c:pt idx="183">
                  <c:v>46012</c:v>
                </c:pt>
                <c:pt idx="184">
                  <c:v>46013</c:v>
                </c:pt>
                <c:pt idx="185">
                  <c:v>46014</c:v>
                </c:pt>
                <c:pt idx="186">
                  <c:v>46015</c:v>
                </c:pt>
                <c:pt idx="187">
                  <c:v>46016</c:v>
                </c:pt>
                <c:pt idx="188">
                  <c:v>46017</c:v>
                </c:pt>
                <c:pt idx="189">
                  <c:v>46018</c:v>
                </c:pt>
                <c:pt idx="190">
                  <c:v>46019</c:v>
                </c:pt>
                <c:pt idx="191">
                  <c:v>46020</c:v>
                </c:pt>
                <c:pt idx="192">
                  <c:v>46021</c:v>
                </c:pt>
                <c:pt idx="193">
                  <c:v>46022</c:v>
                </c:pt>
                <c:pt idx="194">
                  <c:v>46023</c:v>
                </c:pt>
                <c:pt idx="195">
                  <c:v>46024</c:v>
                </c:pt>
                <c:pt idx="196">
                  <c:v>46025</c:v>
                </c:pt>
                <c:pt idx="197">
                  <c:v>46026</c:v>
                </c:pt>
                <c:pt idx="198">
                  <c:v>46027</c:v>
                </c:pt>
                <c:pt idx="199">
                  <c:v>46028</c:v>
                </c:pt>
                <c:pt idx="200">
                  <c:v>46029</c:v>
                </c:pt>
                <c:pt idx="201">
                  <c:v>46030</c:v>
                </c:pt>
                <c:pt idx="202">
                  <c:v>46031</c:v>
                </c:pt>
                <c:pt idx="203">
                  <c:v>46032</c:v>
                </c:pt>
                <c:pt idx="204">
                  <c:v>46033</c:v>
                </c:pt>
                <c:pt idx="205">
                  <c:v>46034</c:v>
                </c:pt>
                <c:pt idx="206">
                  <c:v>46035</c:v>
                </c:pt>
                <c:pt idx="207">
                  <c:v>46036</c:v>
                </c:pt>
                <c:pt idx="208">
                  <c:v>46037</c:v>
                </c:pt>
                <c:pt idx="209">
                  <c:v>46038</c:v>
                </c:pt>
                <c:pt idx="210">
                  <c:v>46039</c:v>
                </c:pt>
                <c:pt idx="211">
                  <c:v>46040</c:v>
                </c:pt>
                <c:pt idx="212">
                  <c:v>46041</c:v>
                </c:pt>
                <c:pt idx="213">
                  <c:v>46042</c:v>
                </c:pt>
                <c:pt idx="214">
                  <c:v>46043</c:v>
                </c:pt>
                <c:pt idx="215">
                  <c:v>46044</c:v>
                </c:pt>
                <c:pt idx="216">
                  <c:v>46045</c:v>
                </c:pt>
                <c:pt idx="217">
                  <c:v>46046</c:v>
                </c:pt>
                <c:pt idx="218">
                  <c:v>46047</c:v>
                </c:pt>
                <c:pt idx="219">
                  <c:v>46048</c:v>
                </c:pt>
                <c:pt idx="220">
                  <c:v>46049</c:v>
                </c:pt>
                <c:pt idx="221">
                  <c:v>46050</c:v>
                </c:pt>
                <c:pt idx="222">
                  <c:v>46051</c:v>
                </c:pt>
                <c:pt idx="223">
                  <c:v>46052</c:v>
                </c:pt>
                <c:pt idx="224">
                  <c:v>46053</c:v>
                </c:pt>
                <c:pt idx="225">
                  <c:v>46054</c:v>
                </c:pt>
                <c:pt idx="226">
                  <c:v>46055</c:v>
                </c:pt>
                <c:pt idx="227">
                  <c:v>46056</c:v>
                </c:pt>
                <c:pt idx="228">
                  <c:v>46057</c:v>
                </c:pt>
                <c:pt idx="229">
                  <c:v>46058</c:v>
                </c:pt>
                <c:pt idx="230">
                  <c:v>46059</c:v>
                </c:pt>
                <c:pt idx="231">
                  <c:v>46060</c:v>
                </c:pt>
                <c:pt idx="232">
                  <c:v>46061</c:v>
                </c:pt>
                <c:pt idx="233">
                  <c:v>46062</c:v>
                </c:pt>
                <c:pt idx="234">
                  <c:v>46063</c:v>
                </c:pt>
                <c:pt idx="235">
                  <c:v>46064</c:v>
                </c:pt>
                <c:pt idx="236">
                  <c:v>46065</c:v>
                </c:pt>
                <c:pt idx="237">
                  <c:v>46066</c:v>
                </c:pt>
                <c:pt idx="238">
                  <c:v>46067</c:v>
                </c:pt>
                <c:pt idx="239">
                  <c:v>46068</c:v>
                </c:pt>
                <c:pt idx="240">
                  <c:v>46069</c:v>
                </c:pt>
                <c:pt idx="241">
                  <c:v>46070</c:v>
                </c:pt>
                <c:pt idx="242">
                  <c:v>46071</c:v>
                </c:pt>
                <c:pt idx="243">
                  <c:v>46072</c:v>
                </c:pt>
                <c:pt idx="244">
                  <c:v>46073</c:v>
                </c:pt>
                <c:pt idx="245">
                  <c:v>46074</c:v>
                </c:pt>
                <c:pt idx="246">
                  <c:v>46075</c:v>
                </c:pt>
                <c:pt idx="247">
                  <c:v>46076</c:v>
                </c:pt>
                <c:pt idx="248">
                  <c:v>46077</c:v>
                </c:pt>
                <c:pt idx="249">
                  <c:v>46078</c:v>
                </c:pt>
                <c:pt idx="250">
                  <c:v>46079</c:v>
                </c:pt>
                <c:pt idx="251">
                  <c:v>46080</c:v>
                </c:pt>
                <c:pt idx="252">
                  <c:v>46081</c:v>
                </c:pt>
                <c:pt idx="253">
                  <c:v>46082</c:v>
                </c:pt>
                <c:pt idx="254">
                  <c:v>46083</c:v>
                </c:pt>
                <c:pt idx="255">
                  <c:v>46084</c:v>
                </c:pt>
                <c:pt idx="256">
                  <c:v>46085</c:v>
                </c:pt>
                <c:pt idx="257">
                  <c:v>46086</c:v>
                </c:pt>
                <c:pt idx="258">
                  <c:v>46087</c:v>
                </c:pt>
                <c:pt idx="259">
                  <c:v>46088</c:v>
                </c:pt>
                <c:pt idx="260">
                  <c:v>46089</c:v>
                </c:pt>
                <c:pt idx="261">
                  <c:v>46090</c:v>
                </c:pt>
                <c:pt idx="262">
                  <c:v>46091</c:v>
                </c:pt>
                <c:pt idx="263">
                  <c:v>46092</c:v>
                </c:pt>
                <c:pt idx="264">
                  <c:v>46093</c:v>
                </c:pt>
                <c:pt idx="265">
                  <c:v>46094</c:v>
                </c:pt>
                <c:pt idx="266">
                  <c:v>46095</c:v>
                </c:pt>
                <c:pt idx="267">
                  <c:v>46096</c:v>
                </c:pt>
                <c:pt idx="268">
                  <c:v>46097</c:v>
                </c:pt>
                <c:pt idx="269">
                  <c:v>46098</c:v>
                </c:pt>
                <c:pt idx="270">
                  <c:v>46099</c:v>
                </c:pt>
                <c:pt idx="271">
                  <c:v>46100</c:v>
                </c:pt>
                <c:pt idx="272">
                  <c:v>46101</c:v>
                </c:pt>
                <c:pt idx="273">
                  <c:v>46102</c:v>
                </c:pt>
                <c:pt idx="274">
                  <c:v>46103</c:v>
                </c:pt>
                <c:pt idx="275">
                  <c:v>46104</c:v>
                </c:pt>
                <c:pt idx="276">
                  <c:v>46105</c:v>
                </c:pt>
                <c:pt idx="277">
                  <c:v>46106</c:v>
                </c:pt>
                <c:pt idx="278">
                  <c:v>46107</c:v>
                </c:pt>
                <c:pt idx="279">
                  <c:v>46108</c:v>
                </c:pt>
                <c:pt idx="280">
                  <c:v>46109</c:v>
                </c:pt>
                <c:pt idx="281">
                  <c:v>46110</c:v>
                </c:pt>
                <c:pt idx="282">
                  <c:v>46111</c:v>
                </c:pt>
                <c:pt idx="283">
                  <c:v>46112</c:v>
                </c:pt>
                <c:pt idx="284">
                  <c:v>46113</c:v>
                </c:pt>
                <c:pt idx="285">
                  <c:v>46114</c:v>
                </c:pt>
                <c:pt idx="286">
                  <c:v>46115</c:v>
                </c:pt>
                <c:pt idx="287">
                  <c:v>46116</c:v>
                </c:pt>
                <c:pt idx="288">
                  <c:v>46117</c:v>
                </c:pt>
                <c:pt idx="289">
                  <c:v>46118</c:v>
                </c:pt>
                <c:pt idx="290">
                  <c:v>46119</c:v>
                </c:pt>
                <c:pt idx="291">
                  <c:v>46120</c:v>
                </c:pt>
                <c:pt idx="292">
                  <c:v>46121</c:v>
                </c:pt>
                <c:pt idx="293">
                  <c:v>46122</c:v>
                </c:pt>
                <c:pt idx="294">
                  <c:v>46123</c:v>
                </c:pt>
                <c:pt idx="295">
                  <c:v>46124</c:v>
                </c:pt>
                <c:pt idx="296">
                  <c:v>46125</c:v>
                </c:pt>
                <c:pt idx="297">
                  <c:v>46126</c:v>
                </c:pt>
                <c:pt idx="298">
                  <c:v>46127</c:v>
                </c:pt>
                <c:pt idx="299">
                  <c:v>46128</c:v>
                </c:pt>
                <c:pt idx="300">
                  <c:v>46129</c:v>
                </c:pt>
                <c:pt idx="301">
                  <c:v>46130</c:v>
                </c:pt>
                <c:pt idx="302">
                  <c:v>46131</c:v>
                </c:pt>
                <c:pt idx="303">
                  <c:v>46132</c:v>
                </c:pt>
                <c:pt idx="304">
                  <c:v>46133</c:v>
                </c:pt>
                <c:pt idx="305">
                  <c:v>46134</c:v>
                </c:pt>
                <c:pt idx="306">
                  <c:v>46135</c:v>
                </c:pt>
                <c:pt idx="307">
                  <c:v>46136</c:v>
                </c:pt>
                <c:pt idx="308">
                  <c:v>46137</c:v>
                </c:pt>
                <c:pt idx="309">
                  <c:v>46138</c:v>
                </c:pt>
                <c:pt idx="310">
                  <c:v>46139</c:v>
                </c:pt>
                <c:pt idx="311">
                  <c:v>46140</c:v>
                </c:pt>
                <c:pt idx="312">
                  <c:v>46141</c:v>
                </c:pt>
                <c:pt idx="313">
                  <c:v>46142</c:v>
                </c:pt>
                <c:pt idx="314">
                  <c:v>46143</c:v>
                </c:pt>
                <c:pt idx="315">
                  <c:v>46144</c:v>
                </c:pt>
                <c:pt idx="316">
                  <c:v>46145</c:v>
                </c:pt>
                <c:pt idx="317">
                  <c:v>46146</c:v>
                </c:pt>
                <c:pt idx="318">
                  <c:v>46147</c:v>
                </c:pt>
                <c:pt idx="319">
                  <c:v>46148</c:v>
                </c:pt>
                <c:pt idx="320">
                  <c:v>46149</c:v>
                </c:pt>
                <c:pt idx="321">
                  <c:v>46150</c:v>
                </c:pt>
                <c:pt idx="322">
                  <c:v>46151</c:v>
                </c:pt>
                <c:pt idx="323">
                  <c:v>46152</c:v>
                </c:pt>
                <c:pt idx="324">
                  <c:v>46153</c:v>
                </c:pt>
                <c:pt idx="325">
                  <c:v>46154</c:v>
                </c:pt>
                <c:pt idx="326">
                  <c:v>46155</c:v>
                </c:pt>
                <c:pt idx="327">
                  <c:v>46156</c:v>
                </c:pt>
                <c:pt idx="328">
                  <c:v>46157</c:v>
                </c:pt>
                <c:pt idx="329">
                  <c:v>46158</c:v>
                </c:pt>
                <c:pt idx="330">
                  <c:v>46159</c:v>
                </c:pt>
                <c:pt idx="331">
                  <c:v>46160</c:v>
                </c:pt>
                <c:pt idx="332">
                  <c:v>46161</c:v>
                </c:pt>
                <c:pt idx="333">
                  <c:v>46162</c:v>
                </c:pt>
                <c:pt idx="334">
                  <c:v>46163</c:v>
                </c:pt>
                <c:pt idx="335">
                  <c:v>46164</c:v>
                </c:pt>
                <c:pt idx="336">
                  <c:v>46165</c:v>
                </c:pt>
                <c:pt idx="337">
                  <c:v>46166</c:v>
                </c:pt>
                <c:pt idx="338">
                  <c:v>46167</c:v>
                </c:pt>
                <c:pt idx="339">
                  <c:v>46168</c:v>
                </c:pt>
                <c:pt idx="340">
                  <c:v>46169</c:v>
                </c:pt>
                <c:pt idx="341">
                  <c:v>46170</c:v>
                </c:pt>
                <c:pt idx="342">
                  <c:v>46171</c:v>
                </c:pt>
                <c:pt idx="343">
                  <c:v>46172</c:v>
                </c:pt>
                <c:pt idx="344">
                  <c:v>46173</c:v>
                </c:pt>
                <c:pt idx="345">
                  <c:v>46174</c:v>
                </c:pt>
                <c:pt idx="346">
                  <c:v>46175</c:v>
                </c:pt>
                <c:pt idx="347">
                  <c:v>46176</c:v>
                </c:pt>
                <c:pt idx="348">
                  <c:v>46177</c:v>
                </c:pt>
                <c:pt idx="349">
                  <c:v>46178</c:v>
                </c:pt>
                <c:pt idx="350">
                  <c:v>46179</c:v>
                </c:pt>
                <c:pt idx="351">
                  <c:v>46180</c:v>
                </c:pt>
                <c:pt idx="352">
                  <c:v>46181</c:v>
                </c:pt>
                <c:pt idx="353">
                  <c:v>46182</c:v>
                </c:pt>
                <c:pt idx="354">
                  <c:v>46183</c:v>
                </c:pt>
                <c:pt idx="355">
                  <c:v>46184</c:v>
                </c:pt>
                <c:pt idx="356">
                  <c:v>46185</c:v>
                </c:pt>
                <c:pt idx="357">
                  <c:v>46186</c:v>
                </c:pt>
                <c:pt idx="358">
                  <c:v>46187</c:v>
                </c:pt>
                <c:pt idx="359">
                  <c:v>46188</c:v>
                </c:pt>
                <c:pt idx="360">
                  <c:v>46189</c:v>
                </c:pt>
                <c:pt idx="361">
                  <c:v>46190</c:v>
                </c:pt>
                <c:pt idx="362">
                  <c:v>46191</c:v>
                </c:pt>
                <c:pt idx="363">
                  <c:v>46192</c:v>
                </c:pt>
                <c:pt idx="364">
                  <c:v>46193</c:v>
                </c:pt>
              </c:numCache>
            </c:numRef>
          </c:cat>
          <c:val>
            <c:numRef>
              <c:f>'3G Voice'!$E$2:$E$366</c:f>
              <c:numCache>
                <c:formatCode>General</c:formatCode>
                <c:ptCount val="365"/>
                <c:pt idx="0">
                  <c:v>171.49440000000001</c:v>
                </c:pt>
                <c:pt idx="1">
                  <c:v>185.94409999999999</c:v>
                </c:pt>
                <c:pt idx="2">
                  <c:v>214.93029999999999</c:v>
                </c:pt>
                <c:pt idx="3">
                  <c:v>172.14869999999999</c:v>
                </c:pt>
                <c:pt idx="4">
                  <c:v>195.50040000000001</c:v>
                </c:pt>
                <c:pt idx="5">
                  <c:v>215.5874</c:v>
                </c:pt>
                <c:pt idx="6">
                  <c:v>208.8871</c:v>
                </c:pt>
                <c:pt idx="7">
                  <c:v>201.96119999999999</c:v>
                </c:pt>
                <c:pt idx="8">
                  <c:v>219.44399999999999</c:v>
                </c:pt>
                <c:pt idx="9">
                  <c:v>241.41390000000001</c:v>
                </c:pt>
                <c:pt idx="10">
                  <c:v>210.52680000000001</c:v>
                </c:pt>
                <c:pt idx="11">
                  <c:v>224.29859999999999</c:v>
                </c:pt>
                <c:pt idx="12">
                  <c:v>193.232</c:v>
                </c:pt>
                <c:pt idx="13">
                  <c:v>208.1377</c:v>
                </c:pt>
                <c:pt idx="14">
                  <c:v>196.14709999999999</c:v>
                </c:pt>
                <c:pt idx="15">
                  <c:v>194.715</c:v>
                </c:pt>
                <c:pt idx="16">
                  <c:v>206.21449999999999</c:v>
                </c:pt>
                <c:pt idx="17">
                  <c:v>189.529</c:v>
                </c:pt>
                <c:pt idx="18">
                  <c:v>213.5523</c:v>
                </c:pt>
                <c:pt idx="19">
                  <c:v>197.9623</c:v>
                </c:pt>
                <c:pt idx="20">
                  <c:v>214.7852</c:v>
                </c:pt>
                <c:pt idx="21">
                  <c:v>211.94040000000001</c:v>
                </c:pt>
                <c:pt idx="22">
                  <c:v>197.94970000000001</c:v>
                </c:pt>
                <c:pt idx="23">
                  <c:v>214.61709999999999</c:v>
                </c:pt>
                <c:pt idx="24">
                  <c:v>201.04519999999999</c:v>
                </c:pt>
                <c:pt idx="25">
                  <c:v>195.9402</c:v>
                </c:pt>
                <c:pt idx="26">
                  <c:v>201.8141</c:v>
                </c:pt>
                <c:pt idx="27">
                  <c:v>199.2704</c:v>
                </c:pt>
                <c:pt idx="28">
                  <c:v>200.9674</c:v>
                </c:pt>
                <c:pt idx="29">
                  <c:v>197.45259999999999</c:v>
                </c:pt>
                <c:pt idx="30">
                  <c:v>212.5745</c:v>
                </c:pt>
                <c:pt idx="31">
                  <c:v>224.37629999999999</c:v>
                </c:pt>
                <c:pt idx="32">
                  <c:v>213.02209999999999</c:v>
                </c:pt>
                <c:pt idx="33">
                  <c:v>195.74979999999999</c:v>
                </c:pt>
                <c:pt idx="34">
                  <c:v>189.72300000000001</c:v>
                </c:pt>
                <c:pt idx="35">
                  <c:v>194.8312</c:v>
                </c:pt>
                <c:pt idx="36">
                  <c:v>185.6558</c:v>
                </c:pt>
                <c:pt idx="37">
                  <c:v>201.78290000000001</c:v>
                </c:pt>
                <c:pt idx="38">
                  <c:v>216.45869999999999</c:v>
                </c:pt>
                <c:pt idx="39">
                  <c:v>214.00630000000001</c:v>
                </c:pt>
                <c:pt idx="40">
                  <c:v>216.4735</c:v>
                </c:pt>
                <c:pt idx="41">
                  <c:v>218.64689999999999</c:v>
                </c:pt>
                <c:pt idx="42">
                  <c:v>199.001</c:v>
                </c:pt>
                <c:pt idx="43">
                  <c:v>206.46289999999999</c:v>
                </c:pt>
                <c:pt idx="44">
                  <c:v>211.3357</c:v>
                </c:pt>
                <c:pt idx="45">
                  <c:v>210.34200000000001</c:v>
                </c:pt>
                <c:pt idx="46">
                  <c:v>214.24090000000001</c:v>
                </c:pt>
                <c:pt idx="47">
                  <c:v>217.70070000000001</c:v>
                </c:pt>
                <c:pt idx="48">
                  <c:v>211.98500000000001</c:v>
                </c:pt>
                <c:pt idx="49">
                  <c:v>213.7672</c:v>
                </c:pt>
                <c:pt idx="50">
                  <c:v>220.9143</c:v>
                </c:pt>
                <c:pt idx="51">
                  <c:v>216.59790000000001</c:v>
                </c:pt>
                <c:pt idx="52">
                  <c:v>211.19829999999999</c:v>
                </c:pt>
                <c:pt idx="53">
                  <c:v>204.59119999999999</c:v>
                </c:pt>
                <c:pt idx="54">
                  <c:v>209.4915</c:v>
                </c:pt>
                <c:pt idx="55">
                  <c:v>193.89070000000001</c:v>
                </c:pt>
                <c:pt idx="56">
                  <c:v>209.30590000000001</c:v>
                </c:pt>
                <c:pt idx="57">
                  <c:v>205.00749999999999</c:v>
                </c:pt>
                <c:pt idx="58">
                  <c:v>222.88820000000001</c:v>
                </c:pt>
                <c:pt idx="59">
                  <c:v>235.49940000000001</c:v>
                </c:pt>
                <c:pt idx="60">
                  <c:v>237.52969999999999</c:v>
                </c:pt>
                <c:pt idx="61">
                  <c:v>225.88800000000001</c:v>
                </c:pt>
                <c:pt idx="62">
                  <c:v>220.06319999999999</c:v>
                </c:pt>
                <c:pt idx="63">
                  <c:v>218.6961</c:v>
                </c:pt>
                <c:pt idx="64">
                  <c:v>221.63980000000001</c:v>
                </c:pt>
                <c:pt idx="65">
                  <c:v>214.59289999999999</c:v>
                </c:pt>
                <c:pt idx="66">
                  <c:v>229.76499999999999</c:v>
                </c:pt>
                <c:pt idx="67">
                  <c:v>228.90100000000001</c:v>
                </c:pt>
                <c:pt idx="68">
                  <c:v>211.76480000000001</c:v>
                </c:pt>
                <c:pt idx="69">
                  <c:v>198.52279999999999</c:v>
                </c:pt>
                <c:pt idx="70">
                  <c:v>201.54320000000001</c:v>
                </c:pt>
                <c:pt idx="71">
                  <c:v>205.32159999999999</c:v>
                </c:pt>
                <c:pt idx="72">
                  <c:v>225.28870000000001</c:v>
                </c:pt>
                <c:pt idx="73">
                  <c:v>239.2978</c:v>
                </c:pt>
                <c:pt idx="74">
                  <c:v>209.6217</c:v>
                </c:pt>
                <c:pt idx="75">
                  <c:v>204.06209999999999</c:v>
                </c:pt>
                <c:pt idx="76">
                  <c:v>192.15199999999999</c:v>
                </c:pt>
                <c:pt idx="77">
                  <c:v>186.6902</c:v>
                </c:pt>
                <c:pt idx="78">
                  <c:v>176.39429999999999</c:v>
                </c:pt>
                <c:pt idx="79">
                  <c:v>187.51830000000001</c:v>
                </c:pt>
                <c:pt idx="80">
                  <c:v>177.61080000000001</c:v>
                </c:pt>
                <c:pt idx="81">
                  <c:v>187.36410000000001</c:v>
                </c:pt>
                <c:pt idx="82">
                  <c:v>180.5256</c:v>
                </c:pt>
                <c:pt idx="83">
                  <c:v>175.8</c:v>
                </c:pt>
                <c:pt idx="84">
                  <c:v>191.11660000000001</c:v>
                </c:pt>
                <c:pt idx="85">
                  <c:v>196.39320000000001</c:v>
                </c:pt>
                <c:pt idx="86">
                  <c:v>200.26939999999999</c:v>
                </c:pt>
                <c:pt idx="87">
                  <c:v>197.71350000000001</c:v>
                </c:pt>
                <c:pt idx="88">
                  <c:v>186.96430000000001</c:v>
                </c:pt>
                <c:pt idx="89">
                  <c:v>189.79079999999999</c:v>
                </c:pt>
                <c:pt idx="90">
                  <c:v>198.47149999999999</c:v>
                </c:pt>
                <c:pt idx="91">
                  <c:v>191.34119999999999</c:v>
                </c:pt>
                <c:pt idx="92">
                  <c:v>190.63229999999999</c:v>
                </c:pt>
                <c:pt idx="93">
                  <c:v>190.82339999999999</c:v>
                </c:pt>
                <c:pt idx="94">
                  <c:v>182.38300000000001</c:v>
                </c:pt>
                <c:pt idx="95">
                  <c:v>184.221</c:v>
                </c:pt>
                <c:pt idx="96">
                  <c:v>188.12899999999999</c:v>
                </c:pt>
                <c:pt idx="97">
                  <c:v>197.86590000000001</c:v>
                </c:pt>
                <c:pt idx="98">
                  <c:v>174.21879999999999</c:v>
                </c:pt>
                <c:pt idx="99">
                  <c:v>187.4982</c:v>
                </c:pt>
                <c:pt idx="100">
                  <c:v>215.60239999999999</c:v>
                </c:pt>
                <c:pt idx="101">
                  <c:v>212.3802</c:v>
                </c:pt>
                <c:pt idx="102">
                  <c:v>194.744</c:v>
                </c:pt>
                <c:pt idx="103">
                  <c:v>207.488</c:v>
                </c:pt>
                <c:pt idx="104">
                  <c:v>206.53020000000001</c:v>
                </c:pt>
                <c:pt idx="105">
                  <c:v>179.04750000000001</c:v>
                </c:pt>
                <c:pt idx="106">
                  <c:v>174.79470000000001</c:v>
                </c:pt>
                <c:pt idx="107">
                  <c:v>176.71940000000001</c:v>
                </c:pt>
                <c:pt idx="108">
                  <c:v>163.68389999999999</c:v>
                </c:pt>
                <c:pt idx="109">
                  <c:v>180.0455</c:v>
                </c:pt>
                <c:pt idx="110">
                  <c:v>130.48560000000001</c:v>
                </c:pt>
                <c:pt idx="111">
                  <c:v>173.58760000000001</c:v>
                </c:pt>
                <c:pt idx="112">
                  <c:v>222.60720000000001</c:v>
                </c:pt>
                <c:pt idx="113">
                  <c:v>206.6285</c:v>
                </c:pt>
                <c:pt idx="114">
                  <c:v>213.34979999999999</c:v>
                </c:pt>
                <c:pt idx="115">
                  <c:v>201.82409999999999</c:v>
                </c:pt>
                <c:pt idx="116">
                  <c:v>183.64779999999999</c:v>
                </c:pt>
                <c:pt idx="117">
                  <c:v>180.2758</c:v>
                </c:pt>
                <c:pt idx="118">
                  <c:v>188.57249999999999</c:v>
                </c:pt>
                <c:pt idx="119">
                  <c:v>187.81530000000001</c:v>
                </c:pt>
                <c:pt idx="120">
                  <c:v>209.48589999999999</c:v>
                </c:pt>
                <c:pt idx="121">
                  <c:v>211.41059999999999</c:v>
                </c:pt>
                <c:pt idx="122">
                  <c:v>207.94229999999999</c:v>
                </c:pt>
                <c:pt idx="123">
                  <c:v>197.15539999999999</c:v>
                </c:pt>
                <c:pt idx="124">
                  <c:v>184.51220000000001</c:v>
                </c:pt>
                <c:pt idx="125">
                  <c:v>173.6284</c:v>
                </c:pt>
                <c:pt idx="126">
                  <c:v>210.7945</c:v>
                </c:pt>
                <c:pt idx="127">
                  <c:v>86.131299999999996</c:v>
                </c:pt>
                <c:pt idx="128">
                  <c:v>186.7764</c:v>
                </c:pt>
                <c:pt idx="129">
                  <c:v>214.28659999999999</c:v>
                </c:pt>
                <c:pt idx="130">
                  <c:v>188.54689999999999</c:v>
                </c:pt>
                <c:pt idx="131">
                  <c:v>221.38300000000001</c:v>
                </c:pt>
                <c:pt idx="132">
                  <c:v>187.5153</c:v>
                </c:pt>
                <c:pt idx="133">
                  <c:v>207.68719999999999</c:v>
                </c:pt>
                <c:pt idx="134">
                  <c:v>184.68350000000001</c:v>
                </c:pt>
                <c:pt idx="135">
                  <c:v>215.63</c:v>
                </c:pt>
                <c:pt idx="136">
                  <c:v>223.93799999999999</c:v>
                </c:pt>
                <c:pt idx="137">
                  <c:v>205.499</c:v>
                </c:pt>
                <c:pt idx="139">
                  <c:v>172.54990000000001</c:v>
                </c:pt>
                <c:pt idx="140">
                  <c:v>190.054</c:v>
                </c:pt>
                <c:pt idx="141">
                  <c:v>183.82560000000001</c:v>
                </c:pt>
                <c:pt idx="142">
                  <c:v>194.43549999999999</c:v>
                </c:pt>
                <c:pt idx="143">
                  <c:v>199.5986</c:v>
                </c:pt>
                <c:pt idx="144">
                  <c:v>201.66050000000001</c:v>
                </c:pt>
                <c:pt idx="145">
                  <c:v>206.99340000000001</c:v>
                </c:pt>
                <c:pt idx="146">
                  <c:v>208.15</c:v>
                </c:pt>
                <c:pt idx="147">
                  <c:v>196.80869999999999</c:v>
                </c:pt>
                <c:pt idx="148">
                  <c:v>180.22839999999999</c:v>
                </c:pt>
                <c:pt idx="149">
                  <c:v>206.11420000000001</c:v>
                </c:pt>
                <c:pt idx="150">
                  <c:v>204.38740000000001</c:v>
                </c:pt>
                <c:pt idx="151">
                  <c:v>228.65950000000001</c:v>
                </c:pt>
                <c:pt idx="152">
                  <c:v>196.93180000000001</c:v>
                </c:pt>
                <c:pt idx="153">
                  <c:v>199.9907</c:v>
                </c:pt>
                <c:pt idx="154">
                  <c:v>171.65110000000001</c:v>
                </c:pt>
                <c:pt idx="155">
                  <c:v>177.08949999999999</c:v>
                </c:pt>
                <c:pt idx="156">
                  <c:v>180.4623</c:v>
                </c:pt>
                <c:pt idx="157">
                  <c:v>191.97020000000001</c:v>
                </c:pt>
                <c:pt idx="158">
                  <c:v>178.94569999999999</c:v>
                </c:pt>
                <c:pt idx="159">
                  <c:v>182.2253</c:v>
                </c:pt>
                <c:pt idx="160">
                  <c:v>55.476399999999998</c:v>
                </c:pt>
                <c:pt idx="161">
                  <c:v>56.003700000000002</c:v>
                </c:pt>
                <c:pt idx="162">
                  <c:v>88.592399999999998</c:v>
                </c:pt>
                <c:pt idx="163">
                  <c:v>69.904799999999994</c:v>
                </c:pt>
                <c:pt idx="164">
                  <c:v>130.02979999999999</c:v>
                </c:pt>
                <c:pt idx="165">
                  <c:v>167.8887</c:v>
                </c:pt>
                <c:pt idx="166">
                  <c:v>167.0042</c:v>
                </c:pt>
                <c:pt idx="167">
                  <c:v>179.55670000000001</c:v>
                </c:pt>
                <c:pt idx="168">
                  <c:v>156.6283</c:v>
                </c:pt>
                <c:pt idx="169">
                  <c:v>161.04859999999999</c:v>
                </c:pt>
                <c:pt idx="170">
                  <c:v>182.63579999999999</c:v>
                </c:pt>
                <c:pt idx="171">
                  <c:v>178.22880000000001</c:v>
                </c:pt>
                <c:pt idx="172">
                  <c:v>181.4709</c:v>
                </c:pt>
                <c:pt idx="173">
                  <c:v>180.14189999999999</c:v>
                </c:pt>
                <c:pt idx="174">
                  <c:v>184.49250000000001</c:v>
                </c:pt>
                <c:pt idx="175">
                  <c:v>153.53309999999999</c:v>
                </c:pt>
                <c:pt idx="176">
                  <c:v>168.9665</c:v>
                </c:pt>
                <c:pt idx="177">
                  <c:v>187.48419999999999</c:v>
                </c:pt>
                <c:pt idx="178">
                  <c:v>179.21250000000001</c:v>
                </c:pt>
                <c:pt idx="179">
                  <c:v>169.416</c:v>
                </c:pt>
                <c:pt idx="180">
                  <c:v>173.786</c:v>
                </c:pt>
                <c:pt idx="181">
                  <c:v>190.1309</c:v>
                </c:pt>
                <c:pt idx="182">
                  <c:v>166.1028</c:v>
                </c:pt>
                <c:pt idx="183">
                  <c:v>156.11179999999999</c:v>
                </c:pt>
                <c:pt idx="184">
                  <c:v>184.31479999999999</c:v>
                </c:pt>
                <c:pt idx="185">
                  <c:v>161.6737</c:v>
                </c:pt>
                <c:pt idx="186">
                  <c:v>188.2543</c:v>
                </c:pt>
                <c:pt idx="187">
                  <c:v>147.81280000000001</c:v>
                </c:pt>
                <c:pt idx="188">
                  <c:v>171.40010000000001</c:v>
                </c:pt>
                <c:pt idx="189">
                  <c:v>169.06970000000001</c:v>
                </c:pt>
                <c:pt idx="190">
                  <c:v>170.10560000000001</c:v>
                </c:pt>
                <c:pt idx="191">
                  <c:v>192.4623</c:v>
                </c:pt>
                <c:pt idx="192">
                  <c:v>187.45529999999999</c:v>
                </c:pt>
                <c:pt idx="193">
                  <c:v>202.35929999999999</c:v>
                </c:pt>
                <c:pt idx="194">
                  <c:v>212.58860000000001</c:v>
                </c:pt>
                <c:pt idx="195">
                  <c:v>195.89</c:v>
                </c:pt>
                <c:pt idx="196">
                  <c:v>205.5684</c:v>
                </c:pt>
                <c:pt idx="197">
                  <c:v>182.8399</c:v>
                </c:pt>
                <c:pt idx="198">
                  <c:v>190.20240000000001</c:v>
                </c:pt>
                <c:pt idx="199">
                  <c:v>194.7466</c:v>
                </c:pt>
                <c:pt idx="200">
                  <c:v>178.67570000000001</c:v>
                </c:pt>
                <c:pt idx="201">
                  <c:v>180.11359999999999</c:v>
                </c:pt>
                <c:pt idx="202">
                  <c:v>184.14420000000001</c:v>
                </c:pt>
                <c:pt idx="203">
                  <c:v>157.0583</c:v>
                </c:pt>
                <c:pt idx="204">
                  <c:v>180.83160000000001</c:v>
                </c:pt>
                <c:pt idx="205">
                  <c:v>176.74440000000001</c:v>
                </c:pt>
                <c:pt idx="206">
                  <c:v>176.25120000000001</c:v>
                </c:pt>
                <c:pt idx="207">
                  <c:v>154.82320000000001</c:v>
                </c:pt>
                <c:pt idx="208">
                  <c:v>158.9408</c:v>
                </c:pt>
                <c:pt idx="209">
                  <c:v>162.65049999999999</c:v>
                </c:pt>
                <c:pt idx="210">
                  <c:v>158.1199</c:v>
                </c:pt>
                <c:pt idx="211">
                  <c:v>157.51949999999999</c:v>
                </c:pt>
                <c:pt idx="212">
                  <c:v>166.37639999999999</c:v>
                </c:pt>
                <c:pt idx="213">
                  <c:v>166.5675</c:v>
                </c:pt>
                <c:pt idx="214">
                  <c:v>154.5147</c:v>
                </c:pt>
                <c:pt idx="215">
                  <c:v>143.3501</c:v>
                </c:pt>
                <c:pt idx="216">
                  <c:v>155.09469999999999</c:v>
                </c:pt>
                <c:pt idx="217">
                  <c:v>138.94319999999999</c:v>
                </c:pt>
                <c:pt idx="218">
                  <c:v>144.4171</c:v>
                </c:pt>
                <c:pt idx="219">
                  <c:v>163.03450000000001</c:v>
                </c:pt>
                <c:pt idx="220">
                  <c:v>161.43020000000001</c:v>
                </c:pt>
                <c:pt idx="221">
                  <c:v>146.00049999999999</c:v>
                </c:pt>
                <c:pt idx="222">
                  <c:v>125.8836</c:v>
                </c:pt>
                <c:pt idx="223">
                  <c:v>155.58529999999999</c:v>
                </c:pt>
                <c:pt idx="224">
                  <c:v>166.0548</c:v>
                </c:pt>
                <c:pt idx="225">
                  <c:v>142.01</c:v>
                </c:pt>
                <c:pt idx="226">
                  <c:v>160.04830000000001</c:v>
                </c:pt>
                <c:pt idx="227">
                  <c:v>156.67910000000001</c:v>
                </c:pt>
                <c:pt idx="228">
                  <c:v>165.6934</c:v>
                </c:pt>
                <c:pt idx="229">
                  <c:v>156.8767</c:v>
                </c:pt>
                <c:pt idx="230">
                  <c:v>152.76060000000001</c:v>
                </c:pt>
                <c:pt idx="231">
                  <c:v>152.52269999999999</c:v>
                </c:pt>
                <c:pt idx="232">
                  <c:v>162.91659999999999</c:v>
                </c:pt>
                <c:pt idx="233">
                  <c:v>175.7097</c:v>
                </c:pt>
                <c:pt idx="234">
                  <c:v>167.57579999999999</c:v>
                </c:pt>
                <c:pt idx="235">
                  <c:v>164.9487</c:v>
                </c:pt>
                <c:pt idx="236">
                  <c:v>155.8853</c:v>
                </c:pt>
                <c:pt idx="237">
                  <c:v>177.13200000000001</c:v>
                </c:pt>
                <c:pt idx="238">
                  <c:v>172.5421</c:v>
                </c:pt>
                <c:pt idx="239">
                  <c:v>165.80760000000001</c:v>
                </c:pt>
                <c:pt idx="240">
                  <c:v>155.12270000000001</c:v>
                </c:pt>
                <c:pt idx="241">
                  <c:v>162.8098</c:v>
                </c:pt>
                <c:pt idx="242">
                  <c:v>163.8312</c:v>
                </c:pt>
                <c:pt idx="243">
                  <c:v>144.46639999999999</c:v>
                </c:pt>
                <c:pt idx="244">
                  <c:v>161.7353</c:v>
                </c:pt>
                <c:pt idx="245">
                  <c:v>148.5189</c:v>
                </c:pt>
                <c:pt idx="246">
                  <c:v>132.7833</c:v>
                </c:pt>
                <c:pt idx="247">
                  <c:v>153.19390000000001</c:v>
                </c:pt>
                <c:pt idx="248">
                  <c:v>132.733</c:v>
                </c:pt>
                <c:pt idx="249">
                  <c:v>140.2647</c:v>
                </c:pt>
                <c:pt idx="250">
                  <c:v>144.40199999999999</c:v>
                </c:pt>
                <c:pt idx="251">
                  <c:v>141.04740000000001</c:v>
                </c:pt>
                <c:pt idx="252">
                  <c:v>143.0162</c:v>
                </c:pt>
                <c:pt idx="253">
                  <c:v>129.9408</c:v>
                </c:pt>
                <c:pt idx="254">
                  <c:v>136.3364</c:v>
                </c:pt>
                <c:pt idx="255">
                  <c:v>147.4939</c:v>
                </c:pt>
                <c:pt idx="256">
                  <c:v>143.82769999999999</c:v>
                </c:pt>
                <c:pt idx="257">
                  <c:v>162.33770000000001</c:v>
                </c:pt>
                <c:pt idx="258">
                  <c:v>143.87690000000001</c:v>
                </c:pt>
                <c:pt idx="259">
                  <c:v>150.5566</c:v>
                </c:pt>
                <c:pt idx="260">
                  <c:v>159.12700000000001</c:v>
                </c:pt>
                <c:pt idx="261">
                  <c:v>155.90469999999999</c:v>
                </c:pt>
                <c:pt idx="262">
                  <c:v>166.18719999999999</c:v>
                </c:pt>
                <c:pt idx="263">
                  <c:v>146.86490000000001</c:v>
                </c:pt>
                <c:pt idx="264">
                  <c:v>170.7628</c:v>
                </c:pt>
                <c:pt idx="265">
                  <c:v>160.9676</c:v>
                </c:pt>
                <c:pt idx="266">
                  <c:v>169.465</c:v>
                </c:pt>
                <c:pt idx="267">
                  <c:v>153.4956</c:v>
                </c:pt>
                <c:pt idx="268">
                  <c:v>167.12729999999999</c:v>
                </c:pt>
                <c:pt idx="269">
                  <c:v>172.4171</c:v>
                </c:pt>
                <c:pt idx="270">
                  <c:v>147.06</c:v>
                </c:pt>
                <c:pt idx="271">
                  <c:v>171.7473</c:v>
                </c:pt>
                <c:pt idx="272">
                  <c:v>162.0213</c:v>
                </c:pt>
                <c:pt idx="273">
                  <c:v>167.5444</c:v>
                </c:pt>
                <c:pt idx="274">
                  <c:v>144.8021</c:v>
                </c:pt>
                <c:pt idx="275">
                  <c:v>162.108</c:v>
                </c:pt>
                <c:pt idx="276">
                  <c:v>162.06139999999999</c:v>
                </c:pt>
                <c:pt idx="277">
                  <c:v>143.9049</c:v>
                </c:pt>
                <c:pt idx="278">
                  <c:v>161.96610000000001</c:v>
                </c:pt>
                <c:pt idx="279">
                  <c:v>158.2011</c:v>
                </c:pt>
                <c:pt idx="280">
                  <c:v>143.84569999999999</c:v>
                </c:pt>
                <c:pt idx="281">
                  <c:v>135.01730000000001</c:v>
                </c:pt>
                <c:pt idx="282">
                  <c:v>160.5444</c:v>
                </c:pt>
                <c:pt idx="283">
                  <c:v>164.0187</c:v>
                </c:pt>
                <c:pt idx="284">
                  <c:v>160.6514</c:v>
                </c:pt>
                <c:pt idx="285">
                  <c:v>145.86699999999999</c:v>
                </c:pt>
                <c:pt idx="286">
                  <c:v>134.1935</c:v>
                </c:pt>
                <c:pt idx="287">
                  <c:v>150.16560000000001</c:v>
                </c:pt>
                <c:pt idx="288">
                  <c:v>146.74610000000001</c:v>
                </c:pt>
                <c:pt idx="289">
                  <c:v>158.86680000000001</c:v>
                </c:pt>
                <c:pt idx="290">
                  <c:v>167.08969999999999</c:v>
                </c:pt>
                <c:pt idx="291">
                  <c:v>159.90719999999999</c:v>
                </c:pt>
                <c:pt idx="292">
                  <c:v>148.22749999999999</c:v>
                </c:pt>
                <c:pt idx="293">
                  <c:v>147.0446</c:v>
                </c:pt>
                <c:pt idx="294">
                  <c:v>130.5564</c:v>
                </c:pt>
                <c:pt idx="295">
                  <c:v>118.6611</c:v>
                </c:pt>
                <c:pt idx="296">
                  <c:v>116.785</c:v>
                </c:pt>
                <c:pt idx="297">
                  <c:v>115.4588</c:v>
                </c:pt>
                <c:pt idx="298">
                  <c:v>112.0793</c:v>
                </c:pt>
                <c:pt idx="299">
                  <c:v>129.1447</c:v>
                </c:pt>
                <c:pt idx="300">
                  <c:v>134.20750000000001</c:v>
                </c:pt>
                <c:pt idx="301">
                  <c:v>143.1241</c:v>
                </c:pt>
                <c:pt idx="302">
                  <c:v>141.2757</c:v>
                </c:pt>
                <c:pt idx="303">
                  <c:v>151.38290000000001</c:v>
                </c:pt>
                <c:pt idx="304">
                  <c:v>147.51820000000001</c:v>
                </c:pt>
                <c:pt idx="305">
                  <c:v>160.97980000000001</c:v>
                </c:pt>
                <c:pt idx="306">
                  <c:v>140.82769999999999</c:v>
                </c:pt>
                <c:pt idx="307">
                  <c:v>157.94890000000001</c:v>
                </c:pt>
                <c:pt idx="308">
                  <c:v>148.518</c:v>
                </c:pt>
                <c:pt idx="309">
                  <c:v>142.0008</c:v>
                </c:pt>
                <c:pt idx="310">
                  <c:v>169.06469999999999</c:v>
                </c:pt>
                <c:pt idx="311">
                  <c:v>143.89660000000001</c:v>
                </c:pt>
                <c:pt idx="312">
                  <c:v>144.851</c:v>
                </c:pt>
                <c:pt idx="313">
                  <c:v>154.20840000000001</c:v>
                </c:pt>
                <c:pt idx="314">
                  <c:v>136.12700000000001</c:v>
                </c:pt>
                <c:pt idx="315">
                  <c:v>133.4271</c:v>
                </c:pt>
                <c:pt idx="316">
                  <c:v>136.3844</c:v>
                </c:pt>
                <c:pt idx="317">
                  <c:v>138.09880000000001</c:v>
                </c:pt>
                <c:pt idx="318">
                  <c:v>138.49760000000001</c:v>
                </c:pt>
                <c:pt idx="319">
                  <c:v>140.62459999999999</c:v>
                </c:pt>
                <c:pt idx="320">
                  <c:v>144.4649</c:v>
                </c:pt>
                <c:pt idx="321">
                  <c:v>155.61510000000001</c:v>
                </c:pt>
                <c:pt idx="322">
                  <c:v>136.05189999999999</c:v>
                </c:pt>
                <c:pt idx="323">
                  <c:v>141.66579999999999</c:v>
                </c:pt>
                <c:pt idx="324">
                  <c:v>148.5067</c:v>
                </c:pt>
                <c:pt idx="325">
                  <c:v>155.57689999999999</c:v>
                </c:pt>
                <c:pt idx="326">
                  <c:v>148.15110000000001</c:v>
                </c:pt>
                <c:pt idx="327">
                  <c:v>142.59710000000001</c:v>
                </c:pt>
                <c:pt idx="328">
                  <c:v>139.55330000000001</c:v>
                </c:pt>
                <c:pt idx="329">
                  <c:v>130.83240000000001</c:v>
                </c:pt>
                <c:pt idx="330">
                  <c:v>148.47730000000001</c:v>
                </c:pt>
                <c:pt idx="331">
                  <c:v>171.00810000000001</c:v>
                </c:pt>
                <c:pt idx="332">
                  <c:v>165.02969999999999</c:v>
                </c:pt>
                <c:pt idx="333">
                  <c:v>140.75659999999999</c:v>
                </c:pt>
                <c:pt idx="334">
                  <c:v>166.96680000000001</c:v>
                </c:pt>
                <c:pt idx="335">
                  <c:v>155.68350000000001</c:v>
                </c:pt>
                <c:pt idx="336">
                  <c:v>131.34800000000001</c:v>
                </c:pt>
                <c:pt idx="337">
                  <c:v>123.2856</c:v>
                </c:pt>
                <c:pt idx="338">
                  <c:v>137.976</c:v>
                </c:pt>
                <c:pt idx="339">
                  <c:v>139.22020000000001</c:v>
                </c:pt>
                <c:pt idx="340">
                  <c:v>151.41210000000001</c:v>
                </c:pt>
                <c:pt idx="341">
                  <c:v>141.7208</c:v>
                </c:pt>
                <c:pt idx="342">
                  <c:v>131.7878</c:v>
                </c:pt>
                <c:pt idx="343">
                  <c:v>137.5865</c:v>
                </c:pt>
                <c:pt idx="344">
                  <c:v>148.48390000000001</c:v>
                </c:pt>
                <c:pt idx="345">
                  <c:v>135.42760000000001</c:v>
                </c:pt>
                <c:pt idx="346">
                  <c:v>157.81180000000001</c:v>
                </c:pt>
                <c:pt idx="347">
                  <c:v>143.89879999999999</c:v>
                </c:pt>
                <c:pt idx="348">
                  <c:v>139.27029999999999</c:v>
                </c:pt>
                <c:pt idx="349">
                  <c:v>130.02549999999999</c:v>
                </c:pt>
                <c:pt idx="350">
                  <c:v>131.93180000000001</c:v>
                </c:pt>
                <c:pt idx="351">
                  <c:v>130.1147</c:v>
                </c:pt>
                <c:pt idx="352">
                  <c:v>141.0273</c:v>
                </c:pt>
                <c:pt idx="353">
                  <c:v>130.72540000000001</c:v>
                </c:pt>
                <c:pt idx="354">
                  <c:v>148.0966</c:v>
                </c:pt>
                <c:pt idx="355">
                  <c:v>147.4889</c:v>
                </c:pt>
                <c:pt idx="356">
                  <c:v>139.60830000000001</c:v>
                </c:pt>
                <c:pt idx="357">
                  <c:v>135.57839999999999</c:v>
                </c:pt>
                <c:pt idx="358">
                  <c:v>146.75470000000001</c:v>
                </c:pt>
                <c:pt idx="359">
                  <c:v>150.05799999999999</c:v>
                </c:pt>
                <c:pt idx="360">
                  <c:v>152.4091</c:v>
                </c:pt>
                <c:pt idx="361">
                  <c:v>126.265</c:v>
                </c:pt>
                <c:pt idx="362">
                  <c:v>145.39709999999999</c:v>
                </c:pt>
                <c:pt idx="363">
                  <c:v>144.0763</c:v>
                </c:pt>
                <c:pt idx="364">
                  <c:v>146.66540000000001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B4BF-44B9-BA5F-1BAD1B363BC4}"/>
            </c:ext>
          </c:extLst>
        </c:ser>
        <c:ser>
          <c:idx val="4"/>
          <c:order val="4"/>
          <c:tx>
            <c:strRef>
              <c:f>'3G Voice'!$F$1</c:f>
              <c:strCache>
                <c:ptCount val="1"/>
                <c:pt idx="0">
                  <c:v>Vavuniya</c:v>
                </c:pt>
              </c:strCache>
            </c:strRef>
          </c:tx>
          <c:spPr>
            <a:ln w="28575" cap="rnd">
              <a:solidFill>
                <a:schemeClr val="accent5"/>
              </a:solidFill>
              <a:round/>
            </a:ln>
            <a:effectLst/>
          </c:spPr>
          <c:marker>
            <c:symbol val="none"/>
          </c:marker>
          <c:cat>
            <c:numRef>
              <c:f>'3G Voice'!$A$2:$A$366</c:f>
              <c:numCache>
                <c:formatCode>m/d/yyyy</c:formatCode>
                <c:ptCount val="365"/>
                <c:pt idx="0">
                  <c:v>45829</c:v>
                </c:pt>
                <c:pt idx="1">
                  <c:v>45830</c:v>
                </c:pt>
                <c:pt idx="2">
                  <c:v>45831</c:v>
                </c:pt>
                <c:pt idx="3">
                  <c:v>45832</c:v>
                </c:pt>
                <c:pt idx="4">
                  <c:v>45833</c:v>
                </c:pt>
                <c:pt idx="5">
                  <c:v>45834</c:v>
                </c:pt>
                <c:pt idx="6">
                  <c:v>45835</c:v>
                </c:pt>
                <c:pt idx="7">
                  <c:v>45836</c:v>
                </c:pt>
                <c:pt idx="8">
                  <c:v>45837</c:v>
                </c:pt>
                <c:pt idx="9">
                  <c:v>45838</c:v>
                </c:pt>
                <c:pt idx="10">
                  <c:v>45839</c:v>
                </c:pt>
                <c:pt idx="11">
                  <c:v>45840</c:v>
                </c:pt>
                <c:pt idx="12">
                  <c:v>45841</c:v>
                </c:pt>
                <c:pt idx="13">
                  <c:v>45842</c:v>
                </c:pt>
                <c:pt idx="14">
                  <c:v>45843</c:v>
                </c:pt>
                <c:pt idx="15">
                  <c:v>45844</c:v>
                </c:pt>
                <c:pt idx="16">
                  <c:v>45845</c:v>
                </c:pt>
                <c:pt idx="17">
                  <c:v>45846</c:v>
                </c:pt>
                <c:pt idx="18">
                  <c:v>45847</c:v>
                </c:pt>
                <c:pt idx="19">
                  <c:v>45848</c:v>
                </c:pt>
                <c:pt idx="20">
                  <c:v>45849</c:v>
                </c:pt>
                <c:pt idx="21">
                  <c:v>45850</c:v>
                </c:pt>
                <c:pt idx="22">
                  <c:v>45851</c:v>
                </c:pt>
                <c:pt idx="23">
                  <c:v>45852</c:v>
                </c:pt>
                <c:pt idx="24">
                  <c:v>45853</c:v>
                </c:pt>
                <c:pt idx="25">
                  <c:v>45854</c:v>
                </c:pt>
                <c:pt idx="26">
                  <c:v>45855</c:v>
                </c:pt>
                <c:pt idx="27">
                  <c:v>45856</c:v>
                </c:pt>
                <c:pt idx="28">
                  <c:v>45857</c:v>
                </c:pt>
                <c:pt idx="29">
                  <c:v>45858</c:v>
                </c:pt>
                <c:pt idx="30">
                  <c:v>45859</c:v>
                </c:pt>
                <c:pt idx="31">
                  <c:v>45860</c:v>
                </c:pt>
                <c:pt idx="32">
                  <c:v>45861</c:v>
                </c:pt>
                <c:pt idx="33">
                  <c:v>45862</c:v>
                </c:pt>
                <c:pt idx="34">
                  <c:v>45863</c:v>
                </c:pt>
                <c:pt idx="35">
                  <c:v>45864</c:v>
                </c:pt>
                <c:pt idx="36">
                  <c:v>45865</c:v>
                </c:pt>
                <c:pt idx="37">
                  <c:v>45866</c:v>
                </c:pt>
                <c:pt idx="38">
                  <c:v>45867</c:v>
                </c:pt>
                <c:pt idx="39">
                  <c:v>45868</c:v>
                </c:pt>
                <c:pt idx="40">
                  <c:v>45869</c:v>
                </c:pt>
                <c:pt idx="41">
                  <c:v>45870</c:v>
                </c:pt>
                <c:pt idx="42">
                  <c:v>45871</c:v>
                </c:pt>
                <c:pt idx="43">
                  <c:v>45872</c:v>
                </c:pt>
                <c:pt idx="44">
                  <c:v>45873</c:v>
                </c:pt>
                <c:pt idx="45">
                  <c:v>45874</c:v>
                </c:pt>
                <c:pt idx="46">
                  <c:v>45875</c:v>
                </c:pt>
                <c:pt idx="47">
                  <c:v>45876</c:v>
                </c:pt>
                <c:pt idx="48">
                  <c:v>45877</c:v>
                </c:pt>
                <c:pt idx="49">
                  <c:v>45878</c:v>
                </c:pt>
                <c:pt idx="50">
                  <c:v>45879</c:v>
                </c:pt>
                <c:pt idx="51">
                  <c:v>45880</c:v>
                </c:pt>
                <c:pt idx="52">
                  <c:v>45881</c:v>
                </c:pt>
                <c:pt idx="53">
                  <c:v>45882</c:v>
                </c:pt>
                <c:pt idx="54">
                  <c:v>45883</c:v>
                </c:pt>
                <c:pt idx="55">
                  <c:v>45884</c:v>
                </c:pt>
                <c:pt idx="56">
                  <c:v>45885</c:v>
                </c:pt>
                <c:pt idx="57">
                  <c:v>45886</c:v>
                </c:pt>
                <c:pt idx="58">
                  <c:v>45887</c:v>
                </c:pt>
                <c:pt idx="59">
                  <c:v>45888</c:v>
                </c:pt>
                <c:pt idx="60">
                  <c:v>45889</c:v>
                </c:pt>
                <c:pt idx="61">
                  <c:v>45890</c:v>
                </c:pt>
                <c:pt idx="62">
                  <c:v>45891</c:v>
                </c:pt>
                <c:pt idx="63">
                  <c:v>45892</c:v>
                </c:pt>
                <c:pt idx="64">
                  <c:v>45893</c:v>
                </c:pt>
                <c:pt idx="65">
                  <c:v>45894</c:v>
                </c:pt>
                <c:pt idx="66">
                  <c:v>45895</c:v>
                </c:pt>
                <c:pt idx="67">
                  <c:v>45896</c:v>
                </c:pt>
                <c:pt idx="68">
                  <c:v>45897</c:v>
                </c:pt>
                <c:pt idx="69">
                  <c:v>45898</c:v>
                </c:pt>
                <c:pt idx="70">
                  <c:v>45899</c:v>
                </c:pt>
                <c:pt idx="71">
                  <c:v>45900</c:v>
                </c:pt>
                <c:pt idx="72">
                  <c:v>45901</c:v>
                </c:pt>
                <c:pt idx="73">
                  <c:v>45902</c:v>
                </c:pt>
                <c:pt idx="74">
                  <c:v>45903</c:v>
                </c:pt>
                <c:pt idx="75">
                  <c:v>45904</c:v>
                </c:pt>
                <c:pt idx="76">
                  <c:v>45905</c:v>
                </c:pt>
                <c:pt idx="77">
                  <c:v>45906</c:v>
                </c:pt>
                <c:pt idx="78">
                  <c:v>45907</c:v>
                </c:pt>
                <c:pt idx="79">
                  <c:v>45908</c:v>
                </c:pt>
                <c:pt idx="80">
                  <c:v>45909</c:v>
                </c:pt>
                <c:pt idx="81">
                  <c:v>45910</c:v>
                </c:pt>
                <c:pt idx="82">
                  <c:v>45911</c:v>
                </c:pt>
                <c:pt idx="83">
                  <c:v>45912</c:v>
                </c:pt>
                <c:pt idx="84">
                  <c:v>45913</c:v>
                </c:pt>
                <c:pt idx="85">
                  <c:v>45914</c:v>
                </c:pt>
                <c:pt idx="86">
                  <c:v>45915</c:v>
                </c:pt>
                <c:pt idx="87">
                  <c:v>45916</c:v>
                </c:pt>
                <c:pt idx="88">
                  <c:v>45917</c:v>
                </c:pt>
                <c:pt idx="89">
                  <c:v>45918</c:v>
                </c:pt>
                <c:pt idx="90">
                  <c:v>45919</c:v>
                </c:pt>
                <c:pt idx="91">
                  <c:v>45920</c:v>
                </c:pt>
                <c:pt idx="92">
                  <c:v>45921</c:v>
                </c:pt>
                <c:pt idx="93">
                  <c:v>45922</c:v>
                </c:pt>
                <c:pt idx="94">
                  <c:v>45923</c:v>
                </c:pt>
                <c:pt idx="95">
                  <c:v>45924</c:v>
                </c:pt>
                <c:pt idx="96">
                  <c:v>45925</c:v>
                </c:pt>
                <c:pt idx="97">
                  <c:v>45926</c:v>
                </c:pt>
                <c:pt idx="98">
                  <c:v>45927</c:v>
                </c:pt>
                <c:pt idx="99">
                  <c:v>45928</c:v>
                </c:pt>
                <c:pt idx="100">
                  <c:v>45929</c:v>
                </c:pt>
                <c:pt idx="101">
                  <c:v>45930</c:v>
                </c:pt>
                <c:pt idx="102">
                  <c:v>45931</c:v>
                </c:pt>
                <c:pt idx="103">
                  <c:v>45932</c:v>
                </c:pt>
                <c:pt idx="104">
                  <c:v>45933</c:v>
                </c:pt>
                <c:pt idx="105">
                  <c:v>45934</c:v>
                </c:pt>
                <c:pt idx="106">
                  <c:v>45935</c:v>
                </c:pt>
                <c:pt idx="107">
                  <c:v>45936</c:v>
                </c:pt>
                <c:pt idx="108">
                  <c:v>45937</c:v>
                </c:pt>
                <c:pt idx="109">
                  <c:v>45938</c:v>
                </c:pt>
                <c:pt idx="110">
                  <c:v>45939</c:v>
                </c:pt>
                <c:pt idx="111">
                  <c:v>45940</c:v>
                </c:pt>
                <c:pt idx="112">
                  <c:v>45941</c:v>
                </c:pt>
                <c:pt idx="113">
                  <c:v>45942</c:v>
                </c:pt>
                <c:pt idx="114">
                  <c:v>45943</c:v>
                </c:pt>
                <c:pt idx="115">
                  <c:v>45944</c:v>
                </c:pt>
                <c:pt idx="116">
                  <c:v>45945</c:v>
                </c:pt>
                <c:pt idx="117">
                  <c:v>45946</c:v>
                </c:pt>
                <c:pt idx="118">
                  <c:v>45947</c:v>
                </c:pt>
                <c:pt idx="119">
                  <c:v>45948</c:v>
                </c:pt>
                <c:pt idx="120">
                  <c:v>45949</c:v>
                </c:pt>
                <c:pt idx="121">
                  <c:v>45950</c:v>
                </c:pt>
                <c:pt idx="122">
                  <c:v>45951</c:v>
                </c:pt>
                <c:pt idx="123">
                  <c:v>45952</c:v>
                </c:pt>
                <c:pt idx="124">
                  <c:v>45953</c:v>
                </c:pt>
                <c:pt idx="125">
                  <c:v>45954</c:v>
                </c:pt>
                <c:pt idx="126">
                  <c:v>45955</c:v>
                </c:pt>
                <c:pt idx="127">
                  <c:v>45956</c:v>
                </c:pt>
                <c:pt idx="128">
                  <c:v>45957</c:v>
                </c:pt>
                <c:pt idx="129">
                  <c:v>45958</c:v>
                </c:pt>
                <c:pt idx="130">
                  <c:v>45959</c:v>
                </c:pt>
                <c:pt idx="131">
                  <c:v>45960</c:v>
                </c:pt>
                <c:pt idx="132">
                  <c:v>45961</c:v>
                </c:pt>
                <c:pt idx="133">
                  <c:v>45962</c:v>
                </c:pt>
                <c:pt idx="134">
                  <c:v>45963</c:v>
                </c:pt>
                <c:pt idx="135">
                  <c:v>45964</c:v>
                </c:pt>
                <c:pt idx="136">
                  <c:v>45965</c:v>
                </c:pt>
                <c:pt idx="137">
                  <c:v>45966</c:v>
                </c:pt>
                <c:pt idx="138">
                  <c:v>45967</c:v>
                </c:pt>
                <c:pt idx="139">
                  <c:v>45968</c:v>
                </c:pt>
                <c:pt idx="140">
                  <c:v>45969</c:v>
                </c:pt>
                <c:pt idx="141">
                  <c:v>45970</c:v>
                </c:pt>
                <c:pt idx="142">
                  <c:v>45971</c:v>
                </c:pt>
                <c:pt idx="143">
                  <c:v>45972</c:v>
                </c:pt>
                <c:pt idx="144">
                  <c:v>45973</c:v>
                </c:pt>
                <c:pt idx="145">
                  <c:v>45974</c:v>
                </c:pt>
                <c:pt idx="146">
                  <c:v>45975</c:v>
                </c:pt>
                <c:pt idx="147">
                  <c:v>45976</c:v>
                </c:pt>
                <c:pt idx="148">
                  <c:v>45977</c:v>
                </c:pt>
                <c:pt idx="149">
                  <c:v>45978</c:v>
                </c:pt>
                <c:pt idx="150">
                  <c:v>45979</c:v>
                </c:pt>
                <c:pt idx="151">
                  <c:v>45980</c:v>
                </c:pt>
                <c:pt idx="152">
                  <c:v>45981</c:v>
                </c:pt>
                <c:pt idx="153">
                  <c:v>45982</c:v>
                </c:pt>
                <c:pt idx="154">
                  <c:v>45983</c:v>
                </c:pt>
                <c:pt idx="155">
                  <c:v>45984</c:v>
                </c:pt>
                <c:pt idx="156">
                  <c:v>45985</c:v>
                </c:pt>
                <c:pt idx="157">
                  <c:v>45986</c:v>
                </c:pt>
                <c:pt idx="158">
                  <c:v>45987</c:v>
                </c:pt>
                <c:pt idx="159">
                  <c:v>45988</c:v>
                </c:pt>
                <c:pt idx="160">
                  <c:v>45989</c:v>
                </c:pt>
                <c:pt idx="161">
                  <c:v>45990</c:v>
                </c:pt>
                <c:pt idx="162">
                  <c:v>45991</c:v>
                </c:pt>
                <c:pt idx="163">
                  <c:v>45992</c:v>
                </c:pt>
                <c:pt idx="164">
                  <c:v>45993</c:v>
                </c:pt>
                <c:pt idx="165">
                  <c:v>45994</c:v>
                </c:pt>
                <c:pt idx="166">
                  <c:v>45995</c:v>
                </c:pt>
                <c:pt idx="167">
                  <c:v>45996</c:v>
                </c:pt>
                <c:pt idx="168">
                  <c:v>45997</c:v>
                </c:pt>
                <c:pt idx="169">
                  <c:v>45998</c:v>
                </c:pt>
                <c:pt idx="170">
                  <c:v>45999</c:v>
                </c:pt>
                <c:pt idx="171">
                  <c:v>46000</c:v>
                </c:pt>
                <c:pt idx="172">
                  <c:v>46001</c:v>
                </c:pt>
                <c:pt idx="173">
                  <c:v>46002</c:v>
                </c:pt>
                <c:pt idx="174">
                  <c:v>46003</c:v>
                </c:pt>
                <c:pt idx="175">
                  <c:v>46004</c:v>
                </c:pt>
                <c:pt idx="176">
                  <c:v>46005</c:v>
                </c:pt>
                <c:pt idx="177">
                  <c:v>46006</c:v>
                </c:pt>
                <c:pt idx="178">
                  <c:v>46007</c:v>
                </c:pt>
                <c:pt idx="179">
                  <c:v>46008</c:v>
                </c:pt>
                <c:pt idx="180">
                  <c:v>46009</c:v>
                </c:pt>
                <c:pt idx="181">
                  <c:v>46010</c:v>
                </c:pt>
                <c:pt idx="182">
                  <c:v>46011</c:v>
                </c:pt>
                <c:pt idx="183">
                  <c:v>46012</c:v>
                </c:pt>
                <c:pt idx="184">
                  <c:v>46013</c:v>
                </c:pt>
                <c:pt idx="185">
                  <c:v>46014</c:v>
                </c:pt>
                <c:pt idx="186">
                  <c:v>46015</c:v>
                </c:pt>
                <c:pt idx="187">
                  <c:v>46016</c:v>
                </c:pt>
                <c:pt idx="188">
                  <c:v>46017</c:v>
                </c:pt>
                <c:pt idx="189">
                  <c:v>46018</c:v>
                </c:pt>
                <c:pt idx="190">
                  <c:v>46019</c:v>
                </c:pt>
                <c:pt idx="191">
                  <c:v>46020</c:v>
                </c:pt>
                <c:pt idx="192">
                  <c:v>46021</c:v>
                </c:pt>
                <c:pt idx="193">
                  <c:v>46022</c:v>
                </c:pt>
                <c:pt idx="194">
                  <c:v>46023</c:v>
                </c:pt>
                <c:pt idx="195">
                  <c:v>46024</c:v>
                </c:pt>
                <c:pt idx="196">
                  <c:v>46025</c:v>
                </c:pt>
                <c:pt idx="197">
                  <c:v>46026</c:v>
                </c:pt>
                <c:pt idx="198">
                  <c:v>46027</c:v>
                </c:pt>
                <c:pt idx="199">
                  <c:v>46028</c:v>
                </c:pt>
                <c:pt idx="200">
                  <c:v>46029</c:v>
                </c:pt>
                <c:pt idx="201">
                  <c:v>46030</c:v>
                </c:pt>
                <c:pt idx="202">
                  <c:v>46031</c:v>
                </c:pt>
                <c:pt idx="203">
                  <c:v>46032</c:v>
                </c:pt>
                <c:pt idx="204">
                  <c:v>46033</c:v>
                </c:pt>
                <c:pt idx="205">
                  <c:v>46034</c:v>
                </c:pt>
                <c:pt idx="206">
                  <c:v>46035</c:v>
                </c:pt>
                <c:pt idx="207">
                  <c:v>46036</c:v>
                </c:pt>
                <c:pt idx="208">
                  <c:v>46037</c:v>
                </c:pt>
                <c:pt idx="209">
                  <c:v>46038</c:v>
                </c:pt>
                <c:pt idx="210">
                  <c:v>46039</c:v>
                </c:pt>
                <c:pt idx="211">
                  <c:v>46040</c:v>
                </c:pt>
                <c:pt idx="212">
                  <c:v>46041</c:v>
                </c:pt>
                <c:pt idx="213">
                  <c:v>46042</c:v>
                </c:pt>
                <c:pt idx="214">
                  <c:v>46043</c:v>
                </c:pt>
                <c:pt idx="215">
                  <c:v>46044</c:v>
                </c:pt>
                <c:pt idx="216">
                  <c:v>46045</c:v>
                </c:pt>
                <c:pt idx="217">
                  <c:v>46046</c:v>
                </c:pt>
                <c:pt idx="218">
                  <c:v>46047</c:v>
                </c:pt>
                <c:pt idx="219">
                  <c:v>46048</c:v>
                </c:pt>
                <c:pt idx="220">
                  <c:v>46049</c:v>
                </c:pt>
                <c:pt idx="221">
                  <c:v>46050</c:v>
                </c:pt>
                <c:pt idx="222">
                  <c:v>46051</c:v>
                </c:pt>
                <c:pt idx="223">
                  <c:v>46052</c:v>
                </c:pt>
                <c:pt idx="224">
                  <c:v>46053</c:v>
                </c:pt>
                <c:pt idx="225">
                  <c:v>46054</c:v>
                </c:pt>
                <c:pt idx="226">
                  <c:v>46055</c:v>
                </c:pt>
                <c:pt idx="227">
                  <c:v>46056</c:v>
                </c:pt>
                <c:pt idx="228">
                  <c:v>46057</c:v>
                </c:pt>
                <c:pt idx="229">
                  <c:v>46058</c:v>
                </c:pt>
                <c:pt idx="230">
                  <c:v>46059</c:v>
                </c:pt>
                <c:pt idx="231">
                  <c:v>46060</c:v>
                </c:pt>
                <c:pt idx="232">
                  <c:v>46061</c:v>
                </c:pt>
                <c:pt idx="233">
                  <c:v>46062</c:v>
                </c:pt>
                <c:pt idx="234">
                  <c:v>46063</c:v>
                </c:pt>
                <c:pt idx="235">
                  <c:v>46064</c:v>
                </c:pt>
                <c:pt idx="236">
                  <c:v>46065</c:v>
                </c:pt>
                <c:pt idx="237">
                  <c:v>46066</c:v>
                </c:pt>
                <c:pt idx="238">
                  <c:v>46067</c:v>
                </c:pt>
                <c:pt idx="239">
                  <c:v>46068</c:v>
                </c:pt>
                <c:pt idx="240">
                  <c:v>46069</c:v>
                </c:pt>
                <c:pt idx="241">
                  <c:v>46070</c:v>
                </c:pt>
                <c:pt idx="242">
                  <c:v>46071</c:v>
                </c:pt>
                <c:pt idx="243">
                  <c:v>46072</c:v>
                </c:pt>
                <c:pt idx="244">
                  <c:v>46073</c:v>
                </c:pt>
                <c:pt idx="245">
                  <c:v>46074</c:v>
                </c:pt>
                <c:pt idx="246">
                  <c:v>46075</c:v>
                </c:pt>
                <c:pt idx="247">
                  <c:v>46076</c:v>
                </c:pt>
                <c:pt idx="248">
                  <c:v>46077</c:v>
                </c:pt>
                <c:pt idx="249">
                  <c:v>46078</c:v>
                </c:pt>
                <c:pt idx="250">
                  <c:v>46079</c:v>
                </c:pt>
                <c:pt idx="251">
                  <c:v>46080</c:v>
                </c:pt>
                <c:pt idx="252">
                  <c:v>46081</c:v>
                </c:pt>
                <c:pt idx="253">
                  <c:v>46082</c:v>
                </c:pt>
                <c:pt idx="254">
                  <c:v>46083</c:v>
                </c:pt>
                <c:pt idx="255">
                  <c:v>46084</c:v>
                </c:pt>
                <c:pt idx="256">
                  <c:v>46085</c:v>
                </c:pt>
                <c:pt idx="257">
                  <c:v>46086</c:v>
                </c:pt>
                <c:pt idx="258">
                  <c:v>46087</c:v>
                </c:pt>
                <c:pt idx="259">
                  <c:v>46088</c:v>
                </c:pt>
                <c:pt idx="260">
                  <c:v>46089</c:v>
                </c:pt>
                <c:pt idx="261">
                  <c:v>46090</c:v>
                </c:pt>
                <c:pt idx="262">
                  <c:v>46091</c:v>
                </c:pt>
                <c:pt idx="263">
                  <c:v>46092</c:v>
                </c:pt>
                <c:pt idx="264">
                  <c:v>46093</c:v>
                </c:pt>
                <c:pt idx="265">
                  <c:v>46094</c:v>
                </c:pt>
                <c:pt idx="266">
                  <c:v>46095</c:v>
                </c:pt>
                <c:pt idx="267">
                  <c:v>46096</c:v>
                </c:pt>
                <c:pt idx="268">
                  <c:v>46097</c:v>
                </c:pt>
                <c:pt idx="269">
                  <c:v>46098</c:v>
                </c:pt>
                <c:pt idx="270">
                  <c:v>46099</c:v>
                </c:pt>
                <c:pt idx="271">
                  <c:v>46100</c:v>
                </c:pt>
                <c:pt idx="272">
                  <c:v>46101</c:v>
                </c:pt>
                <c:pt idx="273">
                  <c:v>46102</c:v>
                </c:pt>
                <c:pt idx="274">
                  <c:v>46103</c:v>
                </c:pt>
                <c:pt idx="275">
                  <c:v>46104</c:v>
                </c:pt>
                <c:pt idx="276">
                  <c:v>46105</c:v>
                </c:pt>
                <c:pt idx="277">
                  <c:v>46106</c:v>
                </c:pt>
                <c:pt idx="278">
                  <c:v>46107</c:v>
                </c:pt>
                <c:pt idx="279">
                  <c:v>46108</c:v>
                </c:pt>
                <c:pt idx="280">
                  <c:v>46109</c:v>
                </c:pt>
                <c:pt idx="281">
                  <c:v>46110</c:v>
                </c:pt>
                <c:pt idx="282">
                  <c:v>46111</c:v>
                </c:pt>
                <c:pt idx="283">
                  <c:v>46112</c:v>
                </c:pt>
                <c:pt idx="284">
                  <c:v>46113</c:v>
                </c:pt>
                <c:pt idx="285">
                  <c:v>46114</c:v>
                </c:pt>
                <c:pt idx="286">
                  <c:v>46115</c:v>
                </c:pt>
                <c:pt idx="287">
                  <c:v>46116</c:v>
                </c:pt>
                <c:pt idx="288">
                  <c:v>46117</c:v>
                </c:pt>
                <c:pt idx="289">
                  <c:v>46118</c:v>
                </c:pt>
                <c:pt idx="290">
                  <c:v>46119</c:v>
                </c:pt>
                <c:pt idx="291">
                  <c:v>46120</c:v>
                </c:pt>
                <c:pt idx="292">
                  <c:v>46121</c:v>
                </c:pt>
                <c:pt idx="293">
                  <c:v>46122</c:v>
                </c:pt>
                <c:pt idx="294">
                  <c:v>46123</c:v>
                </c:pt>
                <c:pt idx="295">
                  <c:v>46124</c:v>
                </c:pt>
                <c:pt idx="296">
                  <c:v>46125</c:v>
                </c:pt>
                <c:pt idx="297">
                  <c:v>46126</c:v>
                </c:pt>
                <c:pt idx="298">
                  <c:v>46127</c:v>
                </c:pt>
                <c:pt idx="299">
                  <c:v>46128</c:v>
                </c:pt>
                <c:pt idx="300">
                  <c:v>46129</c:v>
                </c:pt>
                <c:pt idx="301">
                  <c:v>46130</c:v>
                </c:pt>
                <c:pt idx="302">
                  <c:v>46131</c:v>
                </c:pt>
                <c:pt idx="303">
                  <c:v>46132</c:v>
                </c:pt>
                <c:pt idx="304">
                  <c:v>46133</c:v>
                </c:pt>
                <c:pt idx="305">
                  <c:v>46134</c:v>
                </c:pt>
                <c:pt idx="306">
                  <c:v>46135</c:v>
                </c:pt>
                <c:pt idx="307">
                  <c:v>46136</c:v>
                </c:pt>
                <c:pt idx="308">
                  <c:v>46137</c:v>
                </c:pt>
                <c:pt idx="309">
                  <c:v>46138</c:v>
                </c:pt>
                <c:pt idx="310">
                  <c:v>46139</c:v>
                </c:pt>
                <c:pt idx="311">
                  <c:v>46140</c:v>
                </c:pt>
                <c:pt idx="312">
                  <c:v>46141</c:v>
                </c:pt>
                <c:pt idx="313">
                  <c:v>46142</c:v>
                </c:pt>
                <c:pt idx="314">
                  <c:v>46143</c:v>
                </c:pt>
                <c:pt idx="315">
                  <c:v>46144</c:v>
                </c:pt>
                <c:pt idx="316">
                  <c:v>46145</c:v>
                </c:pt>
                <c:pt idx="317">
                  <c:v>46146</c:v>
                </c:pt>
                <c:pt idx="318">
                  <c:v>46147</c:v>
                </c:pt>
                <c:pt idx="319">
                  <c:v>46148</c:v>
                </c:pt>
                <c:pt idx="320">
                  <c:v>46149</c:v>
                </c:pt>
                <c:pt idx="321">
                  <c:v>46150</c:v>
                </c:pt>
                <c:pt idx="322">
                  <c:v>46151</c:v>
                </c:pt>
                <c:pt idx="323">
                  <c:v>46152</c:v>
                </c:pt>
                <c:pt idx="324">
                  <c:v>46153</c:v>
                </c:pt>
                <c:pt idx="325">
                  <c:v>46154</c:v>
                </c:pt>
                <c:pt idx="326">
                  <c:v>46155</c:v>
                </c:pt>
                <c:pt idx="327">
                  <c:v>46156</c:v>
                </c:pt>
                <c:pt idx="328">
                  <c:v>46157</c:v>
                </c:pt>
                <c:pt idx="329">
                  <c:v>46158</c:v>
                </c:pt>
                <c:pt idx="330">
                  <c:v>46159</c:v>
                </c:pt>
                <c:pt idx="331">
                  <c:v>46160</c:v>
                </c:pt>
                <c:pt idx="332">
                  <c:v>46161</c:v>
                </c:pt>
                <c:pt idx="333">
                  <c:v>46162</c:v>
                </c:pt>
                <c:pt idx="334">
                  <c:v>46163</c:v>
                </c:pt>
                <c:pt idx="335">
                  <c:v>46164</c:v>
                </c:pt>
                <c:pt idx="336">
                  <c:v>46165</c:v>
                </c:pt>
                <c:pt idx="337">
                  <c:v>46166</c:v>
                </c:pt>
                <c:pt idx="338">
                  <c:v>46167</c:v>
                </c:pt>
                <c:pt idx="339">
                  <c:v>46168</c:v>
                </c:pt>
                <c:pt idx="340">
                  <c:v>46169</c:v>
                </c:pt>
                <c:pt idx="341">
                  <c:v>46170</c:v>
                </c:pt>
                <c:pt idx="342">
                  <c:v>46171</c:v>
                </c:pt>
                <c:pt idx="343">
                  <c:v>46172</c:v>
                </c:pt>
                <c:pt idx="344">
                  <c:v>46173</c:v>
                </c:pt>
                <c:pt idx="345">
                  <c:v>46174</c:v>
                </c:pt>
                <c:pt idx="346">
                  <c:v>46175</c:v>
                </c:pt>
                <c:pt idx="347">
                  <c:v>46176</c:v>
                </c:pt>
                <c:pt idx="348">
                  <c:v>46177</c:v>
                </c:pt>
                <c:pt idx="349">
                  <c:v>46178</c:v>
                </c:pt>
                <c:pt idx="350">
                  <c:v>46179</c:v>
                </c:pt>
                <c:pt idx="351">
                  <c:v>46180</c:v>
                </c:pt>
                <c:pt idx="352">
                  <c:v>46181</c:v>
                </c:pt>
                <c:pt idx="353">
                  <c:v>46182</c:v>
                </c:pt>
                <c:pt idx="354">
                  <c:v>46183</c:v>
                </c:pt>
                <c:pt idx="355">
                  <c:v>46184</c:v>
                </c:pt>
                <c:pt idx="356">
                  <c:v>46185</c:v>
                </c:pt>
                <c:pt idx="357">
                  <c:v>46186</c:v>
                </c:pt>
                <c:pt idx="358">
                  <c:v>46187</c:v>
                </c:pt>
                <c:pt idx="359">
                  <c:v>46188</c:v>
                </c:pt>
                <c:pt idx="360">
                  <c:v>46189</c:v>
                </c:pt>
                <c:pt idx="361">
                  <c:v>46190</c:v>
                </c:pt>
                <c:pt idx="362">
                  <c:v>46191</c:v>
                </c:pt>
                <c:pt idx="363">
                  <c:v>46192</c:v>
                </c:pt>
                <c:pt idx="364">
                  <c:v>46193</c:v>
                </c:pt>
              </c:numCache>
            </c:numRef>
          </c:cat>
          <c:val>
            <c:numRef>
              <c:f>'3G Voice'!$F$2:$F$366</c:f>
              <c:numCache>
                <c:formatCode>General</c:formatCode>
                <c:ptCount val="365"/>
                <c:pt idx="0">
                  <c:v>640.03809999999999</c:v>
                </c:pt>
                <c:pt idx="1">
                  <c:v>576.07060000000001</c:v>
                </c:pt>
                <c:pt idx="2">
                  <c:v>744.42560000000003</c:v>
                </c:pt>
                <c:pt idx="3">
                  <c:v>704.44200000000001</c:v>
                </c:pt>
                <c:pt idx="4">
                  <c:v>746.19309999999996</c:v>
                </c:pt>
                <c:pt idx="5">
                  <c:v>746.20550000000003</c:v>
                </c:pt>
                <c:pt idx="6">
                  <c:v>734.91319999999996</c:v>
                </c:pt>
                <c:pt idx="7">
                  <c:v>693.43870000000004</c:v>
                </c:pt>
                <c:pt idx="8">
                  <c:v>607.9384</c:v>
                </c:pt>
                <c:pt idx="9">
                  <c:v>756.24090000000001</c:v>
                </c:pt>
                <c:pt idx="10">
                  <c:v>780.55340000000001</c:v>
                </c:pt>
                <c:pt idx="11">
                  <c:v>768.29459999999995</c:v>
                </c:pt>
                <c:pt idx="12">
                  <c:v>781.11180000000002</c:v>
                </c:pt>
                <c:pt idx="13">
                  <c:v>774.18370000000004</c:v>
                </c:pt>
                <c:pt idx="14">
                  <c:v>692.93020000000001</c:v>
                </c:pt>
                <c:pt idx="15">
                  <c:v>651.25300000000004</c:v>
                </c:pt>
                <c:pt idx="16">
                  <c:v>767.02599999999995</c:v>
                </c:pt>
                <c:pt idx="17">
                  <c:v>751.62490000000003</c:v>
                </c:pt>
                <c:pt idx="18">
                  <c:v>740.41110000000003</c:v>
                </c:pt>
                <c:pt idx="19">
                  <c:v>624.86680000000001</c:v>
                </c:pt>
                <c:pt idx="20">
                  <c:v>790.94979999999998</c:v>
                </c:pt>
                <c:pt idx="21">
                  <c:v>718.33249999999998</c:v>
                </c:pt>
                <c:pt idx="22">
                  <c:v>651.16920000000005</c:v>
                </c:pt>
                <c:pt idx="23">
                  <c:v>840.44349999999997</c:v>
                </c:pt>
                <c:pt idx="24">
                  <c:v>805.26409999999998</c:v>
                </c:pt>
                <c:pt idx="25">
                  <c:v>760.68740000000003</c:v>
                </c:pt>
                <c:pt idx="26">
                  <c:v>821.67200000000003</c:v>
                </c:pt>
                <c:pt idx="27">
                  <c:v>732.02369999999996</c:v>
                </c:pt>
                <c:pt idx="28">
                  <c:v>681.35730000000001</c:v>
                </c:pt>
                <c:pt idx="29">
                  <c:v>640.95039999999995</c:v>
                </c:pt>
                <c:pt idx="30">
                  <c:v>763.86479999999995</c:v>
                </c:pt>
                <c:pt idx="31">
                  <c:v>780.43200000000002</c:v>
                </c:pt>
                <c:pt idx="32">
                  <c:v>784.80110000000002</c:v>
                </c:pt>
                <c:pt idx="33">
                  <c:v>776.47050000000002</c:v>
                </c:pt>
                <c:pt idx="34">
                  <c:v>733.12180000000001</c:v>
                </c:pt>
                <c:pt idx="35">
                  <c:v>686.47839999999997</c:v>
                </c:pt>
                <c:pt idx="36">
                  <c:v>628.39869999999996</c:v>
                </c:pt>
                <c:pt idx="37">
                  <c:v>767.09720000000004</c:v>
                </c:pt>
                <c:pt idx="38">
                  <c:v>742.71370000000002</c:v>
                </c:pt>
                <c:pt idx="39">
                  <c:v>783.452</c:v>
                </c:pt>
                <c:pt idx="40">
                  <c:v>783.94500000000005</c:v>
                </c:pt>
                <c:pt idx="41">
                  <c:v>754.32460000000003</c:v>
                </c:pt>
                <c:pt idx="42">
                  <c:v>696.57539999999995</c:v>
                </c:pt>
                <c:pt idx="43">
                  <c:v>633.00729999999999</c:v>
                </c:pt>
                <c:pt idx="44">
                  <c:v>713.71720000000005</c:v>
                </c:pt>
                <c:pt idx="45">
                  <c:v>765.19770000000005</c:v>
                </c:pt>
                <c:pt idx="46">
                  <c:v>758.69129999999996</c:v>
                </c:pt>
                <c:pt idx="47">
                  <c:v>766.85050000000001</c:v>
                </c:pt>
                <c:pt idx="48">
                  <c:v>606.44600000000003</c:v>
                </c:pt>
                <c:pt idx="49">
                  <c:v>694.92049999999995</c:v>
                </c:pt>
                <c:pt idx="50">
                  <c:v>628.14499999999998</c:v>
                </c:pt>
                <c:pt idx="51">
                  <c:v>789.54809999999998</c:v>
                </c:pt>
                <c:pt idx="52">
                  <c:v>760.24360000000001</c:v>
                </c:pt>
                <c:pt idx="53">
                  <c:v>792.03139999999996</c:v>
                </c:pt>
                <c:pt idx="54">
                  <c:v>787.85500000000002</c:v>
                </c:pt>
                <c:pt idx="55">
                  <c:v>711.92200000000003</c:v>
                </c:pt>
                <c:pt idx="56">
                  <c:v>613.4239</c:v>
                </c:pt>
                <c:pt idx="57">
                  <c:v>613.43949999999995</c:v>
                </c:pt>
                <c:pt idx="58">
                  <c:v>715.35339999999997</c:v>
                </c:pt>
                <c:pt idx="59">
                  <c:v>770.30960000000005</c:v>
                </c:pt>
                <c:pt idx="60">
                  <c:v>711.46140000000003</c:v>
                </c:pt>
                <c:pt idx="61">
                  <c:v>723.56799999999998</c:v>
                </c:pt>
                <c:pt idx="62">
                  <c:v>695.25519999999995</c:v>
                </c:pt>
                <c:pt idx="63">
                  <c:v>786.71140000000003</c:v>
                </c:pt>
                <c:pt idx="64">
                  <c:v>677.87969999999996</c:v>
                </c:pt>
                <c:pt idx="65">
                  <c:v>796.79300000000001</c:v>
                </c:pt>
                <c:pt idx="66">
                  <c:v>852.21870000000001</c:v>
                </c:pt>
                <c:pt idx="67">
                  <c:v>812.56219999999996</c:v>
                </c:pt>
                <c:pt idx="68">
                  <c:v>796.01700000000005</c:v>
                </c:pt>
                <c:pt idx="69">
                  <c:v>732.43110000000001</c:v>
                </c:pt>
                <c:pt idx="70">
                  <c:v>729.8</c:v>
                </c:pt>
                <c:pt idx="71">
                  <c:v>706.78250000000003</c:v>
                </c:pt>
                <c:pt idx="72">
                  <c:v>746.59</c:v>
                </c:pt>
                <c:pt idx="73">
                  <c:v>837.69500000000005</c:v>
                </c:pt>
                <c:pt idx="74">
                  <c:v>848.06899999999996</c:v>
                </c:pt>
                <c:pt idx="75">
                  <c:v>732.93690000000004</c:v>
                </c:pt>
                <c:pt idx="76">
                  <c:v>722.07989999999995</c:v>
                </c:pt>
                <c:pt idx="77">
                  <c:v>722.3098</c:v>
                </c:pt>
                <c:pt idx="78">
                  <c:v>664.64380000000006</c:v>
                </c:pt>
                <c:pt idx="79">
                  <c:v>687.74549999999999</c:v>
                </c:pt>
                <c:pt idx="80">
                  <c:v>755.98109999999997</c:v>
                </c:pt>
                <c:pt idx="81">
                  <c:v>706.53639999999996</c:v>
                </c:pt>
                <c:pt idx="82">
                  <c:v>696.67619999999999</c:v>
                </c:pt>
                <c:pt idx="83">
                  <c:v>729.59010000000001</c:v>
                </c:pt>
                <c:pt idx="84">
                  <c:v>690.1191</c:v>
                </c:pt>
                <c:pt idx="85">
                  <c:v>649.19719999999995</c:v>
                </c:pt>
                <c:pt idx="86">
                  <c:v>752.84259999999995</c:v>
                </c:pt>
                <c:pt idx="87">
                  <c:v>799.95669999999996</c:v>
                </c:pt>
                <c:pt idx="88">
                  <c:v>670.8759</c:v>
                </c:pt>
                <c:pt idx="89">
                  <c:v>711.04830000000004</c:v>
                </c:pt>
                <c:pt idx="90">
                  <c:v>702.71460000000002</c:v>
                </c:pt>
                <c:pt idx="91">
                  <c:v>642.28470000000004</c:v>
                </c:pt>
                <c:pt idx="92">
                  <c:v>580.77670000000001</c:v>
                </c:pt>
                <c:pt idx="93">
                  <c:v>722.01279999999997</c:v>
                </c:pt>
                <c:pt idx="94">
                  <c:v>712.64710000000002</c:v>
                </c:pt>
                <c:pt idx="95">
                  <c:v>683.85490000000004</c:v>
                </c:pt>
                <c:pt idx="96">
                  <c:v>667.476</c:v>
                </c:pt>
                <c:pt idx="97">
                  <c:v>673.4855</c:v>
                </c:pt>
                <c:pt idx="98">
                  <c:v>602.78689999999995</c:v>
                </c:pt>
                <c:pt idx="99">
                  <c:v>586.72969999999998</c:v>
                </c:pt>
                <c:pt idx="100">
                  <c:v>665.29470000000003</c:v>
                </c:pt>
                <c:pt idx="101">
                  <c:v>700.42439999999999</c:v>
                </c:pt>
                <c:pt idx="102">
                  <c:v>684.51210000000003</c:v>
                </c:pt>
                <c:pt idx="103">
                  <c:v>698.06169999999997</c:v>
                </c:pt>
                <c:pt idx="104">
                  <c:v>751.28039999999999</c:v>
                </c:pt>
                <c:pt idx="105">
                  <c:v>621.88390000000004</c:v>
                </c:pt>
                <c:pt idx="106">
                  <c:v>647.08100000000002</c:v>
                </c:pt>
                <c:pt idx="107">
                  <c:v>611.07330000000002</c:v>
                </c:pt>
                <c:pt idx="108">
                  <c:v>700.43939999999998</c:v>
                </c:pt>
                <c:pt idx="109">
                  <c:v>675.10879999999997</c:v>
                </c:pt>
                <c:pt idx="110">
                  <c:v>684.64239999999995</c:v>
                </c:pt>
                <c:pt idx="111">
                  <c:v>686.76520000000005</c:v>
                </c:pt>
                <c:pt idx="112">
                  <c:v>640.61959999999999</c:v>
                </c:pt>
                <c:pt idx="113">
                  <c:v>606.5326</c:v>
                </c:pt>
                <c:pt idx="114">
                  <c:v>754.25070000000005</c:v>
                </c:pt>
                <c:pt idx="115">
                  <c:v>815.70690000000002</c:v>
                </c:pt>
                <c:pt idx="116">
                  <c:v>786.52179999999998</c:v>
                </c:pt>
                <c:pt idx="117">
                  <c:v>767.96559999999999</c:v>
                </c:pt>
                <c:pt idx="118">
                  <c:v>740.03430000000003</c:v>
                </c:pt>
                <c:pt idx="119">
                  <c:v>689.03139999999996</c:v>
                </c:pt>
                <c:pt idx="120">
                  <c:v>671.44060000000002</c:v>
                </c:pt>
                <c:pt idx="121">
                  <c:v>629.72770000000003</c:v>
                </c:pt>
                <c:pt idx="122">
                  <c:v>758.90309999999999</c:v>
                </c:pt>
                <c:pt idx="123">
                  <c:v>740.97590000000002</c:v>
                </c:pt>
                <c:pt idx="124">
                  <c:v>784.06219999999996</c:v>
                </c:pt>
                <c:pt idx="125">
                  <c:v>617.21759999999995</c:v>
                </c:pt>
                <c:pt idx="126">
                  <c:v>684.13340000000005</c:v>
                </c:pt>
                <c:pt idx="127">
                  <c:v>595.06399999999996</c:v>
                </c:pt>
                <c:pt idx="128">
                  <c:v>603.22940000000006</c:v>
                </c:pt>
                <c:pt idx="129">
                  <c:v>758.43799999999999</c:v>
                </c:pt>
                <c:pt idx="130">
                  <c:v>633.78869999999995</c:v>
                </c:pt>
                <c:pt idx="131">
                  <c:v>772.45399999999995</c:v>
                </c:pt>
                <c:pt idx="132">
                  <c:v>767.76710000000003</c:v>
                </c:pt>
                <c:pt idx="133">
                  <c:v>717.54160000000002</c:v>
                </c:pt>
                <c:pt idx="134">
                  <c:v>567.33339999999998</c:v>
                </c:pt>
                <c:pt idx="135">
                  <c:v>788.88580000000002</c:v>
                </c:pt>
                <c:pt idx="136">
                  <c:v>792.37360000000001</c:v>
                </c:pt>
                <c:pt idx="137">
                  <c:v>718.12969999999996</c:v>
                </c:pt>
                <c:pt idx="139">
                  <c:v>599.80849999999998</c:v>
                </c:pt>
                <c:pt idx="140">
                  <c:v>665.04700000000003</c:v>
                </c:pt>
                <c:pt idx="141">
                  <c:v>637.20640000000003</c:v>
                </c:pt>
                <c:pt idx="142">
                  <c:v>788.53480000000002</c:v>
                </c:pt>
                <c:pt idx="143">
                  <c:v>739.57920000000001</c:v>
                </c:pt>
                <c:pt idx="144">
                  <c:v>760.71950000000004</c:v>
                </c:pt>
                <c:pt idx="145">
                  <c:v>747.47839999999997</c:v>
                </c:pt>
                <c:pt idx="146">
                  <c:v>734.03800000000001</c:v>
                </c:pt>
                <c:pt idx="147">
                  <c:v>679.72</c:v>
                </c:pt>
                <c:pt idx="148">
                  <c:v>634.67899999999997</c:v>
                </c:pt>
                <c:pt idx="149">
                  <c:v>742.11260000000004</c:v>
                </c:pt>
                <c:pt idx="150">
                  <c:v>762.03420000000006</c:v>
                </c:pt>
                <c:pt idx="151">
                  <c:v>775.10379999999998</c:v>
                </c:pt>
                <c:pt idx="152">
                  <c:v>736.62400000000002</c:v>
                </c:pt>
                <c:pt idx="153">
                  <c:v>720.09320000000002</c:v>
                </c:pt>
                <c:pt idx="154">
                  <c:v>667.98879999999997</c:v>
                </c:pt>
                <c:pt idx="155">
                  <c:v>633.21579999999994</c:v>
                </c:pt>
                <c:pt idx="156">
                  <c:v>707.71730000000002</c:v>
                </c:pt>
                <c:pt idx="157">
                  <c:v>768.1087</c:v>
                </c:pt>
                <c:pt idx="158">
                  <c:v>765.02290000000005</c:v>
                </c:pt>
                <c:pt idx="159">
                  <c:v>832.88419999999996</c:v>
                </c:pt>
                <c:pt idx="160">
                  <c:v>838.55079999999998</c:v>
                </c:pt>
                <c:pt idx="161">
                  <c:v>921.65660000000003</c:v>
                </c:pt>
                <c:pt idx="162">
                  <c:v>775.30219999999997</c:v>
                </c:pt>
                <c:pt idx="163">
                  <c:v>885.3098</c:v>
                </c:pt>
                <c:pt idx="164">
                  <c:v>821.61789999999996</c:v>
                </c:pt>
                <c:pt idx="165">
                  <c:v>828.06140000000005</c:v>
                </c:pt>
                <c:pt idx="166">
                  <c:v>768.78120000000001</c:v>
                </c:pt>
                <c:pt idx="167">
                  <c:v>791.55610000000001</c:v>
                </c:pt>
                <c:pt idx="168">
                  <c:v>761.07209999999998</c:v>
                </c:pt>
                <c:pt idx="169">
                  <c:v>690.38890000000004</c:v>
                </c:pt>
                <c:pt idx="170">
                  <c:v>802.37180000000001</c:v>
                </c:pt>
                <c:pt idx="171">
                  <c:v>761.81780000000003</c:v>
                </c:pt>
                <c:pt idx="172">
                  <c:v>712.75649999999996</c:v>
                </c:pt>
                <c:pt idx="173">
                  <c:v>738.83069999999998</c:v>
                </c:pt>
                <c:pt idx="174">
                  <c:v>774.00509999999997</c:v>
                </c:pt>
                <c:pt idx="175">
                  <c:v>747.74350000000004</c:v>
                </c:pt>
                <c:pt idx="176">
                  <c:v>648.38940000000002</c:v>
                </c:pt>
                <c:pt idx="177">
                  <c:v>783.55060000000003</c:v>
                </c:pt>
                <c:pt idx="178">
                  <c:v>803.93140000000005</c:v>
                </c:pt>
                <c:pt idx="179">
                  <c:v>782.83399999999995</c:v>
                </c:pt>
                <c:pt idx="180">
                  <c:v>764.16780000000006</c:v>
                </c:pt>
                <c:pt idx="181">
                  <c:v>802.65980000000002</c:v>
                </c:pt>
                <c:pt idx="182">
                  <c:v>746.30489999999998</c:v>
                </c:pt>
                <c:pt idx="183">
                  <c:v>709.68420000000003</c:v>
                </c:pt>
                <c:pt idx="184">
                  <c:v>848.21310000000005</c:v>
                </c:pt>
                <c:pt idx="185">
                  <c:v>806.36059999999998</c:v>
                </c:pt>
                <c:pt idx="186">
                  <c:v>820.79510000000005</c:v>
                </c:pt>
                <c:pt idx="187">
                  <c:v>688.52380000000005</c:v>
                </c:pt>
                <c:pt idx="188">
                  <c:v>768.47410000000002</c:v>
                </c:pt>
                <c:pt idx="189">
                  <c:v>732.66719999999998</c:v>
                </c:pt>
                <c:pt idx="190">
                  <c:v>693.09320000000002</c:v>
                </c:pt>
                <c:pt idx="191">
                  <c:v>758.44489999999996</c:v>
                </c:pt>
                <c:pt idx="192">
                  <c:v>789.89940000000001</c:v>
                </c:pt>
                <c:pt idx="193">
                  <c:v>847.19410000000005</c:v>
                </c:pt>
                <c:pt idx="194">
                  <c:v>797.26819999999998</c:v>
                </c:pt>
                <c:pt idx="195">
                  <c:v>754.22159999999997</c:v>
                </c:pt>
                <c:pt idx="196">
                  <c:v>719.00049999999999</c:v>
                </c:pt>
                <c:pt idx="197">
                  <c:v>696.16210000000001</c:v>
                </c:pt>
                <c:pt idx="198">
                  <c:v>808.01459999999997</c:v>
                </c:pt>
                <c:pt idx="199">
                  <c:v>797.24590000000001</c:v>
                </c:pt>
                <c:pt idx="200">
                  <c:v>801.75549999999998</c:v>
                </c:pt>
                <c:pt idx="201">
                  <c:v>746.50900000000001</c:v>
                </c:pt>
                <c:pt idx="202">
                  <c:v>712.06370000000004</c:v>
                </c:pt>
                <c:pt idx="203">
                  <c:v>577.65949999999998</c:v>
                </c:pt>
                <c:pt idx="204">
                  <c:v>614.19479999999999</c:v>
                </c:pt>
                <c:pt idx="205">
                  <c:v>751.31550000000004</c:v>
                </c:pt>
                <c:pt idx="206">
                  <c:v>747.72490000000005</c:v>
                </c:pt>
                <c:pt idx="207">
                  <c:v>779.46550000000002</c:v>
                </c:pt>
                <c:pt idx="208">
                  <c:v>617.25170000000003</c:v>
                </c:pt>
                <c:pt idx="209">
                  <c:v>703.0222</c:v>
                </c:pt>
                <c:pt idx="210">
                  <c:v>644.24149999999997</c:v>
                </c:pt>
                <c:pt idx="211">
                  <c:v>610.18700000000001</c:v>
                </c:pt>
                <c:pt idx="212">
                  <c:v>770.98889999999994</c:v>
                </c:pt>
                <c:pt idx="213">
                  <c:v>780.97820000000002</c:v>
                </c:pt>
                <c:pt idx="214">
                  <c:v>797.17960000000005</c:v>
                </c:pt>
                <c:pt idx="215">
                  <c:v>802.17550000000006</c:v>
                </c:pt>
                <c:pt idx="216">
                  <c:v>780.16840000000002</c:v>
                </c:pt>
                <c:pt idx="217">
                  <c:v>682.8673</c:v>
                </c:pt>
                <c:pt idx="218">
                  <c:v>634.14149999999995</c:v>
                </c:pt>
                <c:pt idx="219">
                  <c:v>812.34090000000003</c:v>
                </c:pt>
                <c:pt idx="220">
                  <c:v>808.55859999999996</c:v>
                </c:pt>
                <c:pt idx="221">
                  <c:v>838.84619999999995</c:v>
                </c:pt>
                <c:pt idx="222">
                  <c:v>675.22519999999997</c:v>
                </c:pt>
                <c:pt idx="223">
                  <c:v>801.29930000000002</c:v>
                </c:pt>
                <c:pt idx="224">
                  <c:v>748.02679999999998</c:v>
                </c:pt>
                <c:pt idx="225">
                  <c:v>639.20519999999999</c:v>
                </c:pt>
                <c:pt idx="226">
                  <c:v>788.17110000000002</c:v>
                </c:pt>
                <c:pt idx="227">
                  <c:v>815.1395</c:v>
                </c:pt>
                <c:pt idx="228">
                  <c:v>732.95979999999997</c:v>
                </c:pt>
                <c:pt idx="229">
                  <c:v>791.45190000000002</c:v>
                </c:pt>
                <c:pt idx="230">
                  <c:v>768.63940000000002</c:v>
                </c:pt>
                <c:pt idx="231">
                  <c:v>722.92589999999996</c:v>
                </c:pt>
                <c:pt idx="232">
                  <c:v>714.24800000000005</c:v>
                </c:pt>
                <c:pt idx="233">
                  <c:v>835.75779999999997</c:v>
                </c:pt>
                <c:pt idx="234">
                  <c:v>856.22140000000002</c:v>
                </c:pt>
                <c:pt idx="235">
                  <c:v>824.07960000000003</c:v>
                </c:pt>
                <c:pt idx="236">
                  <c:v>809.65210000000002</c:v>
                </c:pt>
                <c:pt idx="237">
                  <c:v>788.62480000000005</c:v>
                </c:pt>
                <c:pt idx="238">
                  <c:v>722.22280000000001</c:v>
                </c:pt>
                <c:pt idx="239">
                  <c:v>659.52560000000005</c:v>
                </c:pt>
                <c:pt idx="240">
                  <c:v>793.50630000000001</c:v>
                </c:pt>
                <c:pt idx="241">
                  <c:v>784.47760000000005</c:v>
                </c:pt>
                <c:pt idx="242">
                  <c:v>765.42190000000005</c:v>
                </c:pt>
                <c:pt idx="243">
                  <c:v>759.82989999999995</c:v>
                </c:pt>
                <c:pt idx="244">
                  <c:v>799.23479999999995</c:v>
                </c:pt>
                <c:pt idx="245">
                  <c:v>719.33529999999996</c:v>
                </c:pt>
                <c:pt idx="246">
                  <c:v>694.43589999999995</c:v>
                </c:pt>
                <c:pt idx="247">
                  <c:v>819.42409999999995</c:v>
                </c:pt>
                <c:pt idx="248">
                  <c:v>797.21389999999997</c:v>
                </c:pt>
                <c:pt idx="249">
                  <c:v>840.19740000000002</c:v>
                </c:pt>
                <c:pt idx="250">
                  <c:v>832.67719999999997</c:v>
                </c:pt>
                <c:pt idx="251">
                  <c:v>817.44259999999997</c:v>
                </c:pt>
                <c:pt idx="252">
                  <c:v>729.36469999999997</c:v>
                </c:pt>
                <c:pt idx="253">
                  <c:v>678.28099999999995</c:v>
                </c:pt>
                <c:pt idx="254">
                  <c:v>718.94039999999995</c:v>
                </c:pt>
                <c:pt idx="255">
                  <c:v>748.38549999999998</c:v>
                </c:pt>
                <c:pt idx="256">
                  <c:v>773.80229999999995</c:v>
                </c:pt>
                <c:pt idx="257">
                  <c:v>733.33749999999998</c:v>
                </c:pt>
                <c:pt idx="258">
                  <c:v>742.51980000000003</c:v>
                </c:pt>
                <c:pt idx="259">
                  <c:v>680.60400000000004</c:v>
                </c:pt>
                <c:pt idx="260">
                  <c:v>640.51829999999995</c:v>
                </c:pt>
                <c:pt idx="261">
                  <c:v>777.09320000000002</c:v>
                </c:pt>
                <c:pt idx="262">
                  <c:v>789.53859999999997</c:v>
                </c:pt>
                <c:pt idx="263">
                  <c:v>748.16179999999997</c:v>
                </c:pt>
                <c:pt idx="264">
                  <c:v>782.68340000000001</c:v>
                </c:pt>
                <c:pt idx="265">
                  <c:v>765.46720000000005</c:v>
                </c:pt>
                <c:pt idx="266">
                  <c:v>733.40350000000001</c:v>
                </c:pt>
                <c:pt idx="267">
                  <c:v>724.0729</c:v>
                </c:pt>
                <c:pt idx="268">
                  <c:v>875.84619999999995</c:v>
                </c:pt>
                <c:pt idx="269">
                  <c:v>856.90219999999999</c:v>
                </c:pt>
                <c:pt idx="270">
                  <c:v>830.08640000000003</c:v>
                </c:pt>
                <c:pt idx="271">
                  <c:v>881.08299999999997</c:v>
                </c:pt>
                <c:pt idx="272">
                  <c:v>858.49559999999997</c:v>
                </c:pt>
                <c:pt idx="273">
                  <c:v>787.49680000000001</c:v>
                </c:pt>
                <c:pt idx="274">
                  <c:v>714.36929999999995</c:v>
                </c:pt>
                <c:pt idx="275">
                  <c:v>849.81510000000003</c:v>
                </c:pt>
                <c:pt idx="276">
                  <c:v>838.65769999999998</c:v>
                </c:pt>
                <c:pt idx="277">
                  <c:v>825.60159999999996</c:v>
                </c:pt>
                <c:pt idx="278">
                  <c:v>859.64390000000003</c:v>
                </c:pt>
                <c:pt idx="279">
                  <c:v>834.01639999999998</c:v>
                </c:pt>
                <c:pt idx="280">
                  <c:v>751.96190000000001</c:v>
                </c:pt>
                <c:pt idx="281">
                  <c:v>658.09960000000001</c:v>
                </c:pt>
                <c:pt idx="282">
                  <c:v>841.17600000000004</c:v>
                </c:pt>
                <c:pt idx="283">
                  <c:v>855.11130000000003</c:v>
                </c:pt>
                <c:pt idx="284">
                  <c:v>806.64390000000003</c:v>
                </c:pt>
                <c:pt idx="285">
                  <c:v>787.6934</c:v>
                </c:pt>
                <c:pt idx="286">
                  <c:v>715.73820000000001</c:v>
                </c:pt>
                <c:pt idx="287">
                  <c:v>724.07349999999997</c:v>
                </c:pt>
                <c:pt idx="288">
                  <c:v>689.46320000000003</c:v>
                </c:pt>
                <c:pt idx="289">
                  <c:v>811.72799999999995</c:v>
                </c:pt>
                <c:pt idx="290">
                  <c:v>809.37350000000004</c:v>
                </c:pt>
                <c:pt idx="291">
                  <c:v>821.31730000000005</c:v>
                </c:pt>
                <c:pt idx="292">
                  <c:v>799.39700000000005</c:v>
                </c:pt>
                <c:pt idx="293">
                  <c:v>765.66809999999998</c:v>
                </c:pt>
                <c:pt idx="294">
                  <c:v>721.81089999999995</c:v>
                </c:pt>
                <c:pt idx="295">
                  <c:v>606.02570000000003</c:v>
                </c:pt>
                <c:pt idx="296">
                  <c:v>602.58069999999998</c:v>
                </c:pt>
                <c:pt idx="297">
                  <c:v>611.66959999999995</c:v>
                </c:pt>
                <c:pt idx="298">
                  <c:v>663.59960000000001</c:v>
                </c:pt>
                <c:pt idx="299">
                  <c:v>687.77279999999996</c:v>
                </c:pt>
                <c:pt idx="300">
                  <c:v>684.34349999999995</c:v>
                </c:pt>
                <c:pt idx="301">
                  <c:v>666.95360000000005</c:v>
                </c:pt>
                <c:pt idx="302">
                  <c:v>630.46109999999999</c:v>
                </c:pt>
                <c:pt idx="303">
                  <c:v>757.71780000000001</c:v>
                </c:pt>
                <c:pt idx="304">
                  <c:v>779.49030000000005</c:v>
                </c:pt>
                <c:pt idx="305">
                  <c:v>819.89750000000004</c:v>
                </c:pt>
                <c:pt idx="306">
                  <c:v>778.23180000000002</c:v>
                </c:pt>
                <c:pt idx="307">
                  <c:v>768.12649999999996</c:v>
                </c:pt>
                <c:pt idx="308">
                  <c:v>731.28039999999999</c:v>
                </c:pt>
                <c:pt idx="309">
                  <c:v>602.23720000000003</c:v>
                </c:pt>
                <c:pt idx="310">
                  <c:v>719.66470000000004</c:v>
                </c:pt>
                <c:pt idx="311">
                  <c:v>742.68529999999998</c:v>
                </c:pt>
                <c:pt idx="312">
                  <c:v>790.83690000000001</c:v>
                </c:pt>
                <c:pt idx="313">
                  <c:v>821.84640000000002</c:v>
                </c:pt>
                <c:pt idx="314">
                  <c:v>643.72979999999995</c:v>
                </c:pt>
                <c:pt idx="315">
                  <c:v>657.88530000000003</c:v>
                </c:pt>
                <c:pt idx="316">
                  <c:v>648.86120000000005</c:v>
                </c:pt>
                <c:pt idx="317">
                  <c:v>701.74779999999998</c:v>
                </c:pt>
                <c:pt idx="318">
                  <c:v>766.28549999999996</c:v>
                </c:pt>
                <c:pt idx="319">
                  <c:v>797.78710000000001</c:v>
                </c:pt>
                <c:pt idx="320">
                  <c:v>790.91139999999996</c:v>
                </c:pt>
                <c:pt idx="321">
                  <c:v>738.40809999999999</c:v>
                </c:pt>
                <c:pt idx="322">
                  <c:v>638.49099999999999</c:v>
                </c:pt>
                <c:pt idx="323">
                  <c:v>588.9357</c:v>
                </c:pt>
                <c:pt idx="324">
                  <c:v>765.16139999999996</c:v>
                </c:pt>
                <c:pt idx="325">
                  <c:v>782.05089999999996</c:v>
                </c:pt>
                <c:pt idx="326">
                  <c:v>751.60670000000005</c:v>
                </c:pt>
                <c:pt idx="327">
                  <c:v>777.96929999999998</c:v>
                </c:pt>
                <c:pt idx="328">
                  <c:v>743.67819999999995</c:v>
                </c:pt>
                <c:pt idx="329">
                  <c:v>657.2133</c:v>
                </c:pt>
                <c:pt idx="330">
                  <c:v>649.05619999999999</c:v>
                </c:pt>
                <c:pt idx="331">
                  <c:v>799.46389999999997</c:v>
                </c:pt>
                <c:pt idx="332">
                  <c:v>786.577</c:v>
                </c:pt>
                <c:pt idx="333">
                  <c:v>768.06690000000003</c:v>
                </c:pt>
                <c:pt idx="334">
                  <c:v>779.48109999999997</c:v>
                </c:pt>
                <c:pt idx="335">
                  <c:v>775.01649999999995</c:v>
                </c:pt>
                <c:pt idx="336">
                  <c:v>745.45399999999995</c:v>
                </c:pt>
                <c:pt idx="337">
                  <c:v>675.125</c:v>
                </c:pt>
                <c:pt idx="338">
                  <c:v>791.45730000000003</c:v>
                </c:pt>
                <c:pt idx="339">
                  <c:v>781.54880000000003</c:v>
                </c:pt>
                <c:pt idx="340">
                  <c:v>809.16380000000004</c:v>
                </c:pt>
                <c:pt idx="341">
                  <c:v>681.01559999999995</c:v>
                </c:pt>
                <c:pt idx="342">
                  <c:v>723.51009999999997</c:v>
                </c:pt>
                <c:pt idx="343">
                  <c:v>577.32479999999998</c:v>
                </c:pt>
                <c:pt idx="344">
                  <c:v>592.57240000000002</c:v>
                </c:pt>
                <c:pt idx="345">
                  <c:v>734.66369999999995</c:v>
                </c:pt>
                <c:pt idx="346">
                  <c:v>761.5127</c:v>
                </c:pt>
                <c:pt idx="347">
                  <c:v>825.49310000000003</c:v>
                </c:pt>
                <c:pt idx="348">
                  <c:v>794.83219999999994</c:v>
                </c:pt>
                <c:pt idx="349">
                  <c:v>735.21010000000001</c:v>
                </c:pt>
                <c:pt idx="350">
                  <c:v>688.93920000000003</c:v>
                </c:pt>
                <c:pt idx="351">
                  <c:v>630.827</c:v>
                </c:pt>
                <c:pt idx="352">
                  <c:v>804.02769999999998</c:v>
                </c:pt>
                <c:pt idx="353">
                  <c:v>782.64009999999996</c:v>
                </c:pt>
                <c:pt idx="354">
                  <c:v>787.44200000000001</c:v>
                </c:pt>
                <c:pt idx="355">
                  <c:v>769.23500000000001</c:v>
                </c:pt>
                <c:pt idx="356">
                  <c:v>779.66200000000003</c:v>
                </c:pt>
                <c:pt idx="357">
                  <c:v>728.61239999999998</c:v>
                </c:pt>
                <c:pt idx="358">
                  <c:v>668.81979999999999</c:v>
                </c:pt>
                <c:pt idx="359">
                  <c:v>786.22940000000006</c:v>
                </c:pt>
                <c:pt idx="360">
                  <c:v>788.13610000000006</c:v>
                </c:pt>
                <c:pt idx="361">
                  <c:v>789.78330000000005</c:v>
                </c:pt>
                <c:pt idx="362">
                  <c:v>786.02300000000002</c:v>
                </c:pt>
                <c:pt idx="363">
                  <c:v>796.15859999999998</c:v>
                </c:pt>
                <c:pt idx="364">
                  <c:v>759.01239999999996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B4BF-44B9-BA5F-1BAD1B363BC4}"/>
            </c:ext>
          </c:extLst>
        </c:ser>
        <c:ser>
          <c:idx val="5"/>
          <c:order val="5"/>
          <c:tx>
            <c:strRef>
              <c:f>'3G Voice'!$G$1</c:f>
              <c:strCache>
                <c:ptCount val="1"/>
                <c:pt idx="0">
                  <c:v>Ampara</c:v>
                </c:pt>
              </c:strCache>
            </c:strRef>
          </c:tx>
          <c:spPr>
            <a:ln w="28575" cap="rnd">
              <a:solidFill>
                <a:schemeClr val="accent6"/>
              </a:solidFill>
              <a:round/>
            </a:ln>
            <a:effectLst/>
          </c:spPr>
          <c:marker>
            <c:symbol val="none"/>
          </c:marker>
          <c:cat>
            <c:numRef>
              <c:f>'3G Voice'!$A$2:$A$366</c:f>
              <c:numCache>
                <c:formatCode>m/d/yyyy</c:formatCode>
                <c:ptCount val="365"/>
                <c:pt idx="0">
                  <c:v>45829</c:v>
                </c:pt>
                <c:pt idx="1">
                  <c:v>45830</c:v>
                </c:pt>
                <c:pt idx="2">
                  <c:v>45831</c:v>
                </c:pt>
                <c:pt idx="3">
                  <c:v>45832</c:v>
                </c:pt>
                <c:pt idx="4">
                  <c:v>45833</c:v>
                </c:pt>
                <c:pt idx="5">
                  <c:v>45834</c:v>
                </c:pt>
                <c:pt idx="6">
                  <c:v>45835</c:v>
                </c:pt>
                <c:pt idx="7">
                  <c:v>45836</c:v>
                </c:pt>
                <c:pt idx="8">
                  <c:v>45837</c:v>
                </c:pt>
                <c:pt idx="9">
                  <c:v>45838</c:v>
                </c:pt>
                <c:pt idx="10">
                  <c:v>45839</c:v>
                </c:pt>
                <c:pt idx="11">
                  <c:v>45840</c:v>
                </c:pt>
                <c:pt idx="12">
                  <c:v>45841</c:v>
                </c:pt>
                <c:pt idx="13">
                  <c:v>45842</c:v>
                </c:pt>
                <c:pt idx="14">
                  <c:v>45843</c:v>
                </c:pt>
                <c:pt idx="15">
                  <c:v>45844</c:v>
                </c:pt>
                <c:pt idx="16">
                  <c:v>45845</c:v>
                </c:pt>
                <c:pt idx="17">
                  <c:v>45846</c:v>
                </c:pt>
                <c:pt idx="18">
                  <c:v>45847</c:v>
                </c:pt>
                <c:pt idx="19">
                  <c:v>45848</c:v>
                </c:pt>
                <c:pt idx="20">
                  <c:v>45849</c:v>
                </c:pt>
                <c:pt idx="21">
                  <c:v>45850</c:v>
                </c:pt>
                <c:pt idx="22">
                  <c:v>45851</c:v>
                </c:pt>
                <c:pt idx="23">
                  <c:v>45852</c:v>
                </c:pt>
                <c:pt idx="24">
                  <c:v>45853</c:v>
                </c:pt>
                <c:pt idx="25">
                  <c:v>45854</c:v>
                </c:pt>
                <c:pt idx="26">
                  <c:v>45855</c:v>
                </c:pt>
                <c:pt idx="27">
                  <c:v>45856</c:v>
                </c:pt>
                <c:pt idx="28">
                  <c:v>45857</c:v>
                </c:pt>
                <c:pt idx="29">
                  <c:v>45858</c:v>
                </c:pt>
                <c:pt idx="30">
                  <c:v>45859</c:v>
                </c:pt>
                <c:pt idx="31">
                  <c:v>45860</c:v>
                </c:pt>
                <c:pt idx="32">
                  <c:v>45861</c:v>
                </c:pt>
                <c:pt idx="33">
                  <c:v>45862</c:v>
                </c:pt>
                <c:pt idx="34">
                  <c:v>45863</c:v>
                </c:pt>
                <c:pt idx="35">
                  <c:v>45864</c:v>
                </c:pt>
                <c:pt idx="36">
                  <c:v>45865</c:v>
                </c:pt>
                <c:pt idx="37">
                  <c:v>45866</c:v>
                </c:pt>
                <c:pt idx="38">
                  <c:v>45867</c:v>
                </c:pt>
                <c:pt idx="39">
                  <c:v>45868</c:v>
                </c:pt>
                <c:pt idx="40">
                  <c:v>45869</c:v>
                </c:pt>
                <c:pt idx="41">
                  <c:v>45870</c:v>
                </c:pt>
                <c:pt idx="42">
                  <c:v>45871</c:v>
                </c:pt>
                <c:pt idx="43">
                  <c:v>45872</c:v>
                </c:pt>
                <c:pt idx="44">
                  <c:v>45873</c:v>
                </c:pt>
                <c:pt idx="45">
                  <c:v>45874</c:v>
                </c:pt>
                <c:pt idx="46">
                  <c:v>45875</c:v>
                </c:pt>
                <c:pt idx="47">
                  <c:v>45876</c:v>
                </c:pt>
                <c:pt idx="48">
                  <c:v>45877</c:v>
                </c:pt>
                <c:pt idx="49">
                  <c:v>45878</c:v>
                </c:pt>
                <c:pt idx="50">
                  <c:v>45879</c:v>
                </c:pt>
                <c:pt idx="51">
                  <c:v>45880</c:v>
                </c:pt>
                <c:pt idx="52">
                  <c:v>45881</c:v>
                </c:pt>
                <c:pt idx="53">
                  <c:v>45882</c:v>
                </c:pt>
                <c:pt idx="54">
                  <c:v>45883</c:v>
                </c:pt>
                <c:pt idx="55">
                  <c:v>45884</c:v>
                </c:pt>
                <c:pt idx="56">
                  <c:v>45885</c:v>
                </c:pt>
                <c:pt idx="57">
                  <c:v>45886</c:v>
                </c:pt>
                <c:pt idx="58">
                  <c:v>45887</c:v>
                </c:pt>
                <c:pt idx="59">
                  <c:v>45888</c:v>
                </c:pt>
                <c:pt idx="60">
                  <c:v>45889</c:v>
                </c:pt>
                <c:pt idx="61">
                  <c:v>45890</c:v>
                </c:pt>
                <c:pt idx="62">
                  <c:v>45891</c:v>
                </c:pt>
                <c:pt idx="63">
                  <c:v>45892</c:v>
                </c:pt>
                <c:pt idx="64">
                  <c:v>45893</c:v>
                </c:pt>
                <c:pt idx="65">
                  <c:v>45894</c:v>
                </c:pt>
                <c:pt idx="66">
                  <c:v>45895</c:v>
                </c:pt>
                <c:pt idx="67">
                  <c:v>45896</c:v>
                </c:pt>
                <c:pt idx="68">
                  <c:v>45897</c:v>
                </c:pt>
                <c:pt idx="69">
                  <c:v>45898</c:v>
                </c:pt>
                <c:pt idx="70">
                  <c:v>45899</c:v>
                </c:pt>
                <c:pt idx="71">
                  <c:v>45900</c:v>
                </c:pt>
                <c:pt idx="72">
                  <c:v>45901</c:v>
                </c:pt>
                <c:pt idx="73">
                  <c:v>45902</c:v>
                </c:pt>
                <c:pt idx="74">
                  <c:v>45903</c:v>
                </c:pt>
                <c:pt idx="75">
                  <c:v>45904</c:v>
                </c:pt>
                <c:pt idx="76">
                  <c:v>45905</c:v>
                </c:pt>
                <c:pt idx="77">
                  <c:v>45906</c:v>
                </c:pt>
                <c:pt idx="78">
                  <c:v>45907</c:v>
                </c:pt>
                <c:pt idx="79">
                  <c:v>45908</c:v>
                </c:pt>
                <c:pt idx="80">
                  <c:v>45909</c:v>
                </c:pt>
                <c:pt idx="81">
                  <c:v>45910</c:v>
                </c:pt>
                <c:pt idx="82">
                  <c:v>45911</c:v>
                </c:pt>
                <c:pt idx="83">
                  <c:v>45912</c:v>
                </c:pt>
                <c:pt idx="84">
                  <c:v>45913</c:v>
                </c:pt>
                <c:pt idx="85">
                  <c:v>45914</c:v>
                </c:pt>
                <c:pt idx="86">
                  <c:v>45915</c:v>
                </c:pt>
                <c:pt idx="87">
                  <c:v>45916</c:v>
                </c:pt>
                <c:pt idx="88">
                  <c:v>45917</c:v>
                </c:pt>
                <c:pt idx="89">
                  <c:v>45918</c:v>
                </c:pt>
                <c:pt idx="90">
                  <c:v>45919</c:v>
                </c:pt>
                <c:pt idx="91">
                  <c:v>45920</c:v>
                </c:pt>
                <c:pt idx="92">
                  <c:v>45921</c:v>
                </c:pt>
                <c:pt idx="93">
                  <c:v>45922</c:v>
                </c:pt>
                <c:pt idx="94">
                  <c:v>45923</c:v>
                </c:pt>
                <c:pt idx="95">
                  <c:v>45924</c:v>
                </c:pt>
                <c:pt idx="96">
                  <c:v>45925</c:v>
                </c:pt>
                <c:pt idx="97">
                  <c:v>45926</c:v>
                </c:pt>
                <c:pt idx="98">
                  <c:v>45927</c:v>
                </c:pt>
                <c:pt idx="99">
                  <c:v>45928</c:v>
                </c:pt>
                <c:pt idx="100">
                  <c:v>45929</c:v>
                </c:pt>
                <c:pt idx="101">
                  <c:v>45930</c:v>
                </c:pt>
                <c:pt idx="102">
                  <c:v>45931</c:v>
                </c:pt>
                <c:pt idx="103">
                  <c:v>45932</c:v>
                </c:pt>
                <c:pt idx="104">
                  <c:v>45933</c:v>
                </c:pt>
                <c:pt idx="105">
                  <c:v>45934</c:v>
                </c:pt>
                <c:pt idx="106">
                  <c:v>45935</c:v>
                </c:pt>
                <c:pt idx="107">
                  <c:v>45936</c:v>
                </c:pt>
                <c:pt idx="108">
                  <c:v>45937</c:v>
                </c:pt>
                <c:pt idx="109">
                  <c:v>45938</c:v>
                </c:pt>
                <c:pt idx="110">
                  <c:v>45939</c:v>
                </c:pt>
                <c:pt idx="111">
                  <c:v>45940</c:v>
                </c:pt>
                <c:pt idx="112">
                  <c:v>45941</c:v>
                </c:pt>
                <c:pt idx="113">
                  <c:v>45942</c:v>
                </c:pt>
                <c:pt idx="114">
                  <c:v>45943</c:v>
                </c:pt>
                <c:pt idx="115">
                  <c:v>45944</c:v>
                </c:pt>
                <c:pt idx="116">
                  <c:v>45945</c:v>
                </c:pt>
                <c:pt idx="117">
                  <c:v>45946</c:v>
                </c:pt>
                <c:pt idx="118">
                  <c:v>45947</c:v>
                </c:pt>
                <c:pt idx="119">
                  <c:v>45948</c:v>
                </c:pt>
                <c:pt idx="120">
                  <c:v>45949</c:v>
                </c:pt>
                <c:pt idx="121">
                  <c:v>45950</c:v>
                </c:pt>
                <c:pt idx="122">
                  <c:v>45951</c:v>
                </c:pt>
                <c:pt idx="123">
                  <c:v>45952</c:v>
                </c:pt>
                <c:pt idx="124">
                  <c:v>45953</c:v>
                </c:pt>
                <c:pt idx="125">
                  <c:v>45954</c:v>
                </c:pt>
                <c:pt idx="126">
                  <c:v>45955</c:v>
                </c:pt>
                <c:pt idx="127">
                  <c:v>45956</c:v>
                </c:pt>
                <c:pt idx="128">
                  <c:v>45957</c:v>
                </c:pt>
                <c:pt idx="129">
                  <c:v>45958</c:v>
                </c:pt>
                <c:pt idx="130">
                  <c:v>45959</c:v>
                </c:pt>
                <c:pt idx="131">
                  <c:v>45960</c:v>
                </c:pt>
                <c:pt idx="132">
                  <c:v>45961</c:v>
                </c:pt>
                <c:pt idx="133">
                  <c:v>45962</c:v>
                </c:pt>
                <c:pt idx="134">
                  <c:v>45963</c:v>
                </c:pt>
                <c:pt idx="135">
                  <c:v>45964</c:v>
                </c:pt>
                <c:pt idx="136">
                  <c:v>45965</c:v>
                </c:pt>
                <c:pt idx="137">
                  <c:v>45966</c:v>
                </c:pt>
                <c:pt idx="138">
                  <c:v>45967</c:v>
                </c:pt>
                <c:pt idx="139">
                  <c:v>45968</c:v>
                </c:pt>
                <c:pt idx="140">
                  <c:v>45969</c:v>
                </c:pt>
                <c:pt idx="141">
                  <c:v>45970</c:v>
                </c:pt>
                <c:pt idx="142">
                  <c:v>45971</c:v>
                </c:pt>
                <c:pt idx="143">
                  <c:v>45972</c:v>
                </c:pt>
                <c:pt idx="144">
                  <c:v>45973</c:v>
                </c:pt>
                <c:pt idx="145">
                  <c:v>45974</c:v>
                </c:pt>
                <c:pt idx="146">
                  <c:v>45975</c:v>
                </c:pt>
                <c:pt idx="147">
                  <c:v>45976</c:v>
                </c:pt>
                <c:pt idx="148">
                  <c:v>45977</c:v>
                </c:pt>
                <c:pt idx="149">
                  <c:v>45978</c:v>
                </c:pt>
                <c:pt idx="150">
                  <c:v>45979</c:v>
                </c:pt>
                <c:pt idx="151">
                  <c:v>45980</c:v>
                </c:pt>
                <c:pt idx="152">
                  <c:v>45981</c:v>
                </c:pt>
                <c:pt idx="153">
                  <c:v>45982</c:v>
                </c:pt>
                <c:pt idx="154">
                  <c:v>45983</c:v>
                </c:pt>
                <c:pt idx="155">
                  <c:v>45984</c:v>
                </c:pt>
                <c:pt idx="156">
                  <c:v>45985</c:v>
                </c:pt>
                <c:pt idx="157">
                  <c:v>45986</c:v>
                </c:pt>
                <c:pt idx="158">
                  <c:v>45987</c:v>
                </c:pt>
                <c:pt idx="159">
                  <c:v>45988</c:v>
                </c:pt>
                <c:pt idx="160">
                  <c:v>45989</c:v>
                </c:pt>
                <c:pt idx="161">
                  <c:v>45990</c:v>
                </c:pt>
                <c:pt idx="162">
                  <c:v>45991</c:v>
                </c:pt>
                <c:pt idx="163">
                  <c:v>45992</c:v>
                </c:pt>
                <c:pt idx="164">
                  <c:v>45993</c:v>
                </c:pt>
                <c:pt idx="165">
                  <c:v>45994</c:v>
                </c:pt>
                <c:pt idx="166">
                  <c:v>45995</c:v>
                </c:pt>
                <c:pt idx="167">
                  <c:v>45996</c:v>
                </c:pt>
                <c:pt idx="168">
                  <c:v>45997</c:v>
                </c:pt>
                <c:pt idx="169">
                  <c:v>45998</c:v>
                </c:pt>
                <c:pt idx="170">
                  <c:v>45999</c:v>
                </c:pt>
                <c:pt idx="171">
                  <c:v>46000</c:v>
                </c:pt>
                <c:pt idx="172">
                  <c:v>46001</c:v>
                </c:pt>
                <c:pt idx="173">
                  <c:v>46002</c:v>
                </c:pt>
                <c:pt idx="174">
                  <c:v>46003</c:v>
                </c:pt>
                <c:pt idx="175">
                  <c:v>46004</c:v>
                </c:pt>
                <c:pt idx="176">
                  <c:v>46005</c:v>
                </c:pt>
                <c:pt idx="177">
                  <c:v>46006</c:v>
                </c:pt>
                <c:pt idx="178">
                  <c:v>46007</c:v>
                </c:pt>
                <c:pt idx="179">
                  <c:v>46008</c:v>
                </c:pt>
                <c:pt idx="180">
                  <c:v>46009</c:v>
                </c:pt>
                <c:pt idx="181">
                  <c:v>46010</c:v>
                </c:pt>
                <c:pt idx="182">
                  <c:v>46011</c:v>
                </c:pt>
                <c:pt idx="183">
                  <c:v>46012</c:v>
                </c:pt>
                <c:pt idx="184">
                  <c:v>46013</c:v>
                </c:pt>
                <c:pt idx="185">
                  <c:v>46014</c:v>
                </c:pt>
                <c:pt idx="186">
                  <c:v>46015</c:v>
                </c:pt>
                <c:pt idx="187">
                  <c:v>46016</c:v>
                </c:pt>
                <c:pt idx="188">
                  <c:v>46017</c:v>
                </c:pt>
                <c:pt idx="189">
                  <c:v>46018</c:v>
                </c:pt>
                <c:pt idx="190">
                  <c:v>46019</c:v>
                </c:pt>
                <c:pt idx="191">
                  <c:v>46020</c:v>
                </c:pt>
                <c:pt idx="192">
                  <c:v>46021</c:v>
                </c:pt>
                <c:pt idx="193">
                  <c:v>46022</c:v>
                </c:pt>
                <c:pt idx="194">
                  <c:v>46023</c:v>
                </c:pt>
                <c:pt idx="195">
                  <c:v>46024</c:v>
                </c:pt>
                <c:pt idx="196">
                  <c:v>46025</c:v>
                </c:pt>
                <c:pt idx="197">
                  <c:v>46026</c:v>
                </c:pt>
                <c:pt idx="198">
                  <c:v>46027</c:v>
                </c:pt>
                <c:pt idx="199">
                  <c:v>46028</c:v>
                </c:pt>
                <c:pt idx="200">
                  <c:v>46029</c:v>
                </c:pt>
                <c:pt idx="201">
                  <c:v>46030</c:v>
                </c:pt>
                <c:pt idx="202">
                  <c:v>46031</c:v>
                </c:pt>
                <c:pt idx="203">
                  <c:v>46032</c:v>
                </c:pt>
                <c:pt idx="204">
                  <c:v>46033</c:v>
                </c:pt>
                <c:pt idx="205">
                  <c:v>46034</c:v>
                </c:pt>
                <c:pt idx="206">
                  <c:v>46035</c:v>
                </c:pt>
                <c:pt idx="207">
                  <c:v>46036</c:v>
                </c:pt>
                <c:pt idx="208">
                  <c:v>46037</c:v>
                </c:pt>
                <c:pt idx="209">
                  <c:v>46038</c:v>
                </c:pt>
                <c:pt idx="210">
                  <c:v>46039</c:v>
                </c:pt>
                <c:pt idx="211">
                  <c:v>46040</c:v>
                </c:pt>
                <c:pt idx="212">
                  <c:v>46041</c:v>
                </c:pt>
                <c:pt idx="213">
                  <c:v>46042</c:v>
                </c:pt>
                <c:pt idx="214">
                  <c:v>46043</c:v>
                </c:pt>
                <c:pt idx="215">
                  <c:v>46044</c:v>
                </c:pt>
                <c:pt idx="216">
                  <c:v>46045</c:v>
                </c:pt>
                <c:pt idx="217">
                  <c:v>46046</c:v>
                </c:pt>
                <c:pt idx="218">
                  <c:v>46047</c:v>
                </c:pt>
                <c:pt idx="219">
                  <c:v>46048</c:v>
                </c:pt>
                <c:pt idx="220">
                  <c:v>46049</c:v>
                </c:pt>
                <c:pt idx="221">
                  <c:v>46050</c:v>
                </c:pt>
                <c:pt idx="222">
                  <c:v>46051</c:v>
                </c:pt>
                <c:pt idx="223">
                  <c:v>46052</c:v>
                </c:pt>
                <c:pt idx="224">
                  <c:v>46053</c:v>
                </c:pt>
                <c:pt idx="225">
                  <c:v>46054</c:v>
                </c:pt>
                <c:pt idx="226">
                  <c:v>46055</c:v>
                </c:pt>
                <c:pt idx="227">
                  <c:v>46056</c:v>
                </c:pt>
                <c:pt idx="228">
                  <c:v>46057</c:v>
                </c:pt>
                <c:pt idx="229">
                  <c:v>46058</c:v>
                </c:pt>
                <c:pt idx="230">
                  <c:v>46059</c:v>
                </c:pt>
                <c:pt idx="231">
                  <c:v>46060</c:v>
                </c:pt>
                <c:pt idx="232">
                  <c:v>46061</c:v>
                </c:pt>
                <c:pt idx="233">
                  <c:v>46062</c:v>
                </c:pt>
                <c:pt idx="234">
                  <c:v>46063</c:v>
                </c:pt>
                <c:pt idx="235">
                  <c:v>46064</c:v>
                </c:pt>
                <c:pt idx="236">
                  <c:v>46065</c:v>
                </c:pt>
                <c:pt idx="237">
                  <c:v>46066</c:v>
                </c:pt>
                <c:pt idx="238">
                  <c:v>46067</c:v>
                </c:pt>
                <c:pt idx="239">
                  <c:v>46068</c:v>
                </c:pt>
                <c:pt idx="240">
                  <c:v>46069</c:v>
                </c:pt>
                <c:pt idx="241">
                  <c:v>46070</c:v>
                </c:pt>
                <c:pt idx="242">
                  <c:v>46071</c:v>
                </c:pt>
                <c:pt idx="243">
                  <c:v>46072</c:v>
                </c:pt>
                <c:pt idx="244">
                  <c:v>46073</c:v>
                </c:pt>
                <c:pt idx="245">
                  <c:v>46074</c:v>
                </c:pt>
                <c:pt idx="246">
                  <c:v>46075</c:v>
                </c:pt>
                <c:pt idx="247">
                  <c:v>46076</c:v>
                </c:pt>
                <c:pt idx="248">
                  <c:v>46077</c:v>
                </c:pt>
                <c:pt idx="249">
                  <c:v>46078</c:v>
                </c:pt>
                <c:pt idx="250">
                  <c:v>46079</c:v>
                </c:pt>
                <c:pt idx="251">
                  <c:v>46080</c:v>
                </c:pt>
                <c:pt idx="252">
                  <c:v>46081</c:v>
                </c:pt>
                <c:pt idx="253">
                  <c:v>46082</c:v>
                </c:pt>
                <c:pt idx="254">
                  <c:v>46083</c:v>
                </c:pt>
                <c:pt idx="255">
                  <c:v>46084</c:v>
                </c:pt>
                <c:pt idx="256">
                  <c:v>46085</c:v>
                </c:pt>
                <c:pt idx="257">
                  <c:v>46086</c:v>
                </c:pt>
                <c:pt idx="258">
                  <c:v>46087</c:v>
                </c:pt>
                <c:pt idx="259">
                  <c:v>46088</c:v>
                </c:pt>
                <c:pt idx="260">
                  <c:v>46089</c:v>
                </c:pt>
                <c:pt idx="261">
                  <c:v>46090</c:v>
                </c:pt>
                <c:pt idx="262">
                  <c:v>46091</c:v>
                </c:pt>
                <c:pt idx="263">
                  <c:v>46092</c:v>
                </c:pt>
                <c:pt idx="264">
                  <c:v>46093</c:v>
                </c:pt>
                <c:pt idx="265">
                  <c:v>46094</c:v>
                </c:pt>
                <c:pt idx="266">
                  <c:v>46095</c:v>
                </c:pt>
                <c:pt idx="267">
                  <c:v>46096</c:v>
                </c:pt>
                <c:pt idx="268">
                  <c:v>46097</c:v>
                </c:pt>
                <c:pt idx="269">
                  <c:v>46098</c:v>
                </c:pt>
                <c:pt idx="270">
                  <c:v>46099</c:v>
                </c:pt>
                <c:pt idx="271">
                  <c:v>46100</c:v>
                </c:pt>
                <c:pt idx="272">
                  <c:v>46101</c:v>
                </c:pt>
                <c:pt idx="273">
                  <c:v>46102</c:v>
                </c:pt>
                <c:pt idx="274">
                  <c:v>46103</c:v>
                </c:pt>
                <c:pt idx="275">
                  <c:v>46104</c:v>
                </c:pt>
                <c:pt idx="276">
                  <c:v>46105</c:v>
                </c:pt>
                <c:pt idx="277">
                  <c:v>46106</c:v>
                </c:pt>
                <c:pt idx="278">
                  <c:v>46107</c:v>
                </c:pt>
                <c:pt idx="279">
                  <c:v>46108</c:v>
                </c:pt>
                <c:pt idx="280">
                  <c:v>46109</c:v>
                </c:pt>
                <c:pt idx="281">
                  <c:v>46110</c:v>
                </c:pt>
                <c:pt idx="282">
                  <c:v>46111</c:v>
                </c:pt>
                <c:pt idx="283">
                  <c:v>46112</c:v>
                </c:pt>
                <c:pt idx="284">
                  <c:v>46113</c:v>
                </c:pt>
                <c:pt idx="285">
                  <c:v>46114</c:v>
                </c:pt>
                <c:pt idx="286">
                  <c:v>46115</c:v>
                </c:pt>
                <c:pt idx="287">
                  <c:v>46116</c:v>
                </c:pt>
                <c:pt idx="288">
                  <c:v>46117</c:v>
                </c:pt>
                <c:pt idx="289">
                  <c:v>46118</c:v>
                </c:pt>
                <c:pt idx="290">
                  <c:v>46119</c:v>
                </c:pt>
                <c:pt idx="291">
                  <c:v>46120</c:v>
                </c:pt>
                <c:pt idx="292">
                  <c:v>46121</c:v>
                </c:pt>
                <c:pt idx="293">
                  <c:v>46122</c:v>
                </c:pt>
                <c:pt idx="294">
                  <c:v>46123</c:v>
                </c:pt>
                <c:pt idx="295">
                  <c:v>46124</c:v>
                </c:pt>
                <c:pt idx="296">
                  <c:v>46125</c:v>
                </c:pt>
                <c:pt idx="297">
                  <c:v>46126</c:v>
                </c:pt>
                <c:pt idx="298">
                  <c:v>46127</c:v>
                </c:pt>
                <c:pt idx="299">
                  <c:v>46128</c:v>
                </c:pt>
                <c:pt idx="300">
                  <c:v>46129</c:v>
                </c:pt>
                <c:pt idx="301">
                  <c:v>46130</c:v>
                </c:pt>
                <c:pt idx="302">
                  <c:v>46131</c:v>
                </c:pt>
                <c:pt idx="303">
                  <c:v>46132</c:v>
                </c:pt>
                <c:pt idx="304">
                  <c:v>46133</c:v>
                </c:pt>
                <c:pt idx="305">
                  <c:v>46134</c:v>
                </c:pt>
                <c:pt idx="306">
                  <c:v>46135</c:v>
                </c:pt>
                <c:pt idx="307">
                  <c:v>46136</c:v>
                </c:pt>
                <c:pt idx="308">
                  <c:v>46137</c:v>
                </c:pt>
                <c:pt idx="309">
                  <c:v>46138</c:v>
                </c:pt>
                <c:pt idx="310">
                  <c:v>46139</c:v>
                </c:pt>
                <c:pt idx="311">
                  <c:v>46140</c:v>
                </c:pt>
                <c:pt idx="312">
                  <c:v>46141</c:v>
                </c:pt>
                <c:pt idx="313">
                  <c:v>46142</c:v>
                </c:pt>
                <c:pt idx="314">
                  <c:v>46143</c:v>
                </c:pt>
                <c:pt idx="315">
                  <c:v>46144</c:v>
                </c:pt>
                <c:pt idx="316">
                  <c:v>46145</c:v>
                </c:pt>
                <c:pt idx="317">
                  <c:v>46146</c:v>
                </c:pt>
                <c:pt idx="318">
                  <c:v>46147</c:v>
                </c:pt>
                <c:pt idx="319">
                  <c:v>46148</c:v>
                </c:pt>
                <c:pt idx="320">
                  <c:v>46149</c:v>
                </c:pt>
                <c:pt idx="321">
                  <c:v>46150</c:v>
                </c:pt>
                <c:pt idx="322">
                  <c:v>46151</c:v>
                </c:pt>
                <c:pt idx="323">
                  <c:v>46152</c:v>
                </c:pt>
                <c:pt idx="324">
                  <c:v>46153</c:v>
                </c:pt>
                <c:pt idx="325">
                  <c:v>46154</c:v>
                </c:pt>
                <c:pt idx="326">
                  <c:v>46155</c:v>
                </c:pt>
                <c:pt idx="327">
                  <c:v>46156</c:v>
                </c:pt>
                <c:pt idx="328">
                  <c:v>46157</c:v>
                </c:pt>
                <c:pt idx="329">
                  <c:v>46158</c:v>
                </c:pt>
                <c:pt idx="330">
                  <c:v>46159</c:v>
                </c:pt>
                <c:pt idx="331">
                  <c:v>46160</c:v>
                </c:pt>
                <c:pt idx="332">
                  <c:v>46161</c:v>
                </c:pt>
                <c:pt idx="333">
                  <c:v>46162</c:v>
                </c:pt>
                <c:pt idx="334">
                  <c:v>46163</c:v>
                </c:pt>
                <c:pt idx="335">
                  <c:v>46164</c:v>
                </c:pt>
                <c:pt idx="336">
                  <c:v>46165</c:v>
                </c:pt>
                <c:pt idx="337">
                  <c:v>46166</c:v>
                </c:pt>
                <c:pt idx="338">
                  <c:v>46167</c:v>
                </c:pt>
                <c:pt idx="339">
                  <c:v>46168</c:v>
                </c:pt>
                <c:pt idx="340">
                  <c:v>46169</c:v>
                </c:pt>
                <c:pt idx="341">
                  <c:v>46170</c:v>
                </c:pt>
                <c:pt idx="342">
                  <c:v>46171</c:v>
                </c:pt>
                <c:pt idx="343">
                  <c:v>46172</c:v>
                </c:pt>
                <c:pt idx="344">
                  <c:v>46173</c:v>
                </c:pt>
                <c:pt idx="345">
                  <c:v>46174</c:v>
                </c:pt>
                <c:pt idx="346">
                  <c:v>46175</c:v>
                </c:pt>
                <c:pt idx="347">
                  <c:v>46176</c:v>
                </c:pt>
                <c:pt idx="348">
                  <c:v>46177</c:v>
                </c:pt>
                <c:pt idx="349">
                  <c:v>46178</c:v>
                </c:pt>
                <c:pt idx="350">
                  <c:v>46179</c:v>
                </c:pt>
                <c:pt idx="351">
                  <c:v>46180</c:v>
                </c:pt>
                <c:pt idx="352">
                  <c:v>46181</c:v>
                </c:pt>
                <c:pt idx="353">
                  <c:v>46182</c:v>
                </c:pt>
                <c:pt idx="354">
                  <c:v>46183</c:v>
                </c:pt>
                <c:pt idx="355">
                  <c:v>46184</c:v>
                </c:pt>
                <c:pt idx="356">
                  <c:v>46185</c:v>
                </c:pt>
                <c:pt idx="357">
                  <c:v>46186</c:v>
                </c:pt>
                <c:pt idx="358">
                  <c:v>46187</c:v>
                </c:pt>
                <c:pt idx="359">
                  <c:v>46188</c:v>
                </c:pt>
                <c:pt idx="360">
                  <c:v>46189</c:v>
                </c:pt>
                <c:pt idx="361">
                  <c:v>46190</c:v>
                </c:pt>
                <c:pt idx="362">
                  <c:v>46191</c:v>
                </c:pt>
                <c:pt idx="363">
                  <c:v>46192</c:v>
                </c:pt>
                <c:pt idx="364">
                  <c:v>46193</c:v>
                </c:pt>
              </c:numCache>
            </c:numRef>
          </c:cat>
          <c:val>
            <c:numRef>
              <c:f>'3G Voice'!$G$2:$G$366</c:f>
              <c:numCache>
                <c:formatCode>General</c:formatCode>
                <c:ptCount val="365"/>
                <c:pt idx="0">
                  <c:v>5384.5897000000004</c:v>
                </c:pt>
                <c:pt idx="1">
                  <c:v>5089.8843999999999</c:v>
                </c:pt>
                <c:pt idx="2">
                  <c:v>5804.0963000000002</c:v>
                </c:pt>
                <c:pt idx="3">
                  <c:v>5660.0807999999997</c:v>
                </c:pt>
                <c:pt idx="4">
                  <c:v>5822.3301000000001</c:v>
                </c:pt>
                <c:pt idx="5">
                  <c:v>5806.8732</c:v>
                </c:pt>
                <c:pt idx="6">
                  <c:v>5510.4949999999999</c:v>
                </c:pt>
                <c:pt idx="7">
                  <c:v>5417.8540999999996</c:v>
                </c:pt>
                <c:pt idx="8">
                  <c:v>5332.0172000000002</c:v>
                </c:pt>
                <c:pt idx="9">
                  <c:v>5912.5648000000001</c:v>
                </c:pt>
                <c:pt idx="10">
                  <c:v>5918.7075000000004</c:v>
                </c:pt>
                <c:pt idx="11">
                  <c:v>5894.9956000000002</c:v>
                </c:pt>
                <c:pt idx="12">
                  <c:v>5910.652</c:v>
                </c:pt>
                <c:pt idx="13">
                  <c:v>5654.9772000000003</c:v>
                </c:pt>
                <c:pt idx="14">
                  <c:v>5415.4997000000003</c:v>
                </c:pt>
                <c:pt idx="15">
                  <c:v>5397.6175000000003</c:v>
                </c:pt>
                <c:pt idx="16">
                  <c:v>6118.4948000000004</c:v>
                </c:pt>
                <c:pt idx="17">
                  <c:v>6084.1770999999999</c:v>
                </c:pt>
                <c:pt idx="18">
                  <c:v>6025.1287000000002</c:v>
                </c:pt>
                <c:pt idx="19">
                  <c:v>5436.4431999999997</c:v>
                </c:pt>
                <c:pt idx="20">
                  <c:v>6171.7568000000001</c:v>
                </c:pt>
                <c:pt idx="21">
                  <c:v>5593.3936000000003</c:v>
                </c:pt>
                <c:pt idx="22">
                  <c:v>5538.8261000000002</c:v>
                </c:pt>
                <c:pt idx="23">
                  <c:v>6054.2343000000001</c:v>
                </c:pt>
                <c:pt idx="24">
                  <c:v>6044.6262999999999</c:v>
                </c:pt>
                <c:pt idx="25">
                  <c:v>5923.1833999999999</c:v>
                </c:pt>
                <c:pt idx="26">
                  <c:v>6003.8257000000003</c:v>
                </c:pt>
                <c:pt idx="27">
                  <c:v>5719.1478999999999</c:v>
                </c:pt>
                <c:pt idx="28">
                  <c:v>5515.585</c:v>
                </c:pt>
                <c:pt idx="29">
                  <c:v>5295.1067000000003</c:v>
                </c:pt>
                <c:pt idx="30">
                  <c:v>5899.6918999999998</c:v>
                </c:pt>
                <c:pt idx="31">
                  <c:v>5899.9816000000001</c:v>
                </c:pt>
                <c:pt idx="32">
                  <c:v>6124.7455</c:v>
                </c:pt>
                <c:pt idx="33">
                  <c:v>6036.7</c:v>
                </c:pt>
                <c:pt idx="34">
                  <c:v>5742.1588000000002</c:v>
                </c:pt>
                <c:pt idx="35">
                  <c:v>5579.7129000000004</c:v>
                </c:pt>
                <c:pt idx="36">
                  <c:v>5517.0210999999999</c:v>
                </c:pt>
                <c:pt idx="37">
                  <c:v>6144.8442999999997</c:v>
                </c:pt>
                <c:pt idx="38">
                  <c:v>6018.5925999999999</c:v>
                </c:pt>
                <c:pt idx="39">
                  <c:v>6104.9913999999999</c:v>
                </c:pt>
                <c:pt idx="40">
                  <c:v>6044.7797</c:v>
                </c:pt>
                <c:pt idx="41">
                  <c:v>5618.3757999999998</c:v>
                </c:pt>
                <c:pt idx="42">
                  <c:v>5484.9705000000004</c:v>
                </c:pt>
                <c:pt idx="43">
                  <c:v>5286.1283000000003</c:v>
                </c:pt>
                <c:pt idx="44">
                  <c:v>5888.6265999999996</c:v>
                </c:pt>
                <c:pt idx="45">
                  <c:v>5968.7992999999997</c:v>
                </c:pt>
                <c:pt idx="46">
                  <c:v>6036.9987000000001</c:v>
                </c:pt>
                <c:pt idx="47">
                  <c:v>6091.4516999999996</c:v>
                </c:pt>
                <c:pt idx="48">
                  <c:v>4991.2276000000002</c:v>
                </c:pt>
                <c:pt idx="49">
                  <c:v>5493.4993999999997</c:v>
                </c:pt>
                <c:pt idx="50">
                  <c:v>5526.7786999999998</c:v>
                </c:pt>
                <c:pt idx="51">
                  <c:v>5892.8514999999998</c:v>
                </c:pt>
                <c:pt idx="52">
                  <c:v>5828.9000999999998</c:v>
                </c:pt>
                <c:pt idx="53">
                  <c:v>5830.7996999999996</c:v>
                </c:pt>
                <c:pt idx="54">
                  <c:v>5946.8051999999998</c:v>
                </c:pt>
                <c:pt idx="55">
                  <c:v>5687.1415999999999</c:v>
                </c:pt>
                <c:pt idx="56">
                  <c:v>5431.76</c:v>
                </c:pt>
                <c:pt idx="57">
                  <c:v>5415.9787999999999</c:v>
                </c:pt>
                <c:pt idx="58">
                  <c:v>6029.0168000000003</c:v>
                </c:pt>
                <c:pt idx="59">
                  <c:v>5980.4282000000003</c:v>
                </c:pt>
                <c:pt idx="60">
                  <c:v>6017.8433000000005</c:v>
                </c:pt>
                <c:pt idx="61">
                  <c:v>5896.7043999999996</c:v>
                </c:pt>
                <c:pt idx="62">
                  <c:v>5501.7022999999999</c:v>
                </c:pt>
                <c:pt idx="63">
                  <c:v>5457.2118</c:v>
                </c:pt>
                <c:pt idx="64">
                  <c:v>5315.3765999999996</c:v>
                </c:pt>
                <c:pt idx="65">
                  <c:v>5917.3082999999997</c:v>
                </c:pt>
                <c:pt idx="66">
                  <c:v>5942.6450999999997</c:v>
                </c:pt>
                <c:pt idx="67">
                  <c:v>6060.8033999999998</c:v>
                </c:pt>
                <c:pt idx="68">
                  <c:v>6064.7577000000001</c:v>
                </c:pt>
                <c:pt idx="69">
                  <c:v>5736.6858000000002</c:v>
                </c:pt>
                <c:pt idx="70">
                  <c:v>5727.4090999999999</c:v>
                </c:pt>
                <c:pt idx="71">
                  <c:v>5601.0807999999997</c:v>
                </c:pt>
                <c:pt idx="72">
                  <c:v>5987.9592000000002</c:v>
                </c:pt>
                <c:pt idx="73">
                  <c:v>6058.8371999999999</c:v>
                </c:pt>
                <c:pt idx="74">
                  <c:v>6095.6136999999999</c:v>
                </c:pt>
                <c:pt idx="75">
                  <c:v>6537.4808999999996</c:v>
                </c:pt>
                <c:pt idx="76">
                  <c:v>5333.3099000000002</c:v>
                </c:pt>
                <c:pt idx="77">
                  <c:v>5498.1527999999998</c:v>
                </c:pt>
                <c:pt idx="78">
                  <c:v>5257.1098000000002</c:v>
                </c:pt>
                <c:pt idx="79">
                  <c:v>5993.7601000000004</c:v>
                </c:pt>
                <c:pt idx="80">
                  <c:v>6036.2902000000004</c:v>
                </c:pt>
                <c:pt idx="81">
                  <c:v>5908.9922999999999</c:v>
                </c:pt>
                <c:pt idx="82">
                  <c:v>5986.6664000000001</c:v>
                </c:pt>
                <c:pt idx="83">
                  <c:v>5607.1495000000004</c:v>
                </c:pt>
                <c:pt idx="84">
                  <c:v>5628.2537000000002</c:v>
                </c:pt>
                <c:pt idx="85">
                  <c:v>5483.5518000000002</c:v>
                </c:pt>
                <c:pt idx="86">
                  <c:v>5729.8946999999998</c:v>
                </c:pt>
                <c:pt idx="87">
                  <c:v>5792.3476000000001</c:v>
                </c:pt>
                <c:pt idx="88">
                  <c:v>5840.5936000000002</c:v>
                </c:pt>
                <c:pt idx="89">
                  <c:v>5959.8579</c:v>
                </c:pt>
                <c:pt idx="90">
                  <c:v>5674.72</c:v>
                </c:pt>
                <c:pt idx="91">
                  <c:v>5655.1489000000001</c:v>
                </c:pt>
                <c:pt idx="92">
                  <c:v>5486.0600999999997</c:v>
                </c:pt>
                <c:pt idx="93">
                  <c:v>5904.9602999999997</c:v>
                </c:pt>
                <c:pt idx="94">
                  <c:v>5833.6026000000002</c:v>
                </c:pt>
                <c:pt idx="95">
                  <c:v>5850.8607000000002</c:v>
                </c:pt>
                <c:pt idx="96">
                  <c:v>5969.1176999999998</c:v>
                </c:pt>
                <c:pt idx="97">
                  <c:v>5621.0643</c:v>
                </c:pt>
                <c:pt idx="98">
                  <c:v>5536.5666000000001</c:v>
                </c:pt>
                <c:pt idx="99">
                  <c:v>5455.2740999999996</c:v>
                </c:pt>
                <c:pt idx="100">
                  <c:v>6013.2103999999999</c:v>
                </c:pt>
                <c:pt idx="101">
                  <c:v>6334.8981999999996</c:v>
                </c:pt>
                <c:pt idx="102">
                  <c:v>6258.2705999999998</c:v>
                </c:pt>
                <c:pt idx="103">
                  <c:v>6092.4804999999997</c:v>
                </c:pt>
                <c:pt idx="104">
                  <c:v>5685.5562</c:v>
                </c:pt>
                <c:pt idx="105">
                  <c:v>5507.5713999999998</c:v>
                </c:pt>
                <c:pt idx="106">
                  <c:v>5521.4358000000002</c:v>
                </c:pt>
                <c:pt idx="107">
                  <c:v>5232.5880999999999</c:v>
                </c:pt>
                <c:pt idx="108">
                  <c:v>6002.3289999999997</c:v>
                </c:pt>
                <c:pt idx="109">
                  <c:v>5949.2025999999996</c:v>
                </c:pt>
                <c:pt idx="110">
                  <c:v>6061.0892000000003</c:v>
                </c:pt>
                <c:pt idx="111">
                  <c:v>5754.6315000000004</c:v>
                </c:pt>
                <c:pt idx="112">
                  <c:v>5617.1409000000003</c:v>
                </c:pt>
                <c:pt idx="113">
                  <c:v>5440.6058000000003</c:v>
                </c:pt>
                <c:pt idx="114">
                  <c:v>5880.2974999999997</c:v>
                </c:pt>
                <c:pt idx="115">
                  <c:v>5880.5163000000002</c:v>
                </c:pt>
                <c:pt idx="116">
                  <c:v>5926.0851000000002</c:v>
                </c:pt>
                <c:pt idx="117">
                  <c:v>5829.7248</c:v>
                </c:pt>
                <c:pt idx="118">
                  <c:v>5549.6169</c:v>
                </c:pt>
                <c:pt idx="119">
                  <c:v>4698.0434999999998</c:v>
                </c:pt>
                <c:pt idx="120">
                  <c:v>4424.7029000000002</c:v>
                </c:pt>
                <c:pt idx="121">
                  <c:v>4358.9516000000003</c:v>
                </c:pt>
                <c:pt idx="122">
                  <c:v>4745.8434999999999</c:v>
                </c:pt>
                <c:pt idx="123">
                  <c:v>4893.7142000000003</c:v>
                </c:pt>
                <c:pt idx="124">
                  <c:v>4875.8320999999996</c:v>
                </c:pt>
                <c:pt idx="125">
                  <c:v>4488.9485000000004</c:v>
                </c:pt>
                <c:pt idx="126">
                  <c:v>4659.8446000000004</c:v>
                </c:pt>
                <c:pt idx="127">
                  <c:v>4542.5236000000004</c:v>
                </c:pt>
                <c:pt idx="128">
                  <c:v>4921.4459999999999</c:v>
                </c:pt>
                <c:pt idx="129">
                  <c:v>529.48199999999997</c:v>
                </c:pt>
                <c:pt idx="130">
                  <c:v>579.04200000000003</c:v>
                </c:pt>
                <c:pt idx="131">
                  <c:v>535.01829999999995</c:v>
                </c:pt>
                <c:pt idx="132">
                  <c:v>557.43449999999996</c:v>
                </c:pt>
                <c:pt idx="133">
                  <c:v>521.07889999999998</c:v>
                </c:pt>
                <c:pt idx="134">
                  <c:v>476.29660000000001</c:v>
                </c:pt>
                <c:pt idx="135">
                  <c:v>560.10799999999995</c:v>
                </c:pt>
                <c:pt idx="136">
                  <c:v>554.0924</c:v>
                </c:pt>
                <c:pt idx="137">
                  <c:v>487.47500000000002</c:v>
                </c:pt>
                <c:pt idx="138">
                  <c:v>529.20920000000001</c:v>
                </c:pt>
                <c:pt idx="139">
                  <c:v>532.26890000000003</c:v>
                </c:pt>
                <c:pt idx="140">
                  <c:v>488.47430000000003</c:v>
                </c:pt>
                <c:pt idx="141">
                  <c:v>481.60239999999999</c:v>
                </c:pt>
                <c:pt idx="142">
                  <c:v>550.74929999999995</c:v>
                </c:pt>
                <c:pt idx="143">
                  <c:v>558.40499999999997</c:v>
                </c:pt>
                <c:pt idx="144">
                  <c:v>575.07590000000005</c:v>
                </c:pt>
                <c:pt idx="145">
                  <c:v>519.59889999999996</c:v>
                </c:pt>
                <c:pt idx="146">
                  <c:v>489.10129999999998</c:v>
                </c:pt>
                <c:pt idx="147">
                  <c:v>442.66140000000001</c:v>
                </c:pt>
                <c:pt idx="148">
                  <c:v>414.16300000000001</c:v>
                </c:pt>
                <c:pt idx="149">
                  <c:v>495.57440000000003</c:v>
                </c:pt>
                <c:pt idx="150">
                  <c:v>475.9622</c:v>
                </c:pt>
                <c:pt idx="151">
                  <c:v>532.37390000000005</c:v>
                </c:pt>
                <c:pt idx="152">
                  <c:v>470.56959999999998</c:v>
                </c:pt>
                <c:pt idx="153">
                  <c:v>506.60210000000001</c:v>
                </c:pt>
                <c:pt idx="154">
                  <c:v>451.85660000000001</c:v>
                </c:pt>
                <c:pt idx="155">
                  <c:v>420.63720000000001</c:v>
                </c:pt>
                <c:pt idx="156">
                  <c:v>481.03590000000003</c:v>
                </c:pt>
                <c:pt idx="157">
                  <c:v>472.04250000000002</c:v>
                </c:pt>
                <c:pt idx="158">
                  <c:v>466.07780000000002</c:v>
                </c:pt>
                <c:pt idx="159">
                  <c:v>289.74790000000002</c:v>
                </c:pt>
                <c:pt idx="160">
                  <c:v>145.93379999999999</c:v>
                </c:pt>
                <c:pt idx="161">
                  <c:v>225.93389999999999</c:v>
                </c:pt>
                <c:pt idx="162">
                  <c:v>613.17169999999999</c:v>
                </c:pt>
                <c:pt idx="163">
                  <c:v>698.30610000000001</c:v>
                </c:pt>
                <c:pt idx="164">
                  <c:v>659.88490000000002</c:v>
                </c:pt>
                <c:pt idx="165">
                  <c:v>600.08799999999997</c:v>
                </c:pt>
                <c:pt idx="166">
                  <c:v>502.702</c:v>
                </c:pt>
                <c:pt idx="167">
                  <c:v>468.89</c:v>
                </c:pt>
                <c:pt idx="168">
                  <c:v>339.12240000000003</c:v>
                </c:pt>
                <c:pt idx="169">
                  <c:v>481.90649999999999</c:v>
                </c:pt>
                <c:pt idx="170">
                  <c:v>531.024</c:v>
                </c:pt>
                <c:pt idx="171">
                  <c:v>494.60890000000001</c:v>
                </c:pt>
                <c:pt idx="172">
                  <c:v>566.37099999999998</c:v>
                </c:pt>
                <c:pt idx="173">
                  <c:v>500.26249999999999</c:v>
                </c:pt>
                <c:pt idx="174">
                  <c:v>507.61090000000002</c:v>
                </c:pt>
                <c:pt idx="175">
                  <c:v>460.80840000000001</c:v>
                </c:pt>
                <c:pt idx="176">
                  <c:v>452.27339999999998</c:v>
                </c:pt>
                <c:pt idx="177">
                  <c:v>516.20799999999997</c:v>
                </c:pt>
                <c:pt idx="178">
                  <c:v>530.55889999999999</c:v>
                </c:pt>
                <c:pt idx="179">
                  <c:v>503.91640000000001</c:v>
                </c:pt>
                <c:pt idx="180">
                  <c:v>513.47029999999995</c:v>
                </c:pt>
                <c:pt idx="181">
                  <c:v>527.86959999999999</c:v>
                </c:pt>
                <c:pt idx="182">
                  <c:v>520.80330000000004</c:v>
                </c:pt>
                <c:pt idx="183">
                  <c:v>459.6653</c:v>
                </c:pt>
                <c:pt idx="184">
                  <c:v>534.0444</c:v>
                </c:pt>
                <c:pt idx="185">
                  <c:v>508.93349999999998</c:v>
                </c:pt>
                <c:pt idx="186">
                  <c:v>581.00139999999999</c:v>
                </c:pt>
                <c:pt idx="187">
                  <c:v>465.89940000000001</c:v>
                </c:pt>
                <c:pt idx="188">
                  <c:v>564.97140000000002</c:v>
                </c:pt>
                <c:pt idx="189">
                  <c:v>493.25920000000002</c:v>
                </c:pt>
                <c:pt idx="190">
                  <c:v>469.06760000000003</c:v>
                </c:pt>
                <c:pt idx="191">
                  <c:v>534.86500000000001</c:v>
                </c:pt>
                <c:pt idx="192">
                  <c:v>540.19970000000001</c:v>
                </c:pt>
                <c:pt idx="193">
                  <c:v>637.65859999999998</c:v>
                </c:pt>
                <c:pt idx="194">
                  <c:v>604.06420000000003</c:v>
                </c:pt>
                <c:pt idx="195">
                  <c:v>513.06939999999997</c:v>
                </c:pt>
                <c:pt idx="196">
                  <c:v>412.73520000000002</c:v>
                </c:pt>
                <c:pt idx="197">
                  <c:v>455.99189999999999</c:v>
                </c:pt>
                <c:pt idx="198">
                  <c:v>507.06799999999998</c:v>
                </c:pt>
                <c:pt idx="199">
                  <c:v>501.5763</c:v>
                </c:pt>
                <c:pt idx="200">
                  <c:v>535.78279999999995</c:v>
                </c:pt>
                <c:pt idx="201">
                  <c:v>481.23860000000002</c:v>
                </c:pt>
                <c:pt idx="202">
                  <c:v>481.17399999999998</c:v>
                </c:pt>
                <c:pt idx="203">
                  <c:v>503.14420000000001</c:v>
                </c:pt>
                <c:pt idx="204">
                  <c:v>454.68150000000003</c:v>
                </c:pt>
                <c:pt idx="205">
                  <c:v>527.03689999999995</c:v>
                </c:pt>
                <c:pt idx="206">
                  <c:v>530.09450000000004</c:v>
                </c:pt>
                <c:pt idx="207">
                  <c:v>567.06290000000001</c:v>
                </c:pt>
                <c:pt idx="208">
                  <c:v>494.0471</c:v>
                </c:pt>
                <c:pt idx="209">
                  <c:v>922.24890000000005</c:v>
                </c:pt>
                <c:pt idx="210">
                  <c:v>884.58109999999999</c:v>
                </c:pt>
                <c:pt idx="211">
                  <c:v>863.60379999999998</c:v>
                </c:pt>
                <c:pt idx="212">
                  <c:v>721.47289999999998</c:v>
                </c:pt>
                <c:pt idx="213">
                  <c:v>569.35500000000002</c:v>
                </c:pt>
                <c:pt idx="214">
                  <c:v>614.86279999999999</c:v>
                </c:pt>
                <c:pt idx="215">
                  <c:v>574.78420000000006</c:v>
                </c:pt>
                <c:pt idx="216">
                  <c:v>571.24469999999997</c:v>
                </c:pt>
                <c:pt idx="217">
                  <c:v>546.04809999999998</c:v>
                </c:pt>
                <c:pt idx="218">
                  <c:v>546.48490000000004</c:v>
                </c:pt>
                <c:pt idx="219">
                  <c:v>593.37729999999999</c:v>
                </c:pt>
                <c:pt idx="220">
                  <c:v>605.15880000000004</c:v>
                </c:pt>
                <c:pt idx="221">
                  <c:v>654.20910000000003</c:v>
                </c:pt>
                <c:pt idx="222">
                  <c:v>596.14520000000005</c:v>
                </c:pt>
                <c:pt idx="223">
                  <c:v>562.32370000000003</c:v>
                </c:pt>
                <c:pt idx="224">
                  <c:v>516.66340000000002</c:v>
                </c:pt>
                <c:pt idx="225">
                  <c:v>431.16390000000001</c:v>
                </c:pt>
                <c:pt idx="226">
                  <c:v>562.5847</c:v>
                </c:pt>
                <c:pt idx="227">
                  <c:v>573.61369999999999</c:v>
                </c:pt>
                <c:pt idx="228">
                  <c:v>515.96360000000004</c:v>
                </c:pt>
                <c:pt idx="229">
                  <c:v>559.32349999999997</c:v>
                </c:pt>
                <c:pt idx="230">
                  <c:v>543.08839999999998</c:v>
                </c:pt>
                <c:pt idx="231">
                  <c:v>500.07799999999997</c:v>
                </c:pt>
                <c:pt idx="232">
                  <c:v>510.83170000000001</c:v>
                </c:pt>
                <c:pt idx="233">
                  <c:v>580.12059999999997</c:v>
                </c:pt>
                <c:pt idx="234">
                  <c:v>590.57140000000004</c:v>
                </c:pt>
                <c:pt idx="235">
                  <c:v>623.72749999999996</c:v>
                </c:pt>
                <c:pt idx="236">
                  <c:v>551.79629999999997</c:v>
                </c:pt>
                <c:pt idx="237">
                  <c:v>539.19290000000001</c:v>
                </c:pt>
                <c:pt idx="238">
                  <c:v>522.97220000000004</c:v>
                </c:pt>
                <c:pt idx="239">
                  <c:v>475.19139999999999</c:v>
                </c:pt>
                <c:pt idx="240">
                  <c:v>572.71249999999998</c:v>
                </c:pt>
                <c:pt idx="241">
                  <c:v>535.16200000000003</c:v>
                </c:pt>
                <c:pt idx="242">
                  <c:v>540.17359999999996</c:v>
                </c:pt>
                <c:pt idx="243">
                  <c:v>555.03030000000001</c:v>
                </c:pt>
                <c:pt idx="244">
                  <c:v>561.46770000000004</c:v>
                </c:pt>
                <c:pt idx="245">
                  <c:v>481.31630000000001</c:v>
                </c:pt>
                <c:pt idx="246">
                  <c:v>474.30329999999998</c:v>
                </c:pt>
                <c:pt idx="247">
                  <c:v>568.7998</c:v>
                </c:pt>
                <c:pt idx="248">
                  <c:v>598.93889999999999</c:v>
                </c:pt>
                <c:pt idx="249">
                  <c:v>620.07309999999995</c:v>
                </c:pt>
                <c:pt idx="250">
                  <c:v>621.51329999999996</c:v>
                </c:pt>
                <c:pt idx="251">
                  <c:v>626.71540000000005</c:v>
                </c:pt>
                <c:pt idx="252">
                  <c:v>559.83169999999996</c:v>
                </c:pt>
                <c:pt idx="253">
                  <c:v>564.404</c:v>
                </c:pt>
                <c:pt idx="254">
                  <c:v>481.11169999999998</c:v>
                </c:pt>
                <c:pt idx="255">
                  <c:v>655.37139999999999</c:v>
                </c:pt>
                <c:pt idx="256">
                  <c:v>684.36749999999995</c:v>
                </c:pt>
                <c:pt idx="257">
                  <c:v>630.01329999999996</c:v>
                </c:pt>
                <c:pt idx="258">
                  <c:v>650.20150000000001</c:v>
                </c:pt>
                <c:pt idx="259">
                  <c:v>569.92809999999997</c:v>
                </c:pt>
                <c:pt idx="260">
                  <c:v>534.12559999999996</c:v>
                </c:pt>
                <c:pt idx="261">
                  <c:v>609.22119999999995</c:v>
                </c:pt>
                <c:pt idx="262">
                  <c:v>626.66890000000001</c:v>
                </c:pt>
                <c:pt idx="263">
                  <c:v>690.0059</c:v>
                </c:pt>
                <c:pt idx="264">
                  <c:v>625.81579999999997</c:v>
                </c:pt>
                <c:pt idx="265">
                  <c:v>617.10749999999996</c:v>
                </c:pt>
                <c:pt idx="266">
                  <c:v>600.20770000000005</c:v>
                </c:pt>
                <c:pt idx="267">
                  <c:v>582.23850000000004</c:v>
                </c:pt>
                <c:pt idx="268">
                  <c:v>686.02970000000005</c:v>
                </c:pt>
                <c:pt idx="269">
                  <c:v>679.26909999999998</c:v>
                </c:pt>
                <c:pt idx="270">
                  <c:v>652.47280000000001</c:v>
                </c:pt>
                <c:pt idx="271">
                  <c:v>587.4271</c:v>
                </c:pt>
                <c:pt idx="272">
                  <c:v>638.23220000000003</c:v>
                </c:pt>
                <c:pt idx="273">
                  <c:v>648.26980000000003</c:v>
                </c:pt>
                <c:pt idx="274">
                  <c:v>593.37109999999996</c:v>
                </c:pt>
                <c:pt idx="275">
                  <c:v>697.94449999999995</c:v>
                </c:pt>
                <c:pt idx="276">
                  <c:v>663.58019999999999</c:v>
                </c:pt>
                <c:pt idx="277">
                  <c:v>660.1146</c:v>
                </c:pt>
                <c:pt idx="278">
                  <c:v>694.88469999999995</c:v>
                </c:pt>
                <c:pt idx="279">
                  <c:v>663.5865</c:v>
                </c:pt>
                <c:pt idx="280">
                  <c:v>584.67169999999999</c:v>
                </c:pt>
                <c:pt idx="281">
                  <c:v>579.75390000000004</c:v>
                </c:pt>
                <c:pt idx="282">
                  <c:v>695.15369999999996</c:v>
                </c:pt>
                <c:pt idx="283">
                  <c:v>732.15639999999996</c:v>
                </c:pt>
                <c:pt idx="284">
                  <c:v>615.68939999999998</c:v>
                </c:pt>
                <c:pt idx="285">
                  <c:v>647.45960000000002</c:v>
                </c:pt>
                <c:pt idx="286">
                  <c:v>549.25400000000002</c:v>
                </c:pt>
                <c:pt idx="287">
                  <c:v>581.8075</c:v>
                </c:pt>
                <c:pt idx="288">
                  <c:v>573.25919999999996</c:v>
                </c:pt>
                <c:pt idx="289">
                  <c:v>670.63019999999995</c:v>
                </c:pt>
                <c:pt idx="290">
                  <c:v>668.09889999999996</c:v>
                </c:pt>
                <c:pt idx="291">
                  <c:v>755.74310000000003</c:v>
                </c:pt>
                <c:pt idx="292">
                  <c:v>704.42610000000002</c:v>
                </c:pt>
                <c:pt idx="293">
                  <c:v>721.5557</c:v>
                </c:pt>
                <c:pt idx="294">
                  <c:v>685.08399999999995</c:v>
                </c:pt>
                <c:pt idx="295">
                  <c:v>653.87339999999995</c:v>
                </c:pt>
                <c:pt idx="296">
                  <c:v>644.20659999999998</c:v>
                </c:pt>
                <c:pt idx="297">
                  <c:v>477.58859999999999</c:v>
                </c:pt>
                <c:pt idx="298">
                  <c:v>486.47430000000003</c:v>
                </c:pt>
                <c:pt idx="299">
                  <c:v>520.61270000000002</c:v>
                </c:pt>
                <c:pt idx="300">
                  <c:v>572.78009999999995</c:v>
                </c:pt>
                <c:pt idx="301">
                  <c:v>558.40589999999997</c:v>
                </c:pt>
                <c:pt idx="302">
                  <c:v>605.43899999999996</c:v>
                </c:pt>
                <c:pt idx="303">
                  <c:v>665.27880000000005</c:v>
                </c:pt>
                <c:pt idx="304">
                  <c:v>650.90449999999998</c:v>
                </c:pt>
                <c:pt idx="305">
                  <c:v>679.64440000000002</c:v>
                </c:pt>
                <c:pt idx="306">
                  <c:v>650.40390000000002</c:v>
                </c:pt>
                <c:pt idx="307">
                  <c:v>650.32280000000003</c:v>
                </c:pt>
                <c:pt idx="308">
                  <c:v>568.45429999999999</c:v>
                </c:pt>
                <c:pt idx="309">
                  <c:v>516.59670000000006</c:v>
                </c:pt>
                <c:pt idx="310">
                  <c:v>586.35969999999998</c:v>
                </c:pt>
                <c:pt idx="311">
                  <c:v>592.73469999999998</c:v>
                </c:pt>
                <c:pt idx="312">
                  <c:v>607.65779999999995</c:v>
                </c:pt>
                <c:pt idx="313">
                  <c:v>600.52250000000004</c:v>
                </c:pt>
                <c:pt idx="314">
                  <c:v>438.4796</c:v>
                </c:pt>
                <c:pt idx="315">
                  <c:v>525.15700000000004</c:v>
                </c:pt>
                <c:pt idx="316">
                  <c:v>531.56079999999997</c:v>
                </c:pt>
                <c:pt idx="317">
                  <c:v>572.77880000000005</c:v>
                </c:pt>
                <c:pt idx="318">
                  <c:v>605.58720000000005</c:v>
                </c:pt>
                <c:pt idx="319">
                  <c:v>600.61779999999999</c:v>
                </c:pt>
                <c:pt idx="320">
                  <c:v>586.56590000000006</c:v>
                </c:pt>
                <c:pt idx="321">
                  <c:v>582.08190000000002</c:v>
                </c:pt>
                <c:pt idx="322">
                  <c:v>477.51909999999998</c:v>
                </c:pt>
                <c:pt idx="323">
                  <c:v>485.04480000000001</c:v>
                </c:pt>
                <c:pt idx="324">
                  <c:v>583.35519999999997</c:v>
                </c:pt>
                <c:pt idx="325">
                  <c:v>547.4606</c:v>
                </c:pt>
                <c:pt idx="326">
                  <c:v>619.63610000000006</c:v>
                </c:pt>
                <c:pt idx="327">
                  <c:v>573.96609999999998</c:v>
                </c:pt>
                <c:pt idx="328">
                  <c:v>559.71640000000002</c:v>
                </c:pt>
                <c:pt idx="329">
                  <c:v>533.47469999999998</c:v>
                </c:pt>
                <c:pt idx="330">
                  <c:v>499.33969999999999</c:v>
                </c:pt>
                <c:pt idx="331">
                  <c:v>609.37850000000003</c:v>
                </c:pt>
                <c:pt idx="332">
                  <c:v>607.63580000000002</c:v>
                </c:pt>
                <c:pt idx="333">
                  <c:v>646.25980000000004</c:v>
                </c:pt>
                <c:pt idx="334">
                  <c:v>591.20839999999998</c:v>
                </c:pt>
                <c:pt idx="335">
                  <c:v>613.86500000000001</c:v>
                </c:pt>
                <c:pt idx="336">
                  <c:v>553.34029999999996</c:v>
                </c:pt>
                <c:pt idx="337">
                  <c:v>522.67110000000002</c:v>
                </c:pt>
                <c:pt idx="338">
                  <c:v>613.95000000000005</c:v>
                </c:pt>
                <c:pt idx="339">
                  <c:v>638.45219999999995</c:v>
                </c:pt>
                <c:pt idx="340">
                  <c:v>611.11839999999995</c:v>
                </c:pt>
                <c:pt idx="341">
                  <c:v>558.25850000000003</c:v>
                </c:pt>
                <c:pt idx="342">
                  <c:v>604.67909999999995</c:v>
                </c:pt>
                <c:pt idx="343">
                  <c:v>439.6037</c:v>
                </c:pt>
                <c:pt idx="344">
                  <c:v>462.59719999999999</c:v>
                </c:pt>
                <c:pt idx="345">
                  <c:v>628.86220000000003</c:v>
                </c:pt>
                <c:pt idx="346">
                  <c:v>625.62660000000005</c:v>
                </c:pt>
                <c:pt idx="347">
                  <c:v>635.91200000000003</c:v>
                </c:pt>
                <c:pt idx="348">
                  <c:v>599.52689999999996</c:v>
                </c:pt>
                <c:pt idx="349">
                  <c:v>548.65620000000001</c:v>
                </c:pt>
                <c:pt idx="350">
                  <c:v>507.53640000000001</c:v>
                </c:pt>
                <c:pt idx="351">
                  <c:v>471.74029999999999</c:v>
                </c:pt>
                <c:pt idx="352">
                  <c:v>579.84860000000003</c:v>
                </c:pt>
                <c:pt idx="353">
                  <c:v>563.82100000000003</c:v>
                </c:pt>
                <c:pt idx="354">
                  <c:v>592.72799999999995</c:v>
                </c:pt>
                <c:pt idx="355">
                  <c:v>589.13160000000005</c:v>
                </c:pt>
                <c:pt idx="356">
                  <c:v>603.17470000000003</c:v>
                </c:pt>
                <c:pt idx="357">
                  <c:v>500.76749999999998</c:v>
                </c:pt>
                <c:pt idx="358">
                  <c:v>499.84519999999998</c:v>
                </c:pt>
                <c:pt idx="359">
                  <c:v>580.80489999999998</c:v>
                </c:pt>
                <c:pt idx="360">
                  <c:v>543.91470000000004</c:v>
                </c:pt>
                <c:pt idx="361">
                  <c:v>577.04780000000005</c:v>
                </c:pt>
                <c:pt idx="362">
                  <c:v>543.86689999999999</c:v>
                </c:pt>
                <c:pt idx="363">
                  <c:v>588.60059999999999</c:v>
                </c:pt>
                <c:pt idx="364">
                  <c:v>566.79150000000004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5-B4BF-44B9-BA5F-1BAD1B363BC4}"/>
            </c:ext>
          </c:extLst>
        </c:ser>
        <c:ser>
          <c:idx val="6"/>
          <c:order val="6"/>
          <c:tx>
            <c:strRef>
              <c:f>'3G Voice'!$H$1</c:f>
              <c:strCache>
                <c:ptCount val="1"/>
                <c:pt idx="0">
                  <c:v>Batticaloa</c:v>
                </c:pt>
              </c:strCache>
            </c:strRef>
          </c:tx>
          <c:spPr>
            <a:ln w="28575" cap="rnd">
              <a:solidFill>
                <a:schemeClr val="accent1">
                  <a:lumMod val="60000"/>
                </a:schemeClr>
              </a:solidFill>
              <a:round/>
            </a:ln>
            <a:effectLst/>
          </c:spPr>
          <c:marker>
            <c:symbol val="none"/>
          </c:marker>
          <c:cat>
            <c:numRef>
              <c:f>'3G Voice'!$A$2:$A$366</c:f>
              <c:numCache>
                <c:formatCode>m/d/yyyy</c:formatCode>
                <c:ptCount val="365"/>
                <c:pt idx="0">
                  <c:v>45829</c:v>
                </c:pt>
                <c:pt idx="1">
                  <c:v>45830</c:v>
                </c:pt>
                <c:pt idx="2">
                  <c:v>45831</c:v>
                </c:pt>
                <c:pt idx="3">
                  <c:v>45832</c:v>
                </c:pt>
                <c:pt idx="4">
                  <c:v>45833</c:v>
                </c:pt>
                <c:pt idx="5">
                  <c:v>45834</c:v>
                </c:pt>
                <c:pt idx="6">
                  <c:v>45835</c:v>
                </c:pt>
                <c:pt idx="7">
                  <c:v>45836</c:v>
                </c:pt>
                <c:pt idx="8">
                  <c:v>45837</c:v>
                </c:pt>
                <c:pt idx="9">
                  <c:v>45838</c:v>
                </c:pt>
                <c:pt idx="10">
                  <c:v>45839</c:v>
                </c:pt>
                <c:pt idx="11">
                  <c:v>45840</c:v>
                </c:pt>
                <c:pt idx="12">
                  <c:v>45841</c:v>
                </c:pt>
                <c:pt idx="13">
                  <c:v>45842</c:v>
                </c:pt>
                <c:pt idx="14">
                  <c:v>45843</c:v>
                </c:pt>
                <c:pt idx="15">
                  <c:v>45844</c:v>
                </c:pt>
                <c:pt idx="16">
                  <c:v>45845</c:v>
                </c:pt>
                <c:pt idx="17">
                  <c:v>45846</c:v>
                </c:pt>
                <c:pt idx="18">
                  <c:v>45847</c:v>
                </c:pt>
                <c:pt idx="19">
                  <c:v>45848</c:v>
                </c:pt>
                <c:pt idx="20">
                  <c:v>45849</c:v>
                </c:pt>
                <c:pt idx="21">
                  <c:v>45850</c:v>
                </c:pt>
                <c:pt idx="22">
                  <c:v>45851</c:v>
                </c:pt>
                <c:pt idx="23">
                  <c:v>45852</c:v>
                </c:pt>
                <c:pt idx="24">
                  <c:v>45853</c:v>
                </c:pt>
                <c:pt idx="25">
                  <c:v>45854</c:v>
                </c:pt>
                <c:pt idx="26">
                  <c:v>45855</c:v>
                </c:pt>
                <c:pt idx="27">
                  <c:v>45856</c:v>
                </c:pt>
                <c:pt idx="28">
                  <c:v>45857</c:v>
                </c:pt>
                <c:pt idx="29">
                  <c:v>45858</c:v>
                </c:pt>
                <c:pt idx="30">
                  <c:v>45859</c:v>
                </c:pt>
                <c:pt idx="31">
                  <c:v>45860</c:v>
                </c:pt>
                <c:pt idx="32">
                  <c:v>45861</c:v>
                </c:pt>
                <c:pt idx="33">
                  <c:v>45862</c:v>
                </c:pt>
                <c:pt idx="34">
                  <c:v>45863</c:v>
                </c:pt>
                <c:pt idx="35">
                  <c:v>45864</c:v>
                </c:pt>
                <c:pt idx="36">
                  <c:v>45865</c:v>
                </c:pt>
                <c:pt idx="37">
                  <c:v>45866</c:v>
                </c:pt>
                <c:pt idx="38">
                  <c:v>45867</c:v>
                </c:pt>
                <c:pt idx="39">
                  <c:v>45868</c:v>
                </c:pt>
                <c:pt idx="40">
                  <c:v>45869</c:v>
                </c:pt>
                <c:pt idx="41">
                  <c:v>45870</c:v>
                </c:pt>
                <c:pt idx="42">
                  <c:v>45871</c:v>
                </c:pt>
                <c:pt idx="43">
                  <c:v>45872</c:v>
                </c:pt>
                <c:pt idx="44">
                  <c:v>45873</c:v>
                </c:pt>
                <c:pt idx="45">
                  <c:v>45874</c:v>
                </c:pt>
                <c:pt idx="46">
                  <c:v>45875</c:v>
                </c:pt>
                <c:pt idx="47">
                  <c:v>45876</c:v>
                </c:pt>
                <c:pt idx="48">
                  <c:v>45877</c:v>
                </c:pt>
                <c:pt idx="49">
                  <c:v>45878</c:v>
                </c:pt>
                <c:pt idx="50">
                  <c:v>45879</c:v>
                </c:pt>
                <c:pt idx="51">
                  <c:v>45880</c:v>
                </c:pt>
                <c:pt idx="52">
                  <c:v>45881</c:v>
                </c:pt>
                <c:pt idx="53">
                  <c:v>45882</c:v>
                </c:pt>
                <c:pt idx="54">
                  <c:v>45883</c:v>
                </c:pt>
                <c:pt idx="55">
                  <c:v>45884</c:v>
                </c:pt>
                <c:pt idx="56">
                  <c:v>45885</c:v>
                </c:pt>
                <c:pt idx="57">
                  <c:v>45886</c:v>
                </c:pt>
                <c:pt idx="58">
                  <c:v>45887</c:v>
                </c:pt>
                <c:pt idx="59">
                  <c:v>45888</c:v>
                </c:pt>
                <c:pt idx="60">
                  <c:v>45889</c:v>
                </c:pt>
                <c:pt idx="61">
                  <c:v>45890</c:v>
                </c:pt>
                <c:pt idx="62">
                  <c:v>45891</c:v>
                </c:pt>
                <c:pt idx="63">
                  <c:v>45892</c:v>
                </c:pt>
                <c:pt idx="64">
                  <c:v>45893</c:v>
                </c:pt>
                <c:pt idx="65">
                  <c:v>45894</c:v>
                </c:pt>
                <c:pt idx="66">
                  <c:v>45895</c:v>
                </c:pt>
                <c:pt idx="67">
                  <c:v>45896</c:v>
                </c:pt>
                <c:pt idx="68">
                  <c:v>45897</c:v>
                </c:pt>
                <c:pt idx="69">
                  <c:v>45898</c:v>
                </c:pt>
                <c:pt idx="70">
                  <c:v>45899</c:v>
                </c:pt>
                <c:pt idx="71">
                  <c:v>45900</c:v>
                </c:pt>
                <c:pt idx="72">
                  <c:v>45901</c:v>
                </c:pt>
                <c:pt idx="73">
                  <c:v>45902</c:v>
                </c:pt>
                <c:pt idx="74">
                  <c:v>45903</c:v>
                </c:pt>
                <c:pt idx="75">
                  <c:v>45904</c:v>
                </c:pt>
                <c:pt idx="76">
                  <c:v>45905</c:v>
                </c:pt>
                <c:pt idx="77">
                  <c:v>45906</c:v>
                </c:pt>
                <c:pt idx="78">
                  <c:v>45907</c:v>
                </c:pt>
                <c:pt idx="79">
                  <c:v>45908</c:v>
                </c:pt>
                <c:pt idx="80">
                  <c:v>45909</c:v>
                </c:pt>
                <c:pt idx="81">
                  <c:v>45910</c:v>
                </c:pt>
                <c:pt idx="82">
                  <c:v>45911</c:v>
                </c:pt>
                <c:pt idx="83">
                  <c:v>45912</c:v>
                </c:pt>
                <c:pt idx="84">
                  <c:v>45913</c:v>
                </c:pt>
                <c:pt idx="85">
                  <c:v>45914</c:v>
                </c:pt>
                <c:pt idx="86">
                  <c:v>45915</c:v>
                </c:pt>
                <c:pt idx="87">
                  <c:v>45916</c:v>
                </c:pt>
                <c:pt idx="88">
                  <c:v>45917</c:v>
                </c:pt>
                <c:pt idx="89">
                  <c:v>45918</c:v>
                </c:pt>
                <c:pt idx="90">
                  <c:v>45919</c:v>
                </c:pt>
                <c:pt idx="91">
                  <c:v>45920</c:v>
                </c:pt>
                <c:pt idx="92">
                  <c:v>45921</c:v>
                </c:pt>
                <c:pt idx="93">
                  <c:v>45922</c:v>
                </c:pt>
                <c:pt idx="94">
                  <c:v>45923</c:v>
                </c:pt>
                <c:pt idx="95">
                  <c:v>45924</c:v>
                </c:pt>
                <c:pt idx="96">
                  <c:v>45925</c:v>
                </c:pt>
                <c:pt idx="97">
                  <c:v>45926</c:v>
                </c:pt>
                <c:pt idx="98">
                  <c:v>45927</c:v>
                </c:pt>
                <c:pt idx="99">
                  <c:v>45928</c:v>
                </c:pt>
                <c:pt idx="100">
                  <c:v>45929</c:v>
                </c:pt>
                <c:pt idx="101">
                  <c:v>45930</c:v>
                </c:pt>
                <c:pt idx="102">
                  <c:v>45931</c:v>
                </c:pt>
                <c:pt idx="103">
                  <c:v>45932</c:v>
                </c:pt>
                <c:pt idx="104">
                  <c:v>45933</c:v>
                </c:pt>
                <c:pt idx="105">
                  <c:v>45934</c:v>
                </c:pt>
                <c:pt idx="106">
                  <c:v>45935</c:v>
                </c:pt>
                <c:pt idx="107">
                  <c:v>45936</c:v>
                </c:pt>
                <c:pt idx="108">
                  <c:v>45937</c:v>
                </c:pt>
                <c:pt idx="109">
                  <c:v>45938</c:v>
                </c:pt>
                <c:pt idx="110">
                  <c:v>45939</c:v>
                </c:pt>
                <c:pt idx="111">
                  <c:v>45940</c:v>
                </c:pt>
                <c:pt idx="112">
                  <c:v>45941</c:v>
                </c:pt>
                <c:pt idx="113">
                  <c:v>45942</c:v>
                </c:pt>
                <c:pt idx="114">
                  <c:v>45943</c:v>
                </c:pt>
                <c:pt idx="115">
                  <c:v>45944</c:v>
                </c:pt>
                <c:pt idx="116">
                  <c:v>45945</c:v>
                </c:pt>
                <c:pt idx="117">
                  <c:v>45946</c:v>
                </c:pt>
                <c:pt idx="118">
                  <c:v>45947</c:v>
                </c:pt>
                <c:pt idx="119">
                  <c:v>45948</c:v>
                </c:pt>
                <c:pt idx="120">
                  <c:v>45949</c:v>
                </c:pt>
                <c:pt idx="121">
                  <c:v>45950</c:v>
                </c:pt>
                <c:pt idx="122">
                  <c:v>45951</c:v>
                </c:pt>
                <c:pt idx="123">
                  <c:v>45952</c:v>
                </c:pt>
                <c:pt idx="124">
                  <c:v>45953</c:v>
                </c:pt>
                <c:pt idx="125">
                  <c:v>45954</c:v>
                </c:pt>
                <c:pt idx="126">
                  <c:v>45955</c:v>
                </c:pt>
                <c:pt idx="127">
                  <c:v>45956</c:v>
                </c:pt>
                <c:pt idx="128">
                  <c:v>45957</c:v>
                </c:pt>
                <c:pt idx="129">
                  <c:v>45958</c:v>
                </c:pt>
                <c:pt idx="130">
                  <c:v>45959</c:v>
                </c:pt>
                <c:pt idx="131">
                  <c:v>45960</c:v>
                </c:pt>
                <c:pt idx="132">
                  <c:v>45961</c:v>
                </c:pt>
                <c:pt idx="133">
                  <c:v>45962</c:v>
                </c:pt>
                <c:pt idx="134">
                  <c:v>45963</c:v>
                </c:pt>
                <c:pt idx="135">
                  <c:v>45964</c:v>
                </c:pt>
                <c:pt idx="136">
                  <c:v>45965</c:v>
                </c:pt>
                <c:pt idx="137">
                  <c:v>45966</c:v>
                </c:pt>
                <c:pt idx="138">
                  <c:v>45967</c:v>
                </c:pt>
                <c:pt idx="139">
                  <c:v>45968</c:v>
                </c:pt>
                <c:pt idx="140">
                  <c:v>45969</c:v>
                </c:pt>
                <c:pt idx="141">
                  <c:v>45970</c:v>
                </c:pt>
                <c:pt idx="142">
                  <c:v>45971</c:v>
                </c:pt>
                <c:pt idx="143">
                  <c:v>45972</c:v>
                </c:pt>
                <c:pt idx="144">
                  <c:v>45973</c:v>
                </c:pt>
                <c:pt idx="145">
                  <c:v>45974</c:v>
                </c:pt>
                <c:pt idx="146">
                  <c:v>45975</c:v>
                </c:pt>
                <c:pt idx="147">
                  <c:v>45976</c:v>
                </c:pt>
                <c:pt idx="148">
                  <c:v>45977</c:v>
                </c:pt>
                <c:pt idx="149">
                  <c:v>45978</c:v>
                </c:pt>
                <c:pt idx="150">
                  <c:v>45979</c:v>
                </c:pt>
                <c:pt idx="151">
                  <c:v>45980</c:v>
                </c:pt>
                <c:pt idx="152">
                  <c:v>45981</c:v>
                </c:pt>
                <c:pt idx="153">
                  <c:v>45982</c:v>
                </c:pt>
                <c:pt idx="154">
                  <c:v>45983</c:v>
                </c:pt>
                <c:pt idx="155">
                  <c:v>45984</c:v>
                </c:pt>
                <c:pt idx="156">
                  <c:v>45985</c:v>
                </c:pt>
                <c:pt idx="157">
                  <c:v>45986</c:v>
                </c:pt>
                <c:pt idx="158">
                  <c:v>45987</c:v>
                </c:pt>
                <c:pt idx="159">
                  <c:v>45988</c:v>
                </c:pt>
                <c:pt idx="160">
                  <c:v>45989</c:v>
                </c:pt>
                <c:pt idx="161">
                  <c:v>45990</c:v>
                </c:pt>
                <c:pt idx="162">
                  <c:v>45991</c:v>
                </c:pt>
                <c:pt idx="163">
                  <c:v>45992</c:v>
                </c:pt>
                <c:pt idx="164">
                  <c:v>45993</c:v>
                </c:pt>
                <c:pt idx="165">
                  <c:v>45994</c:v>
                </c:pt>
                <c:pt idx="166">
                  <c:v>45995</c:v>
                </c:pt>
                <c:pt idx="167">
                  <c:v>45996</c:v>
                </c:pt>
                <c:pt idx="168">
                  <c:v>45997</c:v>
                </c:pt>
                <c:pt idx="169">
                  <c:v>45998</c:v>
                </c:pt>
                <c:pt idx="170">
                  <c:v>45999</c:v>
                </c:pt>
                <c:pt idx="171">
                  <c:v>46000</c:v>
                </c:pt>
                <c:pt idx="172">
                  <c:v>46001</c:v>
                </c:pt>
                <c:pt idx="173">
                  <c:v>46002</c:v>
                </c:pt>
                <c:pt idx="174">
                  <c:v>46003</c:v>
                </c:pt>
                <c:pt idx="175">
                  <c:v>46004</c:v>
                </c:pt>
                <c:pt idx="176">
                  <c:v>46005</c:v>
                </c:pt>
                <c:pt idx="177">
                  <c:v>46006</c:v>
                </c:pt>
                <c:pt idx="178">
                  <c:v>46007</c:v>
                </c:pt>
                <c:pt idx="179">
                  <c:v>46008</c:v>
                </c:pt>
                <c:pt idx="180">
                  <c:v>46009</c:v>
                </c:pt>
                <c:pt idx="181">
                  <c:v>46010</c:v>
                </c:pt>
                <c:pt idx="182">
                  <c:v>46011</c:v>
                </c:pt>
                <c:pt idx="183">
                  <c:v>46012</c:v>
                </c:pt>
                <c:pt idx="184">
                  <c:v>46013</c:v>
                </c:pt>
                <c:pt idx="185">
                  <c:v>46014</c:v>
                </c:pt>
                <c:pt idx="186">
                  <c:v>46015</c:v>
                </c:pt>
                <c:pt idx="187">
                  <c:v>46016</c:v>
                </c:pt>
                <c:pt idx="188">
                  <c:v>46017</c:v>
                </c:pt>
                <c:pt idx="189">
                  <c:v>46018</c:v>
                </c:pt>
                <c:pt idx="190">
                  <c:v>46019</c:v>
                </c:pt>
                <c:pt idx="191">
                  <c:v>46020</c:v>
                </c:pt>
                <c:pt idx="192">
                  <c:v>46021</c:v>
                </c:pt>
                <c:pt idx="193">
                  <c:v>46022</c:v>
                </c:pt>
                <c:pt idx="194">
                  <c:v>46023</c:v>
                </c:pt>
                <c:pt idx="195">
                  <c:v>46024</c:v>
                </c:pt>
                <c:pt idx="196">
                  <c:v>46025</c:v>
                </c:pt>
                <c:pt idx="197">
                  <c:v>46026</c:v>
                </c:pt>
                <c:pt idx="198">
                  <c:v>46027</c:v>
                </c:pt>
                <c:pt idx="199">
                  <c:v>46028</c:v>
                </c:pt>
                <c:pt idx="200">
                  <c:v>46029</c:v>
                </c:pt>
                <c:pt idx="201">
                  <c:v>46030</c:v>
                </c:pt>
                <c:pt idx="202">
                  <c:v>46031</c:v>
                </c:pt>
                <c:pt idx="203">
                  <c:v>46032</c:v>
                </c:pt>
                <c:pt idx="204">
                  <c:v>46033</c:v>
                </c:pt>
                <c:pt idx="205">
                  <c:v>46034</c:v>
                </c:pt>
                <c:pt idx="206">
                  <c:v>46035</c:v>
                </c:pt>
                <c:pt idx="207">
                  <c:v>46036</c:v>
                </c:pt>
                <c:pt idx="208">
                  <c:v>46037</c:v>
                </c:pt>
                <c:pt idx="209">
                  <c:v>46038</c:v>
                </c:pt>
                <c:pt idx="210">
                  <c:v>46039</c:v>
                </c:pt>
                <c:pt idx="211">
                  <c:v>46040</c:v>
                </c:pt>
                <c:pt idx="212">
                  <c:v>46041</c:v>
                </c:pt>
                <c:pt idx="213">
                  <c:v>46042</c:v>
                </c:pt>
                <c:pt idx="214">
                  <c:v>46043</c:v>
                </c:pt>
                <c:pt idx="215">
                  <c:v>46044</c:v>
                </c:pt>
                <c:pt idx="216">
                  <c:v>46045</c:v>
                </c:pt>
                <c:pt idx="217">
                  <c:v>46046</c:v>
                </c:pt>
                <c:pt idx="218">
                  <c:v>46047</c:v>
                </c:pt>
                <c:pt idx="219">
                  <c:v>46048</c:v>
                </c:pt>
                <c:pt idx="220">
                  <c:v>46049</c:v>
                </c:pt>
                <c:pt idx="221">
                  <c:v>46050</c:v>
                </c:pt>
                <c:pt idx="222">
                  <c:v>46051</c:v>
                </c:pt>
                <c:pt idx="223">
                  <c:v>46052</c:v>
                </c:pt>
                <c:pt idx="224">
                  <c:v>46053</c:v>
                </c:pt>
                <c:pt idx="225">
                  <c:v>46054</c:v>
                </c:pt>
                <c:pt idx="226">
                  <c:v>46055</c:v>
                </c:pt>
                <c:pt idx="227">
                  <c:v>46056</c:v>
                </c:pt>
                <c:pt idx="228">
                  <c:v>46057</c:v>
                </c:pt>
                <c:pt idx="229">
                  <c:v>46058</c:v>
                </c:pt>
                <c:pt idx="230">
                  <c:v>46059</c:v>
                </c:pt>
                <c:pt idx="231">
                  <c:v>46060</c:v>
                </c:pt>
                <c:pt idx="232">
                  <c:v>46061</c:v>
                </c:pt>
                <c:pt idx="233">
                  <c:v>46062</c:v>
                </c:pt>
                <c:pt idx="234">
                  <c:v>46063</c:v>
                </c:pt>
                <c:pt idx="235">
                  <c:v>46064</c:v>
                </c:pt>
                <c:pt idx="236">
                  <c:v>46065</c:v>
                </c:pt>
                <c:pt idx="237">
                  <c:v>46066</c:v>
                </c:pt>
                <c:pt idx="238">
                  <c:v>46067</c:v>
                </c:pt>
                <c:pt idx="239">
                  <c:v>46068</c:v>
                </c:pt>
                <c:pt idx="240">
                  <c:v>46069</c:v>
                </c:pt>
                <c:pt idx="241">
                  <c:v>46070</c:v>
                </c:pt>
                <c:pt idx="242">
                  <c:v>46071</c:v>
                </c:pt>
                <c:pt idx="243">
                  <c:v>46072</c:v>
                </c:pt>
                <c:pt idx="244">
                  <c:v>46073</c:v>
                </c:pt>
                <c:pt idx="245">
                  <c:v>46074</c:v>
                </c:pt>
                <c:pt idx="246">
                  <c:v>46075</c:v>
                </c:pt>
                <c:pt idx="247">
                  <c:v>46076</c:v>
                </c:pt>
                <c:pt idx="248">
                  <c:v>46077</c:v>
                </c:pt>
                <c:pt idx="249">
                  <c:v>46078</c:v>
                </c:pt>
                <c:pt idx="250">
                  <c:v>46079</c:v>
                </c:pt>
                <c:pt idx="251">
                  <c:v>46080</c:v>
                </c:pt>
                <c:pt idx="252">
                  <c:v>46081</c:v>
                </c:pt>
                <c:pt idx="253">
                  <c:v>46082</c:v>
                </c:pt>
                <c:pt idx="254">
                  <c:v>46083</c:v>
                </c:pt>
                <c:pt idx="255">
                  <c:v>46084</c:v>
                </c:pt>
                <c:pt idx="256">
                  <c:v>46085</c:v>
                </c:pt>
                <c:pt idx="257">
                  <c:v>46086</c:v>
                </c:pt>
                <c:pt idx="258">
                  <c:v>46087</c:v>
                </c:pt>
                <c:pt idx="259">
                  <c:v>46088</c:v>
                </c:pt>
                <c:pt idx="260">
                  <c:v>46089</c:v>
                </c:pt>
                <c:pt idx="261">
                  <c:v>46090</c:v>
                </c:pt>
                <c:pt idx="262">
                  <c:v>46091</c:v>
                </c:pt>
                <c:pt idx="263">
                  <c:v>46092</c:v>
                </c:pt>
                <c:pt idx="264">
                  <c:v>46093</c:v>
                </c:pt>
                <c:pt idx="265">
                  <c:v>46094</c:v>
                </c:pt>
                <c:pt idx="266">
                  <c:v>46095</c:v>
                </c:pt>
                <c:pt idx="267">
                  <c:v>46096</c:v>
                </c:pt>
                <c:pt idx="268">
                  <c:v>46097</c:v>
                </c:pt>
                <c:pt idx="269">
                  <c:v>46098</c:v>
                </c:pt>
                <c:pt idx="270">
                  <c:v>46099</c:v>
                </c:pt>
                <c:pt idx="271">
                  <c:v>46100</c:v>
                </c:pt>
                <c:pt idx="272">
                  <c:v>46101</c:v>
                </c:pt>
                <c:pt idx="273">
                  <c:v>46102</c:v>
                </c:pt>
                <c:pt idx="274">
                  <c:v>46103</c:v>
                </c:pt>
                <c:pt idx="275">
                  <c:v>46104</c:v>
                </c:pt>
                <c:pt idx="276">
                  <c:v>46105</c:v>
                </c:pt>
                <c:pt idx="277">
                  <c:v>46106</c:v>
                </c:pt>
                <c:pt idx="278">
                  <c:v>46107</c:v>
                </c:pt>
                <c:pt idx="279">
                  <c:v>46108</c:v>
                </c:pt>
                <c:pt idx="280">
                  <c:v>46109</c:v>
                </c:pt>
                <c:pt idx="281">
                  <c:v>46110</c:v>
                </c:pt>
                <c:pt idx="282">
                  <c:v>46111</c:v>
                </c:pt>
                <c:pt idx="283">
                  <c:v>46112</c:v>
                </c:pt>
                <c:pt idx="284">
                  <c:v>46113</c:v>
                </c:pt>
                <c:pt idx="285">
                  <c:v>46114</c:v>
                </c:pt>
                <c:pt idx="286">
                  <c:v>46115</c:v>
                </c:pt>
                <c:pt idx="287">
                  <c:v>46116</c:v>
                </c:pt>
                <c:pt idx="288">
                  <c:v>46117</c:v>
                </c:pt>
                <c:pt idx="289">
                  <c:v>46118</c:v>
                </c:pt>
                <c:pt idx="290">
                  <c:v>46119</c:v>
                </c:pt>
                <c:pt idx="291">
                  <c:v>46120</c:v>
                </c:pt>
                <c:pt idx="292">
                  <c:v>46121</c:v>
                </c:pt>
                <c:pt idx="293">
                  <c:v>46122</c:v>
                </c:pt>
                <c:pt idx="294">
                  <c:v>46123</c:v>
                </c:pt>
                <c:pt idx="295">
                  <c:v>46124</c:v>
                </c:pt>
                <c:pt idx="296">
                  <c:v>46125</c:v>
                </c:pt>
                <c:pt idx="297">
                  <c:v>46126</c:v>
                </c:pt>
                <c:pt idx="298">
                  <c:v>46127</c:v>
                </c:pt>
                <c:pt idx="299">
                  <c:v>46128</c:v>
                </c:pt>
                <c:pt idx="300">
                  <c:v>46129</c:v>
                </c:pt>
                <c:pt idx="301">
                  <c:v>46130</c:v>
                </c:pt>
                <c:pt idx="302">
                  <c:v>46131</c:v>
                </c:pt>
                <c:pt idx="303">
                  <c:v>46132</c:v>
                </c:pt>
                <c:pt idx="304">
                  <c:v>46133</c:v>
                </c:pt>
                <c:pt idx="305">
                  <c:v>46134</c:v>
                </c:pt>
                <c:pt idx="306">
                  <c:v>46135</c:v>
                </c:pt>
                <c:pt idx="307">
                  <c:v>46136</c:v>
                </c:pt>
                <c:pt idx="308">
                  <c:v>46137</c:v>
                </c:pt>
                <c:pt idx="309">
                  <c:v>46138</c:v>
                </c:pt>
                <c:pt idx="310">
                  <c:v>46139</c:v>
                </c:pt>
                <c:pt idx="311">
                  <c:v>46140</c:v>
                </c:pt>
                <c:pt idx="312">
                  <c:v>46141</c:v>
                </c:pt>
                <c:pt idx="313">
                  <c:v>46142</c:v>
                </c:pt>
                <c:pt idx="314">
                  <c:v>46143</c:v>
                </c:pt>
                <c:pt idx="315">
                  <c:v>46144</c:v>
                </c:pt>
                <c:pt idx="316">
                  <c:v>46145</c:v>
                </c:pt>
                <c:pt idx="317">
                  <c:v>46146</c:v>
                </c:pt>
                <c:pt idx="318">
                  <c:v>46147</c:v>
                </c:pt>
                <c:pt idx="319">
                  <c:v>46148</c:v>
                </c:pt>
                <c:pt idx="320">
                  <c:v>46149</c:v>
                </c:pt>
                <c:pt idx="321">
                  <c:v>46150</c:v>
                </c:pt>
                <c:pt idx="322">
                  <c:v>46151</c:v>
                </c:pt>
                <c:pt idx="323">
                  <c:v>46152</c:v>
                </c:pt>
                <c:pt idx="324">
                  <c:v>46153</c:v>
                </c:pt>
                <c:pt idx="325">
                  <c:v>46154</c:v>
                </c:pt>
                <c:pt idx="326">
                  <c:v>46155</c:v>
                </c:pt>
                <c:pt idx="327">
                  <c:v>46156</c:v>
                </c:pt>
                <c:pt idx="328">
                  <c:v>46157</c:v>
                </c:pt>
                <c:pt idx="329">
                  <c:v>46158</c:v>
                </c:pt>
                <c:pt idx="330">
                  <c:v>46159</c:v>
                </c:pt>
                <c:pt idx="331">
                  <c:v>46160</c:v>
                </c:pt>
                <c:pt idx="332">
                  <c:v>46161</c:v>
                </c:pt>
                <c:pt idx="333">
                  <c:v>46162</c:v>
                </c:pt>
                <c:pt idx="334">
                  <c:v>46163</c:v>
                </c:pt>
                <c:pt idx="335">
                  <c:v>46164</c:v>
                </c:pt>
                <c:pt idx="336">
                  <c:v>46165</c:v>
                </c:pt>
                <c:pt idx="337">
                  <c:v>46166</c:v>
                </c:pt>
                <c:pt idx="338">
                  <c:v>46167</c:v>
                </c:pt>
                <c:pt idx="339">
                  <c:v>46168</c:v>
                </c:pt>
                <c:pt idx="340">
                  <c:v>46169</c:v>
                </c:pt>
                <c:pt idx="341">
                  <c:v>46170</c:v>
                </c:pt>
                <c:pt idx="342">
                  <c:v>46171</c:v>
                </c:pt>
                <c:pt idx="343">
                  <c:v>46172</c:v>
                </c:pt>
                <c:pt idx="344">
                  <c:v>46173</c:v>
                </c:pt>
                <c:pt idx="345">
                  <c:v>46174</c:v>
                </c:pt>
                <c:pt idx="346">
                  <c:v>46175</c:v>
                </c:pt>
                <c:pt idx="347">
                  <c:v>46176</c:v>
                </c:pt>
                <c:pt idx="348">
                  <c:v>46177</c:v>
                </c:pt>
                <c:pt idx="349">
                  <c:v>46178</c:v>
                </c:pt>
                <c:pt idx="350">
                  <c:v>46179</c:v>
                </c:pt>
                <c:pt idx="351">
                  <c:v>46180</c:v>
                </c:pt>
                <c:pt idx="352">
                  <c:v>46181</c:v>
                </c:pt>
                <c:pt idx="353">
                  <c:v>46182</c:v>
                </c:pt>
                <c:pt idx="354">
                  <c:v>46183</c:v>
                </c:pt>
                <c:pt idx="355">
                  <c:v>46184</c:v>
                </c:pt>
                <c:pt idx="356">
                  <c:v>46185</c:v>
                </c:pt>
                <c:pt idx="357">
                  <c:v>46186</c:v>
                </c:pt>
                <c:pt idx="358">
                  <c:v>46187</c:v>
                </c:pt>
                <c:pt idx="359">
                  <c:v>46188</c:v>
                </c:pt>
                <c:pt idx="360">
                  <c:v>46189</c:v>
                </c:pt>
                <c:pt idx="361">
                  <c:v>46190</c:v>
                </c:pt>
                <c:pt idx="362">
                  <c:v>46191</c:v>
                </c:pt>
                <c:pt idx="363">
                  <c:v>46192</c:v>
                </c:pt>
                <c:pt idx="364">
                  <c:v>46193</c:v>
                </c:pt>
              </c:numCache>
            </c:numRef>
          </c:cat>
          <c:val>
            <c:numRef>
              <c:f>'3G Voice'!$H$2:$H$366</c:f>
              <c:numCache>
                <c:formatCode>General</c:formatCode>
                <c:ptCount val="365"/>
                <c:pt idx="0">
                  <c:v>3870.6632</c:v>
                </c:pt>
                <c:pt idx="1">
                  <c:v>3622.7613000000001</c:v>
                </c:pt>
                <c:pt idx="2">
                  <c:v>3987.5488999999998</c:v>
                </c:pt>
                <c:pt idx="3">
                  <c:v>3944.6995999999999</c:v>
                </c:pt>
                <c:pt idx="4">
                  <c:v>4042.0401000000002</c:v>
                </c:pt>
                <c:pt idx="5">
                  <c:v>4007.5834</c:v>
                </c:pt>
                <c:pt idx="6">
                  <c:v>3774.5001000000002</c:v>
                </c:pt>
                <c:pt idx="7">
                  <c:v>3869.8256000000001</c:v>
                </c:pt>
                <c:pt idx="8">
                  <c:v>3816.8986</c:v>
                </c:pt>
                <c:pt idx="9">
                  <c:v>4173.9047</c:v>
                </c:pt>
                <c:pt idx="10">
                  <c:v>4172.5956999999999</c:v>
                </c:pt>
                <c:pt idx="11">
                  <c:v>4103.6877999999997</c:v>
                </c:pt>
                <c:pt idx="12">
                  <c:v>4189.4705000000004</c:v>
                </c:pt>
                <c:pt idx="13">
                  <c:v>3954.43</c:v>
                </c:pt>
                <c:pt idx="14">
                  <c:v>4012.9081000000001</c:v>
                </c:pt>
                <c:pt idx="15">
                  <c:v>3850.5681</c:v>
                </c:pt>
                <c:pt idx="16">
                  <c:v>4206.1283999999996</c:v>
                </c:pt>
                <c:pt idx="17">
                  <c:v>4158.4349000000002</c:v>
                </c:pt>
                <c:pt idx="18">
                  <c:v>4262.0459000000001</c:v>
                </c:pt>
                <c:pt idx="19">
                  <c:v>4022.4506999999999</c:v>
                </c:pt>
                <c:pt idx="20">
                  <c:v>4312.3445000000002</c:v>
                </c:pt>
                <c:pt idx="21">
                  <c:v>4101.4903000000004</c:v>
                </c:pt>
                <c:pt idx="22">
                  <c:v>3972.8912</c:v>
                </c:pt>
                <c:pt idx="23">
                  <c:v>4361.5820999999996</c:v>
                </c:pt>
                <c:pt idx="24">
                  <c:v>4319.0406000000003</c:v>
                </c:pt>
                <c:pt idx="25">
                  <c:v>4269.9441999999999</c:v>
                </c:pt>
                <c:pt idx="26">
                  <c:v>4212.7722999999996</c:v>
                </c:pt>
                <c:pt idx="27">
                  <c:v>3969.9211</c:v>
                </c:pt>
                <c:pt idx="28">
                  <c:v>4043.8663999999999</c:v>
                </c:pt>
                <c:pt idx="29">
                  <c:v>4000.6288</c:v>
                </c:pt>
                <c:pt idx="30">
                  <c:v>4290.9004000000004</c:v>
                </c:pt>
                <c:pt idx="31">
                  <c:v>4223.4489999999996</c:v>
                </c:pt>
                <c:pt idx="32">
                  <c:v>4299.0919000000004</c:v>
                </c:pt>
                <c:pt idx="33">
                  <c:v>4231.3536999999997</c:v>
                </c:pt>
                <c:pt idx="34">
                  <c:v>4084.7599</c:v>
                </c:pt>
                <c:pt idx="35">
                  <c:v>4120.0002999999997</c:v>
                </c:pt>
                <c:pt idx="36">
                  <c:v>4028.1486</c:v>
                </c:pt>
                <c:pt idx="37">
                  <c:v>4311.9161999999997</c:v>
                </c:pt>
                <c:pt idx="38">
                  <c:v>4329.7907999999998</c:v>
                </c:pt>
                <c:pt idx="39">
                  <c:v>4336.8276999999998</c:v>
                </c:pt>
                <c:pt idx="40">
                  <c:v>4411.4201999999996</c:v>
                </c:pt>
                <c:pt idx="41">
                  <c:v>4091.5551999999998</c:v>
                </c:pt>
                <c:pt idx="42">
                  <c:v>3984.252</c:v>
                </c:pt>
                <c:pt idx="43">
                  <c:v>3819.3168999999998</c:v>
                </c:pt>
                <c:pt idx="44">
                  <c:v>4179.6273000000001</c:v>
                </c:pt>
                <c:pt idx="45">
                  <c:v>4249.2632000000003</c:v>
                </c:pt>
                <c:pt idx="46">
                  <c:v>4244.3185999999996</c:v>
                </c:pt>
                <c:pt idx="47">
                  <c:v>4276.2213000000002</c:v>
                </c:pt>
                <c:pt idx="48">
                  <c:v>3611.2737999999999</c:v>
                </c:pt>
                <c:pt idx="49">
                  <c:v>3873.0331999999999</c:v>
                </c:pt>
                <c:pt idx="50">
                  <c:v>3902.1981000000001</c:v>
                </c:pt>
                <c:pt idx="51">
                  <c:v>4200.6473999999998</c:v>
                </c:pt>
                <c:pt idx="52">
                  <c:v>4054.4286999999999</c:v>
                </c:pt>
                <c:pt idx="53">
                  <c:v>4098.1894000000002</c:v>
                </c:pt>
                <c:pt idx="54">
                  <c:v>4099.7021999999997</c:v>
                </c:pt>
                <c:pt idx="55">
                  <c:v>3915.1514000000002</c:v>
                </c:pt>
                <c:pt idx="56">
                  <c:v>3922.4576000000002</c:v>
                </c:pt>
                <c:pt idx="57">
                  <c:v>3837.1851000000001</c:v>
                </c:pt>
                <c:pt idx="58">
                  <c:v>4148.6976999999997</c:v>
                </c:pt>
                <c:pt idx="59">
                  <c:v>4247.7910000000002</c:v>
                </c:pt>
                <c:pt idx="60">
                  <c:v>4175.6331</c:v>
                </c:pt>
                <c:pt idx="61">
                  <c:v>4187.8541999999998</c:v>
                </c:pt>
                <c:pt idx="62">
                  <c:v>3951.3995</c:v>
                </c:pt>
                <c:pt idx="63">
                  <c:v>3935.4866999999999</c:v>
                </c:pt>
                <c:pt idx="64">
                  <c:v>3875.5097999999998</c:v>
                </c:pt>
                <c:pt idx="65">
                  <c:v>4131.7249000000002</c:v>
                </c:pt>
                <c:pt idx="66">
                  <c:v>4128.5153</c:v>
                </c:pt>
                <c:pt idx="67">
                  <c:v>4152.1647999999996</c:v>
                </c:pt>
                <c:pt idx="68">
                  <c:v>4164.0784999999996</c:v>
                </c:pt>
                <c:pt idx="69">
                  <c:v>3965.4558000000002</c:v>
                </c:pt>
                <c:pt idx="70">
                  <c:v>4157.1108999999997</c:v>
                </c:pt>
                <c:pt idx="71">
                  <c:v>3932.3040000000001</c:v>
                </c:pt>
                <c:pt idx="72">
                  <c:v>4258.6261000000004</c:v>
                </c:pt>
                <c:pt idx="73">
                  <c:v>4271.4160000000002</c:v>
                </c:pt>
                <c:pt idx="74">
                  <c:v>4297.6486999999997</c:v>
                </c:pt>
                <c:pt idx="75">
                  <c:v>4577.4210999999996</c:v>
                </c:pt>
                <c:pt idx="76">
                  <c:v>4048.7029000000002</c:v>
                </c:pt>
                <c:pt idx="77">
                  <c:v>4162.7317999999996</c:v>
                </c:pt>
                <c:pt idx="78">
                  <c:v>3848.1507000000001</c:v>
                </c:pt>
                <c:pt idx="79">
                  <c:v>4183.4696000000004</c:v>
                </c:pt>
                <c:pt idx="80">
                  <c:v>4245.3316999999997</c:v>
                </c:pt>
                <c:pt idx="81">
                  <c:v>4126.6806999999999</c:v>
                </c:pt>
                <c:pt idx="82">
                  <c:v>4173.43</c:v>
                </c:pt>
                <c:pt idx="83">
                  <c:v>3943.4261000000001</c:v>
                </c:pt>
                <c:pt idx="84">
                  <c:v>4055.0337</c:v>
                </c:pt>
                <c:pt idx="85">
                  <c:v>4023.9495000000002</c:v>
                </c:pt>
                <c:pt idx="86">
                  <c:v>4136.9129999999996</c:v>
                </c:pt>
                <c:pt idx="87">
                  <c:v>4122.5549000000001</c:v>
                </c:pt>
                <c:pt idx="88">
                  <c:v>4026.7231000000002</c:v>
                </c:pt>
                <c:pt idx="89">
                  <c:v>4080.3575999999998</c:v>
                </c:pt>
                <c:pt idx="90">
                  <c:v>3913.299</c:v>
                </c:pt>
                <c:pt idx="91">
                  <c:v>4051.0315999999998</c:v>
                </c:pt>
                <c:pt idx="92">
                  <c:v>3859.4373999999998</c:v>
                </c:pt>
                <c:pt idx="93">
                  <c:v>4157.5373</c:v>
                </c:pt>
                <c:pt idx="94">
                  <c:v>4102.0003999999999</c:v>
                </c:pt>
                <c:pt idx="95">
                  <c:v>4201.7937000000002</c:v>
                </c:pt>
                <c:pt idx="96">
                  <c:v>4318.5798999999997</c:v>
                </c:pt>
                <c:pt idx="97">
                  <c:v>3942.2258999999999</c:v>
                </c:pt>
                <c:pt idx="98">
                  <c:v>4113.0114000000003</c:v>
                </c:pt>
                <c:pt idx="99">
                  <c:v>3990.8</c:v>
                </c:pt>
                <c:pt idx="100">
                  <c:v>4203.2172</c:v>
                </c:pt>
                <c:pt idx="101">
                  <c:v>4449.0316999999995</c:v>
                </c:pt>
                <c:pt idx="102">
                  <c:v>4415.6827000000003</c:v>
                </c:pt>
                <c:pt idx="103">
                  <c:v>4311.7816999999995</c:v>
                </c:pt>
                <c:pt idx="104">
                  <c:v>3986.0877</c:v>
                </c:pt>
                <c:pt idx="105">
                  <c:v>4089.7539000000002</c:v>
                </c:pt>
                <c:pt idx="106">
                  <c:v>3980.4829</c:v>
                </c:pt>
                <c:pt idx="107">
                  <c:v>3832.8569000000002</c:v>
                </c:pt>
                <c:pt idx="108">
                  <c:v>4228.9219000000003</c:v>
                </c:pt>
                <c:pt idx="109">
                  <c:v>4184.5245000000004</c:v>
                </c:pt>
                <c:pt idx="110">
                  <c:v>4268.6995999999999</c:v>
                </c:pt>
                <c:pt idx="111">
                  <c:v>3959.0185000000001</c:v>
                </c:pt>
                <c:pt idx="112">
                  <c:v>4054.1806000000001</c:v>
                </c:pt>
                <c:pt idx="113">
                  <c:v>4024.6280999999999</c:v>
                </c:pt>
                <c:pt idx="114">
                  <c:v>4334.6873999999998</c:v>
                </c:pt>
                <c:pt idx="115">
                  <c:v>4278.9880000000003</c:v>
                </c:pt>
                <c:pt idx="116">
                  <c:v>4377.4011</c:v>
                </c:pt>
                <c:pt idx="117">
                  <c:v>4300.6207999999997</c:v>
                </c:pt>
                <c:pt idx="118">
                  <c:v>3944.8921</c:v>
                </c:pt>
                <c:pt idx="119">
                  <c:v>3336.0704999999998</c:v>
                </c:pt>
                <c:pt idx="120">
                  <c:v>3092.7251000000001</c:v>
                </c:pt>
                <c:pt idx="121">
                  <c:v>2951.7055999999998</c:v>
                </c:pt>
                <c:pt idx="122">
                  <c:v>3169.7066</c:v>
                </c:pt>
                <c:pt idx="123">
                  <c:v>3346.7642000000001</c:v>
                </c:pt>
                <c:pt idx="124">
                  <c:v>3445.3724000000002</c:v>
                </c:pt>
                <c:pt idx="125">
                  <c:v>3129.6808999999998</c:v>
                </c:pt>
                <c:pt idx="126">
                  <c:v>3321.2278999999999</c:v>
                </c:pt>
                <c:pt idx="127">
                  <c:v>3265.2401</c:v>
                </c:pt>
                <c:pt idx="128">
                  <c:v>3518.0963000000002</c:v>
                </c:pt>
                <c:pt idx="129">
                  <c:v>104.2659</c:v>
                </c:pt>
                <c:pt idx="130">
                  <c:v>105.3733</c:v>
                </c:pt>
                <c:pt idx="131">
                  <c:v>110.9191</c:v>
                </c:pt>
                <c:pt idx="132">
                  <c:v>123.37139999999999</c:v>
                </c:pt>
                <c:pt idx="133">
                  <c:v>110.062</c:v>
                </c:pt>
                <c:pt idx="134">
                  <c:v>101.5595</c:v>
                </c:pt>
                <c:pt idx="135">
                  <c:v>123.6298</c:v>
                </c:pt>
                <c:pt idx="136">
                  <c:v>109.1039</c:v>
                </c:pt>
                <c:pt idx="137">
                  <c:v>100.3369</c:v>
                </c:pt>
                <c:pt idx="138">
                  <c:v>112.6514</c:v>
                </c:pt>
                <c:pt idx="139">
                  <c:v>108.78579999999999</c:v>
                </c:pt>
                <c:pt idx="140">
                  <c:v>98.538399999999996</c:v>
                </c:pt>
                <c:pt idx="141">
                  <c:v>103.4748</c:v>
                </c:pt>
                <c:pt idx="142">
                  <c:v>106.27200000000001</c:v>
                </c:pt>
                <c:pt idx="143">
                  <c:v>118.4362</c:v>
                </c:pt>
                <c:pt idx="144">
                  <c:v>121.7739</c:v>
                </c:pt>
                <c:pt idx="145">
                  <c:v>103.9552</c:v>
                </c:pt>
                <c:pt idx="146">
                  <c:v>85.175200000000004</c:v>
                </c:pt>
                <c:pt idx="147">
                  <c:v>90.190600000000003</c:v>
                </c:pt>
                <c:pt idx="148">
                  <c:v>88.160300000000007</c:v>
                </c:pt>
                <c:pt idx="149">
                  <c:v>96.784400000000005</c:v>
                </c:pt>
                <c:pt idx="150">
                  <c:v>102.20059999999999</c:v>
                </c:pt>
                <c:pt idx="151">
                  <c:v>104.09529999999999</c:v>
                </c:pt>
                <c:pt idx="152">
                  <c:v>104.5309</c:v>
                </c:pt>
                <c:pt idx="153">
                  <c:v>98.373400000000004</c:v>
                </c:pt>
                <c:pt idx="154">
                  <c:v>101.84910000000001</c:v>
                </c:pt>
                <c:pt idx="155">
                  <c:v>94.174199999999999</c:v>
                </c:pt>
                <c:pt idx="156">
                  <c:v>103.9867</c:v>
                </c:pt>
                <c:pt idx="157">
                  <c:v>98.361999999999995</c:v>
                </c:pt>
                <c:pt idx="158">
                  <c:v>105.46250000000001</c:v>
                </c:pt>
                <c:pt idx="159">
                  <c:v>73.302199999999999</c:v>
                </c:pt>
                <c:pt idx="160">
                  <c:v>82.945599999999999</c:v>
                </c:pt>
                <c:pt idx="161">
                  <c:v>114.10250000000001</c:v>
                </c:pt>
                <c:pt idx="162">
                  <c:v>88.578299999999999</c:v>
                </c:pt>
                <c:pt idx="163">
                  <c:v>131.7183</c:v>
                </c:pt>
                <c:pt idx="164">
                  <c:v>117.3683</c:v>
                </c:pt>
                <c:pt idx="165">
                  <c:v>94.405900000000003</c:v>
                </c:pt>
                <c:pt idx="166">
                  <c:v>97.223299999999995</c:v>
                </c:pt>
                <c:pt idx="167">
                  <c:v>83.166700000000006</c:v>
                </c:pt>
                <c:pt idx="168">
                  <c:v>87.9011</c:v>
                </c:pt>
                <c:pt idx="169">
                  <c:v>81.530600000000007</c:v>
                </c:pt>
                <c:pt idx="170">
                  <c:v>89.418099999999995</c:v>
                </c:pt>
                <c:pt idx="171">
                  <c:v>76.818600000000004</c:v>
                </c:pt>
                <c:pt idx="172">
                  <c:v>82.008600000000001</c:v>
                </c:pt>
                <c:pt idx="173">
                  <c:v>71.947199999999995</c:v>
                </c:pt>
                <c:pt idx="174">
                  <c:v>73.839200000000005</c:v>
                </c:pt>
                <c:pt idx="175">
                  <c:v>85.354100000000003</c:v>
                </c:pt>
                <c:pt idx="176">
                  <c:v>86.840299999999999</c:v>
                </c:pt>
                <c:pt idx="177">
                  <c:v>89.188599999999994</c:v>
                </c:pt>
                <c:pt idx="178">
                  <c:v>93.470100000000002</c:v>
                </c:pt>
                <c:pt idx="179">
                  <c:v>79.177800000000005</c:v>
                </c:pt>
                <c:pt idx="180">
                  <c:v>88.937200000000004</c:v>
                </c:pt>
                <c:pt idx="181">
                  <c:v>81.741100000000003</c:v>
                </c:pt>
                <c:pt idx="182">
                  <c:v>72.179199999999994</c:v>
                </c:pt>
                <c:pt idx="183">
                  <c:v>65.267600000000002</c:v>
                </c:pt>
                <c:pt idx="184">
                  <c:v>70.464799999999997</c:v>
                </c:pt>
                <c:pt idx="185">
                  <c:v>72.012799999999999</c:v>
                </c:pt>
                <c:pt idx="186">
                  <c:v>69.061999999999998</c:v>
                </c:pt>
                <c:pt idx="187">
                  <c:v>64.731399999999994</c:v>
                </c:pt>
                <c:pt idx="188">
                  <c:v>73.228099999999998</c:v>
                </c:pt>
                <c:pt idx="189">
                  <c:v>64.098299999999995</c:v>
                </c:pt>
                <c:pt idx="190">
                  <c:v>65.526600000000002</c:v>
                </c:pt>
                <c:pt idx="191">
                  <c:v>70.861999999999995</c:v>
                </c:pt>
                <c:pt idx="192">
                  <c:v>73.595600000000005</c:v>
                </c:pt>
                <c:pt idx="193">
                  <c:v>74.140600000000006</c:v>
                </c:pt>
                <c:pt idx="194">
                  <c:v>72.346400000000003</c:v>
                </c:pt>
                <c:pt idx="195">
                  <c:v>76.6845</c:v>
                </c:pt>
                <c:pt idx="196">
                  <c:v>67.958600000000004</c:v>
                </c:pt>
                <c:pt idx="197">
                  <c:v>72.394999999999996</c:v>
                </c:pt>
                <c:pt idx="198">
                  <c:v>72.845799999999997</c:v>
                </c:pt>
                <c:pt idx="199">
                  <c:v>88.305800000000005</c:v>
                </c:pt>
                <c:pt idx="200">
                  <c:v>86.361699999999999</c:v>
                </c:pt>
                <c:pt idx="201">
                  <c:v>81.895200000000003</c:v>
                </c:pt>
                <c:pt idx="202">
                  <c:v>91.907200000000003</c:v>
                </c:pt>
                <c:pt idx="203">
                  <c:v>82.114199999999997</c:v>
                </c:pt>
                <c:pt idx="204">
                  <c:v>86.881100000000004</c:v>
                </c:pt>
                <c:pt idx="205">
                  <c:v>87.654499999999999</c:v>
                </c:pt>
                <c:pt idx="206">
                  <c:v>91.116699999999994</c:v>
                </c:pt>
                <c:pt idx="207">
                  <c:v>86.907200000000003</c:v>
                </c:pt>
                <c:pt idx="208">
                  <c:v>80.693299999999994</c:v>
                </c:pt>
                <c:pt idx="209">
                  <c:v>161.72970000000001</c:v>
                </c:pt>
                <c:pt idx="210">
                  <c:v>164.81</c:v>
                </c:pt>
                <c:pt idx="211">
                  <c:v>173.8092</c:v>
                </c:pt>
                <c:pt idx="212">
                  <c:v>118.8981</c:v>
                </c:pt>
                <c:pt idx="213">
                  <c:v>96.1417</c:v>
                </c:pt>
                <c:pt idx="214">
                  <c:v>99.568299999999994</c:v>
                </c:pt>
                <c:pt idx="215">
                  <c:v>97.212699999999998</c:v>
                </c:pt>
                <c:pt idx="216">
                  <c:v>97.242800000000003</c:v>
                </c:pt>
                <c:pt idx="217">
                  <c:v>90.767499999999998</c:v>
                </c:pt>
                <c:pt idx="218">
                  <c:v>85.665800000000004</c:v>
                </c:pt>
                <c:pt idx="219">
                  <c:v>82.371600000000001</c:v>
                </c:pt>
                <c:pt idx="220">
                  <c:v>78.173299999999998</c:v>
                </c:pt>
                <c:pt idx="221">
                  <c:v>78.643000000000001</c:v>
                </c:pt>
                <c:pt idx="222">
                  <c:v>79.974400000000003</c:v>
                </c:pt>
                <c:pt idx="223">
                  <c:v>71.280799999999999</c:v>
                </c:pt>
                <c:pt idx="224">
                  <c:v>82.051900000000003</c:v>
                </c:pt>
                <c:pt idx="225">
                  <c:v>79.493600000000001</c:v>
                </c:pt>
                <c:pt idx="226">
                  <c:v>104.8503</c:v>
                </c:pt>
                <c:pt idx="227">
                  <c:v>86.664900000000003</c:v>
                </c:pt>
                <c:pt idx="228">
                  <c:v>83.062299999999993</c:v>
                </c:pt>
                <c:pt idx="229">
                  <c:v>88.946399999999997</c:v>
                </c:pt>
                <c:pt idx="230">
                  <c:v>91.378900000000002</c:v>
                </c:pt>
                <c:pt idx="231">
                  <c:v>85.821899999999999</c:v>
                </c:pt>
                <c:pt idx="232">
                  <c:v>79.930000000000007</c:v>
                </c:pt>
                <c:pt idx="233">
                  <c:v>101.4264</c:v>
                </c:pt>
                <c:pt idx="234">
                  <c:v>100.5958</c:v>
                </c:pt>
                <c:pt idx="235">
                  <c:v>100.3989</c:v>
                </c:pt>
                <c:pt idx="236">
                  <c:v>91.107500000000002</c:v>
                </c:pt>
                <c:pt idx="237">
                  <c:v>90.925299999999993</c:v>
                </c:pt>
                <c:pt idx="238">
                  <c:v>82.919799999999995</c:v>
                </c:pt>
                <c:pt idx="239">
                  <c:v>81.9148</c:v>
                </c:pt>
                <c:pt idx="240">
                  <c:v>88.563599999999994</c:v>
                </c:pt>
                <c:pt idx="241">
                  <c:v>86.215199999999996</c:v>
                </c:pt>
                <c:pt idx="242">
                  <c:v>87.061099999999996</c:v>
                </c:pt>
                <c:pt idx="243">
                  <c:v>90.8583</c:v>
                </c:pt>
                <c:pt idx="244">
                  <c:v>91.563900000000004</c:v>
                </c:pt>
                <c:pt idx="245">
                  <c:v>87.4375</c:v>
                </c:pt>
                <c:pt idx="246">
                  <c:v>90.568899999999999</c:v>
                </c:pt>
                <c:pt idx="247">
                  <c:v>100.82729999999999</c:v>
                </c:pt>
                <c:pt idx="248">
                  <c:v>99.856099999999998</c:v>
                </c:pt>
                <c:pt idx="249">
                  <c:v>108.3506</c:v>
                </c:pt>
                <c:pt idx="250">
                  <c:v>106.3023</c:v>
                </c:pt>
                <c:pt idx="251">
                  <c:v>94.629099999999994</c:v>
                </c:pt>
                <c:pt idx="252">
                  <c:v>94.484800000000007</c:v>
                </c:pt>
                <c:pt idx="253">
                  <c:v>92.861099999999993</c:v>
                </c:pt>
                <c:pt idx="254">
                  <c:v>88.954499999999996</c:v>
                </c:pt>
                <c:pt idx="255">
                  <c:v>104.6215</c:v>
                </c:pt>
                <c:pt idx="256">
                  <c:v>109.40470000000001</c:v>
                </c:pt>
                <c:pt idx="257">
                  <c:v>120.59439999999999</c:v>
                </c:pt>
                <c:pt idx="258">
                  <c:v>110.6503</c:v>
                </c:pt>
                <c:pt idx="259">
                  <c:v>106.0767</c:v>
                </c:pt>
                <c:pt idx="260">
                  <c:v>96.579700000000003</c:v>
                </c:pt>
                <c:pt idx="261">
                  <c:v>100.1245</c:v>
                </c:pt>
                <c:pt idx="262">
                  <c:v>100.4712</c:v>
                </c:pt>
                <c:pt idx="263">
                  <c:v>99.646600000000007</c:v>
                </c:pt>
                <c:pt idx="264">
                  <c:v>98.446100000000001</c:v>
                </c:pt>
                <c:pt idx="265">
                  <c:v>91.015100000000004</c:v>
                </c:pt>
                <c:pt idx="266">
                  <c:v>93.699799999999996</c:v>
                </c:pt>
                <c:pt idx="267">
                  <c:v>95.093599999999995</c:v>
                </c:pt>
                <c:pt idx="268">
                  <c:v>92.450900000000004</c:v>
                </c:pt>
                <c:pt idx="269">
                  <c:v>88.111699999999999</c:v>
                </c:pt>
                <c:pt idx="270">
                  <c:v>89.139200000000002</c:v>
                </c:pt>
                <c:pt idx="271">
                  <c:v>75.782799999999995</c:v>
                </c:pt>
                <c:pt idx="272">
                  <c:v>82.720799999999997</c:v>
                </c:pt>
                <c:pt idx="273">
                  <c:v>71.537499999999994</c:v>
                </c:pt>
                <c:pt idx="274">
                  <c:v>69.433400000000006</c:v>
                </c:pt>
                <c:pt idx="275">
                  <c:v>85.840800000000002</c:v>
                </c:pt>
                <c:pt idx="276">
                  <c:v>95.569199999999995</c:v>
                </c:pt>
                <c:pt idx="277">
                  <c:v>83.397000000000006</c:v>
                </c:pt>
                <c:pt idx="278">
                  <c:v>90.087699999999998</c:v>
                </c:pt>
                <c:pt idx="279">
                  <c:v>100.0196</c:v>
                </c:pt>
                <c:pt idx="280">
                  <c:v>90.009</c:v>
                </c:pt>
                <c:pt idx="281">
                  <c:v>79.888099999999994</c:v>
                </c:pt>
                <c:pt idx="282">
                  <c:v>102.7817</c:v>
                </c:pt>
                <c:pt idx="283">
                  <c:v>98.962199999999996</c:v>
                </c:pt>
                <c:pt idx="284">
                  <c:v>97.084400000000002</c:v>
                </c:pt>
                <c:pt idx="285">
                  <c:v>97.893100000000004</c:v>
                </c:pt>
                <c:pt idx="286">
                  <c:v>90.877300000000005</c:v>
                </c:pt>
                <c:pt idx="287">
                  <c:v>97.234099999999998</c:v>
                </c:pt>
                <c:pt idx="288">
                  <c:v>94.310199999999995</c:v>
                </c:pt>
                <c:pt idx="289">
                  <c:v>108.2966</c:v>
                </c:pt>
                <c:pt idx="290">
                  <c:v>93.249700000000004</c:v>
                </c:pt>
                <c:pt idx="291">
                  <c:v>107.41500000000001</c:v>
                </c:pt>
                <c:pt idx="292">
                  <c:v>90.262200000000007</c:v>
                </c:pt>
                <c:pt idx="293">
                  <c:v>85.590800000000002</c:v>
                </c:pt>
                <c:pt idx="294">
                  <c:v>69.416399999999996</c:v>
                </c:pt>
                <c:pt idx="295">
                  <c:v>63.122799999999998</c:v>
                </c:pt>
                <c:pt idx="296">
                  <c:v>50.903100000000002</c:v>
                </c:pt>
                <c:pt idx="297">
                  <c:v>57.8645</c:v>
                </c:pt>
                <c:pt idx="298">
                  <c:v>57.409100000000002</c:v>
                </c:pt>
                <c:pt idx="299">
                  <c:v>60.934199999999997</c:v>
                </c:pt>
                <c:pt idx="300">
                  <c:v>63.631700000000002</c:v>
                </c:pt>
                <c:pt idx="301">
                  <c:v>77.686300000000003</c:v>
                </c:pt>
                <c:pt idx="302">
                  <c:v>74.008600000000001</c:v>
                </c:pt>
                <c:pt idx="303">
                  <c:v>92.627700000000004</c:v>
                </c:pt>
                <c:pt idx="304">
                  <c:v>101.51609999999999</c:v>
                </c:pt>
                <c:pt idx="305">
                  <c:v>107.968</c:v>
                </c:pt>
                <c:pt idx="306">
                  <c:v>101.8616</c:v>
                </c:pt>
                <c:pt idx="307">
                  <c:v>97.264799999999994</c:v>
                </c:pt>
                <c:pt idx="308">
                  <c:v>84.825299999999999</c:v>
                </c:pt>
                <c:pt idx="309">
                  <c:v>89.448099999999997</c:v>
                </c:pt>
                <c:pt idx="310">
                  <c:v>100.6996</c:v>
                </c:pt>
                <c:pt idx="311">
                  <c:v>105.06780000000001</c:v>
                </c:pt>
                <c:pt idx="312">
                  <c:v>98.049099999999996</c:v>
                </c:pt>
                <c:pt idx="313">
                  <c:v>102.9298</c:v>
                </c:pt>
                <c:pt idx="314">
                  <c:v>84.982299999999995</c:v>
                </c:pt>
                <c:pt idx="315">
                  <c:v>85.436599999999999</c:v>
                </c:pt>
                <c:pt idx="316">
                  <c:v>97.768799999999999</c:v>
                </c:pt>
                <c:pt idx="317">
                  <c:v>101.34310000000001</c:v>
                </c:pt>
                <c:pt idx="318">
                  <c:v>114.9539</c:v>
                </c:pt>
                <c:pt idx="319">
                  <c:v>116.1399</c:v>
                </c:pt>
                <c:pt idx="320">
                  <c:v>121.84780000000001</c:v>
                </c:pt>
                <c:pt idx="321">
                  <c:v>103.4256</c:v>
                </c:pt>
                <c:pt idx="322">
                  <c:v>96.558899999999994</c:v>
                </c:pt>
                <c:pt idx="323">
                  <c:v>85.591399999999993</c:v>
                </c:pt>
                <c:pt idx="324">
                  <c:v>97.7136</c:v>
                </c:pt>
                <c:pt idx="325">
                  <c:v>105.16249999999999</c:v>
                </c:pt>
                <c:pt idx="326">
                  <c:v>122.8875</c:v>
                </c:pt>
                <c:pt idx="327">
                  <c:v>108.5441</c:v>
                </c:pt>
                <c:pt idx="328">
                  <c:v>111.1045</c:v>
                </c:pt>
                <c:pt idx="329">
                  <c:v>90.255799999999994</c:v>
                </c:pt>
                <c:pt idx="330">
                  <c:v>89.809200000000004</c:v>
                </c:pt>
                <c:pt idx="331">
                  <c:v>110.55880000000001</c:v>
                </c:pt>
                <c:pt idx="332">
                  <c:v>113.77670000000001</c:v>
                </c:pt>
                <c:pt idx="333">
                  <c:v>113.49079999999999</c:v>
                </c:pt>
                <c:pt idx="334">
                  <c:v>99.322000000000003</c:v>
                </c:pt>
                <c:pt idx="335">
                  <c:v>105.4551</c:v>
                </c:pt>
                <c:pt idx="336">
                  <c:v>98.290899999999993</c:v>
                </c:pt>
                <c:pt idx="337">
                  <c:v>90.590599999999995</c:v>
                </c:pt>
                <c:pt idx="338">
                  <c:v>94.942800000000005</c:v>
                </c:pt>
                <c:pt idx="339">
                  <c:v>93.622500000000002</c:v>
                </c:pt>
                <c:pt idx="340">
                  <c:v>85.284400000000005</c:v>
                </c:pt>
                <c:pt idx="341">
                  <c:v>87.124499999999998</c:v>
                </c:pt>
                <c:pt idx="342">
                  <c:v>80.268600000000006</c:v>
                </c:pt>
                <c:pt idx="343">
                  <c:v>51.738900000000001</c:v>
                </c:pt>
                <c:pt idx="344">
                  <c:v>85.792000000000002</c:v>
                </c:pt>
                <c:pt idx="345">
                  <c:v>86.210599999999999</c:v>
                </c:pt>
                <c:pt idx="346">
                  <c:v>99.653899999999993</c:v>
                </c:pt>
                <c:pt idx="347">
                  <c:v>102.5121</c:v>
                </c:pt>
                <c:pt idx="348">
                  <c:v>112.6601</c:v>
                </c:pt>
                <c:pt idx="349">
                  <c:v>113.9239</c:v>
                </c:pt>
                <c:pt idx="350">
                  <c:v>106.0586</c:v>
                </c:pt>
                <c:pt idx="351">
                  <c:v>108.2238</c:v>
                </c:pt>
                <c:pt idx="352">
                  <c:v>124.47499999999999</c:v>
                </c:pt>
                <c:pt idx="353">
                  <c:v>113.08329999999999</c:v>
                </c:pt>
                <c:pt idx="354">
                  <c:v>112.9053</c:v>
                </c:pt>
                <c:pt idx="355">
                  <c:v>115.97029999999999</c:v>
                </c:pt>
                <c:pt idx="356">
                  <c:v>116.60639999999999</c:v>
                </c:pt>
                <c:pt idx="357">
                  <c:v>114.8348</c:v>
                </c:pt>
                <c:pt idx="358">
                  <c:v>111.3492</c:v>
                </c:pt>
                <c:pt idx="359">
                  <c:v>115.2723</c:v>
                </c:pt>
                <c:pt idx="360">
                  <c:v>126.6709</c:v>
                </c:pt>
                <c:pt idx="361">
                  <c:v>120.7565</c:v>
                </c:pt>
                <c:pt idx="362">
                  <c:v>117.1456</c:v>
                </c:pt>
                <c:pt idx="363">
                  <c:v>124.4969</c:v>
                </c:pt>
                <c:pt idx="364">
                  <c:v>118.9089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6-B4BF-44B9-BA5F-1BAD1B363BC4}"/>
            </c:ext>
          </c:extLst>
        </c:ser>
        <c:ser>
          <c:idx val="7"/>
          <c:order val="7"/>
          <c:tx>
            <c:strRef>
              <c:f>'3G Voice'!$I$1</c:f>
              <c:strCache>
                <c:ptCount val="1"/>
                <c:pt idx="0">
                  <c:v>Trincomalee</c:v>
                </c:pt>
              </c:strCache>
            </c:strRef>
          </c:tx>
          <c:spPr>
            <a:ln w="28575" cap="rnd">
              <a:solidFill>
                <a:schemeClr val="accent2">
                  <a:lumMod val="60000"/>
                </a:schemeClr>
              </a:solidFill>
              <a:round/>
            </a:ln>
            <a:effectLst/>
          </c:spPr>
          <c:marker>
            <c:symbol val="none"/>
          </c:marker>
          <c:cat>
            <c:numRef>
              <c:f>'3G Voice'!$A$2:$A$366</c:f>
              <c:numCache>
                <c:formatCode>m/d/yyyy</c:formatCode>
                <c:ptCount val="365"/>
                <c:pt idx="0">
                  <c:v>45829</c:v>
                </c:pt>
                <c:pt idx="1">
                  <c:v>45830</c:v>
                </c:pt>
                <c:pt idx="2">
                  <c:v>45831</c:v>
                </c:pt>
                <c:pt idx="3">
                  <c:v>45832</c:v>
                </c:pt>
                <c:pt idx="4">
                  <c:v>45833</c:v>
                </c:pt>
                <c:pt idx="5">
                  <c:v>45834</c:v>
                </c:pt>
                <c:pt idx="6">
                  <c:v>45835</c:v>
                </c:pt>
                <c:pt idx="7">
                  <c:v>45836</c:v>
                </c:pt>
                <c:pt idx="8">
                  <c:v>45837</c:v>
                </c:pt>
                <c:pt idx="9">
                  <c:v>45838</c:v>
                </c:pt>
                <c:pt idx="10">
                  <c:v>45839</c:v>
                </c:pt>
                <c:pt idx="11">
                  <c:v>45840</c:v>
                </c:pt>
                <c:pt idx="12">
                  <c:v>45841</c:v>
                </c:pt>
                <c:pt idx="13">
                  <c:v>45842</c:v>
                </c:pt>
                <c:pt idx="14">
                  <c:v>45843</c:v>
                </c:pt>
                <c:pt idx="15">
                  <c:v>45844</c:v>
                </c:pt>
                <c:pt idx="16">
                  <c:v>45845</c:v>
                </c:pt>
                <c:pt idx="17">
                  <c:v>45846</c:v>
                </c:pt>
                <c:pt idx="18">
                  <c:v>45847</c:v>
                </c:pt>
                <c:pt idx="19">
                  <c:v>45848</c:v>
                </c:pt>
                <c:pt idx="20">
                  <c:v>45849</c:v>
                </c:pt>
                <c:pt idx="21">
                  <c:v>45850</c:v>
                </c:pt>
                <c:pt idx="22">
                  <c:v>45851</c:v>
                </c:pt>
                <c:pt idx="23">
                  <c:v>45852</c:v>
                </c:pt>
                <c:pt idx="24">
                  <c:v>45853</c:v>
                </c:pt>
                <c:pt idx="25">
                  <c:v>45854</c:v>
                </c:pt>
                <c:pt idx="26">
                  <c:v>45855</c:v>
                </c:pt>
                <c:pt idx="27">
                  <c:v>45856</c:v>
                </c:pt>
                <c:pt idx="28">
                  <c:v>45857</c:v>
                </c:pt>
                <c:pt idx="29">
                  <c:v>45858</c:v>
                </c:pt>
                <c:pt idx="30">
                  <c:v>45859</c:v>
                </c:pt>
                <c:pt idx="31">
                  <c:v>45860</c:v>
                </c:pt>
                <c:pt idx="32">
                  <c:v>45861</c:v>
                </c:pt>
                <c:pt idx="33">
                  <c:v>45862</c:v>
                </c:pt>
                <c:pt idx="34">
                  <c:v>45863</c:v>
                </c:pt>
                <c:pt idx="35">
                  <c:v>45864</c:v>
                </c:pt>
                <c:pt idx="36">
                  <c:v>45865</c:v>
                </c:pt>
                <c:pt idx="37">
                  <c:v>45866</c:v>
                </c:pt>
                <c:pt idx="38">
                  <c:v>45867</c:v>
                </c:pt>
                <c:pt idx="39">
                  <c:v>45868</c:v>
                </c:pt>
                <c:pt idx="40">
                  <c:v>45869</c:v>
                </c:pt>
                <c:pt idx="41">
                  <c:v>45870</c:v>
                </c:pt>
                <c:pt idx="42">
                  <c:v>45871</c:v>
                </c:pt>
                <c:pt idx="43">
                  <c:v>45872</c:v>
                </c:pt>
                <c:pt idx="44">
                  <c:v>45873</c:v>
                </c:pt>
                <c:pt idx="45">
                  <c:v>45874</c:v>
                </c:pt>
                <c:pt idx="46">
                  <c:v>45875</c:v>
                </c:pt>
                <c:pt idx="47">
                  <c:v>45876</c:v>
                </c:pt>
                <c:pt idx="48">
                  <c:v>45877</c:v>
                </c:pt>
                <c:pt idx="49">
                  <c:v>45878</c:v>
                </c:pt>
                <c:pt idx="50">
                  <c:v>45879</c:v>
                </c:pt>
                <c:pt idx="51">
                  <c:v>45880</c:v>
                </c:pt>
                <c:pt idx="52">
                  <c:v>45881</c:v>
                </c:pt>
                <c:pt idx="53">
                  <c:v>45882</c:v>
                </c:pt>
                <c:pt idx="54">
                  <c:v>45883</c:v>
                </c:pt>
                <c:pt idx="55">
                  <c:v>45884</c:v>
                </c:pt>
                <c:pt idx="56">
                  <c:v>45885</c:v>
                </c:pt>
                <c:pt idx="57">
                  <c:v>45886</c:v>
                </c:pt>
                <c:pt idx="58">
                  <c:v>45887</c:v>
                </c:pt>
                <c:pt idx="59">
                  <c:v>45888</c:v>
                </c:pt>
                <c:pt idx="60">
                  <c:v>45889</c:v>
                </c:pt>
                <c:pt idx="61">
                  <c:v>45890</c:v>
                </c:pt>
                <c:pt idx="62">
                  <c:v>45891</c:v>
                </c:pt>
                <c:pt idx="63">
                  <c:v>45892</c:v>
                </c:pt>
                <c:pt idx="64">
                  <c:v>45893</c:v>
                </c:pt>
                <c:pt idx="65">
                  <c:v>45894</c:v>
                </c:pt>
                <c:pt idx="66">
                  <c:v>45895</c:v>
                </c:pt>
                <c:pt idx="67">
                  <c:v>45896</c:v>
                </c:pt>
                <c:pt idx="68">
                  <c:v>45897</c:v>
                </c:pt>
                <c:pt idx="69">
                  <c:v>45898</c:v>
                </c:pt>
                <c:pt idx="70">
                  <c:v>45899</c:v>
                </c:pt>
                <c:pt idx="71">
                  <c:v>45900</c:v>
                </c:pt>
                <c:pt idx="72">
                  <c:v>45901</c:v>
                </c:pt>
                <c:pt idx="73">
                  <c:v>45902</c:v>
                </c:pt>
                <c:pt idx="74">
                  <c:v>45903</c:v>
                </c:pt>
                <c:pt idx="75">
                  <c:v>45904</c:v>
                </c:pt>
                <c:pt idx="76">
                  <c:v>45905</c:v>
                </c:pt>
                <c:pt idx="77">
                  <c:v>45906</c:v>
                </c:pt>
                <c:pt idx="78">
                  <c:v>45907</c:v>
                </c:pt>
                <c:pt idx="79">
                  <c:v>45908</c:v>
                </c:pt>
                <c:pt idx="80">
                  <c:v>45909</c:v>
                </c:pt>
                <c:pt idx="81">
                  <c:v>45910</c:v>
                </c:pt>
                <c:pt idx="82">
                  <c:v>45911</c:v>
                </c:pt>
                <c:pt idx="83">
                  <c:v>45912</c:v>
                </c:pt>
                <c:pt idx="84">
                  <c:v>45913</c:v>
                </c:pt>
                <c:pt idx="85">
                  <c:v>45914</c:v>
                </c:pt>
                <c:pt idx="86">
                  <c:v>45915</c:v>
                </c:pt>
                <c:pt idx="87">
                  <c:v>45916</c:v>
                </c:pt>
                <c:pt idx="88">
                  <c:v>45917</c:v>
                </c:pt>
                <c:pt idx="89">
                  <c:v>45918</c:v>
                </c:pt>
                <c:pt idx="90">
                  <c:v>45919</c:v>
                </c:pt>
                <c:pt idx="91">
                  <c:v>45920</c:v>
                </c:pt>
                <c:pt idx="92">
                  <c:v>45921</c:v>
                </c:pt>
                <c:pt idx="93">
                  <c:v>45922</c:v>
                </c:pt>
                <c:pt idx="94">
                  <c:v>45923</c:v>
                </c:pt>
                <c:pt idx="95">
                  <c:v>45924</c:v>
                </c:pt>
                <c:pt idx="96">
                  <c:v>45925</c:v>
                </c:pt>
                <c:pt idx="97">
                  <c:v>45926</c:v>
                </c:pt>
                <c:pt idx="98">
                  <c:v>45927</c:v>
                </c:pt>
                <c:pt idx="99">
                  <c:v>45928</c:v>
                </c:pt>
                <c:pt idx="100">
                  <c:v>45929</c:v>
                </c:pt>
                <c:pt idx="101">
                  <c:v>45930</c:v>
                </c:pt>
                <c:pt idx="102">
                  <c:v>45931</c:v>
                </c:pt>
                <c:pt idx="103">
                  <c:v>45932</c:v>
                </c:pt>
                <c:pt idx="104">
                  <c:v>45933</c:v>
                </c:pt>
                <c:pt idx="105">
                  <c:v>45934</c:v>
                </c:pt>
                <c:pt idx="106">
                  <c:v>45935</c:v>
                </c:pt>
                <c:pt idx="107">
                  <c:v>45936</c:v>
                </c:pt>
                <c:pt idx="108">
                  <c:v>45937</c:v>
                </c:pt>
                <c:pt idx="109">
                  <c:v>45938</c:v>
                </c:pt>
                <c:pt idx="110">
                  <c:v>45939</c:v>
                </c:pt>
                <c:pt idx="111">
                  <c:v>45940</c:v>
                </c:pt>
                <c:pt idx="112">
                  <c:v>45941</c:v>
                </c:pt>
                <c:pt idx="113">
                  <c:v>45942</c:v>
                </c:pt>
                <c:pt idx="114">
                  <c:v>45943</c:v>
                </c:pt>
                <c:pt idx="115">
                  <c:v>45944</c:v>
                </c:pt>
                <c:pt idx="116">
                  <c:v>45945</c:v>
                </c:pt>
                <c:pt idx="117">
                  <c:v>45946</c:v>
                </c:pt>
                <c:pt idx="118">
                  <c:v>45947</c:v>
                </c:pt>
                <c:pt idx="119">
                  <c:v>45948</c:v>
                </c:pt>
                <c:pt idx="120">
                  <c:v>45949</c:v>
                </c:pt>
                <c:pt idx="121">
                  <c:v>45950</c:v>
                </c:pt>
                <c:pt idx="122">
                  <c:v>45951</c:v>
                </c:pt>
                <c:pt idx="123">
                  <c:v>45952</c:v>
                </c:pt>
                <c:pt idx="124">
                  <c:v>45953</c:v>
                </c:pt>
                <c:pt idx="125">
                  <c:v>45954</c:v>
                </c:pt>
                <c:pt idx="126">
                  <c:v>45955</c:v>
                </c:pt>
                <c:pt idx="127">
                  <c:v>45956</c:v>
                </c:pt>
                <c:pt idx="128">
                  <c:v>45957</c:v>
                </c:pt>
                <c:pt idx="129">
                  <c:v>45958</c:v>
                </c:pt>
                <c:pt idx="130">
                  <c:v>45959</c:v>
                </c:pt>
                <c:pt idx="131">
                  <c:v>45960</c:v>
                </c:pt>
                <c:pt idx="132">
                  <c:v>45961</c:v>
                </c:pt>
                <c:pt idx="133">
                  <c:v>45962</c:v>
                </c:pt>
                <c:pt idx="134">
                  <c:v>45963</c:v>
                </c:pt>
                <c:pt idx="135">
                  <c:v>45964</c:v>
                </c:pt>
                <c:pt idx="136">
                  <c:v>45965</c:v>
                </c:pt>
                <c:pt idx="137">
                  <c:v>45966</c:v>
                </c:pt>
                <c:pt idx="138">
                  <c:v>45967</c:v>
                </c:pt>
                <c:pt idx="139">
                  <c:v>45968</c:v>
                </c:pt>
                <c:pt idx="140">
                  <c:v>45969</c:v>
                </c:pt>
                <c:pt idx="141">
                  <c:v>45970</c:v>
                </c:pt>
                <c:pt idx="142">
                  <c:v>45971</c:v>
                </c:pt>
                <c:pt idx="143">
                  <c:v>45972</c:v>
                </c:pt>
                <c:pt idx="144">
                  <c:v>45973</c:v>
                </c:pt>
                <c:pt idx="145">
                  <c:v>45974</c:v>
                </c:pt>
                <c:pt idx="146">
                  <c:v>45975</c:v>
                </c:pt>
                <c:pt idx="147">
                  <c:v>45976</c:v>
                </c:pt>
                <c:pt idx="148">
                  <c:v>45977</c:v>
                </c:pt>
                <c:pt idx="149">
                  <c:v>45978</c:v>
                </c:pt>
                <c:pt idx="150">
                  <c:v>45979</c:v>
                </c:pt>
                <c:pt idx="151">
                  <c:v>45980</c:v>
                </c:pt>
                <c:pt idx="152">
                  <c:v>45981</c:v>
                </c:pt>
                <c:pt idx="153">
                  <c:v>45982</c:v>
                </c:pt>
                <c:pt idx="154">
                  <c:v>45983</c:v>
                </c:pt>
                <c:pt idx="155">
                  <c:v>45984</c:v>
                </c:pt>
                <c:pt idx="156">
                  <c:v>45985</c:v>
                </c:pt>
                <c:pt idx="157">
                  <c:v>45986</c:v>
                </c:pt>
                <c:pt idx="158">
                  <c:v>45987</c:v>
                </c:pt>
                <c:pt idx="159">
                  <c:v>45988</c:v>
                </c:pt>
                <c:pt idx="160">
                  <c:v>45989</c:v>
                </c:pt>
                <c:pt idx="161">
                  <c:v>45990</c:v>
                </c:pt>
                <c:pt idx="162">
                  <c:v>45991</c:v>
                </c:pt>
                <c:pt idx="163">
                  <c:v>45992</c:v>
                </c:pt>
                <c:pt idx="164">
                  <c:v>45993</c:v>
                </c:pt>
                <c:pt idx="165">
                  <c:v>45994</c:v>
                </c:pt>
                <c:pt idx="166">
                  <c:v>45995</c:v>
                </c:pt>
                <c:pt idx="167">
                  <c:v>45996</c:v>
                </c:pt>
                <c:pt idx="168">
                  <c:v>45997</c:v>
                </c:pt>
                <c:pt idx="169">
                  <c:v>45998</c:v>
                </c:pt>
                <c:pt idx="170">
                  <c:v>45999</c:v>
                </c:pt>
                <c:pt idx="171">
                  <c:v>46000</c:v>
                </c:pt>
                <c:pt idx="172">
                  <c:v>46001</c:v>
                </c:pt>
                <c:pt idx="173">
                  <c:v>46002</c:v>
                </c:pt>
                <c:pt idx="174">
                  <c:v>46003</c:v>
                </c:pt>
                <c:pt idx="175">
                  <c:v>46004</c:v>
                </c:pt>
                <c:pt idx="176">
                  <c:v>46005</c:v>
                </c:pt>
                <c:pt idx="177">
                  <c:v>46006</c:v>
                </c:pt>
                <c:pt idx="178">
                  <c:v>46007</c:v>
                </c:pt>
                <c:pt idx="179">
                  <c:v>46008</c:v>
                </c:pt>
                <c:pt idx="180">
                  <c:v>46009</c:v>
                </c:pt>
                <c:pt idx="181">
                  <c:v>46010</c:v>
                </c:pt>
                <c:pt idx="182">
                  <c:v>46011</c:v>
                </c:pt>
                <c:pt idx="183">
                  <c:v>46012</c:v>
                </c:pt>
                <c:pt idx="184">
                  <c:v>46013</c:v>
                </c:pt>
                <c:pt idx="185">
                  <c:v>46014</c:v>
                </c:pt>
                <c:pt idx="186">
                  <c:v>46015</c:v>
                </c:pt>
                <c:pt idx="187">
                  <c:v>46016</c:v>
                </c:pt>
                <c:pt idx="188">
                  <c:v>46017</c:v>
                </c:pt>
                <c:pt idx="189">
                  <c:v>46018</c:v>
                </c:pt>
                <c:pt idx="190">
                  <c:v>46019</c:v>
                </c:pt>
                <c:pt idx="191">
                  <c:v>46020</c:v>
                </c:pt>
                <c:pt idx="192">
                  <c:v>46021</c:v>
                </c:pt>
                <c:pt idx="193">
                  <c:v>46022</c:v>
                </c:pt>
                <c:pt idx="194">
                  <c:v>46023</c:v>
                </c:pt>
                <c:pt idx="195">
                  <c:v>46024</c:v>
                </c:pt>
                <c:pt idx="196">
                  <c:v>46025</c:v>
                </c:pt>
                <c:pt idx="197">
                  <c:v>46026</c:v>
                </c:pt>
                <c:pt idx="198">
                  <c:v>46027</c:v>
                </c:pt>
                <c:pt idx="199">
                  <c:v>46028</c:v>
                </c:pt>
                <c:pt idx="200">
                  <c:v>46029</c:v>
                </c:pt>
                <c:pt idx="201">
                  <c:v>46030</c:v>
                </c:pt>
                <c:pt idx="202">
                  <c:v>46031</c:v>
                </c:pt>
                <c:pt idx="203">
                  <c:v>46032</c:v>
                </c:pt>
                <c:pt idx="204">
                  <c:v>46033</c:v>
                </c:pt>
                <c:pt idx="205">
                  <c:v>46034</c:v>
                </c:pt>
                <c:pt idx="206">
                  <c:v>46035</c:v>
                </c:pt>
                <c:pt idx="207">
                  <c:v>46036</c:v>
                </c:pt>
                <c:pt idx="208">
                  <c:v>46037</c:v>
                </c:pt>
                <c:pt idx="209">
                  <c:v>46038</c:v>
                </c:pt>
                <c:pt idx="210">
                  <c:v>46039</c:v>
                </c:pt>
                <c:pt idx="211">
                  <c:v>46040</c:v>
                </c:pt>
                <c:pt idx="212">
                  <c:v>46041</c:v>
                </c:pt>
                <c:pt idx="213">
                  <c:v>46042</c:v>
                </c:pt>
                <c:pt idx="214">
                  <c:v>46043</c:v>
                </c:pt>
                <c:pt idx="215">
                  <c:v>46044</c:v>
                </c:pt>
                <c:pt idx="216">
                  <c:v>46045</c:v>
                </c:pt>
                <c:pt idx="217">
                  <c:v>46046</c:v>
                </c:pt>
                <c:pt idx="218">
                  <c:v>46047</c:v>
                </c:pt>
                <c:pt idx="219">
                  <c:v>46048</c:v>
                </c:pt>
                <c:pt idx="220">
                  <c:v>46049</c:v>
                </c:pt>
                <c:pt idx="221">
                  <c:v>46050</c:v>
                </c:pt>
                <c:pt idx="222">
                  <c:v>46051</c:v>
                </c:pt>
                <c:pt idx="223">
                  <c:v>46052</c:v>
                </c:pt>
                <c:pt idx="224">
                  <c:v>46053</c:v>
                </c:pt>
                <c:pt idx="225">
                  <c:v>46054</c:v>
                </c:pt>
                <c:pt idx="226">
                  <c:v>46055</c:v>
                </c:pt>
                <c:pt idx="227">
                  <c:v>46056</c:v>
                </c:pt>
                <c:pt idx="228">
                  <c:v>46057</c:v>
                </c:pt>
                <c:pt idx="229">
                  <c:v>46058</c:v>
                </c:pt>
                <c:pt idx="230">
                  <c:v>46059</c:v>
                </c:pt>
                <c:pt idx="231">
                  <c:v>46060</c:v>
                </c:pt>
                <c:pt idx="232">
                  <c:v>46061</c:v>
                </c:pt>
                <c:pt idx="233">
                  <c:v>46062</c:v>
                </c:pt>
                <c:pt idx="234">
                  <c:v>46063</c:v>
                </c:pt>
                <c:pt idx="235">
                  <c:v>46064</c:v>
                </c:pt>
                <c:pt idx="236">
                  <c:v>46065</c:v>
                </c:pt>
                <c:pt idx="237">
                  <c:v>46066</c:v>
                </c:pt>
                <c:pt idx="238">
                  <c:v>46067</c:v>
                </c:pt>
                <c:pt idx="239">
                  <c:v>46068</c:v>
                </c:pt>
                <c:pt idx="240">
                  <c:v>46069</c:v>
                </c:pt>
                <c:pt idx="241">
                  <c:v>46070</c:v>
                </c:pt>
                <c:pt idx="242">
                  <c:v>46071</c:v>
                </c:pt>
                <c:pt idx="243">
                  <c:v>46072</c:v>
                </c:pt>
                <c:pt idx="244">
                  <c:v>46073</c:v>
                </c:pt>
                <c:pt idx="245">
                  <c:v>46074</c:v>
                </c:pt>
                <c:pt idx="246">
                  <c:v>46075</c:v>
                </c:pt>
                <c:pt idx="247">
                  <c:v>46076</c:v>
                </c:pt>
                <c:pt idx="248">
                  <c:v>46077</c:v>
                </c:pt>
                <c:pt idx="249">
                  <c:v>46078</c:v>
                </c:pt>
                <c:pt idx="250">
                  <c:v>46079</c:v>
                </c:pt>
                <c:pt idx="251">
                  <c:v>46080</c:v>
                </c:pt>
                <c:pt idx="252">
                  <c:v>46081</c:v>
                </c:pt>
                <c:pt idx="253">
                  <c:v>46082</c:v>
                </c:pt>
                <c:pt idx="254">
                  <c:v>46083</c:v>
                </c:pt>
                <c:pt idx="255">
                  <c:v>46084</c:v>
                </c:pt>
                <c:pt idx="256">
                  <c:v>46085</c:v>
                </c:pt>
                <c:pt idx="257">
                  <c:v>46086</c:v>
                </c:pt>
                <c:pt idx="258">
                  <c:v>46087</c:v>
                </c:pt>
                <c:pt idx="259">
                  <c:v>46088</c:v>
                </c:pt>
                <c:pt idx="260">
                  <c:v>46089</c:v>
                </c:pt>
                <c:pt idx="261">
                  <c:v>46090</c:v>
                </c:pt>
                <c:pt idx="262">
                  <c:v>46091</c:v>
                </c:pt>
                <c:pt idx="263">
                  <c:v>46092</c:v>
                </c:pt>
                <c:pt idx="264">
                  <c:v>46093</c:v>
                </c:pt>
                <c:pt idx="265">
                  <c:v>46094</c:v>
                </c:pt>
                <c:pt idx="266">
                  <c:v>46095</c:v>
                </c:pt>
                <c:pt idx="267">
                  <c:v>46096</c:v>
                </c:pt>
                <c:pt idx="268">
                  <c:v>46097</c:v>
                </c:pt>
                <c:pt idx="269">
                  <c:v>46098</c:v>
                </c:pt>
                <c:pt idx="270">
                  <c:v>46099</c:v>
                </c:pt>
                <c:pt idx="271">
                  <c:v>46100</c:v>
                </c:pt>
                <c:pt idx="272">
                  <c:v>46101</c:v>
                </c:pt>
                <c:pt idx="273">
                  <c:v>46102</c:v>
                </c:pt>
                <c:pt idx="274">
                  <c:v>46103</c:v>
                </c:pt>
                <c:pt idx="275">
                  <c:v>46104</c:v>
                </c:pt>
                <c:pt idx="276">
                  <c:v>46105</c:v>
                </c:pt>
                <c:pt idx="277">
                  <c:v>46106</c:v>
                </c:pt>
                <c:pt idx="278">
                  <c:v>46107</c:v>
                </c:pt>
                <c:pt idx="279">
                  <c:v>46108</c:v>
                </c:pt>
                <c:pt idx="280">
                  <c:v>46109</c:v>
                </c:pt>
                <c:pt idx="281">
                  <c:v>46110</c:v>
                </c:pt>
                <c:pt idx="282">
                  <c:v>46111</c:v>
                </c:pt>
                <c:pt idx="283">
                  <c:v>46112</c:v>
                </c:pt>
                <c:pt idx="284">
                  <c:v>46113</c:v>
                </c:pt>
                <c:pt idx="285">
                  <c:v>46114</c:v>
                </c:pt>
                <c:pt idx="286">
                  <c:v>46115</c:v>
                </c:pt>
                <c:pt idx="287">
                  <c:v>46116</c:v>
                </c:pt>
                <c:pt idx="288">
                  <c:v>46117</c:v>
                </c:pt>
                <c:pt idx="289">
                  <c:v>46118</c:v>
                </c:pt>
                <c:pt idx="290">
                  <c:v>46119</c:v>
                </c:pt>
                <c:pt idx="291">
                  <c:v>46120</c:v>
                </c:pt>
                <c:pt idx="292">
                  <c:v>46121</c:v>
                </c:pt>
                <c:pt idx="293">
                  <c:v>46122</c:v>
                </c:pt>
                <c:pt idx="294">
                  <c:v>46123</c:v>
                </c:pt>
                <c:pt idx="295">
                  <c:v>46124</c:v>
                </c:pt>
                <c:pt idx="296">
                  <c:v>46125</c:v>
                </c:pt>
                <c:pt idx="297">
                  <c:v>46126</c:v>
                </c:pt>
                <c:pt idx="298">
                  <c:v>46127</c:v>
                </c:pt>
                <c:pt idx="299">
                  <c:v>46128</c:v>
                </c:pt>
                <c:pt idx="300">
                  <c:v>46129</c:v>
                </c:pt>
                <c:pt idx="301">
                  <c:v>46130</c:v>
                </c:pt>
                <c:pt idx="302">
                  <c:v>46131</c:v>
                </c:pt>
                <c:pt idx="303">
                  <c:v>46132</c:v>
                </c:pt>
                <c:pt idx="304">
                  <c:v>46133</c:v>
                </c:pt>
                <c:pt idx="305">
                  <c:v>46134</c:v>
                </c:pt>
                <c:pt idx="306">
                  <c:v>46135</c:v>
                </c:pt>
                <c:pt idx="307">
                  <c:v>46136</c:v>
                </c:pt>
                <c:pt idx="308">
                  <c:v>46137</c:v>
                </c:pt>
                <c:pt idx="309">
                  <c:v>46138</c:v>
                </c:pt>
                <c:pt idx="310">
                  <c:v>46139</c:v>
                </c:pt>
                <c:pt idx="311">
                  <c:v>46140</c:v>
                </c:pt>
                <c:pt idx="312">
                  <c:v>46141</c:v>
                </c:pt>
                <c:pt idx="313">
                  <c:v>46142</c:v>
                </c:pt>
                <c:pt idx="314">
                  <c:v>46143</c:v>
                </c:pt>
                <c:pt idx="315">
                  <c:v>46144</c:v>
                </c:pt>
                <c:pt idx="316">
                  <c:v>46145</c:v>
                </c:pt>
                <c:pt idx="317">
                  <c:v>46146</c:v>
                </c:pt>
                <c:pt idx="318">
                  <c:v>46147</c:v>
                </c:pt>
                <c:pt idx="319">
                  <c:v>46148</c:v>
                </c:pt>
                <c:pt idx="320">
                  <c:v>46149</c:v>
                </c:pt>
                <c:pt idx="321">
                  <c:v>46150</c:v>
                </c:pt>
                <c:pt idx="322">
                  <c:v>46151</c:v>
                </c:pt>
                <c:pt idx="323">
                  <c:v>46152</c:v>
                </c:pt>
                <c:pt idx="324">
                  <c:v>46153</c:v>
                </c:pt>
                <c:pt idx="325">
                  <c:v>46154</c:v>
                </c:pt>
                <c:pt idx="326">
                  <c:v>46155</c:v>
                </c:pt>
                <c:pt idx="327">
                  <c:v>46156</c:v>
                </c:pt>
                <c:pt idx="328">
                  <c:v>46157</c:v>
                </c:pt>
                <c:pt idx="329">
                  <c:v>46158</c:v>
                </c:pt>
                <c:pt idx="330">
                  <c:v>46159</c:v>
                </c:pt>
                <c:pt idx="331">
                  <c:v>46160</c:v>
                </c:pt>
                <c:pt idx="332">
                  <c:v>46161</c:v>
                </c:pt>
                <c:pt idx="333">
                  <c:v>46162</c:v>
                </c:pt>
                <c:pt idx="334">
                  <c:v>46163</c:v>
                </c:pt>
                <c:pt idx="335">
                  <c:v>46164</c:v>
                </c:pt>
                <c:pt idx="336">
                  <c:v>46165</c:v>
                </c:pt>
                <c:pt idx="337">
                  <c:v>46166</c:v>
                </c:pt>
                <c:pt idx="338">
                  <c:v>46167</c:v>
                </c:pt>
                <c:pt idx="339">
                  <c:v>46168</c:v>
                </c:pt>
                <c:pt idx="340">
                  <c:v>46169</c:v>
                </c:pt>
                <c:pt idx="341">
                  <c:v>46170</c:v>
                </c:pt>
                <c:pt idx="342">
                  <c:v>46171</c:v>
                </c:pt>
                <c:pt idx="343">
                  <c:v>46172</c:v>
                </c:pt>
                <c:pt idx="344">
                  <c:v>46173</c:v>
                </c:pt>
                <c:pt idx="345">
                  <c:v>46174</c:v>
                </c:pt>
                <c:pt idx="346">
                  <c:v>46175</c:v>
                </c:pt>
                <c:pt idx="347">
                  <c:v>46176</c:v>
                </c:pt>
                <c:pt idx="348">
                  <c:v>46177</c:v>
                </c:pt>
                <c:pt idx="349">
                  <c:v>46178</c:v>
                </c:pt>
                <c:pt idx="350">
                  <c:v>46179</c:v>
                </c:pt>
                <c:pt idx="351">
                  <c:v>46180</c:v>
                </c:pt>
                <c:pt idx="352">
                  <c:v>46181</c:v>
                </c:pt>
                <c:pt idx="353">
                  <c:v>46182</c:v>
                </c:pt>
                <c:pt idx="354">
                  <c:v>46183</c:v>
                </c:pt>
                <c:pt idx="355">
                  <c:v>46184</c:v>
                </c:pt>
                <c:pt idx="356">
                  <c:v>46185</c:v>
                </c:pt>
                <c:pt idx="357">
                  <c:v>46186</c:v>
                </c:pt>
                <c:pt idx="358">
                  <c:v>46187</c:v>
                </c:pt>
                <c:pt idx="359">
                  <c:v>46188</c:v>
                </c:pt>
                <c:pt idx="360">
                  <c:v>46189</c:v>
                </c:pt>
                <c:pt idx="361">
                  <c:v>46190</c:v>
                </c:pt>
                <c:pt idx="362">
                  <c:v>46191</c:v>
                </c:pt>
                <c:pt idx="363">
                  <c:v>46192</c:v>
                </c:pt>
                <c:pt idx="364">
                  <c:v>46193</c:v>
                </c:pt>
              </c:numCache>
            </c:numRef>
          </c:cat>
          <c:val>
            <c:numRef>
              <c:f>'3G Voice'!$I$2:$I$366</c:f>
              <c:numCache>
                <c:formatCode>General</c:formatCode>
                <c:ptCount val="365"/>
                <c:pt idx="0">
                  <c:v>640.03809999999999</c:v>
                </c:pt>
                <c:pt idx="1">
                  <c:v>576.07060000000001</c:v>
                </c:pt>
                <c:pt idx="2">
                  <c:v>744.42560000000003</c:v>
                </c:pt>
                <c:pt idx="3">
                  <c:v>704.44200000000001</c:v>
                </c:pt>
                <c:pt idx="4">
                  <c:v>746.19309999999996</c:v>
                </c:pt>
                <c:pt idx="5">
                  <c:v>746.20550000000003</c:v>
                </c:pt>
                <c:pt idx="6">
                  <c:v>734.91319999999996</c:v>
                </c:pt>
                <c:pt idx="7">
                  <c:v>693.43870000000004</c:v>
                </c:pt>
                <c:pt idx="8">
                  <c:v>607.9384</c:v>
                </c:pt>
                <c:pt idx="9">
                  <c:v>756.24090000000001</c:v>
                </c:pt>
                <c:pt idx="10">
                  <c:v>780.55340000000001</c:v>
                </c:pt>
                <c:pt idx="11">
                  <c:v>768.29459999999995</c:v>
                </c:pt>
                <c:pt idx="12">
                  <c:v>781.11180000000002</c:v>
                </c:pt>
                <c:pt idx="13">
                  <c:v>774.18370000000004</c:v>
                </c:pt>
                <c:pt idx="14">
                  <c:v>692.93020000000001</c:v>
                </c:pt>
                <c:pt idx="15">
                  <c:v>651.25300000000004</c:v>
                </c:pt>
                <c:pt idx="16">
                  <c:v>767.02599999999995</c:v>
                </c:pt>
                <c:pt idx="17">
                  <c:v>751.62490000000003</c:v>
                </c:pt>
                <c:pt idx="18">
                  <c:v>740.41110000000003</c:v>
                </c:pt>
                <c:pt idx="19">
                  <c:v>624.86680000000001</c:v>
                </c:pt>
                <c:pt idx="20">
                  <c:v>790.94979999999998</c:v>
                </c:pt>
                <c:pt idx="21">
                  <c:v>718.33249999999998</c:v>
                </c:pt>
                <c:pt idx="22">
                  <c:v>651.16920000000005</c:v>
                </c:pt>
                <c:pt idx="23">
                  <c:v>840.44349999999997</c:v>
                </c:pt>
                <c:pt idx="24">
                  <c:v>805.26409999999998</c:v>
                </c:pt>
                <c:pt idx="25">
                  <c:v>760.68740000000003</c:v>
                </c:pt>
                <c:pt idx="26">
                  <c:v>821.67200000000003</c:v>
                </c:pt>
                <c:pt idx="27">
                  <c:v>732.02369999999996</c:v>
                </c:pt>
                <c:pt idx="28">
                  <c:v>681.35730000000001</c:v>
                </c:pt>
                <c:pt idx="29">
                  <c:v>640.95039999999995</c:v>
                </c:pt>
                <c:pt idx="30">
                  <c:v>763.86479999999995</c:v>
                </c:pt>
                <c:pt idx="31">
                  <c:v>780.43200000000002</c:v>
                </c:pt>
                <c:pt idx="32">
                  <c:v>784.80110000000002</c:v>
                </c:pt>
                <c:pt idx="33">
                  <c:v>776.47050000000002</c:v>
                </c:pt>
                <c:pt idx="34">
                  <c:v>733.12180000000001</c:v>
                </c:pt>
                <c:pt idx="35">
                  <c:v>686.47839999999997</c:v>
                </c:pt>
                <c:pt idx="36">
                  <c:v>628.39869999999996</c:v>
                </c:pt>
                <c:pt idx="37">
                  <c:v>767.09720000000004</c:v>
                </c:pt>
                <c:pt idx="38">
                  <c:v>742.71370000000002</c:v>
                </c:pt>
                <c:pt idx="39">
                  <c:v>783.452</c:v>
                </c:pt>
                <c:pt idx="40">
                  <c:v>783.94500000000005</c:v>
                </c:pt>
                <c:pt idx="41">
                  <c:v>754.32460000000003</c:v>
                </c:pt>
                <c:pt idx="42">
                  <c:v>696.57539999999995</c:v>
                </c:pt>
                <c:pt idx="43">
                  <c:v>633.00729999999999</c:v>
                </c:pt>
                <c:pt idx="44">
                  <c:v>713.71720000000005</c:v>
                </c:pt>
                <c:pt idx="45">
                  <c:v>765.19770000000005</c:v>
                </c:pt>
                <c:pt idx="46">
                  <c:v>758.69129999999996</c:v>
                </c:pt>
                <c:pt idx="47">
                  <c:v>766.85050000000001</c:v>
                </c:pt>
                <c:pt idx="48">
                  <c:v>606.44600000000003</c:v>
                </c:pt>
                <c:pt idx="49">
                  <c:v>694.92049999999995</c:v>
                </c:pt>
                <c:pt idx="50">
                  <c:v>628.14499999999998</c:v>
                </c:pt>
                <c:pt idx="51">
                  <c:v>789.54809999999998</c:v>
                </c:pt>
                <c:pt idx="52">
                  <c:v>760.24360000000001</c:v>
                </c:pt>
                <c:pt idx="53">
                  <c:v>792.03139999999996</c:v>
                </c:pt>
                <c:pt idx="54">
                  <c:v>787.85500000000002</c:v>
                </c:pt>
                <c:pt idx="55">
                  <c:v>711.92200000000003</c:v>
                </c:pt>
                <c:pt idx="56">
                  <c:v>613.4239</c:v>
                </c:pt>
                <c:pt idx="57">
                  <c:v>613.43949999999995</c:v>
                </c:pt>
                <c:pt idx="58">
                  <c:v>715.35339999999997</c:v>
                </c:pt>
                <c:pt idx="59">
                  <c:v>770.30960000000005</c:v>
                </c:pt>
                <c:pt idx="60">
                  <c:v>711.46140000000003</c:v>
                </c:pt>
                <c:pt idx="61">
                  <c:v>723.56799999999998</c:v>
                </c:pt>
                <c:pt idx="62">
                  <c:v>695.25519999999995</c:v>
                </c:pt>
                <c:pt idx="63">
                  <c:v>786.71140000000003</c:v>
                </c:pt>
                <c:pt idx="64">
                  <c:v>677.87969999999996</c:v>
                </c:pt>
                <c:pt idx="65">
                  <c:v>796.79300000000001</c:v>
                </c:pt>
                <c:pt idx="66">
                  <c:v>852.21870000000001</c:v>
                </c:pt>
                <c:pt idx="67">
                  <c:v>812.56219999999996</c:v>
                </c:pt>
                <c:pt idx="68">
                  <c:v>796.01700000000005</c:v>
                </c:pt>
                <c:pt idx="69">
                  <c:v>732.43110000000001</c:v>
                </c:pt>
                <c:pt idx="70">
                  <c:v>729.8</c:v>
                </c:pt>
                <c:pt idx="71">
                  <c:v>706.78250000000003</c:v>
                </c:pt>
                <c:pt idx="72">
                  <c:v>746.59</c:v>
                </c:pt>
                <c:pt idx="73">
                  <c:v>837.69500000000005</c:v>
                </c:pt>
                <c:pt idx="74">
                  <c:v>848.06899999999996</c:v>
                </c:pt>
                <c:pt idx="75">
                  <c:v>732.93690000000004</c:v>
                </c:pt>
                <c:pt idx="76">
                  <c:v>722.07989999999995</c:v>
                </c:pt>
                <c:pt idx="77">
                  <c:v>722.3098</c:v>
                </c:pt>
                <c:pt idx="78">
                  <c:v>664.64380000000006</c:v>
                </c:pt>
                <c:pt idx="79">
                  <c:v>687.74549999999999</c:v>
                </c:pt>
                <c:pt idx="80">
                  <c:v>755.98109999999997</c:v>
                </c:pt>
                <c:pt idx="81">
                  <c:v>706.53639999999996</c:v>
                </c:pt>
                <c:pt idx="82">
                  <c:v>696.67619999999999</c:v>
                </c:pt>
                <c:pt idx="83">
                  <c:v>729.59010000000001</c:v>
                </c:pt>
                <c:pt idx="84">
                  <c:v>690.1191</c:v>
                </c:pt>
                <c:pt idx="85">
                  <c:v>649.19719999999995</c:v>
                </c:pt>
                <c:pt idx="86">
                  <c:v>752.84259999999995</c:v>
                </c:pt>
                <c:pt idx="87">
                  <c:v>799.95669999999996</c:v>
                </c:pt>
                <c:pt idx="88">
                  <c:v>670.8759</c:v>
                </c:pt>
                <c:pt idx="89">
                  <c:v>711.04830000000004</c:v>
                </c:pt>
                <c:pt idx="90">
                  <c:v>702.71460000000002</c:v>
                </c:pt>
                <c:pt idx="91">
                  <c:v>642.28470000000004</c:v>
                </c:pt>
                <c:pt idx="92">
                  <c:v>580.77670000000001</c:v>
                </c:pt>
                <c:pt idx="93">
                  <c:v>722.01279999999997</c:v>
                </c:pt>
                <c:pt idx="94">
                  <c:v>712.64710000000002</c:v>
                </c:pt>
                <c:pt idx="95">
                  <c:v>683.85490000000004</c:v>
                </c:pt>
                <c:pt idx="96">
                  <c:v>667.476</c:v>
                </c:pt>
                <c:pt idx="97">
                  <c:v>673.4855</c:v>
                </c:pt>
                <c:pt idx="98">
                  <c:v>602.78689999999995</c:v>
                </c:pt>
                <c:pt idx="99">
                  <c:v>586.72969999999998</c:v>
                </c:pt>
                <c:pt idx="100">
                  <c:v>665.29470000000003</c:v>
                </c:pt>
                <c:pt idx="101">
                  <c:v>700.42439999999999</c:v>
                </c:pt>
                <c:pt idx="102">
                  <c:v>684.51210000000003</c:v>
                </c:pt>
                <c:pt idx="103">
                  <c:v>698.06169999999997</c:v>
                </c:pt>
                <c:pt idx="104">
                  <c:v>751.28039999999999</c:v>
                </c:pt>
                <c:pt idx="105">
                  <c:v>621.88390000000004</c:v>
                </c:pt>
                <c:pt idx="106">
                  <c:v>647.08100000000002</c:v>
                </c:pt>
                <c:pt idx="107">
                  <c:v>611.07330000000002</c:v>
                </c:pt>
                <c:pt idx="108">
                  <c:v>700.43939999999998</c:v>
                </c:pt>
                <c:pt idx="109">
                  <c:v>675.10879999999997</c:v>
                </c:pt>
                <c:pt idx="110">
                  <c:v>684.64239999999995</c:v>
                </c:pt>
                <c:pt idx="111">
                  <c:v>686.76520000000005</c:v>
                </c:pt>
                <c:pt idx="112">
                  <c:v>640.61959999999999</c:v>
                </c:pt>
                <c:pt idx="113">
                  <c:v>606.5326</c:v>
                </c:pt>
                <c:pt idx="114">
                  <c:v>754.25070000000005</c:v>
                </c:pt>
                <c:pt idx="115">
                  <c:v>815.70690000000002</c:v>
                </c:pt>
                <c:pt idx="116">
                  <c:v>786.52179999999998</c:v>
                </c:pt>
                <c:pt idx="117">
                  <c:v>767.96559999999999</c:v>
                </c:pt>
                <c:pt idx="118">
                  <c:v>740.03430000000003</c:v>
                </c:pt>
                <c:pt idx="119">
                  <c:v>689.03139999999996</c:v>
                </c:pt>
                <c:pt idx="120">
                  <c:v>671.44060000000002</c:v>
                </c:pt>
                <c:pt idx="121">
                  <c:v>629.72770000000003</c:v>
                </c:pt>
                <c:pt idx="122">
                  <c:v>758.90309999999999</c:v>
                </c:pt>
                <c:pt idx="123">
                  <c:v>740.97590000000002</c:v>
                </c:pt>
                <c:pt idx="124">
                  <c:v>784.06219999999996</c:v>
                </c:pt>
                <c:pt idx="125">
                  <c:v>617.21759999999995</c:v>
                </c:pt>
                <c:pt idx="126">
                  <c:v>684.13340000000005</c:v>
                </c:pt>
                <c:pt idx="127">
                  <c:v>595.06399999999996</c:v>
                </c:pt>
                <c:pt idx="128">
                  <c:v>603.22940000000006</c:v>
                </c:pt>
                <c:pt idx="129">
                  <c:v>758.43799999999999</c:v>
                </c:pt>
                <c:pt idx="130">
                  <c:v>633.78869999999995</c:v>
                </c:pt>
                <c:pt idx="131">
                  <c:v>772.45399999999995</c:v>
                </c:pt>
                <c:pt idx="132">
                  <c:v>767.76710000000003</c:v>
                </c:pt>
                <c:pt idx="133">
                  <c:v>717.54160000000002</c:v>
                </c:pt>
                <c:pt idx="134">
                  <c:v>567.33339999999998</c:v>
                </c:pt>
                <c:pt idx="135">
                  <c:v>788.88580000000002</c:v>
                </c:pt>
                <c:pt idx="136">
                  <c:v>792.37360000000001</c:v>
                </c:pt>
                <c:pt idx="137">
                  <c:v>718.12969999999996</c:v>
                </c:pt>
                <c:pt idx="139">
                  <c:v>599.80849999999998</c:v>
                </c:pt>
                <c:pt idx="140">
                  <c:v>665.04700000000003</c:v>
                </c:pt>
                <c:pt idx="141">
                  <c:v>637.20640000000003</c:v>
                </c:pt>
                <c:pt idx="142">
                  <c:v>788.53480000000002</c:v>
                </c:pt>
                <c:pt idx="143">
                  <c:v>739.57920000000001</c:v>
                </c:pt>
                <c:pt idx="144">
                  <c:v>760.71950000000004</c:v>
                </c:pt>
                <c:pt idx="145">
                  <c:v>747.47839999999997</c:v>
                </c:pt>
                <c:pt idx="146">
                  <c:v>734.03800000000001</c:v>
                </c:pt>
                <c:pt idx="147">
                  <c:v>679.72</c:v>
                </c:pt>
                <c:pt idx="148">
                  <c:v>634.67899999999997</c:v>
                </c:pt>
                <c:pt idx="149">
                  <c:v>742.11260000000004</c:v>
                </c:pt>
                <c:pt idx="150">
                  <c:v>762.03420000000006</c:v>
                </c:pt>
                <c:pt idx="151">
                  <c:v>775.10379999999998</c:v>
                </c:pt>
                <c:pt idx="152">
                  <c:v>736.62400000000002</c:v>
                </c:pt>
                <c:pt idx="153">
                  <c:v>720.09320000000002</c:v>
                </c:pt>
                <c:pt idx="154">
                  <c:v>667.98879999999997</c:v>
                </c:pt>
                <c:pt idx="155">
                  <c:v>633.21579999999994</c:v>
                </c:pt>
                <c:pt idx="156">
                  <c:v>707.71730000000002</c:v>
                </c:pt>
                <c:pt idx="157">
                  <c:v>768.1087</c:v>
                </c:pt>
                <c:pt idx="158">
                  <c:v>765.02290000000005</c:v>
                </c:pt>
                <c:pt idx="159">
                  <c:v>832.88419999999996</c:v>
                </c:pt>
                <c:pt idx="160">
                  <c:v>838.55079999999998</c:v>
                </c:pt>
                <c:pt idx="161">
                  <c:v>921.65660000000003</c:v>
                </c:pt>
                <c:pt idx="162">
                  <c:v>775.30219999999997</c:v>
                </c:pt>
                <c:pt idx="163">
                  <c:v>885.3098</c:v>
                </c:pt>
                <c:pt idx="164">
                  <c:v>821.61789999999996</c:v>
                </c:pt>
                <c:pt idx="165">
                  <c:v>828.06140000000005</c:v>
                </c:pt>
                <c:pt idx="166">
                  <c:v>768.78120000000001</c:v>
                </c:pt>
                <c:pt idx="167">
                  <c:v>791.55610000000001</c:v>
                </c:pt>
                <c:pt idx="168">
                  <c:v>761.07209999999998</c:v>
                </c:pt>
                <c:pt idx="169">
                  <c:v>690.38890000000004</c:v>
                </c:pt>
                <c:pt idx="170">
                  <c:v>802.37180000000001</c:v>
                </c:pt>
                <c:pt idx="171">
                  <c:v>761.81780000000003</c:v>
                </c:pt>
                <c:pt idx="172">
                  <c:v>712.75649999999996</c:v>
                </c:pt>
                <c:pt idx="173">
                  <c:v>738.83069999999998</c:v>
                </c:pt>
                <c:pt idx="174">
                  <c:v>774.00509999999997</c:v>
                </c:pt>
                <c:pt idx="175">
                  <c:v>747.74350000000004</c:v>
                </c:pt>
                <c:pt idx="176">
                  <c:v>648.38940000000002</c:v>
                </c:pt>
                <c:pt idx="177">
                  <c:v>783.55060000000003</c:v>
                </c:pt>
                <c:pt idx="178">
                  <c:v>803.93140000000005</c:v>
                </c:pt>
                <c:pt idx="179">
                  <c:v>782.83399999999995</c:v>
                </c:pt>
                <c:pt idx="180">
                  <c:v>764.16780000000006</c:v>
                </c:pt>
                <c:pt idx="181">
                  <c:v>802.65980000000002</c:v>
                </c:pt>
                <c:pt idx="182">
                  <c:v>746.30489999999998</c:v>
                </c:pt>
                <c:pt idx="183">
                  <c:v>709.68420000000003</c:v>
                </c:pt>
                <c:pt idx="184">
                  <c:v>848.21310000000005</c:v>
                </c:pt>
                <c:pt idx="185">
                  <c:v>806.36059999999998</c:v>
                </c:pt>
                <c:pt idx="186">
                  <c:v>820.79510000000005</c:v>
                </c:pt>
                <c:pt idx="187">
                  <c:v>688.52380000000005</c:v>
                </c:pt>
                <c:pt idx="188">
                  <c:v>768.47410000000002</c:v>
                </c:pt>
                <c:pt idx="189">
                  <c:v>732.66719999999998</c:v>
                </c:pt>
                <c:pt idx="190">
                  <c:v>693.09320000000002</c:v>
                </c:pt>
                <c:pt idx="191">
                  <c:v>758.44489999999996</c:v>
                </c:pt>
                <c:pt idx="192">
                  <c:v>789.89940000000001</c:v>
                </c:pt>
                <c:pt idx="193">
                  <c:v>847.19410000000005</c:v>
                </c:pt>
                <c:pt idx="194">
                  <c:v>797.26819999999998</c:v>
                </c:pt>
                <c:pt idx="195">
                  <c:v>754.22159999999997</c:v>
                </c:pt>
                <c:pt idx="196">
                  <c:v>719.00049999999999</c:v>
                </c:pt>
                <c:pt idx="197">
                  <c:v>696.16210000000001</c:v>
                </c:pt>
                <c:pt idx="198">
                  <c:v>808.01459999999997</c:v>
                </c:pt>
                <c:pt idx="199">
                  <c:v>797.24590000000001</c:v>
                </c:pt>
                <c:pt idx="200">
                  <c:v>801.75549999999998</c:v>
                </c:pt>
                <c:pt idx="201">
                  <c:v>746.50900000000001</c:v>
                </c:pt>
                <c:pt idx="202">
                  <c:v>712.06370000000004</c:v>
                </c:pt>
                <c:pt idx="203">
                  <c:v>577.65949999999998</c:v>
                </c:pt>
                <c:pt idx="204">
                  <c:v>614.19479999999999</c:v>
                </c:pt>
                <c:pt idx="205">
                  <c:v>751.31550000000004</c:v>
                </c:pt>
                <c:pt idx="206">
                  <c:v>747.72490000000005</c:v>
                </c:pt>
                <c:pt idx="207">
                  <c:v>779.46550000000002</c:v>
                </c:pt>
                <c:pt idx="208">
                  <c:v>617.25170000000003</c:v>
                </c:pt>
                <c:pt idx="209">
                  <c:v>703.0222</c:v>
                </c:pt>
                <c:pt idx="210">
                  <c:v>644.24149999999997</c:v>
                </c:pt>
                <c:pt idx="211">
                  <c:v>610.18700000000001</c:v>
                </c:pt>
                <c:pt idx="212">
                  <c:v>770.98889999999994</c:v>
                </c:pt>
                <c:pt idx="213">
                  <c:v>780.97820000000002</c:v>
                </c:pt>
                <c:pt idx="214">
                  <c:v>797.17960000000005</c:v>
                </c:pt>
                <c:pt idx="215">
                  <c:v>802.17550000000006</c:v>
                </c:pt>
                <c:pt idx="216">
                  <c:v>780.16840000000002</c:v>
                </c:pt>
                <c:pt idx="217">
                  <c:v>682.8673</c:v>
                </c:pt>
                <c:pt idx="218">
                  <c:v>634.14149999999995</c:v>
                </c:pt>
                <c:pt idx="219">
                  <c:v>812.34090000000003</c:v>
                </c:pt>
                <c:pt idx="220">
                  <c:v>808.55859999999996</c:v>
                </c:pt>
                <c:pt idx="221">
                  <c:v>838.84619999999995</c:v>
                </c:pt>
                <c:pt idx="222">
                  <c:v>675.22519999999997</c:v>
                </c:pt>
                <c:pt idx="223">
                  <c:v>801.29930000000002</c:v>
                </c:pt>
                <c:pt idx="224">
                  <c:v>748.02679999999998</c:v>
                </c:pt>
                <c:pt idx="225">
                  <c:v>639.20519999999999</c:v>
                </c:pt>
                <c:pt idx="226">
                  <c:v>788.17110000000002</c:v>
                </c:pt>
                <c:pt idx="227">
                  <c:v>815.1395</c:v>
                </c:pt>
                <c:pt idx="228">
                  <c:v>732.95979999999997</c:v>
                </c:pt>
                <c:pt idx="229">
                  <c:v>791.45190000000002</c:v>
                </c:pt>
                <c:pt idx="230">
                  <c:v>768.63940000000002</c:v>
                </c:pt>
                <c:pt idx="231">
                  <c:v>722.92589999999996</c:v>
                </c:pt>
                <c:pt idx="232">
                  <c:v>714.24800000000005</c:v>
                </c:pt>
                <c:pt idx="233">
                  <c:v>835.75779999999997</c:v>
                </c:pt>
                <c:pt idx="234">
                  <c:v>856.22140000000002</c:v>
                </c:pt>
                <c:pt idx="235">
                  <c:v>824.07960000000003</c:v>
                </c:pt>
                <c:pt idx="236">
                  <c:v>809.65210000000002</c:v>
                </c:pt>
                <c:pt idx="237">
                  <c:v>788.62480000000005</c:v>
                </c:pt>
                <c:pt idx="238">
                  <c:v>722.22280000000001</c:v>
                </c:pt>
                <c:pt idx="239">
                  <c:v>659.52560000000005</c:v>
                </c:pt>
                <c:pt idx="240">
                  <c:v>793.50630000000001</c:v>
                </c:pt>
                <c:pt idx="241">
                  <c:v>784.47760000000005</c:v>
                </c:pt>
                <c:pt idx="242">
                  <c:v>765.42190000000005</c:v>
                </c:pt>
                <c:pt idx="243">
                  <c:v>759.82989999999995</c:v>
                </c:pt>
                <c:pt idx="244">
                  <c:v>799.23479999999995</c:v>
                </c:pt>
                <c:pt idx="245">
                  <c:v>719.33529999999996</c:v>
                </c:pt>
                <c:pt idx="246">
                  <c:v>694.43589999999995</c:v>
                </c:pt>
                <c:pt idx="247">
                  <c:v>819.42409999999995</c:v>
                </c:pt>
                <c:pt idx="248">
                  <c:v>797.21389999999997</c:v>
                </c:pt>
                <c:pt idx="249">
                  <c:v>840.19740000000002</c:v>
                </c:pt>
                <c:pt idx="250">
                  <c:v>832.67719999999997</c:v>
                </c:pt>
                <c:pt idx="251">
                  <c:v>817.44259999999997</c:v>
                </c:pt>
                <c:pt idx="252">
                  <c:v>729.36469999999997</c:v>
                </c:pt>
                <c:pt idx="253">
                  <c:v>678.28099999999995</c:v>
                </c:pt>
                <c:pt idx="254">
                  <c:v>718.94039999999995</c:v>
                </c:pt>
                <c:pt idx="255">
                  <c:v>748.38549999999998</c:v>
                </c:pt>
                <c:pt idx="256">
                  <c:v>773.80229999999995</c:v>
                </c:pt>
                <c:pt idx="257">
                  <c:v>733.33749999999998</c:v>
                </c:pt>
                <c:pt idx="258">
                  <c:v>742.51980000000003</c:v>
                </c:pt>
                <c:pt idx="259">
                  <c:v>680.60400000000004</c:v>
                </c:pt>
                <c:pt idx="260">
                  <c:v>640.51829999999995</c:v>
                </c:pt>
                <c:pt idx="261">
                  <c:v>777.09320000000002</c:v>
                </c:pt>
                <c:pt idx="262">
                  <c:v>789.53859999999997</c:v>
                </c:pt>
                <c:pt idx="263">
                  <c:v>748.16179999999997</c:v>
                </c:pt>
                <c:pt idx="264">
                  <c:v>782.68340000000001</c:v>
                </c:pt>
                <c:pt idx="265">
                  <c:v>765.46720000000005</c:v>
                </c:pt>
                <c:pt idx="266">
                  <c:v>733.40350000000001</c:v>
                </c:pt>
                <c:pt idx="267">
                  <c:v>724.0729</c:v>
                </c:pt>
                <c:pt idx="268">
                  <c:v>875.84619999999995</c:v>
                </c:pt>
                <c:pt idx="269">
                  <c:v>856.90219999999999</c:v>
                </c:pt>
                <c:pt idx="270">
                  <c:v>830.08640000000003</c:v>
                </c:pt>
                <c:pt idx="271">
                  <c:v>881.08299999999997</c:v>
                </c:pt>
                <c:pt idx="272">
                  <c:v>858.49559999999997</c:v>
                </c:pt>
                <c:pt idx="273">
                  <c:v>787.49680000000001</c:v>
                </c:pt>
                <c:pt idx="274">
                  <c:v>714.36929999999995</c:v>
                </c:pt>
                <c:pt idx="275">
                  <c:v>849.81510000000003</c:v>
                </c:pt>
                <c:pt idx="276">
                  <c:v>838.65769999999998</c:v>
                </c:pt>
                <c:pt idx="277">
                  <c:v>825.60159999999996</c:v>
                </c:pt>
                <c:pt idx="278">
                  <c:v>859.64390000000003</c:v>
                </c:pt>
                <c:pt idx="279">
                  <c:v>834.01639999999998</c:v>
                </c:pt>
                <c:pt idx="280">
                  <c:v>751.96190000000001</c:v>
                </c:pt>
                <c:pt idx="281">
                  <c:v>658.09960000000001</c:v>
                </c:pt>
                <c:pt idx="282">
                  <c:v>841.17600000000004</c:v>
                </c:pt>
                <c:pt idx="283">
                  <c:v>855.11130000000003</c:v>
                </c:pt>
                <c:pt idx="284">
                  <c:v>806.64390000000003</c:v>
                </c:pt>
                <c:pt idx="285">
                  <c:v>787.6934</c:v>
                </c:pt>
                <c:pt idx="286">
                  <c:v>715.73820000000001</c:v>
                </c:pt>
                <c:pt idx="287">
                  <c:v>724.07349999999997</c:v>
                </c:pt>
                <c:pt idx="288">
                  <c:v>689.46320000000003</c:v>
                </c:pt>
                <c:pt idx="289">
                  <c:v>811.72799999999995</c:v>
                </c:pt>
                <c:pt idx="290">
                  <c:v>809.37350000000004</c:v>
                </c:pt>
                <c:pt idx="291">
                  <c:v>821.31730000000005</c:v>
                </c:pt>
                <c:pt idx="292">
                  <c:v>799.39700000000005</c:v>
                </c:pt>
                <c:pt idx="293">
                  <c:v>765.66809999999998</c:v>
                </c:pt>
                <c:pt idx="294">
                  <c:v>721.81089999999995</c:v>
                </c:pt>
                <c:pt idx="295">
                  <c:v>606.02570000000003</c:v>
                </c:pt>
                <c:pt idx="296">
                  <c:v>602.58069999999998</c:v>
                </c:pt>
                <c:pt idx="297">
                  <c:v>611.66959999999995</c:v>
                </c:pt>
                <c:pt idx="298">
                  <c:v>663.59960000000001</c:v>
                </c:pt>
                <c:pt idx="299">
                  <c:v>687.77279999999996</c:v>
                </c:pt>
                <c:pt idx="300">
                  <c:v>684.34349999999995</c:v>
                </c:pt>
                <c:pt idx="301">
                  <c:v>666.95360000000005</c:v>
                </c:pt>
                <c:pt idx="302">
                  <c:v>630.46109999999999</c:v>
                </c:pt>
                <c:pt idx="303">
                  <c:v>757.71780000000001</c:v>
                </c:pt>
                <c:pt idx="304">
                  <c:v>779.49030000000005</c:v>
                </c:pt>
                <c:pt idx="305">
                  <c:v>819.89750000000004</c:v>
                </c:pt>
                <c:pt idx="306">
                  <c:v>778.23180000000002</c:v>
                </c:pt>
                <c:pt idx="307">
                  <c:v>768.12649999999996</c:v>
                </c:pt>
                <c:pt idx="308">
                  <c:v>731.28039999999999</c:v>
                </c:pt>
                <c:pt idx="309">
                  <c:v>602.23720000000003</c:v>
                </c:pt>
                <c:pt idx="310">
                  <c:v>719.66470000000004</c:v>
                </c:pt>
                <c:pt idx="311">
                  <c:v>742.68529999999998</c:v>
                </c:pt>
                <c:pt idx="312">
                  <c:v>790.83690000000001</c:v>
                </c:pt>
                <c:pt idx="313">
                  <c:v>821.84640000000002</c:v>
                </c:pt>
                <c:pt idx="314">
                  <c:v>643.72979999999995</c:v>
                </c:pt>
                <c:pt idx="315">
                  <c:v>657.88530000000003</c:v>
                </c:pt>
                <c:pt idx="316">
                  <c:v>648.86120000000005</c:v>
                </c:pt>
                <c:pt idx="317">
                  <c:v>701.74779999999998</c:v>
                </c:pt>
                <c:pt idx="318">
                  <c:v>766.28549999999996</c:v>
                </c:pt>
                <c:pt idx="319">
                  <c:v>797.78710000000001</c:v>
                </c:pt>
                <c:pt idx="320">
                  <c:v>790.91139999999996</c:v>
                </c:pt>
                <c:pt idx="321">
                  <c:v>738.40809999999999</c:v>
                </c:pt>
                <c:pt idx="322">
                  <c:v>638.49099999999999</c:v>
                </c:pt>
                <c:pt idx="323">
                  <c:v>588.9357</c:v>
                </c:pt>
                <c:pt idx="324">
                  <c:v>765.16139999999996</c:v>
                </c:pt>
                <c:pt idx="325">
                  <c:v>782.05089999999996</c:v>
                </c:pt>
                <c:pt idx="326">
                  <c:v>751.60670000000005</c:v>
                </c:pt>
                <c:pt idx="327">
                  <c:v>777.96929999999998</c:v>
                </c:pt>
                <c:pt idx="328">
                  <c:v>743.67819999999995</c:v>
                </c:pt>
                <c:pt idx="329">
                  <c:v>657.2133</c:v>
                </c:pt>
                <c:pt idx="330">
                  <c:v>649.05619999999999</c:v>
                </c:pt>
                <c:pt idx="331">
                  <c:v>799.46389999999997</c:v>
                </c:pt>
                <c:pt idx="332">
                  <c:v>786.577</c:v>
                </c:pt>
                <c:pt idx="333">
                  <c:v>768.06690000000003</c:v>
                </c:pt>
                <c:pt idx="334">
                  <c:v>779.48109999999997</c:v>
                </c:pt>
                <c:pt idx="335">
                  <c:v>775.01649999999995</c:v>
                </c:pt>
                <c:pt idx="336">
                  <c:v>745.45399999999995</c:v>
                </c:pt>
                <c:pt idx="337">
                  <c:v>675.125</c:v>
                </c:pt>
                <c:pt idx="338">
                  <c:v>791.45730000000003</c:v>
                </c:pt>
                <c:pt idx="339">
                  <c:v>781.54880000000003</c:v>
                </c:pt>
                <c:pt idx="340">
                  <c:v>809.16380000000004</c:v>
                </c:pt>
                <c:pt idx="341">
                  <c:v>681.01559999999995</c:v>
                </c:pt>
                <c:pt idx="342">
                  <c:v>723.51009999999997</c:v>
                </c:pt>
                <c:pt idx="343">
                  <c:v>577.32479999999998</c:v>
                </c:pt>
                <c:pt idx="344">
                  <c:v>592.57240000000002</c:v>
                </c:pt>
                <c:pt idx="345">
                  <c:v>734.66369999999995</c:v>
                </c:pt>
                <c:pt idx="346">
                  <c:v>761.5127</c:v>
                </c:pt>
                <c:pt idx="347">
                  <c:v>825.49310000000003</c:v>
                </c:pt>
                <c:pt idx="348">
                  <c:v>794.83219999999994</c:v>
                </c:pt>
                <c:pt idx="349">
                  <c:v>735.21010000000001</c:v>
                </c:pt>
                <c:pt idx="350">
                  <c:v>688.93920000000003</c:v>
                </c:pt>
                <c:pt idx="351">
                  <c:v>630.827</c:v>
                </c:pt>
                <c:pt idx="352">
                  <c:v>804.02769999999998</c:v>
                </c:pt>
                <c:pt idx="353">
                  <c:v>782.64009999999996</c:v>
                </c:pt>
                <c:pt idx="354">
                  <c:v>787.44200000000001</c:v>
                </c:pt>
                <c:pt idx="355">
                  <c:v>769.23500000000001</c:v>
                </c:pt>
                <c:pt idx="356">
                  <c:v>779.66200000000003</c:v>
                </c:pt>
                <c:pt idx="357">
                  <c:v>728.61239999999998</c:v>
                </c:pt>
                <c:pt idx="358">
                  <c:v>668.81979999999999</c:v>
                </c:pt>
                <c:pt idx="359">
                  <c:v>786.22940000000006</c:v>
                </c:pt>
                <c:pt idx="360">
                  <c:v>788.13610000000006</c:v>
                </c:pt>
                <c:pt idx="361">
                  <c:v>789.78330000000005</c:v>
                </c:pt>
                <c:pt idx="362">
                  <c:v>786.02300000000002</c:v>
                </c:pt>
                <c:pt idx="363">
                  <c:v>796.15859999999998</c:v>
                </c:pt>
                <c:pt idx="364">
                  <c:v>759.01239999999996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7-B4BF-44B9-BA5F-1BAD1B363BC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138100799"/>
        <c:axId val="1138113759"/>
      </c:lineChart>
      <c:lineChart>
        <c:grouping val="standard"/>
        <c:varyColors val="0"/>
        <c:ser>
          <c:idx val="8"/>
          <c:order val="8"/>
          <c:tx>
            <c:strRef>
              <c:f>'3G Voice'!$J$1</c:f>
              <c:strCache>
                <c:ptCount val="1"/>
                <c:pt idx="0">
                  <c:v>Network</c:v>
                </c:pt>
              </c:strCache>
            </c:strRef>
          </c:tx>
          <c:spPr>
            <a:ln w="28575" cap="rnd">
              <a:solidFill>
                <a:schemeClr val="accent3">
                  <a:lumMod val="60000"/>
                </a:schemeClr>
              </a:solidFill>
              <a:round/>
            </a:ln>
            <a:effectLst/>
          </c:spPr>
          <c:marker>
            <c:symbol val="none"/>
          </c:marker>
          <c:cat>
            <c:numRef>
              <c:f>'3G Voice'!$A$2:$A$366</c:f>
              <c:numCache>
                <c:formatCode>m/d/yyyy</c:formatCode>
                <c:ptCount val="365"/>
                <c:pt idx="0">
                  <c:v>45829</c:v>
                </c:pt>
                <c:pt idx="1">
                  <c:v>45830</c:v>
                </c:pt>
                <c:pt idx="2">
                  <c:v>45831</c:v>
                </c:pt>
                <c:pt idx="3">
                  <c:v>45832</c:v>
                </c:pt>
                <c:pt idx="4">
                  <c:v>45833</c:v>
                </c:pt>
                <c:pt idx="5">
                  <c:v>45834</c:v>
                </c:pt>
                <c:pt idx="6">
                  <c:v>45835</c:v>
                </c:pt>
                <c:pt idx="7">
                  <c:v>45836</c:v>
                </c:pt>
                <c:pt idx="8">
                  <c:v>45837</c:v>
                </c:pt>
                <c:pt idx="9">
                  <c:v>45838</c:v>
                </c:pt>
                <c:pt idx="10">
                  <c:v>45839</c:v>
                </c:pt>
                <c:pt idx="11">
                  <c:v>45840</c:v>
                </c:pt>
                <c:pt idx="12">
                  <c:v>45841</c:v>
                </c:pt>
                <c:pt idx="13">
                  <c:v>45842</c:v>
                </c:pt>
                <c:pt idx="14">
                  <c:v>45843</c:v>
                </c:pt>
                <c:pt idx="15">
                  <c:v>45844</c:v>
                </c:pt>
                <c:pt idx="16">
                  <c:v>45845</c:v>
                </c:pt>
                <c:pt idx="17">
                  <c:v>45846</c:v>
                </c:pt>
                <c:pt idx="18">
                  <c:v>45847</c:v>
                </c:pt>
                <c:pt idx="19">
                  <c:v>45848</c:v>
                </c:pt>
                <c:pt idx="20">
                  <c:v>45849</c:v>
                </c:pt>
                <c:pt idx="21">
                  <c:v>45850</c:v>
                </c:pt>
                <c:pt idx="22">
                  <c:v>45851</c:v>
                </c:pt>
                <c:pt idx="23">
                  <c:v>45852</c:v>
                </c:pt>
                <c:pt idx="24">
                  <c:v>45853</c:v>
                </c:pt>
                <c:pt idx="25">
                  <c:v>45854</c:v>
                </c:pt>
                <c:pt idx="26">
                  <c:v>45855</c:v>
                </c:pt>
                <c:pt idx="27">
                  <c:v>45856</c:v>
                </c:pt>
                <c:pt idx="28">
                  <c:v>45857</c:v>
                </c:pt>
                <c:pt idx="29">
                  <c:v>45858</c:v>
                </c:pt>
                <c:pt idx="30">
                  <c:v>45859</c:v>
                </c:pt>
                <c:pt idx="31">
                  <c:v>45860</c:v>
                </c:pt>
                <c:pt idx="32">
                  <c:v>45861</c:v>
                </c:pt>
                <c:pt idx="33">
                  <c:v>45862</c:v>
                </c:pt>
                <c:pt idx="34">
                  <c:v>45863</c:v>
                </c:pt>
                <c:pt idx="35">
                  <c:v>45864</c:v>
                </c:pt>
                <c:pt idx="36">
                  <c:v>45865</c:v>
                </c:pt>
                <c:pt idx="37">
                  <c:v>45866</c:v>
                </c:pt>
                <c:pt idx="38">
                  <c:v>45867</c:v>
                </c:pt>
                <c:pt idx="39">
                  <c:v>45868</c:v>
                </c:pt>
                <c:pt idx="40">
                  <c:v>45869</c:v>
                </c:pt>
                <c:pt idx="41">
                  <c:v>45870</c:v>
                </c:pt>
                <c:pt idx="42">
                  <c:v>45871</c:v>
                </c:pt>
                <c:pt idx="43">
                  <c:v>45872</c:v>
                </c:pt>
                <c:pt idx="44">
                  <c:v>45873</c:v>
                </c:pt>
                <c:pt idx="45">
                  <c:v>45874</c:v>
                </c:pt>
                <c:pt idx="46">
                  <c:v>45875</c:v>
                </c:pt>
                <c:pt idx="47">
                  <c:v>45876</c:v>
                </c:pt>
                <c:pt idx="48">
                  <c:v>45877</c:v>
                </c:pt>
                <c:pt idx="49">
                  <c:v>45878</c:v>
                </c:pt>
                <c:pt idx="50">
                  <c:v>45879</c:v>
                </c:pt>
                <c:pt idx="51">
                  <c:v>45880</c:v>
                </c:pt>
                <c:pt idx="52">
                  <c:v>45881</c:v>
                </c:pt>
                <c:pt idx="53">
                  <c:v>45882</c:v>
                </c:pt>
                <c:pt idx="54">
                  <c:v>45883</c:v>
                </c:pt>
                <c:pt idx="55">
                  <c:v>45884</c:v>
                </c:pt>
                <c:pt idx="56">
                  <c:v>45885</c:v>
                </c:pt>
                <c:pt idx="57">
                  <c:v>45886</c:v>
                </c:pt>
                <c:pt idx="58">
                  <c:v>45887</c:v>
                </c:pt>
                <c:pt idx="59">
                  <c:v>45888</c:v>
                </c:pt>
                <c:pt idx="60">
                  <c:v>45889</c:v>
                </c:pt>
                <c:pt idx="61">
                  <c:v>45890</c:v>
                </c:pt>
                <c:pt idx="62">
                  <c:v>45891</c:v>
                </c:pt>
                <c:pt idx="63">
                  <c:v>45892</c:v>
                </c:pt>
                <c:pt idx="64">
                  <c:v>45893</c:v>
                </c:pt>
                <c:pt idx="65">
                  <c:v>45894</c:v>
                </c:pt>
                <c:pt idx="66">
                  <c:v>45895</c:v>
                </c:pt>
                <c:pt idx="67">
                  <c:v>45896</c:v>
                </c:pt>
                <c:pt idx="68">
                  <c:v>45897</c:v>
                </c:pt>
                <c:pt idx="69">
                  <c:v>45898</c:v>
                </c:pt>
                <c:pt idx="70">
                  <c:v>45899</c:v>
                </c:pt>
                <c:pt idx="71">
                  <c:v>45900</c:v>
                </c:pt>
                <c:pt idx="72">
                  <c:v>45901</c:v>
                </c:pt>
                <c:pt idx="73">
                  <c:v>45902</c:v>
                </c:pt>
                <c:pt idx="74">
                  <c:v>45903</c:v>
                </c:pt>
                <c:pt idx="75">
                  <c:v>45904</c:v>
                </c:pt>
                <c:pt idx="76">
                  <c:v>45905</c:v>
                </c:pt>
                <c:pt idx="77">
                  <c:v>45906</c:v>
                </c:pt>
                <c:pt idx="78">
                  <c:v>45907</c:v>
                </c:pt>
                <c:pt idx="79">
                  <c:v>45908</c:v>
                </c:pt>
                <c:pt idx="80">
                  <c:v>45909</c:v>
                </c:pt>
                <c:pt idx="81">
                  <c:v>45910</c:v>
                </c:pt>
                <c:pt idx="82">
                  <c:v>45911</c:v>
                </c:pt>
                <c:pt idx="83">
                  <c:v>45912</c:v>
                </c:pt>
                <c:pt idx="84">
                  <c:v>45913</c:v>
                </c:pt>
                <c:pt idx="85">
                  <c:v>45914</c:v>
                </c:pt>
                <c:pt idx="86">
                  <c:v>45915</c:v>
                </c:pt>
                <c:pt idx="87">
                  <c:v>45916</c:v>
                </c:pt>
                <c:pt idx="88">
                  <c:v>45917</c:v>
                </c:pt>
                <c:pt idx="89">
                  <c:v>45918</c:v>
                </c:pt>
                <c:pt idx="90">
                  <c:v>45919</c:v>
                </c:pt>
                <c:pt idx="91">
                  <c:v>45920</c:v>
                </c:pt>
                <c:pt idx="92">
                  <c:v>45921</c:v>
                </c:pt>
                <c:pt idx="93">
                  <c:v>45922</c:v>
                </c:pt>
                <c:pt idx="94">
                  <c:v>45923</c:v>
                </c:pt>
                <c:pt idx="95">
                  <c:v>45924</c:v>
                </c:pt>
                <c:pt idx="96">
                  <c:v>45925</c:v>
                </c:pt>
                <c:pt idx="97">
                  <c:v>45926</c:v>
                </c:pt>
                <c:pt idx="98">
                  <c:v>45927</c:v>
                </c:pt>
                <c:pt idx="99">
                  <c:v>45928</c:v>
                </c:pt>
                <c:pt idx="100">
                  <c:v>45929</c:v>
                </c:pt>
                <c:pt idx="101">
                  <c:v>45930</c:v>
                </c:pt>
                <c:pt idx="102">
                  <c:v>45931</c:v>
                </c:pt>
                <c:pt idx="103">
                  <c:v>45932</c:v>
                </c:pt>
                <c:pt idx="104">
                  <c:v>45933</c:v>
                </c:pt>
                <c:pt idx="105">
                  <c:v>45934</c:v>
                </c:pt>
                <c:pt idx="106">
                  <c:v>45935</c:v>
                </c:pt>
                <c:pt idx="107">
                  <c:v>45936</c:v>
                </c:pt>
                <c:pt idx="108">
                  <c:v>45937</c:v>
                </c:pt>
                <c:pt idx="109">
                  <c:v>45938</c:v>
                </c:pt>
                <c:pt idx="110">
                  <c:v>45939</c:v>
                </c:pt>
                <c:pt idx="111">
                  <c:v>45940</c:v>
                </c:pt>
                <c:pt idx="112">
                  <c:v>45941</c:v>
                </c:pt>
                <c:pt idx="113">
                  <c:v>45942</c:v>
                </c:pt>
                <c:pt idx="114">
                  <c:v>45943</c:v>
                </c:pt>
                <c:pt idx="115">
                  <c:v>45944</c:v>
                </c:pt>
                <c:pt idx="116">
                  <c:v>45945</c:v>
                </c:pt>
                <c:pt idx="117">
                  <c:v>45946</c:v>
                </c:pt>
                <c:pt idx="118">
                  <c:v>45947</c:v>
                </c:pt>
                <c:pt idx="119">
                  <c:v>45948</c:v>
                </c:pt>
                <c:pt idx="120">
                  <c:v>45949</c:v>
                </c:pt>
                <c:pt idx="121">
                  <c:v>45950</c:v>
                </c:pt>
                <c:pt idx="122">
                  <c:v>45951</c:v>
                </c:pt>
                <c:pt idx="123">
                  <c:v>45952</c:v>
                </c:pt>
                <c:pt idx="124">
                  <c:v>45953</c:v>
                </c:pt>
                <c:pt idx="125">
                  <c:v>45954</c:v>
                </c:pt>
                <c:pt idx="126">
                  <c:v>45955</c:v>
                </c:pt>
                <c:pt idx="127">
                  <c:v>45956</c:v>
                </c:pt>
                <c:pt idx="128">
                  <c:v>45957</c:v>
                </c:pt>
                <c:pt idx="129">
                  <c:v>45958</c:v>
                </c:pt>
                <c:pt idx="130">
                  <c:v>45959</c:v>
                </c:pt>
                <c:pt idx="131">
                  <c:v>45960</c:v>
                </c:pt>
                <c:pt idx="132">
                  <c:v>45961</c:v>
                </c:pt>
                <c:pt idx="133">
                  <c:v>45962</c:v>
                </c:pt>
                <c:pt idx="134">
                  <c:v>45963</c:v>
                </c:pt>
                <c:pt idx="135">
                  <c:v>45964</c:v>
                </c:pt>
                <c:pt idx="136">
                  <c:v>45965</c:v>
                </c:pt>
                <c:pt idx="137">
                  <c:v>45966</c:v>
                </c:pt>
                <c:pt idx="138">
                  <c:v>45967</c:v>
                </c:pt>
                <c:pt idx="139">
                  <c:v>45968</c:v>
                </c:pt>
                <c:pt idx="140">
                  <c:v>45969</c:v>
                </c:pt>
                <c:pt idx="141">
                  <c:v>45970</c:v>
                </c:pt>
                <c:pt idx="142">
                  <c:v>45971</c:v>
                </c:pt>
                <c:pt idx="143">
                  <c:v>45972</c:v>
                </c:pt>
                <c:pt idx="144">
                  <c:v>45973</c:v>
                </c:pt>
                <c:pt idx="145">
                  <c:v>45974</c:v>
                </c:pt>
                <c:pt idx="146">
                  <c:v>45975</c:v>
                </c:pt>
                <c:pt idx="147">
                  <c:v>45976</c:v>
                </c:pt>
                <c:pt idx="148">
                  <c:v>45977</c:v>
                </c:pt>
                <c:pt idx="149">
                  <c:v>45978</c:v>
                </c:pt>
                <c:pt idx="150">
                  <c:v>45979</c:v>
                </c:pt>
                <c:pt idx="151">
                  <c:v>45980</c:v>
                </c:pt>
                <c:pt idx="152">
                  <c:v>45981</c:v>
                </c:pt>
                <c:pt idx="153">
                  <c:v>45982</c:v>
                </c:pt>
                <c:pt idx="154">
                  <c:v>45983</c:v>
                </c:pt>
                <c:pt idx="155">
                  <c:v>45984</c:v>
                </c:pt>
                <c:pt idx="156">
                  <c:v>45985</c:v>
                </c:pt>
                <c:pt idx="157">
                  <c:v>45986</c:v>
                </c:pt>
                <c:pt idx="158">
                  <c:v>45987</c:v>
                </c:pt>
                <c:pt idx="159">
                  <c:v>45988</c:v>
                </c:pt>
                <c:pt idx="160">
                  <c:v>45989</c:v>
                </c:pt>
                <c:pt idx="161">
                  <c:v>45990</c:v>
                </c:pt>
                <c:pt idx="162">
                  <c:v>45991</c:v>
                </c:pt>
                <c:pt idx="163">
                  <c:v>45992</c:v>
                </c:pt>
                <c:pt idx="164">
                  <c:v>45993</c:v>
                </c:pt>
                <c:pt idx="165">
                  <c:v>45994</c:v>
                </c:pt>
                <c:pt idx="166">
                  <c:v>45995</c:v>
                </c:pt>
                <c:pt idx="167">
                  <c:v>45996</c:v>
                </c:pt>
                <c:pt idx="168">
                  <c:v>45997</c:v>
                </c:pt>
                <c:pt idx="169">
                  <c:v>45998</c:v>
                </c:pt>
                <c:pt idx="170">
                  <c:v>45999</c:v>
                </c:pt>
                <c:pt idx="171">
                  <c:v>46000</c:v>
                </c:pt>
                <c:pt idx="172">
                  <c:v>46001</c:v>
                </c:pt>
                <c:pt idx="173">
                  <c:v>46002</c:v>
                </c:pt>
                <c:pt idx="174">
                  <c:v>46003</c:v>
                </c:pt>
                <c:pt idx="175">
                  <c:v>46004</c:v>
                </c:pt>
                <c:pt idx="176">
                  <c:v>46005</c:v>
                </c:pt>
                <c:pt idx="177">
                  <c:v>46006</c:v>
                </c:pt>
                <c:pt idx="178">
                  <c:v>46007</c:v>
                </c:pt>
                <c:pt idx="179">
                  <c:v>46008</c:v>
                </c:pt>
                <c:pt idx="180">
                  <c:v>46009</c:v>
                </c:pt>
                <c:pt idx="181">
                  <c:v>46010</c:v>
                </c:pt>
                <c:pt idx="182">
                  <c:v>46011</c:v>
                </c:pt>
                <c:pt idx="183">
                  <c:v>46012</c:v>
                </c:pt>
                <c:pt idx="184">
                  <c:v>46013</c:v>
                </c:pt>
                <c:pt idx="185">
                  <c:v>46014</c:v>
                </c:pt>
                <c:pt idx="186">
                  <c:v>46015</c:v>
                </c:pt>
                <c:pt idx="187">
                  <c:v>46016</c:v>
                </c:pt>
                <c:pt idx="188">
                  <c:v>46017</c:v>
                </c:pt>
                <c:pt idx="189">
                  <c:v>46018</c:v>
                </c:pt>
                <c:pt idx="190">
                  <c:v>46019</c:v>
                </c:pt>
                <c:pt idx="191">
                  <c:v>46020</c:v>
                </c:pt>
                <c:pt idx="192">
                  <c:v>46021</c:v>
                </c:pt>
                <c:pt idx="193">
                  <c:v>46022</c:v>
                </c:pt>
                <c:pt idx="194">
                  <c:v>46023</c:v>
                </c:pt>
                <c:pt idx="195">
                  <c:v>46024</c:v>
                </c:pt>
                <c:pt idx="196">
                  <c:v>46025</c:v>
                </c:pt>
                <c:pt idx="197">
                  <c:v>46026</c:v>
                </c:pt>
                <c:pt idx="198">
                  <c:v>46027</c:v>
                </c:pt>
                <c:pt idx="199">
                  <c:v>46028</c:v>
                </c:pt>
                <c:pt idx="200">
                  <c:v>46029</c:v>
                </c:pt>
                <c:pt idx="201">
                  <c:v>46030</c:v>
                </c:pt>
                <c:pt idx="202">
                  <c:v>46031</c:v>
                </c:pt>
                <c:pt idx="203">
                  <c:v>46032</c:v>
                </c:pt>
                <c:pt idx="204">
                  <c:v>46033</c:v>
                </c:pt>
                <c:pt idx="205">
                  <c:v>46034</c:v>
                </c:pt>
                <c:pt idx="206">
                  <c:v>46035</c:v>
                </c:pt>
                <c:pt idx="207">
                  <c:v>46036</c:v>
                </c:pt>
                <c:pt idx="208">
                  <c:v>46037</c:v>
                </c:pt>
                <c:pt idx="209">
                  <c:v>46038</c:v>
                </c:pt>
                <c:pt idx="210">
                  <c:v>46039</c:v>
                </c:pt>
                <c:pt idx="211">
                  <c:v>46040</c:v>
                </c:pt>
                <c:pt idx="212">
                  <c:v>46041</c:v>
                </c:pt>
                <c:pt idx="213">
                  <c:v>46042</c:v>
                </c:pt>
                <c:pt idx="214">
                  <c:v>46043</c:v>
                </c:pt>
                <c:pt idx="215">
                  <c:v>46044</c:v>
                </c:pt>
                <c:pt idx="216">
                  <c:v>46045</c:v>
                </c:pt>
                <c:pt idx="217">
                  <c:v>46046</c:v>
                </c:pt>
                <c:pt idx="218">
                  <c:v>46047</c:v>
                </c:pt>
                <c:pt idx="219">
                  <c:v>46048</c:v>
                </c:pt>
                <c:pt idx="220">
                  <c:v>46049</c:v>
                </c:pt>
                <c:pt idx="221">
                  <c:v>46050</c:v>
                </c:pt>
                <c:pt idx="222">
                  <c:v>46051</c:v>
                </c:pt>
                <c:pt idx="223">
                  <c:v>46052</c:v>
                </c:pt>
                <c:pt idx="224">
                  <c:v>46053</c:v>
                </c:pt>
                <c:pt idx="225">
                  <c:v>46054</c:v>
                </c:pt>
                <c:pt idx="226">
                  <c:v>46055</c:v>
                </c:pt>
                <c:pt idx="227">
                  <c:v>46056</c:v>
                </c:pt>
                <c:pt idx="228">
                  <c:v>46057</c:v>
                </c:pt>
                <c:pt idx="229">
                  <c:v>46058</c:v>
                </c:pt>
                <c:pt idx="230">
                  <c:v>46059</c:v>
                </c:pt>
                <c:pt idx="231">
                  <c:v>46060</c:v>
                </c:pt>
                <c:pt idx="232">
                  <c:v>46061</c:v>
                </c:pt>
                <c:pt idx="233">
                  <c:v>46062</c:v>
                </c:pt>
                <c:pt idx="234">
                  <c:v>46063</c:v>
                </c:pt>
                <c:pt idx="235">
                  <c:v>46064</c:v>
                </c:pt>
                <c:pt idx="236">
                  <c:v>46065</c:v>
                </c:pt>
                <c:pt idx="237">
                  <c:v>46066</c:v>
                </c:pt>
                <c:pt idx="238">
                  <c:v>46067</c:v>
                </c:pt>
                <c:pt idx="239">
                  <c:v>46068</c:v>
                </c:pt>
                <c:pt idx="240">
                  <c:v>46069</c:v>
                </c:pt>
                <c:pt idx="241">
                  <c:v>46070</c:v>
                </c:pt>
                <c:pt idx="242">
                  <c:v>46071</c:v>
                </c:pt>
                <c:pt idx="243">
                  <c:v>46072</c:v>
                </c:pt>
                <c:pt idx="244">
                  <c:v>46073</c:v>
                </c:pt>
                <c:pt idx="245">
                  <c:v>46074</c:v>
                </c:pt>
                <c:pt idx="246">
                  <c:v>46075</c:v>
                </c:pt>
                <c:pt idx="247">
                  <c:v>46076</c:v>
                </c:pt>
                <c:pt idx="248">
                  <c:v>46077</c:v>
                </c:pt>
                <c:pt idx="249">
                  <c:v>46078</c:v>
                </c:pt>
                <c:pt idx="250">
                  <c:v>46079</c:v>
                </c:pt>
                <c:pt idx="251">
                  <c:v>46080</c:v>
                </c:pt>
                <c:pt idx="252">
                  <c:v>46081</c:v>
                </c:pt>
                <c:pt idx="253">
                  <c:v>46082</c:v>
                </c:pt>
                <c:pt idx="254">
                  <c:v>46083</c:v>
                </c:pt>
                <c:pt idx="255">
                  <c:v>46084</c:v>
                </c:pt>
                <c:pt idx="256">
                  <c:v>46085</c:v>
                </c:pt>
                <c:pt idx="257">
                  <c:v>46086</c:v>
                </c:pt>
                <c:pt idx="258">
                  <c:v>46087</c:v>
                </c:pt>
                <c:pt idx="259">
                  <c:v>46088</c:v>
                </c:pt>
                <c:pt idx="260">
                  <c:v>46089</c:v>
                </c:pt>
                <c:pt idx="261">
                  <c:v>46090</c:v>
                </c:pt>
                <c:pt idx="262">
                  <c:v>46091</c:v>
                </c:pt>
                <c:pt idx="263">
                  <c:v>46092</c:v>
                </c:pt>
                <c:pt idx="264">
                  <c:v>46093</c:v>
                </c:pt>
                <c:pt idx="265">
                  <c:v>46094</c:v>
                </c:pt>
                <c:pt idx="266">
                  <c:v>46095</c:v>
                </c:pt>
                <c:pt idx="267">
                  <c:v>46096</c:v>
                </c:pt>
                <c:pt idx="268">
                  <c:v>46097</c:v>
                </c:pt>
                <c:pt idx="269">
                  <c:v>46098</c:v>
                </c:pt>
                <c:pt idx="270">
                  <c:v>46099</c:v>
                </c:pt>
                <c:pt idx="271">
                  <c:v>46100</c:v>
                </c:pt>
                <c:pt idx="272">
                  <c:v>46101</c:v>
                </c:pt>
                <c:pt idx="273">
                  <c:v>46102</c:v>
                </c:pt>
                <c:pt idx="274">
                  <c:v>46103</c:v>
                </c:pt>
                <c:pt idx="275">
                  <c:v>46104</c:v>
                </c:pt>
                <c:pt idx="276">
                  <c:v>46105</c:v>
                </c:pt>
                <c:pt idx="277">
                  <c:v>46106</c:v>
                </c:pt>
                <c:pt idx="278">
                  <c:v>46107</c:v>
                </c:pt>
                <c:pt idx="279">
                  <c:v>46108</c:v>
                </c:pt>
                <c:pt idx="280">
                  <c:v>46109</c:v>
                </c:pt>
                <c:pt idx="281">
                  <c:v>46110</c:v>
                </c:pt>
                <c:pt idx="282">
                  <c:v>46111</c:v>
                </c:pt>
                <c:pt idx="283">
                  <c:v>46112</c:v>
                </c:pt>
                <c:pt idx="284">
                  <c:v>46113</c:v>
                </c:pt>
                <c:pt idx="285">
                  <c:v>46114</c:v>
                </c:pt>
                <c:pt idx="286">
                  <c:v>46115</c:v>
                </c:pt>
                <c:pt idx="287">
                  <c:v>46116</c:v>
                </c:pt>
                <c:pt idx="288">
                  <c:v>46117</c:v>
                </c:pt>
                <c:pt idx="289">
                  <c:v>46118</c:v>
                </c:pt>
                <c:pt idx="290">
                  <c:v>46119</c:v>
                </c:pt>
                <c:pt idx="291">
                  <c:v>46120</c:v>
                </c:pt>
                <c:pt idx="292">
                  <c:v>46121</c:v>
                </c:pt>
                <c:pt idx="293">
                  <c:v>46122</c:v>
                </c:pt>
                <c:pt idx="294">
                  <c:v>46123</c:v>
                </c:pt>
                <c:pt idx="295">
                  <c:v>46124</c:v>
                </c:pt>
                <c:pt idx="296">
                  <c:v>46125</c:v>
                </c:pt>
                <c:pt idx="297">
                  <c:v>46126</c:v>
                </c:pt>
                <c:pt idx="298">
                  <c:v>46127</c:v>
                </c:pt>
                <c:pt idx="299">
                  <c:v>46128</c:v>
                </c:pt>
                <c:pt idx="300">
                  <c:v>46129</c:v>
                </c:pt>
                <c:pt idx="301">
                  <c:v>46130</c:v>
                </c:pt>
                <c:pt idx="302">
                  <c:v>46131</c:v>
                </c:pt>
                <c:pt idx="303">
                  <c:v>46132</c:v>
                </c:pt>
                <c:pt idx="304">
                  <c:v>46133</c:v>
                </c:pt>
                <c:pt idx="305">
                  <c:v>46134</c:v>
                </c:pt>
                <c:pt idx="306">
                  <c:v>46135</c:v>
                </c:pt>
                <c:pt idx="307">
                  <c:v>46136</c:v>
                </c:pt>
                <c:pt idx="308">
                  <c:v>46137</c:v>
                </c:pt>
                <c:pt idx="309">
                  <c:v>46138</c:v>
                </c:pt>
                <c:pt idx="310">
                  <c:v>46139</c:v>
                </c:pt>
                <c:pt idx="311">
                  <c:v>46140</c:v>
                </c:pt>
                <c:pt idx="312">
                  <c:v>46141</c:v>
                </c:pt>
                <c:pt idx="313">
                  <c:v>46142</c:v>
                </c:pt>
                <c:pt idx="314">
                  <c:v>46143</c:v>
                </c:pt>
                <c:pt idx="315">
                  <c:v>46144</c:v>
                </c:pt>
                <c:pt idx="316">
                  <c:v>46145</c:v>
                </c:pt>
                <c:pt idx="317">
                  <c:v>46146</c:v>
                </c:pt>
                <c:pt idx="318">
                  <c:v>46147</c:v>
                </c:pt>
                <c:pt idx="319">
                  <c:v>46148</c:v>
                </c:pt>
                <c:pt idx="320">
                  <c:v>46149</c:v>
                </c:pt>
                <c:pt idx="321">
                  <c:v>46150</c:v>
                </c:pt>
                <c:pt idx="322">
                  <c:v>46151</c:v>
                </c:pt>
                <c:pt idx="323">
                  <c:v>46152</c:v>
                </c:pt>
                <c:pt idx="324">
                  <c:v>46153</c:v>
                </c:pt>
                <c:pt idx="325">
                  <c:v>46154</c:v>
                </c:pt>
                <c:pt idx="326">
                  <c:v>46155</c:v>
                </c:pt>
                <c:pt idx="327">
                  <c:v>46156</c:v>
                </c:pt>
                <c:pt idx="328">
                  <c:v>46157</c:v>
                </c:pt>
                <c:pt idx="329">
                  <c:v>46158</c:v>
                </c:pt>
                <c:pt idx="330">
                  <c:v>46159</c:v>
                </c:pt>
                <c:pt idx="331">
                  <c:v>46160</c:v>
                </c:pt>
                <c:pt idx="332">
                  <c:v>46161</c:v>
                </c:pt>
                <c:pt idx="333">
                  <c:v>46162</c:v>
                </c:pt>
                <c:pt idx="334">
                  <c:v>46163</c:v>
                </c:pt>
                <c:pt idx="335">
                  <c:v>46164</c:v>
                </c:pt>
                <c:pt idx="336">
                  <c:v>46165</c:v>
                </c:pt>
                <c:pt idx="337">
                  <c:v>46166</c:v>
                </c:pt>
                <c:pt idx="338">
                  <c:v>46167</c:v>
                </c:pt>
                <c:pt idx="339">
                  <c:v>46168</c:v>
                </c:pt>
                <c:pt idx="340">
                  <c:v>46169</c:v>
                </c:pt>
                <c:pt idx="341">
                  <c:v>46170</c:v>
                </c:pt>
                <c:pt idx="342">
                  <c:v>46171</c:v>
                </c:pt>
                <c:pt idx="343">
                  <c:v>46172</c:v>
                </c:pt>
                <c:pt idx="344">
                  <c:v>46173</c:v>
                </c:pt>
                <c:pt idx="345">
                  <c:v>46174</c:v>
                </c:pt>
                <c:pt idx="346">
                  <c:v>46175</c:v>
                </c:pt>
                <c:pt idx="347">
                  <c:v>46176</c:v>
                </c:pt>
                <c:pt idx="348">
                  <c:v>46177</c:v>
                </c:pt>
                <c:pt idx="349">
                  <c:v>46178</c:v>
                </c:pt>
                <c:pt idx="350">
                  <c:v>46179</c:v>
                </c:pt>
                <c:pt idx="351">
                  <c:v>46180</c:v>
                </c:pt>
                <c:pt idx="352">
                  <c:v>46181</c:v>
                </c:pt>
                <c:pt idx="353">
                  <c:v>46182</c:v>
                </c:pt>
                <c:pt idx="354">
                  <c:v>46183</c:v>
                </c:pt>
                <c:pt idx="355">
                  <c:v>46184</c:v>
                </c:pt>
                <c:pt idx="356">
                  <c:v>46185</c:v>
                </c:pt>
                <c:pt idx="357">
                  <c:v>46186</c:v>
                </c:pt>
                <c:pt idx="358">
                  <c:v>46187</c:v>
                </c:pt>
                <c:pt idx="359">
                  <c:v>46188</c:v>
                </c:pt>
                <c:pt idx="360">
                  <c:v>46189</c:v>
                </c:pt>
                <c:pt idx="361">
                  <c:v>46190</c:v>
                </c:pt>
                <c:pt idx="362">
                  <c:v>46191</c:v>
                </c:pt>
                <c:pt idx="363">
                  <c:v>46192</c:v>
                </c:pt>
                <c:pt idx="364">
                  <c:v>46193</c:v>
                </c:pt>
              </c:numCache>
            </c:numRef>
          </c:cat>
          <c:val>
            <c:numRef>
              <c:f>'3G Voice'!$J$2:$J$366</c:f>
              <c:numCache>
                <c:formatCode>General</c:formatCode>
                <c:ptCount val="365"/>
                <c:pt idx="0">
                  <c:v>214281.0729</c:v>
                </c:pt>
                <c:pt idx="1">
                  <c:v>199466.19380000001</c:v>
                </c:pt>
                <c:pt idx="2">
                  <c:v>233913.8639</c:v>
                </c:pt>
                <c:pt idx="3">
                  <c:v>223471.97</c:v>
                </c:pt>
                <c:pt idx="4">
                  <c:v>235267.00899999999</c:v>
                </c:pt>
                <c:pt idx="5">
                  <c:v>232027.59789999999</c:v>
                </c:pt>
                <c:pt idx="6">
                  <c:v>231798.14739999999</c:v>
                </c:pt>
                <c:pt idx="7">
                  <c:v>217430.3463</c:v>
                </c:pt>
                <c:pt idx="8">
                  <c:v>205661.2874</c:v>
                </c:pt>
                <c:pt idx="9">
                  <c:v>241205.03700000001</c:v>
                </c:pt>
                <c:pt idx="10">
                  <c:v>236345.2934</c:v>
                </c:pt>
                <c:pt idx="11">
                  <c:v>236043.9473</c:v>
                </c:pt>
                <c:pt idx="12">
                  <c:v>237264.95980000001</c:v>
                </c:pt>
                <c:pt idx="13">
                  <c:v>235294.647</c:v>
                </c:pt>
                <c:pt idx="14">
                  <c:v>217502.22039999999</c:v>
                </c:pt>
                <c:pt idx="15">
                  <c:v>206328.53330000001</c:v>
                </c:pt>
                <c:pt idx="16">
                  <c:v>238473.99419999999</c:v>
                </c:pt>
                <c:pt idx="17">
                  <c:v>235851.43520000001</c:v>
                </c:pt>
                <c:pt idx="18">
                  <c:v>241775.29680000001</c:v>
                </c:pt>
                <c:pt idx="19">
                  <c:v>196241.91409999999</c:v>
                </c:pt>
                <c:pt idx="20">
                  <c:v>252946.71230000001</c:v>
                </c:pt>
                <c:pt idx="21">
                  <c:v>219749.62909999999</c:v>
                </c:pt>
                <c:pt idx="22">
                  <c:v>206287.228</c:v>
                </c:pt>
                <c:pt idx="23">
                  <c:v>238306.60939999999</c:v>
                </c:pt>
                <c:pt idx="24">
                  <c:v>233993.7942</c:v>
                </c:pt>
                <c:pt idx="25">
                  <c:v>230267.4866</c:v>
                </c:pt>
                <c:pt idx="26">
                  <c:v>230554.2789</c:v>
                </c:pt>
                <c:pt idx="27">
                  <c:v>229108.6979</c:v>
                </c:pt>
                <c:pt idx="28">
                  <c:v>210688.34659999999</c:v>
                </c:pt>
                <c:pt idx="29">
                  <c:v>198670.4657</c:v>
                </c:pt>
                <c:pt idx="30">
                  <c:v>228019.40789999999</c:v>
                </c:pt>
                <c:pt idx="31">
                  <c:v>226113.23439999999</c:v>
                </c:pt>
                <c:pt idx="32">
                  <c:v>226863.93900000001</c:v>
                </c:pt>
                <c:pt idx="33">
                  <c:v>226712.69829999999</c:v>
                </c:pt>
                <c:pt idx="34">
                  <c:v>227285.62340000001</c:v>
                </c:pt>
                <c:pt idx="35">
                  <c:v>209656.9062</c:v>
                </c:pt>
                <c:pt idx="36">
                  <c:v>198729.04800000001</c:v>
                </c:pt>
                <c:pt idx="37">
                  <c:v>231005.74419999999</c:v>
                </c:pt>
                <c:pt idx="38">
                  <c:v>223725.98680000001</c:v>
                </c:pt>
                <c:pt idx="39">
                  <c:v>223819.22690000001</c:v>
                </c:pt>
                <c:pt idx="40">
                  <c:v>223853.20569999999</c:v>
                </c:pt>
                <c:pt idx="41">
                  <c:v>220219.196</c:v>
                </c:pt>
                <c:pt idx="42">
                  <c:v>202436.69990000001</c:v>
                </c:pt>
                <c:pt idx="43">
                  <c:v>188897.212</c:v>
                </c:pt>
                <c:pt idx="44">
                  <c:v>221339.49460000001</c:v>
                </c:pt>
                <c:pt idx="45">
                  <c:v>222277.04579999999</c:v>
                </c:pt>
                <c:pt idx="46">
                  <c:v>224102.19289999999</c:v>
                </c:pt>
                <c:pt idx="47">
                  <c:v>226220.8634</c:v>
                </c:pt>
                <c:pt idx="48">
                  <c:v>179544.91699999999</c:v>
                </c:pt>
                <c:pt idx="49">
                  <c:v>200331.31969999999</c:v>
                </c:pt>
                <c:pt idx="50">
                  <c:v>195021.49600000001</c:v>
                </c:pt>
                <c:pt idx="51">
                  <c:v>221135.7641</c:v>
                </c:pt>
                <c:pt idx="52">
                  <c:v>218608.1764</c:v>
                </c:pt>
                <c:pt idx="53">
                  <c:v>217980.4553</c:v>
                </c:pt>
                <c:pt idx="54">
                  <c:v>218329.802</c:v>
                </c:pt>
                <c:pt idx="55">
                  <c:v>216251.77710000001</c:v>
                </c:pt>
                <c:pt idx="56">
                  <c:v>203621.82130000001</c:v>
                </c:pt>
                <c:pt idx="57">
                  <c:v>193926.58069999999</c:v>
                </c:pt>
                <c:pt idx="58">
                  <c:v>222871.89</c:v>
                </c:pt>
                <c:pt idx="59">
                  <c:v>224538.58749999999</c:v>
                </c:pt>
                <c:pt idx="60">
                  <c:v>222383.0191</c:v>
                </c:pt>
                <c:pt idx="61">
                  <c:v>216491.06599999999</c:v>
                </c:pt>
                <c:pt idx="62">
                  <c:v>212884.17189999999</c:v>
                </c:pt>
                <c:pt idx="63">
                  <c:v>198614.94589999999</c:v>
                </c:pt>
                <c:pt idx="64">
                  <c:v>189036.3149</c:v>
                </c:pt>
                <c:pt idx="65">
                  <c:v>217280.82389999999</c:v>
                </c:pt>
                <c:pt idx="66">
                  <c:v>215189.70420000001</c:v>
                </c:pt>
                <c:pt idx="67">
                  <c:v>212230.4644</c:v>
                </c:pt>
                <c:pt idx="68">
                  <c:v>212479.42259999999</c:v>
                </c:pt>
                <c:pt idx="69">
                  <c:v>209790.55590000001</c:v>
                </c:pt>
                <c:pt idx="70">
                  <c:v>199296.07990000001</c:v>
                </c:pt>
                <c:pt idx="71">
                  <c:v>187825.6453</c:v>
                </c:pt>
                <c:pt idx="72">
                  <c:v>214898.35010000001</c:v>
                </c:pt>
                <c:pt idx="73">
                  <c:v>215356.55220000001</c:v>
                </c:pt>
                <c:pt idx="74">
                  <c:v>214836.12270000001</c:v>
                </c:pt>
                <c:pt idx="75">
                  <c:v>226344.96119999999</c:v>
                </c:pt>
                <c:pt idx="76">
                  <c:v>190314.08859999999</c:v>
                </c:pt>
                <c:pt idx="77">
                  <c:v>192336.5674</c:v>
                </c:pt>
                <c:pt idx="78">
                  <c:v>171947.84099999999</c:v>
                </c:pt>
                <c:pt idx="79">
                  <c:v>211506.07089999999</c:v>
                </c:pt>
                <c:pt idx="80">
                  <c:v>210393.1709</c:v>
                </c:pt>
                <c:pt idx="81">
                  <c:v>214443.14499999999</c:v>
                </c:pt>
                <c:pt idx="82">
                  <c:v>215853.19349999999</c:v>
                </c:pt>
                <c:pt idx="83">
                  <c:v>212505.40950000001</c:v>
                </c:pt>
                <c:pt idx="84">
                  <c:v>198955.88860000001</c:v>
                </c:pt>
                <c:pt idx="85">
                  <c:v>188913.53090000001</c:v>
                </c:pt>
                <c:pt idx="86">
                  <c:v>212953.55410000001</c:v>
                </c:pt>
                <c:pt idx="87">
                  <c:v>204376.39610000001</c:v>
                </c:pt>
                <c:pt idx="88">
                  <c:v>201178.54240000001</c:v>
                </c:pt>
                <c:pt idx="89">
                  <c:v>198854.20079999999</c:v>
                </c:pt>
                <c:pt idx="90">
                  <c:v>197437.64079999999</c:v>
                </c:pt>
                <c:pt idx="91">
                  <c:v>186625.91560000001</c:v>
                </c:pt>
                <c:pt idx="92">
                  <c:v>176914.93859999999</c:v>
                </c:pt>
                <c:pt idx="93">
                  <c:v>202464.28260000001</c:v>
                </c:pt>
                <c:pt idx="94">
                  <c:v>196489.39809999999</c:v>
                </c:pt>
                <c:pt idx="95">
                  <c:v>194908.62160000001</c:v>
                </c:pt>
                <c:pt idx="96">
                  <c:v>195576.5974</c:v>
                </c:pt>
                <c:pt idx="97">
                  <c:v>191595.83300000001</c:v>
                </c:pt>
                <c:pt idx="98">
                  <c:v>183170.5025</c:v>
                </c:pt>
                <c:pt idx="99">
                  <c:v>175653.69560000001</c:v>
                </c:pt>
                <c:pt idx="100">
                  <c:v>201342.64249999999</c:v>
                </c:pt>
                <c:pt idx="101">
                  <c:v>201280.58970000001</c:v>
                </c:pt>
                <c:pt idx="102">
                  <c:v>196513.3456</c:v>
                </c:pt>
                <c:pt idx="103">
                  <c:v>196171.36790000001</c:v>
                </c:pt>
                <c:pt idx="104">
                  <c:v>192051.84469999999</c:v>
                </c:pt>
                <c:pt idx="105">
                  <c:v>175239.1409</c:v>
                </c:pt>
                <c:pt idx="106">
                  <c:v>169401.42449999999</c:v>
                </c:pt>
                <c:pt idx="107">
                  <c:v>156741.58960000001</c:v>
                </c:pt>
                <c:pt idx="108">
                  <c:v>193964.22560000001</c:v>
                </c:pt>
                <c:pt idx="109">
                  <c:v>191002.06159999999</c:v>
                </c:pt>
                <c:pt idx="110">
                  <c:v>195674.17230000001</c:v>
                </c:pt>
                <c:pt idx="111">
                  <c:v>194241.72459999999</c:v>
                </c:pt>
                <c:pt idx="112">
                  <c:v>183918.11009999999</c:v>
                </c:pt>
                <c:pt idx="113">
                  <c:v>173025.07029999999</c:v>
                </c:pt>
                <c:pt idx="114">
                  <c:v>189935.016</c:v>
                </c:pt>
                <c:pt idx="115">
                  <c:v>191603.05319999999</c:v>
                </c:pt>
                <c:pt idx="116">
                  <c:v>190270.52970000001</c:v>
                </c:pt>
                <c:pt idx="117">
                  <c:v>187841.61739999999</c:v>
                </c:pt>
                <c:pt idx="118">
                  <c:v>184119.51300000001</c:v>
                </c:pt>
                <c:pt idx="119">
                  <c:v>172604.32199999999</c:v>
                </c:pt>
                <c:pt idx="120">
                  <c:v>160268.31770000001</c:v>
                </c:pt>
                <c:pt idx="121">
                  <c:v>166639.25049999999</c:v>
                </c:pt>
                <c:pt idx="122">
                  <c:v>180901.22959999999</c:v>
                </c:pt>
                <c:pt idx="123">
                  <c:v>182505.4045</c:v>
                </c:pt>
                <c:pt idx="124">
                  <c:v>179705.03719999999</c:v>
                </c:pt>
                <c:pt idx="125">
                  <c:v>163701.4296</c:v>
                </c:pt>
                <c:pt idx="126">
                  <c:v>172246.57759999999</c:v>
                </c:pt>
                <c:pt idx="127">
                  <c:v>162322.7188</c:v>
                </c:pt>
                <c:pt idx="128">
                  <c:v>170988.7121</c:v>
                </c:pt>
                <c:pt idx="129">
                  <c:v>177066.11360000001</c:v>
                </c:pt>
                <c:pt idx="130">
                  <c:v>163059.59419999999</c:v>
                </c:pt>
                <c:pt idx="131">
                  <c:v>180714.3383</c:v>
                </c:pt>
                <c:pt idx="132">
                  <c:v>182582.94020000001</c:v>
                </c:pt>
                <c:pt idx="133">
                  <c:v>170486.66339999999</c:v>
                </c:pt>
                <c:pt idx="134">
                  <c:v>146636.82980000001</c:v>
                </c:pt>
                <c:pt idx="135">
                  <c:v>181011.41339999999</c:v>
                </c:pt>
                <c:pt idx="136">
                  <c:v>164634.28909999999</c:v>
                </c:pt>
                <c:pt idx="137">
                  <c:v>136172.83679999999</c:v>
                </c:pt>
                <c:pt idx="138">
                  <c:v>55855.521200000003</c:v>
                </c:pt>
                <c:pt idx="139">
                  <c:v>141756.84330000001</c:v>
                </c:pt>
                <c:pt idx="140">
                  <c:v>146325.19320000001</c:v>
                </c:pt>
                <c:pt idx="141">
                  <c:v>141397.37659999999</c:v>
                </c:pt>
                <c:pt idx="142">
                  <c:v>160851.29569999999</c:v>
                </c:pt>
                <c:pt idx="143">
                  <c:v>159562.01610000001</c:v>
                </c:pt>
                <c:pt idx="144">
                  <c:v>157600.69639999999</c:v>
                </c:pt>
                <c:pt idx="145">
                  <c:v>155671.57829999999</c:v>
                </c:pt>
                <c:pt idx="146">
                  <c:v>154016.7628</c:v>
                </c:pt>
                <c:pt idx="147">
                  <c:v>148076.01699999999</c:v>
                </c:pt>
                <c:pt idx="148">
                  <c:v>137758.5618</c:v>
                </c:pt>
                <c:pt idx="149">
                  <c:v>153381.109</c:v>
                </c:pt>
                <c:pt idx="150">
                  <c:v>144294.6765</c:v>
                </c:pt>
                <c:pt idx="151">
                  <c:v>149081.5013</c:v>
                </c:pt>
                <c:pt idx="152">
                  <c:v>146179.7647</c:v>
                </c:pt>
                <c:pt idx="153">
                  <c:v>143113.15349999999</c:v>
                </c:pt>
                <c:pt idx="154">
                  <c:v>136956.62520000001</c:v>
                </c:pt>
                <c:pt idx="155">
                  <c:v>128397.8559</c:v>
                </c:pt>
                <c:pt idx="156">
                  <c:v>144419.4633</c:v>
                </c:pt>
                <c:pt idx="157">
                  <c:v>143984.503</c:v>
                </c:pt>
                <c:pt idx="158">
                  <c:v>141867.52410000001</c:v>
                </c:pt>
                <c:pt idx="159">
                  <c:v>149636.07620000001</c:v>
                </c:pt>
                <c:pt idx="160">
                  <c:v>130111.072</c:v>
                </c:pt>
                <c:pt idx="161">
                  <c:v>126830.2726</c:v>
                </c:pt>
                <c:pt idx="162">
                  <c:v>150107.03529999999</c:v>
                </c:pt>
                <c:pt idx="163">
                  <c:v>163473.88639999999</c:v>
                </c:pt>
                <c:pt idx="164">
                  <c:v>159811.6471</c:v>
                </c:pt>
                <c:pt idx="165">
                  <c:v>158464.40119999999</c:v>
                </c:pt>
                <c:pt idx="166">
                  <c:v>134293.8413</c:v>
                </c:pt>
                <c:pt idx="167">
                  <c:v>149612.7886</c:v>
                </c:pt>
                <c:pt idx="168">
                  <c:v>141778.49710000001</c:v>
                </c:pt>
                <c:pt idx="169">
                  <c:v>135595.50649999999</c:v>
                </c:pt>
                <c:pt idx="170">
                  <c:v>153592.04740000001</c:v>
                </c:pt>
                <c:pt idx="171">
                  <c:v>150037.4326</c:v>
                </c:pt>
                <c:pt idx="172">
                  <c:v>142157.73019999999</c:v>
                </c:pt>
                <c:pt idx="173">
                  <c:v>149231.5318</c:v>
                </c:pt>
                <c:pt idx="174">
                  <c:v>148799.90210000001</c:v>
                </c:pt>
                <c:pt idx="175">
                  <c:v>139433.196</c:v>
                </c:pt>
                <c:pt idx="176">
                  <c:v>134797.24359999999</c:v>
                </c:pt>
                <c:pt idx="177">
                  <c:v>152994.4865</c:v>
                </c:pt>
                <c:pt idx="178">
                  <c:v>152747.27350000001</c:v>
                </c:pt>
                <c:pt idx="179">
                  <c:v>148527.041</c:v>
                </c:pt>
                <c:pt idx="180">
                  <c:v>148387.46400000001</c:v>
                </c:pt>
                <c:pt idx="181">
                  <c:v>149084.71309999999</c:v>
                </c:pt>
                <c:pt idx="182">
                  <c:v>140759.55069999999</c:v>
                </c:pt>
                <c:pt idx="183">
                  <c:v>133240.8222</c:v>
                </c:pt>
                <c:pt idx="184">
                  <c:v>152951.57209999999</c:v>
                </c:pt>
                <c:pt idx="185">
                  <c:v>153063.9749</c:v>
                </c:pt>
                <c:pt idx="186">
                  <c:v>152743.1911</c:v>
                </c:pt>
                <c:pt idx="187">
                  <c:v>132286.5417</c:v>
                </c:pt>
                <c:pt idx="188">
                  <c:v>148390.37909999999</c:v>
                </c:pt>
                <c:pt idx="189">
                  <c:v>141229.73879999999</c:v>
                </c:pt>
                <c:pt idx="190">
                  <c:v>135829.81039999999</c:v>
                </c:pt>
                <c:pt idx="191">
                  <c:v>153883.019</c:v>
                </c:pt>
                <c:pt idx="192">
                  <c:v>156005.95300000001</c:v>
                </c:pt>
                <c:pt idx="193">
                  <c:v>160716.3008</c:v>
                </c:pt>
                <c:pt idx="194">
                  <c:v>167383.0386</c:v>
                </c:pt>
                <c:pt idx="195">
                  <c:v>149082.11629999999</c:v>
                </c:pt>
                <c:pt idx="196">
                  <c:v>124900.17110000001</c:v>
                </c:pt>
                <c:pt idx="197">
                  <c:v>137016.07130000001</c:v>
                </c:pt>
                <c:pt idx="198">
                  <c:v>152770.1654</c:v>
                </c:pt>
                <c:pt idx="199">
                  <c:v>150405.28580000001</c:v>
                </c:pt>
                <c:pt idx="200">
                  <c:v>146217.13529999999</c:v>
                </c:pt>
                <c:pt idx="201">
                  <c:v>147282.6249</c:v>
                </c:pt>
                <c:pt idx="202">
                  <c:v>147102.57870000001</c:v>
                </c:pt>
                <c:pt idx="203">
                  <c:v>132392.98730000001</c:v>
                </c:pt>
                <c:pt idx="204">
                  <c:v>134121.973</c:v>
                </c:pt>
                <c:pt idx="205">
                  <c:v>151722.20110000001</c:v>
                </c:pt>
                <c:pt idx="206">
                  <c:v>150224.69080000001</c:v>
                </c:pt>
                <c:pt idx="207">
                  <c:v>151783.10990000001</c:v>
                </c:pt>
                <c:pt idx="208">
                  <c:v>138032.60440000001</c:v>
                </c:pt>
                <c:pt idx="209">
                  <c:v>169213.0232</c:v>
                </c:pt>
                <c:pt idx="210">
                  <c:v>161359.9443</c:v>
                </c:pt>
                <c:pt idx="211">
                  <c:v>155298.45689999999</c:v>
                </c:pt>
                <c:pt idx="212">
                  <c:v>161377.62349999999</c:v>
                </c:pt>
                <c:pt idx="213">
                  <c:v>155246.5704</c:v>
                </c:pt>
                <c:pt idx="214">
                  <c:v>157035.28570000001</c:v>
                </c:pt>
                <c:pt idx="215">
                  <c:v>155433.26459999999</c:v>
                </c:pt>
                <c:pt idx="216">
                  <c:v>154069.55910000001</c:v>
                </c:pt>
                <c:pt idx="217">
                  <c:v>143759.48269999999</c:v>
                </c:pt>
                <c:pt idx="218">
                  <c:v>139465.62669999999</c:v>
                </c:pt>
                <c:pt idx="219">
                  <c:v>157122.43419999999</c:v>
                </c:pt>
                <c:pt idx="220">
                  <c:v>154369.55530000001</c:v>
                </c:pt>
                <c:pt idx="221">
                  <c:v>156743.8559</c:v>
                </c:pt>
                <c:pt idx="222">
                  <c:v>137891.8316</c:v>
                </c:pt>
                <c:pt idx="223">
                  <c:v>153256.17480000001</c:v>
                </c:pt>
                <c:pt idx="224">
                  <c:v>145186.47990000001</c:v>
                </c:pt>
                <c:pt idx="225">
                  <c:v>125364.606</c:v>
                </c:pt>
                <c:pt idx="226">
                  <c:v>156039.64319999999</c:v>
                </c:pt>
                <c:pt idx="227">
                  <c:v>155015.30799999999</c:v>
                </c:pt>
                <c:pt idx="228">
                  <c:v>133691.5392</c:v>
                </c:pt>
                <c:pt idx="229">
                  <c:v>151781.74909999999</c:v>
                </c:pt>
                <c:pt idx="230">
                  <c:v>135326.2458</c:v>
                </c:pt>
                <c:pt idx="231">
                  <c:v>126705.84239999999</c:v>
                </c:pt>
                <c:pt idx="232">
                  <c:v>121419.4489</c:v>
                </c:pt>
                <c:pt idx="233">
                  <c:v>139365.3879</c:v>
                </c:pt>
                <c:pt idx="234">
                  <c:v>141627.3658</c:v>
                </c:pt>
                <c:pt idx="235">
                  <c:v>140740.27100000001</c:v>
                </c:pt>
                <c:pt idx="236">
                  <c:v>136210.0736</c:v>
                </c:pt>
                <c:pt idx="237">
                  <c:v>136295.0583</c:v>
                </c:pt>
                <c:pt idx="238">
                  <c:v>127437.17290000001</c:v>
                </c:pt>
                <c:pt idx="239">
                  <c:v>119852.55349999999</c:v>
                </c:pt>
                <c:pt idx="240">
                  <c:v>135101.59039999999</c:v>
                </c:pt>
                <c:pt idx="241">
                  <c:v>133105.51730000001</c:v>
                </c:pt>
                <c:pt idx="242">
                  <c:v>130955.8518</c:v>
                </c:pt>
                <c:pt idx="243">
                  <c:v>126643.0912</c:v>
                </c:pt>
                <c:pt idx="244">
                  <c:v>128161.8091</c:v>
                </c:pt>
                <c:pt idx="245">
                  <c:v>119536.7659</c:v>
                </c:pt>
                <c:pt idx="246">
                  <c:v>114016.1918</c:v>
                </c:pt>
                <c:pt idx="247">
                  <c:v>127544.54059999999</c:v>
                </c:pt>
                <c:pt idx="248">
                  <c:v>127644.6345</c:v>
                </c:pt>
                <c:pt idx="249">
                  <c:v>128352.9617</c:v>
                </c:pt>
                <c:pt idx="250">
                  <c:v>129689.0414</c:v>
                </c:pt>
                <c:pt idx="251">
                  <c:v>129615.7111</c:v>
                </c:pt>
                <c:pt idx="252">
                  <c:v>124948.486</c:v>
                </c:pt>
                <c:pt idx="253">
                  <c:v>120145.60709999999</c:v>
                </c:pt>
                <c:pt idx="254">
                  <c:v>109459.06630000001</c:v>
                </c:pt>
                <c:pt idx="255">
                  <c:v>133806.73430000001</c:v>
                </c:pt>
                <c:pt idx="256">
                  <c:v>131456.37030000001</c:v>
                </c:pt>
                <c:pt idx="257">
                  <c:v>129274.0791</c:v>
                </c:pt>
                <c:pt idx="258">
                  <c:v>128575.3979</c:v>
                </c:pt>
                <c:pt idx="259">
                  <c:v>122384.1577</c:v>
                </c:pt>
                <c:pt idx="260">
                  <c:v>115634.3407</c:v>
                </c:pt>
                <c:pt idx="261">
                  <c:v>131424.6532</c:v>
                </c:pt>
                <c:pt idx="262">
                  <c:v>134083.4578</c:v>
                </c:pt>
                <c:pt idx="263">
                  <c:v>132351.8688</c:v>
                </c:pt>
                <c:pt idx="264">
                  <c:v>132667.03520000001</c:v>
                </c:pt>
                <c:pt idx="265">
                  <c:v>140614.42240000001</c:v>
                </c:pt>
                <c:pt idx="266">
                  <c:v>141438.9209</c:v>
                </c:pt>
                <c:pt idx="267">
                  <c:v>140631.65979999999</c:v>
                </c:pt>
                <c:pt idx="268">
                  <c:v>159738.7568</c:v>
                </c:pt>
                <c:pt idx="269">
                  <c:v>159338.3291</c:v>
                </c:pt>
                <c:pt idx="270">
                  <c:v>148205.51949999999</c:v>
                </c:pt>
                <c:pt idx="271">
                  <c:v>154763.6531</c:v>
                </c:pt>
                <c:pt idx="272">
                  <c:v>154049.04120000001</c:v>
                </c:pt>
                <c:pt idx="273">
                  <c:v>140134.8339</c:v>
                </c:pt>
                <c:pt idx="274">
                  <c:v>135210.44570000001</c:v>
                </c:pt>
                <c:pt idx="275">
                  <c:v>154300.3124</c:v>
                </c:pt>
                <c:pt idx="276">
                  <c:v>153140.94579999999</c:v>
                </c:pt>
                <c:pt idx="277">
                  <c:v>146798.91560000001</c:v>
                </c:pt>
                <c:pt idx="278">
                  <c:v>154418.81700000001</c:v>
                </c:pt>
                <c:pt idx="279">
                  <c:v>151536.5472</c:v>
                </c:pt>
                <c:pt idx="280">
                  <c:v>141202.71979999999</c:v>
                </c:pt>
                <c:pt idx="281">
                  <c:v>135700.2133</c:v>
                </c:pt>
                <c:pt idx="282">
                  <c:v>155169.5289</c:v>
                </c:pt>
                <c:pt idx="283">
                  <c:v>155857.4075</c:v>
                </c:pt>
                <c:pt idx="284">
                  <c:v>141398.70250000001</c:v>
                </c:pt>
                <c:pt idx="285">
                  <c:v>150806.93229999999</c:v>
                </c:pt>
                <c:pt idx="286">
                  <c:v>135195.88699999999</c:v>
                </c:pt>
                <c:pt idx="287">
                  <c:v>136933.33429999999</c:v>
                </c:pt>
                <c:pt idx="288">
                  <c:v>134117.6496</c:v>
                </c:pt>
                <c:pt idx="289">
                  <c:v>151123.03700000001</c:v>
                </c:pt>
                <c:pt idx="290">
                  <c:v>151466.65479999999</c:v>
                </c:pt>
                <c:pt idx="291">
                  <c:v>151374.49189999999</c:v>
                </c:pt>
                <c:pt idx="292">
                  <c:v>154664.54689999999</c:v>
                </c:pt>
                <c:pt idx="293">
                  <c:v>156208.7231</c:v>
                </c:pt>
                <c:pt idx="294">
                  <c:v>146854.03719999999</c:v>
                </c:pt>
                <c:pt idx="295">
                  <c:v>133639.03289999999</c:v>
                </c:pt>
                <c:pt idx="296">
                  <c:v>116033.8498</c:v>
                </c:pt>
                <c:pt idx="297">
                  <c:v>114628.6464</c:v>
                </c:pt>
                <c:pt idx="298">
                  <c:v>116476.80590000001</c:v>
                </c:pt>
                <c:pt idx="299">
                  <c:v>121892.1336</c:v>
                </c:pt>
                <c:pt idx="300">
                  <c:v>127174.83</c:v>
                </c:pt>
                <c:pt idx="301">
                  <c:v>127357.8597</c:v>
                </c:pt>
                <c:pt idx="302">
                  <c:v>127230.0004</c:v>
                </c:pt>
                <c:pt idx="303">
                  <c:v>141614.4184</c:v>
                </c:pt>
                <c:pt idx="304">
                  <c:v>145792.0888</c:v>
                </c:pt>
                <c:pt idx="305">
                  <c:v>144569.55840000001</c:v>
                </c:pt>
                <c:pt idx="306">
                  <c:v>144055.86559999999</c:v>
                </c:pt>
                <c:pt idx="307">
                  <c:v>147110.9865</c:v>
                </c:pt>
                <c:pt idx="308">
                  <c:v>135142.2273</c:v>
                </c:pt>
                <c:pt idx="309">
                  <c:v>126658.4739</c:v>
                </c:pt>
                <c:pt idx="310">
                  <c:v>142149.177</c:v>
                </c:pt>
                <c:pt idx="311">
                  <c:v>142709.75210000001</c:v>
                </c:pt>
                <c:pt idx="312">
                  <c:v>142079.8198</c:v>
                </c:pt>
                <c:pt idx="313">
                  <c:v>146901.84640000001</c:v>
                </c:pt>
                <c:pt idx="314">
                  <c:v>117729.7703</c:v>
                </c:pt>
                <c:pt idx="315">
                  <c:v>129948.2271</c:v>
                </c:pt>
                <c:pt idx="316">
                  <c:v>127141.1357</c:v>
                </c:pt>
                <c:pt idx="317">
                  <c:v>144527.87469999999</c:v>
                </c:pt>
                <c:pt idx="318">
                  <c:v>144715.54490000001</c:v>
                </c:pt>
                <c:pt idx="319">
                  <c:v>141120.44570000001</c:v>
                </c:pt>
                <c:pt idx="320">
                  <c:v>139746.38740000001</c:v>
                </c:pt>
                <c:pt idx="321">
                  <c:v>137251.7898</c:v>
                </c:pt>
                <c:pt idx="322">
                  <c:v>130494.7596</c:v>
                </c:pt>
                <c:pt idx="323">
                  <c:v>124065.15850000001</c:v>
                </c:pt>
                <c:pt idx="324">
                  <c:v>139390.19579999999</c:v>
                </c:pt>
                <c:pt idx="325">
                  <c:v>138596.02900000001</c:v>
                </c:pt>
                <c:pt idx="326">
                  <c:v>141691.7856</c:v>
                </c:pt>
                <c:pt idx="327">
                  <c:v>132906.2139</c:v>
                </c:pt>
                <c:pt idx="328">
                  <c:v>133665.3297</c:v>
                </c:pt>
                <c:pt idx="329">
                  <c:v>125639.6202</c:v>
                </c:pt>
                <c:pt idx="330">
                  <c:v>121246.32150000001</c:v>
                </c:pt>
                <c:pt idx="331">
                  <c:v>139210.63440000001</c:v>
                </c:pt>
                <c:pt idx="332">
                  <c:v>138792.04680000001</c:v>
                </c:pt>
                <c:pt idx="333">
                  <c:v>140016.75640000001</c:v>
                </c:pt>
                <c:pt idx="334">
                  <c:v>139872.84390000001</c:v>
                </c:pt>
                <c:pt idx="335">
                  <c:v>141246.34729999999</c:v>
                </c:pt>
                <c:pt idx="336">
                  <c:v>130853.2046</c:v>
                </c:pt>
                <c:pt idx="337">
                  <c:v>125524.42849999999</c:v>
                </c:pt>
                <c:pt idx="338">
                  <c:v>144438.08249999999</c:v>
                </c:pt>
                <c:pt idx="339">
                  <c:v>141499.25599999999</c:v>
                </c:pt>
                <c:pt idx="340">
                  <c:v>140937.16829999999</c:v>
                </c:pt>
                <c:pt idx="341">
                  <c:v>129013.4924</c:v>
                </c:pt>
                <c:pt idx="342">
                  <c:v>138521.2101</c:v>
                </c:pt>
                <c:pt idx="343">
                  <c:v>111184.01119999999</c:v>
                </c:pt>
                <c:pt idx="344">
                  <c:v>117808.5411</c:v>
                </c:pt>
                <c:pt idx="345">
                  <c:v>141034.11060000001</c:v>
                </c:pt>
                <c:pt idx="346">
                  <c:v>140699.47210000001</c:v>
                </c:pt>
                <c:pt idx="347">
                  <c:v>137458.90280000001</c:v>
                </c:pt>
                <c:pt idx="348">
                  <c:v>134064.5882</c:v>
                </c:pt>
                <c:pt idx="349">
                  <c:v>131378.17980000001</c:v>
                </c:pt>
                <c:pt idx="350">
                  <c:v>123889.95050000001</c:v>
                </c:pt>
                <c:pt idx="351">
                  <c:v>116147.2531</c:v>
                </c:pt>
                <c:pt idx="352">
                  <c:v>132364.4528</c:v>
                </c:pt>
                <c:pt idx="353">
                  <c:v>131219.24400000001</c:v>
                </c:pt>
                <c:pt idx="354">
                  <c:v>132751.39300000001</c:v>
                </c:pt>
                <c:pt idx="355">
                  <c:v>129745.08010000001</c:v>
                </c:pt>
                <c:pt idx="356">
                  <c:v>127108.8224</c:v>
                </c:pt>
                <c:pt idx="357">
                  <c:v>119242.8593</c:v>
                </c:pt>
                <c:pt idx="358">
                  <c:v>115724.9106</c:v>
                </c:pt>
                <c:pt idx="359">
                  <c:v>132325.81909999999</c:v>
                </c:pt>
                <c:pt idx="360">
                  <c:v>131735.11689999999</c:v>
                </c:pt>
                <c:pt idx="361">
                  <c:v>131255.36379999999</c:v>
                </c:pt>
                <c:pt idx="362">
                  <c:v>130900.7463</c:v>
                </c:pt>
                <c:pt idx="363">
                  <c:v>133096.0772</c:v>
                </c:pt>
                <c:pt idx="364">
                  <c:v>133201.7831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8-B4BF-44B9-BA5F-1BAD1B363BC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340016095"/>
        <c:axId val="1138113279"/>
      </c:lineChart>
      <c:dateAx>
        <c:axId val="1138100799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Date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m/d/yyyy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38113759"/>
        <c:crosses val="autoZero"/>
        <c:auto val="1"/>
        <c:lblOffset val="100"/>
        <c:baseTimeUnit val="days"/>
      </c:dateAx>
      <c:valAx>
        <c:axId val="113811375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000" b="0" i="0" u="none" strike="noStrike" kern="1200" baseline="0" dirty="0">
                    <a:solidFill>
                      <a:sysClr val="windowText" lastClr="000000">
                        <a:lumMod val="65000"/>
                        <a:lumOff val="35000"/>
                      </a:sysClr>
                    </a:solidFill>
                  </a:rPr>
                  <a:t>Voice Traffic (Erlang)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38100799"/>
        <c:crosses val="autoZero"/>
        <c:crossBetween val="between"/>
      </c:valAx>
      <c:valAx>
        <c:axId val="1138113279"/>
        <c:scaling>
          <c:orientation val="minMax"/>
        </c:scaling>
        <c:delete val="0"/>
        <c:axPos val="r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000" b="0" i="0" u="none" strike="noStrike" kern="1200" baseline="0" dirty="0">
                    <a:solidFill>
                      <a:sysClr val="windowText" lastClr="000000">
                        <a:lumMod val="65000"/>
                        <a:lumOff val="35000"/>
                      </a:sysClr>
                    </a:solidFill>
                  </a:rPr>
                  <a:t>Voice Traffic (Erlang)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40016095"/>
        <c:crosses val="max"/>
        <c:crossBetween val="between"/>
      </c:valAx>
      <c:dateAx>
        <c:axId val="1340016095"/>
        <c:scaling>
          <c:orientation val="minMax"/>
        </c:scaling>
        <c:delete val="1"/>
        <c:axPos val="b"/>
        <c:numFmt formatCode="m/d/yyyy" sourceLinked="1"/>
        <c:majorTickMark val="out"/>
        <c:minorTickMark val="none"/>
        <c:tickLblPos val="nextTo"/>
        <c:crossAx val="1138113279"/>
        <c:crosses val="autoZero"/>
        <c:auto val="1"/>
        <c:lblOffset val="100"/>
        <c:baseTimeUnit val="days"/>
      </c:date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400" b="1" dirty="0">
                <a:solidFill>
                  <a:srgbClr val="002060"/>
                </a:solidFill>
              </a:rPr>
              <a:t>Data and Voice Traffic Behavior of Northeast Cluster </a:t>
            </a:r>
          </a:p>
          <a:p>
            <a:pPr>
              <a:defRPr/>
            </a:pPr>
            <a:r>
              <a:rPr lang="en-US" sz="1400" b="1" dirty="0">
                <a:solidFill>
                  <a:srgbClr val="002060"/>
                </a:solidFill>
              </a:rPr>
              <a:t>– Total Voice Traffic (2G/3G) 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'Total Voice'!$J$1</c:f>
              <c:strCache>
                <c:ptCount val="1"/>
                <c:pt idx="0">
                  <c:v>Total Network Voiced Traffic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'Total Voice'!$A$2:$A$366</c:f>
              <c:numCache>
                <c:formatCode>m/d/yyyy</c:formatCode>
                <c:ptCount val="365"/>
                <c:pt idx="0">
                  <c:v>45829</c:v>
                </c:pt>
                <c:pt idx="1">
                  <c:v>45830</c:v>
                </c:pt>
                <c:pt idx="2">
                  <c:v>45831</c:v>
                </c:pt>
                <c:pt idx="3">
                  <c:v>45832</c:v>
                </c:pt>
                <c:pt idx="4">
                  <c:v>45833</c:v>
                </c:pt>
                <c:pt idx="5">
                  <c:v>45834</c:v>
                </c:pt>
                <c:pt idx="6">
                  <c:v>45835</c:v>
                </c:pt>
                <c:pt idx="7">
                  <c:v>45836</c:v>
                </c:pt>
                <c:pt idx="8">
                  <c:v>45837</c:v>
                </c:pt>
                <c:pt idx="9">
                  <c:v>45838</c:v>
                </c:pt>
                <c:pt idx="10">
                  <c:v>45839</c:v>
                </c:pt>
                <c:pt idx="11">
                  <c:v>45840</c:v>
                </c:pt>
                <c:pt idx="12">
                  <c:v>45841</c:v>
                </c:pt>
                <c:pt idx="13">
                  <c:v>45842</c:v>
                </c:pt>
                <c:pt idx="14">
                  <c:v>45843</c:v>
                </c:pt>
                <c:pt idx="15">
                  <c:v>45844</c:v>
                </c:pt>
                <c:pt idx="16">
                  <c:v>45845</c:v>
                </c:pt>
                <c:pt idx="17">
                  <c:v>45846</c:v>
                </c:pt>
                <c:pt idx="18">
                  <c:v>45847</c:v>
                </c:pt>
                <c:pt idx="19">
                  <c:v>45848</c:v>
                </c:pt>
                <c:pt idx="20">
                  <c:v>45849</c:v>
                </c:pt>
                <c:pt idx="21">
                  <c:v>45850</c:v>
                </c:pt>
                <c:pt idx="22">
                  <c:v>45851</c:v>
                </c:pt>
                <c:pt idx="23">
                  <c:v>45852</c:v>
                </c:pt>
                <c:pt idx="24">
                  <c:v>45853</c:v>
                </c:pt>
                <c:pt idx="25">
                  <c:v>45854</c:v>
                </c:pt>
                <c:pt idx="26">
                  <c:v>45855</c:v>
                </c:pt>
                <c:pt idx="27">
                  <c:v>45856</c:v>
                </c:pt>
                <c:pt idx="28">
                  <c:v>45857</c:v>
                </c:pt>
                <c:pt idx="29">
                  <c:v>45858</c:v>
                </c:pt>
                <c:pt idx="30">
                  <c:v>45859</c:v>
                </c:pt>
                <c:pt idx="31">
                  <c:v>45860</c:v>
                </c:pt>
                <c:pt idx="32">
                  <c:v>45861</c:v>
                </c:pt>
                <c:pt idx="33">
                  <c:v>45862</c:v>
                </c:pt>
                <c:pt idx="34">
                  <c:v>45863</c:v>
                </c:pt>
                <c:pt idx="35">
                  <c:v>45864</c:v>
                </c:pt>
                <c:pt idx="36">
                  <c:v>45865</c:v>
                </c:pt>
                <c:pt idx="37">
                  <c:v>45866</c:v>
                </c:pt>
                <c:pt idx="38">
                  <c:v>45867</c:v>
                </c:pt>
                <c:pt idx="39">
                  <c:v>45868</c:v>
                </c:pt>
                <c:pt idx="40">
                  <c:v>45869</c:v>
                </c:pt>
                <c:pt idx="41">
                  <c:v>45870</c:v>
                </c:pt>
                <c:pt idx="42">
                  <c:v>45871</c:v>
                </c:pt>
                <c:pt idx="43">
                  <c:v>45872</c:v>
                </c:pt>
                <c:pt idx="44">
                  <c:v>45873</c:v>
                </c:pt>
                <c:pt idx="45">
                  <c:v>45874</c:v>
                </c:pt>
                <c:pt idx="46">
                  <c:v>45875</c:v>
                </c:pt>
                <c:pt idx="47">
                  <c:v>45876</c:v>
                </c:pt>
                <c:pt idx="48">
                  <c:v>45877</c:v>
                </c:pt>
                <c:pt idx="49">
                  <c:v>45878</c:v>
                </c:pt>
                <c:pt idx="50">
                  <c:v>45879</c:v>
                </c:pt>
                <c:pt idx="51">
                  <c:v>45880</c:v>
                </c:pt>
                <c:pt idx="52">
                  <c:v>45881</c:v>
                </c:pt>
                <c:pt idx="53">
                  <c:v>45882</c:v>
                </c:pt>
                <c:pt idx="54">
                  <c:v>45883</c:v>
                </c:pt>
                <c:pt idx="55">
                  <c:v>45884</c:v>
                </c:pt>
                <c:pt idx="56">
                  <c:v>45885</c:v>
                </c:pt>
                <c:pt idx="57">
                  <c:v>45886</c:v>
                </c:pt>
                <c:pt idx="58">
                  <c:v>45887</c:v>
                </c:pt>
                <c:pt idx="59">
                  <c:v>45888</c:v>
                </c:pt>
                <c:pt idx="60">
                  <c:v>45889</c:v>
                </c:pt>
                <c:pt idx="61">
                  <c:v>45890</c:v>
                </c:pt>
                <c:pt idx="62">
                  <c:v>45891</c:v>
                </c:pt>
                <c:pt idx="63">
                  <c:v>45892</c:v>
                </c:pt>
                <c:pt idx="64">
                  <c:v>45893</c:v>
                </c:pt>
                <c:pt idx="65">
                  <c:v>45894</c:v>
                </c:pt>
                <c:pt idx="66">
                  <c:v>45895</c:v>
                </c:pt>
                <c:pt idx="67">
                  <c:v>45896</c:v>
                </c:pt>
                <c:pt idx="68">
                  <c:v>45897</c:v>
                </c:pt>
                <c:pt idx="69">
                  <c:v>45898</c:v>
                </c:pt>
                <c:pt idx="70">
                  <c:v>45899</c:v>
                </c:pt>
                <c:pt idx="71">
                  <c:v>45900</c:v>
                </c:pt>
                <c:pt idx="72">
                  <c:v>45901</c:v>
                </c:pt>
                <c:pt idx="73">
                  <c:v>45902</c:v>
                </c:pt>
                <c:pt idx="74">
                  <c:v>45903</c:v>
                </c:pt>
                <c:pt idx="75">
                  <c:v>45904</c:v>
                </c:pt>
                <c:pt idx="76">
                  <c:v>45905</c:v>
                </c:pt>
                <c:pt idx="77">
                  <c:v>45906</c:v>
                </c:pt>
                <c:pt idx="78">
                  <c:v>45907</c:v>
                </c:pt>
                <c:pt idx="79">
                  <c:v>45908</c:v>
                </c:pt>
                <c:pt idx="80">
                  <c:v>45909</c:v>
                </c:pt>
                <c:pt idx="81">
                  <c:v>45910</c:v>
                </c:pt>
                <c:pt idx="82">
                  <c:v>45911</c:v>
                </c:pt>
                <c:pt idx="83">
                  <c:v>45912</c:v>
                </c:pt>
                <c:pt idx="84">
                  <c:v>45913</c:v>
                </c:pt>
                <c:pt idx="85">
                  <c:v>45914</c:v>
                </c:pt>
                <c:pt idx="86">
                  <c:v>45915</c:v>
                </c:pt>
                <c:pt idx="87">
                  <c:v>45916</c:v>
                </c:pt>
                <c:pt idx="88">
                  <c:v>45917</c:v>
                </c:pt>
                <c:pt idx="89">
                  <c:v>45918</c:v>
                </c:pt>
                <c:pt idx="90">
                  <c:v>45919</c:v>
                </c:pt>
                <c:pt idx="91">
                  <c:v>45920</c:v>
                </c:pt>
                <c:pt idx="92">
                  <c:v>45921</c:v>
                </c:pt>
                <c:pt idx="93">
                  <c:v>45922</c:v>
                </c:pt>
                <c:pt idx="94">
                  <c:v>45923</c:v>
                </c:pt>
                <c:pt idx="95">
                  <c:v>45924</c:v>
                </c:pt>
                <c:pt idx="96">
                  <c:v>45925</c:v>
                </c:pt>
                <c:pt idx="97">
                  <c:v>45926</c:v>
                </c:pt>
                <c:pt idx="98">
                  <c:v>45927</c:v>
                </c:pt>
                <c:pt idx="99">
                  <c:v>45928</c:v>
                </c:pt>
                <c:pt idx="100">
                  <c:v>45929</c:v>
                </c:pt>
                <c:pt idx="101">
                  <c:v>45930</c:v>
                </c:pt>
                <c:pt idx="102">
                  <c:v>45931</c:v>
                </c:pt>
                <c:pt idx="103">
                  <c:v>45932</c:v>
                </c:pt>
                <c:pt idx="104">
                  <c:v>45933</c:v>
                </c:pt>
                <c:pt idx="105">
                  <c:v>45934</c:v>
                </c:pt>
                <c:pt idx="106">
                  <c:v>45935</c:v>
                </c:pt>
                <c:pt idx="107">
                  <c:v>45936</c:v>
                </c:pt>
                <c:pt idx="108">
                  <c:v>45937</c:v>
                </c:pt>
                <c:pt idx="109">
                  <c:v>45938</c:v>
                </c:pt>
                <c:pt idx="110">
                  <c:v>45939</c:v>
                </c:pt>
                <c:pt idx="111">
                  <c:v>45940</c:v>
                </c:pt>
                <c:pt idx="112">
                  <c:v>45941</c:v>
                </c:pt>
                <c:pt idx="113">
                  <c:v>45942</c:v>
                </c:pt>
                <c:pt idx="114">
                  <c:v>45943</c:v>
                </c:pt>
                <c:pt idx="115">
                  <c:v>45944</c:v>
                </c:pt>
                <c:pt idx="116">
                  <c:v>45945</c:v>
                </c:pt>
                <c:pt idx="117">
                  <c:v>45946</c:v>
                </c:pt>
                <c:pt idx="118">
                  <c:v>45947</c:v>
                </c:pt>
                <c:pt idx="119">
                  <c:v>45948</c:v>
                </c:pt>
                <c:pt idx="120">
                  <c:v>45949</c:v>
                </c:pt>
                <c:pt idx="121">
                  <c:v>45950</c:v>
                </c:pt>
                <c:pt idx="122">
                  <c:v>45951</c:v>
                </c:pt>
                <c:pt idx="123">
                  <c:v>45952</c:v>
                </c:pt>
                <c:pt idx="124">
                  <c:v>45953</c:v>
                </c:pt>
                <c:pt idx="125">
                  <c:v>45954</c:v>
                </c:pt>
                <c:pt idx="126">
                  <c:v>45955</c:v>
                </c:pt>
                <c:pt idx="127">
                  <c:v>45956</c:v>
                </c:pt>
                <c:pt idx="128">
                  <c:v>45957</c:v>
                </c:pt>
                <c:pt idx="129">
                  <c:v>45958</c:v>
                </c:pt>
                <c:pt idx="130">
                  <c:v>45959</c:v>
                </c:pt>
                <c:pt idx="131">
                  <c:v>45960</c:v>
                </c:pt>
                <c:pt idx="132">
                  <c:v>45961</c:v>
                </c:pt>
                <c:pt idx="133">
                  <c:v>45962</c:v>
                </c:pt>
                <c:pt idx="134">
                  <c:v>45963</c:v>
                </c:pt>
                <c:pt idx="135">
                  <c:v>45964</c:v>
                </c:pt>
                <c:pt idx="136">
                  <c:v>45965</c:v>
                </c:pt>
                <c:pt idx="137">
                  <c:v>45966</c:v>
                </c:pt>
                <c:pt idx="138">
                  <c:v>45967</c:v>
                </c:pt>
                <c:pt idx="139">
                  <c:v>45968</c:v>
                </c:pt>
                <c:pt idx="140">
                  <c:v>45969</c:v>
                </c:pt>
                <c:pt idx="141">
                  <c:v>45970</c:v>
                </c:pt>
                <c:pt idx="142">
                  <c:v>45971</c:v>
                </c:pt>
                <c:pt idx="143">
                  <c:v>45972</c:v>
                </c:pt>
                <c:pt idx="144">
                  <c:v>45973</c:v>
                </c:pt>
                <c:pt idx="145">
                  <c:v>45974</c:v>
                </c:pt>
                <c:pt idx="146">
                  <c:v>45975</c:v>
                </c:pt>
                <c:pt idx="147">
                  <c:v>45976</c:v>
                </c:pt>
                <c:pt idx="148">
                  <c:v>45977</c:v>
                </c:pt>
                <c:pt idx="149">
                  <c:v>45978</c:v>
                </c:pt>
                <c:pt idx="150">
                  <c:v>45979</c:v>
                </c:pt>
                <c:pt idx="151">
                  <c:v>45980</c:v>
                </c:pt>
                <c:pt idx="152">
                  <c:v>45981</c:v>
                </c:pt>
                <c:pt idx="153">
                  <c:v>45982</c:v>
                </c:pt>
                <c:pt idx="154">
                  <c:v>45983</c:v>
                </c:pt>
                <c:pt idx="155">
                  <c:v>45984</c:v>
                </c:pt>
                <c:pt idx="156">
                  <c:v>45985</c:v>
                </c:pt>
                <c:pt idx="157">
                  <c:v>45986</c:v>
                </c:pt>
                <c:pt idx="158">
                  <c:v>45987</c:v>
                </c:pt>
                <c:pt idx="159">
                  <c:v>45988</c:v>
                </c:pt>
                <c:pt idx="160">
                  <c:v>45989</c:v>
                </c:pt>
                <c:pt idx="161">
                  <c:v>45990</c:v>
                </c:pt>
                <c:pt idx="162">
                  <c:v>45991</c:v>
                </c:pt>
                <c:pt idx="163">
                  <c:v>45992</c:v>
                </c:pt>
                <c:pt idx="164">
                  <c:v>45993</c:v>
                </c:pt>
                <c:pt idx="165">
                  <c:v>45994</c:v>
                </c:pt>
                <c:pt idx="166">
                  <c:v>45995</c:v>
                </c:pt>
                <c:pt idx="167">
                  <c:v>45996</c:v>
                </c:pt>
                <c:pt idx="168">
                  <c:v>45997</c:v>
                </c:pt>
                <c:pt idx="169">
                  <c:v>45998</c:v>
                </c:pt>
                <c:pt idx="170">
                  <c:v>45999</c:v>
                </c:pt>
                <c:pt idx="171">
                  <c:v>46000</c:v>
                </c:pt>
                <c:pt idx="172">
                  <c:v>46001</c:v>
                </c:pt>
                <c:pt idx="173">
                  <c:v>46002</c:v>
                </c:pt>
                <c:pt idx="174">
                  <c:v>46003</c:v>
                </c:pt>
                <c:pt idx="175">
                  <c:v>46004</c:v>
                </c:pt>
                <c:pt idx="176">
                  <c:v>46005</c:v>
                </c:pt>
                <c:pt idx="177">
                  <c:v>46006</c:v>
                </c:pt>
                <c:pt idx="178">
                  <c:v>46007</c:v>
                </c:pt>
                <c:pt idx="179">
                  <c:v>46008</c:v>
                </c:pt>
                <c:pt idx="180">
                  <c:v>46009</c:v>
                </c:pt>
                <c:pt idx="181">
                  <c:v>46010</c:v>
                </c:pt>
                <c:pt idx="182">
                  <c:v>46011</c:v>
                </c:pt>
                <c:pt idx="183">
                  <c:v>46012</c:v>
                </c:pt>
                <c:pt idx="184">
                  <c:v>46013</c:v>
                </c:pt>
                <c:pt idx="185">
                  <c:v>46014</c:v>
                </c:pt>
                <c:pt idx="186">
                  <c:v>46015</c:v>
                </c:pt>
                <c:pt idx="187">
                  <c:v>46016</c:v>
                </c:pt>
                <c:pt idx="188">
                  <c:v>46017</c:v>
                </c:pt>
                <c:pt idx="189">
                  <c:v>46018</c:v>
                </c:pt>
                <c:pt idx="190">
                  <c:v>46019</c:v>
                </c:pt>
                <c:pt idx="191">
                  <c:v>46020</c:v>
                </c:pt>
                <c:pt idx="192">
                  <c:v>46021</c:v>
                </c:pt>
                <c:pt idx="193">
                  <c:v>46022</c:v>
                </c:pt>
                <c:pt idx="194">
                  <c:v>46023</c:v>
                </c:pt>
                <c:pt idx="195">
                  <c:v>46024</c:v>
                </c:pt>
                <c:pt idx="196">
                  <c:v>46025</c:v>
                </c:pt>
                <c:pt idx="197">
                  <c:v>46026</c:v>
                </c:pt>
                <c:pt idx="198">
                  <c:v>46027</c:v>
                </c:pt>
                <c:pt idx="199">
                  <c:v>46028</c:v>
                </c:pt>
                <c:pt idx="200">
                  <c:v>46029</c:v>
                </c:pt>
                <c:pt idx="201">
                  <c:v>46030</c:v>
                </c:pt>
                <c:pt idx="202">
                  <c:v>46031</c:v>
                </c:pt>
                <c:pt idx="203">
                  <c:v>46032</c:v>
                </c:pt>
                <c:pt idx="204">
                  <c:v>46033</c:v>
                </c:pt>
                <c:pt idx="205">
                  <c:v>46034</c:v>
                </c:pt>
                <c:pt idx="206">
                  <c:v>46035</c:v>
                </c:pt>
                <c:pt idx="207">
                  <c:v>46036</c:v>
                </c:pt>
                <c:pt idx="208">
                  <c:v>46037</c:v>
                </c:pt>
                <c:pt idx="209">
                  <c:v>46038</c:v>
                </c:pt>
                <c:pt idx="210">
                  <c:v>46039</c:v>
                </c:pt>
                <c:pt idx="211">
                  <c:v>46040</c:v>
                </c:pt>
                <c:pt idx="212">
                  <c:v>46041</c:v>
                </c:pt>
                <c:pt idx="213">
                  <c:v>46042</c:v>
                </c:pt>
                <c:pt idx="214">
                  <c:v>46043</c:v>
                </c:pt>
                <c:pt idx="215">
                  <c:v>46044</c:v>
                </c:pt>
                <c:pt idx="216">
                  <c:v>46045</c:v>
                </c:pt>
                <c:pt idx="217">
                  <c:v>46046</c:v>
                </c:pt>
                <c:pt idx="218">
                  <c:v>46047</c:v>
                </c:pt>
                <c:pt idx="219">
                  <c:v>46048</c:v>
                </c:pt>
                <c:pt idx="220">
                  <c:v>46049</c:v>
                </c:pt>
                <c:pt idx="221">
                  <c:v>46050</c:v>
                </c:pt>
                <c:pt idx="222">
                  <c:v>46051</c:v>
                </c:pt>
                <c:pt idx="223">
                  <c:v>46052</c:v>
                </c:pt>
                <c:pt idx="224">
                  <c:v>46053</c:v>
                </c:pt>
                <c:pt idx="225">
                  <c:v>46054</c:v>
                </c:pt>
                <c:pt idx="226">
                  <c:v>46055</c:v>
                </c:pt>
                <c:pt idx="227">
                  <c:v>46056</c:v>
                </c:pt>
                <c:pt idx="228">
                  <c:v>46057</c:v>
                </c:pt>
                <c:pt idx="229">
                  <c:v>46058</c:v>
                </c:pt>
                <c:pt idx="230">
                  <c:v>46059</c:v>
                </c:pt>
                <c:pt idx="231">
                  <c:v>46060</c:v>
                </c:pt>
                <c:pt idx="232">
                  <c:v>46061</c:v>
                </c:pt>
                <c:pt idx="233">
                  <c:v>46062</c:v>
                </c:pt>
                <c:pt idx="234">
                  <c:v>46063</c:v>
                </c:pt>
                <c:pt idx="235">
                  <c:v>46064</c:v>
                </c:pt>
                <c:pt idx="236">
                  <c:v>46065</c:v>
                </c:pt>
                <c:pt idx="237">
                  <c:v>46066</c:v>
                </c:pt>
                <c:pt idx="238">
                  <c:v>46067</c:v>
                </c:pt>
                <c:pt idx="239">
                  <c:v>46068</c:v>
                </c:pt>
                <c:pt idx="240">
                  <c:v>46069</c:v>
                </c:pt>
                <c:pt idx="241">
                  <c:v>46070</c:v>
                </c:pt>
                <c:pt idx="242">
                  <c:v>46071</c:v>
                </c:pt>
                <c:pt idx="243">
                  <c:v>46072</c:v>
                </c:pt>
                <c:pt idx="244">
                  <c:v>46073</c:v>
                </c:pt>
                <c:pt idx="245">
                  <c:v>46074</c:v>
                </c:pt>
                <c:pt idx="246">
                  <c:v>46075</c:v>
                </c:pt>
                <c:pt idx="247">
                  <c:v>46076</c:v>
                </c:pt>
                <c:pt idx="248">
                  <c:v>46077</c:v>
                </c:pt>
                <c:pt idx="249">
                  <c:v>46078</c:v>
                </c:pt>
                <c:pt idx="250">
                  <c:v>46079</c:v>
                </c:pt>
                <c:pt idx="251">
                  <c:v>46080</c:v>
                </c:pt>
                <c:pt idx="252">
                  <c:v>46081</c:v>
                </c:pt>
                <c:pt idx="253">
                  <c:v>46082</c:v>
                </c:pt>
                <c:pt idx="254">
                  <c:v>46083</c:v>
                </c:pt>
                <c:pt idx="255">
                  <c:v>46084</c:v>
                </c:pt>
                <c:pt idx="256">
                  <c:v>46085</c:v>
                </c:pt>
                <c:pt idx="257">
                  <c:v>46086</c:v>
                </c:pt>
                <c:pt idx="258">
                  <c:v>46087</c:v>
                </c:pt>
                <c:pt idx="259">
                  <c:v>46088</c:v>
                </c:pt>
                <c:pt idx="260">
                  <c:v>46089</c:v>
                </c:pt>
                <c:pt idx="261">
                  <c:v>46090</c:v>
                </c:pt>
                <c:pt idx="262">
                  <c:v>46091</c:v>
                </c:pt>
                <c:pt idx="263">
                  <c:v>46092</c:v>
                </c:pt>
                <c:pt idx="264">
                  <c:v>46093</c:v>
                </c:pt>
                <c:pt idx="265">
                  <c:v>46094</c:v>
                </c:pt>
                <c:pt idx="266">
                  <c:v>46095</c:v>
                </c:pt>
                <c:pt idx="267">
                  <c:v>46096</c:v>
                </c:pt>
                <c:pt idx="268">
                  <c:v>46097</c:v>
                </c:pt>
                <c:pt idx="269">
                  <c:v>46098</c:v>
                </c:pt>
                <c:pt idx="270">
                  <c:v>46099</c:v>
                </c:pt>
                <c:pt idx="271">
                  <c:v>46100</c:v>
                </c:pt>
                <c:pt idx="272">
                  <c:v>46101</c:v>
                </c:pt>
                <c:pt idx="273">
                  <c:v>46102</c:v>
                </c:pt>
                <c:pt idx="274">
                  <c:v>46103</c:v>
                </c:pt>
                <c:pt idx="275">
                  <c:v>46104</c:v>
                </c:pt>
                <c:pt idx="276">
                  <c:v>46105</c:v>
                </c:pt>
                <c:pt idx="277">
                  <c:v>46106</c:v>
                </c:pt>
                <c:pt idx="278">
                  <c:v>46107</c:v>
                </c:pt>
                <c:pt idx="279">
                  <c:v>46108</c:v>
                </c:pt>
                <c:pt idx="280">
                  <c:v>46109</c:v>
                </c:pt>
                <c:pt idx="281">
                  <c:v>46110</c:v>
                </c:pt>
                <c:pt idx="282">
                  <c:v>46111</c:v>
                </c:pt>
                <c:pt idx="283">
                  <c:v>46112</c:v>
                </c:pt>
                <c:pt idx="284">
                  <c:v>46113</c:v>
                </c:pt>
                <c:pt idx="285">
                  <c:v>46114</c:v>
                </c:pt>
                <c:pt idx="286">
                  <c:v>46115</c:v>
                </c:pt>
                <c:pt idx="287">
                  <c:v>46116</c:v>
                </c:pt>
                <c:pt idx="288">
                  <c:v>46117</c:v>
                </c:pt>
                <c:pt idx="289">
                  <c:v>46118</c:v>
                </c:pt>
                <c:pt idx="290">
                  <c:v>46119</c:v>
                </c:pt>
                <c:pt idx="291">
                  <c:v>46120</c:v>
                </c:pt>
                <c:pt idx="292">
                  <c:v>46121</c:v>
                </c:pt>
                <c:pt idx="293">
                  <c:v>46122</c:v>
                </c:pt>
                <c:pt idx="294">
                  <c:v>46123</c:v>
                </c:pt>
                <c:pt idx="295">
                  <c:v>46124</c:v>
                </c:pt>
                <c:pt idx="296">
                  <c:v>46125</c:v>
                </c:pt>
                <c:pt idx="297">
                  <c:v>46126</c:v>
                </c:pt>
                <c:pt idx="298">
                  <c:v>46127</c:v>
                </c:pt>
                <c:pt idx="299">
                  <c:v>46128</c:v>
                </c:pt>
                <c:pt idx="300">
                  <c:v>46129</c:v>
                </c:pt>
                <c:pt idx="301">
                  <c:v>46130</c:v>
                </c:pt>
                <c:pt idx="302">
                  <c:v>46131</c:v>
                </c:pt>
                <c:pt idx="303">
                  <c:v>46132</c:v>
                </c:pt>
                <c:pt idx="304">
                  <c:v>46133</c:v>
                </c:pt>
                <c:pt idx="305">
                  <c:v>46134</c:v>
                </c:pt>
                <c:pt idx="306">
                  <c:v>46135</c:v>
                </c:pt>
                <c:pt idx="307">
                  <c:v>46136</c:v>
                </c:pt>
                <c:pt idx="308">
                  <c:v>46137</c:v>
                </c:pt>
                <c:pt idx="309">
                  <c:v>46138</c:v>
                </c:pt>
                <c:pt idx="310">
                  <c:v>46139</c:v>
                </c:pt>
                <c:pt idx="311">
                  <c:v>46140</c:v>
                </c:pt>
                <c:pt idx="312">
                  <c:v>46141</c:v>
                </c:pt>
                <c:pt idx="313">
                  <c:v>46142</c:v>
                </c:pt>
                <c:pt idx="314">
                  <c:v>46143</c:v>
                </c:pt>
                <c:pt idx="315">
                  <c:v>46144</c:v>
                </c:pt>
                <c:pt idx="316">
                  <c:v>46145</c:v>
                </c:pt>
                <c:pt idx="317">
                  <c:v>46146</c:v>
                </c:pt>
                <c:pt idx="318">
                  <c:v>46147</c:v>
                </c:pt>
                <c:pt idx="319">
                  <c:v>46148</c:v>
                </c:pt>
                <c:pt idx="320">
                  <c:v>46149</c:v>
                </c:pt>
                <c:pt idx="321">
                  <c:v>46150</c:v>
                </c:pt>
                <c:pt idx="322">
                  <c:v>46151</c:v>
                </c:pt>
                <c:pt idx="323">
                  <c:v>46152</c:v>
                </c:pt>
                <c:pt idx="324">
                  <c:v>46153</c:v>
                </c:pt>
                <c:pt idx="325">
                  <c:v>46154</c:v>
                </c:pt>
                <c:pt idx="326">
                  <c:v>46155</c:v>
                </c:pt>
                <c:pt idx="327">
                  <c:v>46156</c:v>
                </c:pt>
                <c:pt idx="328">
                  <c:v>46157</c:v>
                </c:pt>
                <c:pt idx="329">
                  <c:v>46158</c:v>
                </c:pt>
                <c:pt idx="330">
                  <c:v>46159</c:v>
                </c:pt>
                <c:pt idx="331">
                  <c:v>46160</c:v>
                </c:pt>
                <c:pt idx="332">
                  <c:v>46161</c:v>
                </c:pt>
                <c:pt idx="333">
                  <c:v>46162</c:v>
                </c:pt>
                <c:pt idx="334">
                  <c:v>46163</c:v>
                </c:pt>
                <c:pt idx="335">
                  <c:v>46164</c:v>
                </c:pt>
                <c:pt idx="336">
                  <c:v>46165</c:v>
                </c:pt>
                <c:pt idx="337">
                  <c:v>46166</c:v>
                </c:pt>
                <c:pt idx="338">
                  <c:v>46167</c:v>
                </c:pt>
                <c:pt idx="339">
                  <c:v>46168</c:v>
                </c:pt>
                <c:pt idx="340">
                  <c:v>46169</c:v>
                </c:pt>
                <c:pt idx="341">
                  <c:v>46170</c:v>
                </c:pt>
                <c:pt idx="342">
                  <c:v>46171</c:v>
                </c:pt>
                <c:pt idx="343">
                  <c:v>46172</c:v>
                </c:pt>
                <c:pt idx="344">
                  <c:v>46173</c:v>
                </c:pt>
                <c:pt idx="345">
                  <c:v>46174</c:v>
                </c:pt>
                <c:pt idx="346">
                  <c:v>46175</c:v>
                </c:pt>
                <c:pt idx="347">
                  <c:v>46176</c:v>
                </c:pt>
                <c:pt idx="348">
                  <c:v>46177</c:v>
                </c:pt>
                <c:pt idx="349">
                  <c:v>46178</c:v>
                </c:pt>
                <c:pt idx="350">
                  <c:v>46179</c:v>
                </c:pt>
                <c:pt idx="351">
                  <c:v>46180</c:v>
                </c:pt>
                <c:pt idx="352">
                  <c:v>46181</c:v>
                </c:pt>
                <c:pt idx="353">
                  <c:v>46182</c:v>
                </c:pt>
                <c:pt idx="354">
                  <c:v>46183</c:v>
                </c:pt>
                <c:pt idx="355">
                  <c:v>46184</c:v>
                </c:pt>
                <c:pt idx="356">
                  <c:v>46185</c:v>
                </c:pt>
                <c:pt idx="357">
                  <c:v>46186</c:v>
                </c:pt>
                <c:pt idx="358">
                  <c:v>46187</c:v>
                </c:pt>
                <c:pt idx="359">
                  <c:v>46188</c:v>
                </c:pt>
                <c:pt idx="360">
                  <c:v>46189</c:v>
                </c:pt>
                <c:pt idx="361">
                  <c:v>46190</c:v>
                </c:pt>
                <c:pt idx="362">
                  <c:v>46191</c:v>
                </c:pt>
                <c:pt idx="363">
                  <c:v>46192</c:v>
                </c:pt>
                <c:pt idx="364">
                  <c:v>46193</c:v>
                </c:pt>
              </c:numCache>
            </c:numRef>
          </c:cat>
          <c:val>
            <c:numRef>
              <c:f>'Total Voice'!$J$2:$J$366</c:f>
              <c:numCache>
                <c:formatCode>General</c:formatCode>
                <c:ptCount val="365"/>
                <c:pt idx="0">
                  <c:v>638855.55969999998</c:v>
                </c:pt>
                <c:pt idx="1">
                  <c:v>613869.93610000005</c:v>
                </c:pt>
                <c:pt idx="2">
                  <c:v>675931.8334</c:v>
                </c:pt>
                <c:pt idx="3">
                  <c:v>666647.03610000003</c:v>
                </c:pt>
                <c:pt idx="4">
                  <c:v>681523.14779999992</c:v>
                </c:pt>
                <c:pt idx="5">
                  <c:v>678110.96549999993</c:v>
                </c:pt>
                <c:pt idx="6">
                  <c:v>671752.62899999996</c:v>
                </c:pt>
                <c:pt idx="7">
                  <c:v>642132.71990000003</c:v>
                </c:pt>
                <c:pt idx="8">
                  <c:v>617444.24159999995</c:v>
                </c:pt>
                <c:pt idx="9">
                  <c:v>689030.57019999996</c:v>
                </c:pt>
                <c:pt idx="10">
                  <c:v>680269.13060000003</c:v>
                </c:pt>
                <c:pt idx="11">
                  <c:v>678844.28729999997</c:v>
                </c:pt>
                <c:pt idx="12">
                  <c:v>680862.29689999996</c:v>
                </c:pt>
                <c:pt idx="13">
                  <c:v>675382.58</c:v>
                </c:pt>
                <c:pt idx="14">
                  <c:v>640400.49120000005</c:v>
                </c:pt>
                <c:pt idx="15">
                  <c:v>624059.50589999999</c:v>
                </c:pt>
                <c:pt idx="16">
                  <c:v>687437.70829999994</c:v>
                </c:pt>
                <c:pt idx="17">
                  <c:v>681671.31660000002</c:v>
                </c:pt>
                <c:pt idx="18">
                  <c:v>686487.86869999999</c:v>
                </c:pt>
                <c:pt idx="19">
                  <c:v>582305.07649999997</c:v>
                </c:pt>
                <c:pt idx="20">
                  <c:v>731558.52179999999</c:v>
                </c:pt>
                <c:pt idx="21">
                  <c:v>646676.89170000004</c:v>
                </c:pt>
                <c:pt idx="22">
                  <c:v>621548.8219000001</c:v>
                </c:pt>
                <c:pt idx="23">
                  <c:v>691331.68350000004</c:v>
                </c:pt>
                <c:pt idx="24">
                  <c:v>687520.41700000002</c:v>
                </c:pt>
                <c:pt idx="25">
                  <c:v>675820.65830000001</c:v>
                </c:pt>
                <c:pt idx="26">
                  <c:v>677665.11459999997</c:v>
                </c:pt>
                <c:pt idx="27">
                  <c:v>673049.98230000003</c:v>
                </c:pt>
                <c:pt idx="28">
                  <c:v>635887.74609999999</c:v>
                </c:pt>
                <c:pt idx="29">
                  <c:v>615784.52499999991</c:v>
                </c:pt>
                <c:pt idx="30">
                  <c:v>676136.70279999997</c:v>
                </c:pt>
                <c:pt idx="31">
                  <c:v>672015.61439999996</c:v>
                </c:pt>
                <c:pt idx="32">
                  <c:v>673439.46250000002</c:v>
                </c:pt>
                <c:pt idx="33">
                  <c:v>670382.82059999998</c:v>
                </c:pt>
                <c:pt idx="34">
                  <c:v>673579.89859999996</c:v>
                </c:pt>
                <c:pt idx="35">
                  <c:v>636086.36040000001</c:v>
                </c:pt>
                <c:pt idx="36">
                  <c:v>613564.51729999995</c:v>
                </c:pt>
                <c:pt idx="37">
                  <c:v>676741.50419999997</c:v>
                </c:pt>
                <c:pt idx="38">
                  <c:v>674840.02639999997</c:v>
                </c:pt>
                <c:pt idx="39">
                  <c:v>676050.2892</c:v>
                </c:pt>
                <c:pt idx="40">
                  <c:v>677954.2453999999</c:v>
                </c:pt>
                <c:pt idx="41">
                  <c:v>669981.33279999997</c:v>
                </c:pt>
                <c:pt idx="42">
                  <c:v>630430.23790000007</c:v>
                </c:pt>
                <c:pt idx="43">
                  <c:v>616185.62650000001</c:v>
                </c:pt>
                <c:pt idx="44">
                  <c:v>672345.92220000003</c:v>
                </c:pt>
                <c:pt idx="45">
                  <c:v>677823.64630000002</c:v>
                </c:pt>
                <c:pt idx="46">
                  <c:v>675859.33039999998</c:v>
                </c:pt>
                <c:pt idx="47">
                  <c:v>679021.33830000006</c:v>
                </c:pt>
                <c:pt idx="48">
                  <c:v>568696.62309999997</c:v>
                </c:pt>
                <c:pt idx="49">
                  <c:v>622155.07880000002</c:v>
                </c:pt>
                <c:pt idx="50">
                  <c:v>615244.2513</c:v>
                </c:pt>
                <c:pt idx="51">
                  <c:v>678502.5577</c:v>
                </c:pt>
                <c:pt idx="52">
                  <c:v>672365.7023</c:v>
                </c:pt>
                <c:pt idx="53">
                  <c:v>666830.99239999999</c:v>
                </c:pt>
                <c:pt idx="54">
                  <c:v>666907.06940000004</c:v>
                </c:pt>
                <c:pt idx="55">
                  <c:v>661793.1155999999</c:v>
                </c:pt>
                <c:pt idx="56">
                  <c:v>633399.77710000006</c:v>
                </c:pt>
                <c:pt idx="57">
                  <c:v>618458.7304</c:v>
                </c:pt>
                <c:pt idx="58">
                  <c:v>679679.84220000007</c:v>
                </c:pt>
                <c:pt idx="59">
                  <c:v>677505.88809999998</c:v>
                </c:pt>
                <c:pt idx="60">
                  <c:v>671281.071</c:v>
                </c:pt>
                <c:pt idx="61">
                  <c:v>669528.72930000001</c:v>
                </c:pt>
                <c:pt idx="62">
                  <c:v>657900.77720000001</c:v>
                </c:pt>
                <c:pt idx="63">
                  <c:v>625444.36800000002</c:v>
                </c:pt>
                <c:pt idx="64">
                  <c:v>608025.53169999993</c:v>
                </c:pt>
                <c:pt idx="65">
                  <c:v>667396.02670000005</c:v>
                </c:pt>
                <c:pt idx="66">
                  <c:v>667740.97620000003</c:v>
                </c:pt>
                <c:pt idx="67">
                  <c:v>664456.18160000001</c:v>
                </c:pt>
                <c:pt idx="68">
                  <c:v>665043.72100000002</c:v>
                </c:pt>
                <c:pt idx="69">
                  <c:v>657706.70679999993</c:v>
                </c:pt>
                <c:pt idx="70">
                  <c:v>631563.5601</c:v>
                </c:pt>
                <c:pt idx="71">
                  <c:v>611942.92460000003</c:v>
                </c:pt>
                <c:pt idx="72">
                  <c:v>670496.84959999996</c:v>
                </c:pt>
                <c:pt idx="73">
                  <c:v>671631.99589999998</c:v>
                </c:pt>
                <c:pt idx="74">
                  <c:v>667576.99699999997</c:v>
                </c:pt>
                <c:pt idx="75">
                  <c:v>704826.01450000005</c:v>
                </c:pt>
                <c:pt idx="76">
                  <c:v>610813.47210000001</c:v>
                </c:pt>
                <c:pt idx="77">
                  <c:v>607072.73010000004</c:v>
                </c:pt>
                <c:pt idx="78">
                  <c:v>561208.18339999998</c:v>
                </c:pt>
                <c:pt idx="79">
                  <c:v>650899.87899999996</c:v>
                </c:pt>
                <c:pt idx="80">
                  <c:v>658055.20220000006</c:v>
                </c:pt>
                <c:pt idx="81">
                  <c:v>666648.70330000005</c:v>
                </c:pt>
                <c:pt idx="82">
                  <c:v>671641.34810000006</c:v>
                </c:pt>
                <c:pt idx="83">
                  <c:v>659733.84220000007</c:v>
                </c:pt>
                <c:pt idx="84">
                  <c:v>626435.50560000003</c:v>
                </c:pt>
                <c:pt idx="85">
                  <c:v>606948.95700000005</c:v>
                </c:pt>
                <c:pt idx="86">
                  <c:v>663194.84290000005</c:v>
                </c:pt>
                <c:pt idx="87">
                  <c:v>660430.15079999994</c:v>
                </c:pt>
                <c:pt idx="88">
                  <c:v>657162.26020000002</c:v>
                </c:pt>
                <c:pt idx="89">
                  <c:v>651791.2818</c:v>
                </c:pt>
                <c:pt idx="90">
                  <c:v>646024.39360000007</c:v>
                </c:pt>
                <c:pt idx="91">
                  <c:v>612661.92559999996</c:v>
                </c:pt>
                <c:pt idx="92">
                  <c:v>599757.2879</c:v>
                </c:pt>
                <c:pt idx="93">
                  <c:v>658271.48019999999</c:v>
                </c:pt>
                <c:pt idx="94">
                  <c:v>654982.92709999997</c:v>
                </c:pt>
                <c:pt idx="95">
                  <c:v>655917.97870000009</c:v>
                </c:pt>
                <c:pt idx="96">
                  <c:v>662606.50309999997</c:v>
                </c:pt>
                <c:pt idx="97">
                  <c:v>655179.15749999997</c:v>
                </c:pt>
                <c:pt idx="98">
                  <c:v>616337.92720000003</c:v>
                </c:pt>
                <c:pt idx="99">
                  <c:v>600443.49849999999</c:v>
                </c:pt>
                <c:pt idx="100">
                  <c:v>665903.84259999997</c:v>
                </c:pt>
                <c:pt idx="101">
                  <c:v>679338.40090000001</c:v>
                </c:pt>
                <c:pt idx="102">
                  <c:v>661821.51270000008</c:v>
                </c:pt>
                <c:pt idx="103">
                  <c:v>663737.86199999996</c:v>
                </c:pt>
                <c:pt idx="104">
                  <c:v>649128.74029999995</c:v>
                </c:pt>
                <c:pt idx="105">
                  <c:v>614963.69649999996</c:v>
                </c:pt>
                <c:pt idx="106">
                  <c:v>594803.17079999996</c:v>
                </c:pt>
                <c:pt idx="107">
                  <c:v>554383.00080000004</c:v>
                </c:pt>
                <c:pt idx="108">
                  <c:v>659177.54520000005</c:v>
                </c:pt>
                <c:pt idx="109">
                  <c:v>652091.22179999994</c:v>
                </c:pt>
                <c:pt idx="110">
                  <c:v>663204.95940000005</c:v>
                </c:pt>
                <c:pt idx="111">
                  <c:v>659074.84680000006</c:v>
                </c:pt>
                <c:pt idx="112">
                  <c:v>628073.71699999995</c:v>
                </c:pt>
                <c:pt idx="113">
                  <c:v>600848.98869999999</c:v>
                </c:pt>
                <c:pt idx="114">
                  <c:v>649261.83319999999</c:v>
                </c:pt>
                <c:pt idx="115">
                  <c:v>658386.50910000002</c:v>
                </c:pt>
                <c:pt idx="116">
                  <c:v>653758.03350000002</c:v>
                </c:pt>
                <c:pt idx="117">
                  <c:v>621127.48860000004</c:v>
                </c:pt>
                <c:pt idx="118">
                  <c:v>636988.00870000001</c:v>
                </c:pt>
                <c:pt idx="119">
                  <c:v>604057.53949999996</c:v>
                </c:pt>
                <c:pt idx="120">
                  <c:v>583955.64650000003</c:v>
                </c:pt>
                <c:pt idx="121">
                  <c:v>608155.54780000006</c:v>
                </c:pt>
                <c:pt idx="122">
                  <c:v>652641.28000000003</c:v>
                </c:pt>
                <c:pt idx="123">
                  <c:v>646590.22120000003</c:v>
                </c:pt>
                <c:pt idx="124">
                  <c:v>643217.28029999998</c:v>
                </c:pt>
                <c:pt idx="125">
                  <c:v>624017.14769999997</c:v>
                </c:pt>
                <c:pt idx="126">
                  <c:v>620832.91359999997</c:v>
                </c:pt>
                <c:pt idx="127">
                  <c:v>584465.27839999995</c:v>
                </c:pt>
                <c:pt idx="128">
                  <c:v>632420.80059999996</c:v>
                </c:pt>
                <c:pt idx="129">
                  <c:v>652191.24809999997</c:v>
                </c:pt>
                <c:pt idx="130">
                  <c:v>635079.88809999998</c:v>
                </c:pt>
                <c:pt idx="131">
                  <c:v>654555.01359999995</c:v>
                </c:pt>
                <c:pt idx="132">
                  <c:v>653218.38119999995</c:v>
                </c:pt>
                <c:pt idx="133">
                  <c:v>618396.72710000002</c:v>
                </c:pt>
                <c:pt idx="134">
                  <c:v>584142.82700000005</c:v>
                </c:pt>
                <c:pt idx="135">
                  <c:v>656486.0416</c:v>
                </c:pt>
                <c:pt idx="136">
                  <c:v>656534.59529999993</c:v>
                </c:pt>
                <c:pt idx="137">
                  <c:v>568937.48270000005</c:v>
                </c:pt>
                <c:pt idx="138">
                  <c:v>520609.33190000005</c:v>
                </c:pt>
                <c:pt idx="139">
                  <c:v>621867.36690000002</c:v>
                </c:pt>
                <c:pt idx="140">
                  <c:v>603035.05370000005</c:v>
                </c:pt>
                <c:pt idx="141">
                  <c:v>591252.55460000003</c:v>
                </c:pt>
                <c:pt idx="142">
                  <c:v>646879.34499999997</c:v>
                </c:pt>
                <c:pt idx="143">
                  <c:v>645494.33499999996</c:v>
                </c:pt>
                <c:pt idx="144">
                  <c:v>643086.55359999998</c:v>
                </c:pt>
                <c:pt idx="145">
                  <c:v>641067.65999999992</c:v>
                </c:pt>
                <c:pt idx="146">
                  <c:v>632284.83750000002</c:v>
                </c:pt>
                <c:pt idx="147">
                  <c:v>609528.65960000001</c:v>
                </c:pt>
                <c:pt idx="148">
                  <c:v>585553.99540000001</c:v>
                </c:pt>
                <c:pt idx="149">
                  <c:v>636509.12149999989</c:v>
                </c:pt>
                <c:pt idx="150">
                  <c:v>637820.90170000005</c:v>
                </c:pt>
                <c:pt idx="151">
                  <c:v>642492.46750000003</c:v>
                </c:pt>
                <c:pt idx="152">
                  <c:v>635882.65800000005</c:v>
                </c:pt>
                <c:pt idx="153">
                  <c:v>622158.39819999994</c:v>
                </c:pt>
                <c:pt idx="154">
                  <c:v>608470.88890000002</c:v>
                </c:pt>
                <c:pt idx="155">
                  <c:v>587585.57109999994</c:v>
                </c:pt>
                <c:pt idx="156">
                  <c:v>645486.50539999991</c:v>
                </c:pt>
                <c:pt idx="157">
                  <c:v>654064.78469999996</c:v>
                </c:pt>
                <c:pt idx="158">
                  <c:v>672788.52560000005</c:v>
                </c:pt>
                <c:pt idx="159">
                  <c:v>710335.95030000003</c:v>
                </c:pt>
                <c:pt idx="160">
                  <c:v>604160.6875</c:v>
                </c:pt>
                <c:pt idx="161">
                  <c:v>568863.68810000003</c:v>
                </c:pt>
                <c:pt idx="162">
                  <c:v>639470.92280000006</c:v>
                </c:pt>
                <c:pt idx="163">
                  <c:v>692869.17649999994</c:v>
                </c:pt>
                <c:pt idx="164">
                  <c:v>679363.00680000009</c:v>
                </c:pt>
                <c:pt idx="165">
                  <c:v>679994.81869999995</c:v>
                </c:pt>
                <c:pt idx="166">
                  <c:v>603406.68090000004</c:v>
                </c:pt>
                <c:pt idx="167">
                  <c:v>658044.08169999998</c:v>
                </c:pt>
                <c:pt idx="168">
                  <c:v>629121.49190000002</c:v>
                </c:pt>
                <c:pt idx="169">
                  <c:v>605982.97</c:v>
                </c:pt>
                <c:pt idx="170">
                  <c:v>667035.28960000002</c:v>
                </c:pt>
                <c:pt idx="171">
                  <c:v>665173.00029999996</c:v>
                </c:pt>
                <c:pt idx="172">
                  <c:v>657392.69270000001</c:v>
                </c:pt>
                <c:pt idx="173">
                  <c:v>663197.35560000001</c:v>
                </c:pt>
                <c:pt idx="174">
                  <c:v>647837.66910000006</c:v>
                </c:pt>
                <c:pt idx="175">
                  <c:v>620025.93559999997</c:v>
                </c:pt>
                <c:pt idx="176">
                  <c:v>605457.7013999999</c:v>
                </c:pt>
                <c:pt idx="177">
                  <c:v>660464.69849999994</c:v>
                </c:pt>
                <c:pt idx="178">
                  <c:v>660326.83490000002</c:v>
                </c:pt>
                <c:pt idx="179">
                  <c:v>657013.54489999998</c:v>
                </c:pt>
                <c:pt idx="180">
                  <c:v>666891.07400000002</c:v>
                </c:pt>
                <c:pt idx="181">
                  <c:v>659098.02439999999</c:v>
                </c:pt>
                <c:pt idx="182">
                  <c:v>622759.24190000002</c:v>
                </c:pt>
                <c:pt idx="183">
                  <c:v>597575.15989999997</c:v>
                </c:pt>
                <c:pt idx="184">
                  <c:v>654229.07609999995</c:v>
                </c:pt>
                <c:pt idx="185">
                  <c:v>656259.02899999998</c:v>
                </c:pt>
                <c:pt idx="186">
                  <c:v>650263.28040000005</c:v>
                </c:pt>
                <c:pt idx="187">
                  <c:v>586482.85499999998</c:v>
                </c:pt>
                <c:pt idx="188">
                  <c:v>628772.74170000001</c:v>
                </c:pt>
                <c:pt idx="189">
                  <c:v>607635.69799999997</c:v>
                </c:pt>
                <c:pt idx="190">
                  <c:v>591724.53189999994</c:v>
                </c:pt>
                <c:pt idx="191">
                  <c:v>655748.14159999997</c:v>
                </c:pt>
                <c:pt idx="192">
                  <c:v>660162.49569999997</c:v>
                </c:pt>
                <c:pt idx="193">
                  <c:v>670258.27830000001</c:v>
                </c:pt>
                <c:pt idx="194">
                  <c:v>748223.93660000002</c:v>
                </c:pt>
                <c:pt idx="195">
                  <c:v>643657.37299999991</c:v>
                </c:pt>
                <c:pt idx="196">
                  <c:v>556546.63309999998</c:v>
                </c:pt>
                <c:pt idx="197">
                  <c:v>594717.96760000009</c:v>
                </c:pt>
                <c:pt idx="198">
                  <c:v>656946.98270000005</c:v>
                </c:pt>
                <c:pt idx="199">
                  <c:v>659545.7267</c:v>
                </c:pt>
                <c:pt idx="200">
                  <c:v>641120.16259999992</c:v>
                </c:pt>
                <c:pt idx="201">
                  <c:v>645256.44039999996</c:v>
                </c:pt>
                <c:pt idx="202">
                  <c:v>645379.80599999998</c:v>
                </c:pt>
                <c:pt idx="203">
                  <c:v>605832.40730000008</c:v>
                </c:pt>
                <c:pt idx="204">
                  <c:v>591499.72530000005</c:v>
                </c:pt>
                <c:pt idx="205">
                  <c:v>655227.58640000003</c:v>
                </c:pt>
                <c:pt idx="206">
                  <c:v>643891.27250000008</c:v>
                </c:pt>
                <c:pt idx="207">
                  <c:v>648383.36329999997</c:v>
                </c:pt>
                <c:pt idx="208">
                  <c:v>604087.7834999999</c:v>
                </c:pt>
                <c:pt idx="209">
                  <c:v>627662.62589999998</c:v>
                </c:pt>
                <c:pt idx="210">
                  <c:v>598626.92260000005</c:v>
                </c:pt>
                <c:pt idx="211">
                  <c:v>581488.6213</c:v>
                </c:pt>
                <c:pt idx="212">
                  <c:v>643295.55469999998</c:v>
                </c:pt>
                <c:pt idx="213">
                  <c:v>645205.2942</c:v>
                </c:pt>
                <c:pt idx="214">
                  <c:v>647538.40020000003</c:v>
                </c:pt>
                <c:pt idx="215">
                  <c:v>640781.20479999995</c:v>
                </c:pt>
                <c:pt idx="216">
                  <c:v>637545.31030000001</c:v>
                </c:pt>
                <c:pt idx="217">
                  <c:v>606346.43060000008</c:v>
                </c:pt>
                <c:pt idx="218">
                  <c:v>568301.27480000001</c:v>
                </c:pt>
                <c:pt idx="219">
                  <c:v>625967.00749999995</c:v>
                </c:pt>
                <c:pt idx="220">
                  <c:v>649309.13379999995</c:v>
                </c:pt>
                <c:pt idx="221">
                  <c:v>648984.90529999998</c:v>
                </c:pt>
                <c:pt idx="222">
                  <c:v>623235.32829999994</c:v>
                </c:pt>
                <c:pt idx="223">
                  <c:v>642438.83490000002</c:v>
                </c:pt>
                <c:pt idx="224">
                  <c:v>619483.14910000004</c:v>
                </c:pt>
                <c:pt idx="225">
                  <c:v>553002.90689999994</c:v>
                </c:pt>
                <c:pt idx="226">
                  <c:v>655882.20750000002</c:v>
                </c:pt>
                <c:pt idx="227">
                  <c:v>650811.01500000001</c:v>
                </c:pt>
                <c:pt idx="228">
                  <c:v>590084.25670000003</c:v>
                </c:pt>
                <c:pt idx="229">
                  <c:v>644195.46429999999</c:v>
                </c:pt>
                <c:pt idx="230">
                  <c:v>632034.3247</c:v>
                </c:pt>
                <c:pt idx="231">
                  <c:v>599007.35899999994</c:v>
                </c:pt>
                <c:pt idx="232">
                  <c:v>574286.54220000003</c:v>
                </c:pt>
                <c:pt idx="233">
                  <c:v>634366.70090000005</c:v>
                </c:pt>
                <c:pt idx="234">
                  <c:v>641587.49970000004</c:v>
                </c:pt>
                <c:pt idx="235">
                  <c:v>639198.87760000001</c:v>
                </c:pt>
                <c:pt idx="236">
                  <c:v>634402.61840000004</c:v>
                </c:pt>
                <c:pt idx="237">
                  <c:v>636900.39769999997</c:v>
                </c:pt>
                <c:pt idx="238">
                  <c:v>607021.45120000001</c:v>
                </c:pt>
                <c:pt idx="239">
                  <c:v>576010.1189</c:v>
                </c:pt>
                <c:pt idx="240">
                  <c:v>626532.13650000002</c:v>
                </c:pt>
                <c:pt idx="241">
                  <c:v>631952.3321</c:v>
                </c:pt>
                <c:pt idx="242">
                  <c:v>630048.10690000001</c:v>
                </c:pt>
                <c:pt idx="243">
                  <c:v>612007.9044</c:v>
                </c:pt>
                <c:pt idx="244">
                  <c:v>616479.93839999998</c:v>
                </c:pt>
                <c:pt idx="245">
                  <c:v>584831.65250000008</c:v>
                </c:pt>
                <c:pt idx="246">
                  <c:v>577013.9351</c:v>
                </c:pt>
                <c:pt idx="247">
                  <c:v>623795.98469999991</c:v>
                </c:pt>
                <c:pt idx="248">
                  <c:v>627109.77170000004</c:v>
                </c:pt>
                <c:pt idx="249">
                  <c:v>626756.74530000007</c:v>
                </c:pt>
                <c:pt idx="250">
                  <c:v>634349.19350000005</c:v>
                </c:pt>
                <c:pt idx="251">
                  <c:v>630427.50950000004</c:v>
                </c:pt>
                <c:pt idx="252">
                  <c:v>608901.79269999999</c:v>
                </c:pt>
                <c:pt idx="253">
                  <c:v>590772.4804</c:v>
                </c:pt>
                <c:pt idx="254">
                  <c:v>544608.50650000002</c:v>
                </c:pt>
                <c:pt idx="255">
                  <c:v>641820.01509999996</c:v>
                </c:pt>
                <c:pt idx="256">
                  <c:v>634120.73250000004</c:v>
                </c:pt>
                <c:pt idx="257">
                  <c:v>628297.1973</c:v>
                </c:pt>
                <c:pt idx="258">
                  <c:v>627881.41850000003</c:v>
                </c:pt>
                <c:pt idx="259">
                  <c:v>599145.8358</c:v>
                </c:pt>
                <c:pt idx="260">
                  <c:v>577868.85080000001</c:v>
                </c:pt>
                <c:pt idx="261">
                  <c:v>637867.4486</c:v>
                </c:pt>
                <c:pt idx="262">
                  <c:v>648661.8541</c:v>
                </c:pt>
                <c:pt idx="263">
                  <c:v>646229.77399999998</c:v>
                </c:pt>
                <c:pt idx="264">
                  <c:v>644509.42229999998</c:v>
                </c:pt>
                <c:pt idx="265">
                  <c:v>638034.32660000003</c:v>
                </c:pt>
                <c:pt idx="266">
                  <c:v>611938.5699</c:v>
                </c:pt>
                <c:pt idx="267">
                  <c:v>611372.43429999996</c:v>
                </c:pt>
                <c:pt idx="268">
                  <c:v>669471.35609999998</c:v>
                </c:pt>
                <c:pt idx="269">
                  <c:v>671310.63390000002</c:v>
                </c:pt>
                <c:pt idx="270">
                  <c:v>643865.5773</c:v>
                </c:pt>
                <c:pt idx="271">
                  <c:v>656746.58829999994</c:v>
                </c:pt>
                <c:pt idx="272">
                  <c:v>649187.56000000006</c:v>
                </c:pt>
                <c:pt idx="273">
                  <c:v>607222.99210000003</c:v>
                </c:pt>
                <c:pt idx="274">
                  <c:v>593656.02769999998</c:v>
                </c:pt>
                <c:pt idx="275">
                  <c:v>654115.89749999996</c:v>
                </c:pt>
                <c:pt idx="276">
                  <c:v>652418.48459999997</c:v>
                </c:pt>
                <c:pt idx="277">
                  <c:v>634633.84700000007</c:v>
                </c:pt>
                <c:pt idx="278">
                  <c:v>655515.15480000002</c:v>
                </c:pt>
                <c:pt idx="279">
                  <c:v>644991.14899999998</c:v>
                </c:pt>
                <c:pt idx="280">
                  <c:v>612220.98670000001</c:v>
                </c:pt>
                <c:pt idx="281">
                  <c:v>593956.10930000001</c:v>
                </c:pt>
                <c:pt idx="282">
                  <c:v>657292.50040000002</c:v>
                </c:pt>
                <c:pt idx="283">
                  <c:v>662557.47019999998</c:v>
                </c:pt>
                <c:pt idx="284">
                  <c:v>620164.48790000007</c:v>
                </c:pt>
                <c:pt idx="285">
                  <c:v>645211.35809999995</c:v>
                </c:pt>
                <c:pt idx="286">
                  <c:v>604459.73970000003</c:v>
                </c:pt>
                <c:pt idx="287">
                  <c:v>604068.72019999998</c:v>
                </c:pt>
                <c:pt idx="288">
                  <c:v>593470.71340000001</c:v>
                </c:pt>
                <c:pt idx="289">
                  <c:v>652985.01799999992</c:v>
                </c:pt>
                <c:pt idx="290">
                  <c:v>655472.18640000001</c:v>
                </c:pt>
                <c:pt idx="291">
                  <c:v>654752.3273</c:v>
                </c:pt>
                <c:pt idx="292">
                  <c:v>660827.60869999998</c:v>
                </c:pt>
                <c:pt idx="293">
                  <c:v>662207.62829999998</c:v>
                </c:pt>
                <c:pt idx="294">
                  <c:v>618794.28480000002</c:v>
                </c:pt>
                <c:pt idx="295">
                  <c:v>567029.1388999999</c:v>
                </c:pt>
                <c:pt idx="296">
                  <c:v>513223.98549999995</c:v>
                </c:pt>
                <c:pt idx="297">
                  <c:v>542261.14439999999</c:v>
                </c:pt>
                <c:pt idx="298">
                  <c:v>517930.85800000001</c:v>
                </c:pt>
                <c:pt idx="299">
                  <c:v>539308.75900000008</c:v>
                </c:pt>
                <c:pt idx="300">
                  <c:v>556864.32369999995</c:v>
                </c:pt>
                <c:pt idx="301">
                  <c:v>556932.90359999996</c:v>
                </c:pt>
                <c:pt idx="302">
                  <c:v>559756.59440000006</c:v>
                </c:pt>
                <c:pt idx="303">
                  <c:v>621658.22979999997</c:v>
                </c:pt>
                <c:pt idx="304">
                  <c:v>641742.65549999999</c:v>
                </c:pt>
                <c:pt idx="305">
                  <c:v>634379.17760000005</c:v>
                </c:pt>
                <c:pt idx="306">
                  <c:v>637923.6703</c:v>
                </c:pt>
                <c:pt idx="307">
                  <c:v>643740.21830000007</c:v>
                </c:pt>
                <c:pt idx="308">
                  <c:v>604389.43849999993</c:v>
                </c:pt>
                <c:pt idx="309">
                  <c:v>574246.64480000001</c:v>
                </c:pt>
                <c:pt idx="310">
                  <c:v>637986.33660000004</c:v>
                </c:pt>
                <c:pt idx="311">
                  <c:v>638821.10720000009</c:v>
                </c:pt>
                <c:pt idx="312">
                  <c:v>636599.10179999995</c:v>
                </c:pt>
                <c:pt idx="313">
                  <c:v>649431.13069999998</c:v>
                </c:pt>
                <c:pt idx="314">
                  <c:v>543434.67139999999</c:v>
                </c:pt>
                <c:pt idx="315">
                  <c:v>587104.8541</c:v>
                </c:pt>
                <c:pt idx="316">
                  <c:v>578656.43660000002</c:v>
                </c:pt>
                <c:pt idx="317">
                  <c:v>640585.21719999996</c:v>
                </c:pt>
                <c:pt idx="318">
                  <c:v>641982.58199999994</c:v>
                </c:pt>
                <c:pt idx="319">
                  <c:v>629589.04110000003</c:v>
                </c:pt>
                <c:pt idx="320">
                  <c:v>630013.69149999996</c:v>
                </c:pt>
                <c:pt idx="321">
                  <c:v>623548.44299999997</c:v>
                </c:pt>
                <c:pt idx="322">
                  <c:v>596857.18200000003</c:v>
                </c:pt>
                <c:pt idx="323">
                  <c:v>579875.72380000004</c:v>
                </c:pt>
                <c:pt idx="324">
                  <c:v>638604.41629999992</c:v>
                </c:pt>
                <c:pt idx="325">
                  <c:v>631846.54399999999</c:v>
                </c:pt>
                <c:pt idx="326">
                  <c:v>652209.01630000002</c:v>
                </c:pt>
                <c:pt idx="327">
                  <c:v>628306.30339999998</c:v>
                </c:pt>
                <c:pt idx="328">
                  <c:v>622961.80459999992</c:v>
                </c:pt>
                <c:pt idx="329">
                  <c:v>589937.89419999998</c:v>
                </c:pt>
                <c:pt idx="330">
                  <c:v>574058.3456</c:v>
                </c:pt>
                <c:pt idx="331">
                  <c:v>636556.83929999999</c:v>
                </c:pt>
                <c:pt idx="332">
                  <c:v>638189.29450000008</c:v>
                </c:pt>
                <c:pt idx="333">
                  <c:v>642215.55070000002</c:v>
                </c:pt>
                <c:pt idx="334">
                  <c:v>637823.1202</c:v>
                </c:pt>
                <c:pt idx="335">
                  <c:v>656451.74190000002</c:v>
                </c:pt>
                <c:pt idx="336">
                  <c:v>602332.17559999996</c:v>
                </c:pt>
                <c:pt idx="337">
                  <c:v>584011.57660000003</c:v>
                </c:pt>
                <c:pt idx="338">
                  <c:v>648294.49919999996</c:v>
                </c:pt>
                <c:pt idx="339">
                  <c:v>644788.42289999989</c:v>
                </c:pt>
                <c:pt idx="340">
                  <c:v>641140.52520000003</c:v>
                </c:pt>
                <c:pt idx="341">
                  <c:v>605420.17249999999</c:v>
                </c:pt>
                <c:pt idx="342">
                  <c:v>625256.83329999994</c:v>
                </c:pt>
                <c:pt idx="343">
                  <c:v>496544.05619999999</c:v>
                </c:pt>
                <c:pt idx="344">
                  <c:v>553464.90560000006</c:v>
                </c:pt>
                <c:pt idx="345">
                  <c:v>641675.91159999999</c:v>
                </c:pt>
                <c:pt idx="346">
                  <c:v>648430.30520000006</c:v>
                </c:pt>
                <c:pt idx="347">
                  <c:v>644761.77399999998</c:v>
                </c:pt>
                <c:pt idx="348">
                  <c:v>636416.1605</c:v>
                </c:pt>
                <c:pt idx="349">
                  <c:v>625080.01069999998</c:v>
                </c:pt>
                <c:pt idx="350">
                  <c:v>594705.41460000002</c:v>
                </c:pt>
                <c:pt idx="351">
                  <c:v>572064.65060000005</c:v>
                </c:pt>
                <c:pt idx="352">
                  <c:v>627528.17590000003</c:v>
                </c:pt>
                <c:pt idx="353">
                  <c:v>621547.20449999999</c:v>
                </c:pt>
                <c:pt idx="354">
                  <c:v>625884.77870000002</c:v>
                </c:pt>
                <c:pt idx="355">
                  <c:v>621768.20689999999</c:v>
                </c:pt>
                <c:pt idx="356">
                  <c:v>616397.6899</c:v>
                </c:pt>
                <c:pt idx="357">
                  <c:v>580993.49939999997</c:v>
                </c:pt>
                <c:pt idx="358">
                  <c:v>558663.50509999995</c:v>
                </c:pt>
                <c:pt idx="359">
                  <c:v>618343.5172</c:v>
                </c:pt>
                <c:pt idx="360">
                  <c:v>617956.24540000001</c:v>
                </c:pt>
                <c:pt idx="361">
                  <c:v>613333.06660000002</c:v>
                </c:pt>
                <c:pt idx="362">
                  <c:v>618554.21980000008</c:v>
                </c:pt>
                <c:pt idx="363">
                  <c:v>616514.81239999994</c:v>
                </c:pt>
                <c:pt idx="364">
                  <c:v>622093.66390000004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E9E4-4764-95A0-4F8262B60CCB}"/>
            </c:ext>
          </c:extLst>
        </c:ser>
        <c:ser>
          <c:idx val="1"/>
          <c:order val="1"/>
          <c:tx>
            <c:strRef>
              <c:f>'Total Voice'!$K$1</c:f>
              <c:strCache>
                <c:ptCount val="1"/>
                <c:pt idx="0">
                  <c:v>Total North East Voice Traffic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Ref>
              <c:f>'Total Voice'!$A$2:$A$366</c:f>
              <c:numCache>
                <c:formatCode>m/d/yyyy</c:formatCode>
                <c:ptCount val="365"/>
                <c:pt idx="0">
                  <c:v>45829</c:v>
                </c:pt>
                <c:pt idx="1">
                  <c:v>45830</c:v>
                </c:pt>
                <c:pt idx="2">
                  <c:v>45831</c:v>
                </c:pt>
                <c:pt idx="3">
                  <c:v>45832</c:v>
                </c:pt>
                <c:pt idx="4">
                  <c:v>45833</c:v>
                </c:pt>
                <c:pt idx="5">
                  <c:v>45834</c:v>
                </c:pt>
                <c:pt idx="6">
                  <c:v>45835</c:v>
                </c:pt>
                <c:pt idx="7">
                  <c:v>45836</c:v>
                </c:pt>
                <c:pt idx="8">
                  <c:v>45837</c:v>
                </c:pt>
                <c:pt idx="9">
                  <c:v>45838</c:v>
                </c:pt>
                <c:pt idx="10">
                  <c:v>45839</c:v>
                </c:pt>
                <c:pt idx="11">
                  <c:v>45840</c:v>
                </c:pt>
                <c:pt idx="12">
                  <c:v>45841</c:v>
                </c:pt>
                <c:pt idx="13">
                  <c:v>45842</c:v>
                </c:pt>
                <c:pt idx="14">
                  <c:v>45843</c:v>
                </c:pt>
                <c:pt idx="15">
                  <c:v>45844</c:v>
                </c:pt>
                <c:pt idx="16">
                  <c:v>45845</c:v>
                </c:pt>
                <c:pt idx="17">
                  <c:v>45846</c:v>
                </c:pt>
                <c:pt idx="18">
                  <c:v>45847</c:v>
                </c:pt>
                <c:pt idx="19">
                  <c:v>45848</c:v>
                </c:pt>
                <c:pt idx="20">
                  <c:v>45849</c:v>
                </c:pt>
                <c:pt idx="21">
                  <c:v>45850</c:v>
                </c:pt>
                <c:pt idx="22">
                  <c:v>45851</c:v>
                </c:pt>
                <c:pt idx="23">
                  <c:v>45852</c:v>
                </c:pt>
                <c:pt idx="24">
                  <c:v>45853</c:v>
                </c:pt>
                <c:pt idx="25">
                  <c:v>45854</c:v>
                </c:pt>
                <c:pt idx="26">
                  <c:v>45855</c:v>
                </c:pt>
                <c:pt idx="27">
                  <c:v>45856</c:v>
                </c:pt>
                <c:pt idx="28">
                  <c:v>45857</c:v>
                </c:pt>
                <c:pt idx="29">
                  <c:v>45858</c:v>
                </c:pt>
                <c:pt idx="30">
                  <c:v>45859</c:v>
                </c:pt>
                <c:pt idx="31">
                  <c:v>45860</c:v>
                </c:pt>
                <c:pt idx="32">
                  <c:v>45861</c:v>
                </c:pt>
                <c:pt idx="33">
                  <c:v>45862</c:v>
                </c:pt>
                <c:pt idx="34">
                  <c:v>45863</c:v>
                </c:pt>
                <c:pt idx="35">
                  <c:v>45864</c:v>
                </c:pt>
                <c:pt idx="36">
                  <c:v>45865</c:v>
                </c:pt>
                <c:pt idx="37">
                  <c:v>45866</c:v>
                </c:pt>
                <c:pt idx="38">
                  <c:v>45867</c:v>
                </c:pt>
                <c:pt idx="39">
                  <c:v>45868</c:v>
                </c:pt>
                <c:pt idx="40">
                  <c:v>45869</c:v>
                </c:pt>
                <c:pt idx="41">
                  <c:v>45870</c:v>
                </c:pt>
                <c:pt idx="42">
                  <c:v>45871</c:v>
                </c:pt>
                <c:pt idx="43">
                  <c:v>45872</c:v>
                </c:pt>
                <c:pt idx="44">
                  <c:v>45873</c:v>
                </c:pt>
                <c:pt idx="45">
                  <c:v>45874</c:v>
                </c:pt>
                <c:pt idx="46">
                  <c:v>45875</c:v>
                </c:pt>
                <c:pt idx="47">
                  <c:v>45876</c:v>
                </c:pt>
                <c:pt idx="48">
                  <c:v>45877</c:v>
                </c:pt>
                <c:pt idx="49">
                  <c:v>45878</c:v>
                </c:pt>
                <c:pt idx="50">
                  <c:v>45879</c:v>
                </c:pt>
                <c:pt idx="51">
                  <c:v>45880</c:v>
                </c:pt>
                <c:pt idx="52">
                  <c:v>45881</c:v>
                </c:pt>
                <c:pt idx="53">
                  <c:v>45882</c:v>
                </c:pt>
                <c:pt idx="54">
                  <c:v>45883</c:v>
                </c:pt>
                <c:pt idx="55">
                  <c:v>45884</c:v>
                </c:pt>
                <c:pt idx="56">
                  <c:v>45885</c:v>
                </c:pt>
                <c:pt idx="57">
                  <c:v>45886</c:v>
                </c:pt>
                <c:pt idx="58">
                  <c:v>45887</c:v>
                </c:pt>
                <c:pt idx="59">
                  <c:v>45888</c:v>
                </c:pt>
                <c:pt idx="60">
                  <c:v>45889</c:v>
                </c:pt>
                <c:pt idx="61">
                  <c:v>45890</c:v>
                </c:pt>
                <c:pt idx="62">
                  <c:v>45891</c:v>
                </c:pt>
                <c:pt idx="63">
                  <c:v>45892</c:v>
                </c:pt>
                <c:pt idx="64">
                  <c:v>45893</c:v>
                </c:pt>
                <c:pt idx="65">
                  <c:v>45894</c:v>
                </c:pt>
                <c:pt idx="66">
                  <c:v>45895</c:v>
                </c:pt>
                <c:pt idx="67">
                  <c:v>45896</c:v>
                </c:pt>
                <c:pt idx="68">
                  <c:v>45897</c:v>
                </c:pt>
                <c:pt idx="69">
                  <c:v>45898</c:v>
                </c:pt>
                <c:pt idx="70">
                  <c:v>45899</c:v>
                </c:pt>
                <c:pt idx="71">
                  <c:v>45900</c:v>
                </c:pt>
                <c:pt idx="72">
                  <c:v>45901</c:v>
                </c:pt>
                <c:pt idx="73">
                  <c:v>45902</c:v>
                </c:pt>
                <c:pt idx="74">
                  <c:v>45903</c:v>
                </c:pt>
                <c:pt idx="75">
                  <c:v>45904</c:v>
                </c:pt>
                <c:pt idx="76">
                  <c:v>45905</c:v>
                </c:pt>
                <c:pt idx="77">
                  <c:v>45906</c:v>
                </c:pt>
                <c:pt idx="78">
                  <c:v>45907</c:v>
                </c:pt>
                <c:pt idx="79">
                  <c:v>45908</c:v>
                </c:pt>
                <c:pt idx="80">
                  <c:v>45909</c:v>
                </c:pt>
                <c:pt idx="81">
                  <c:v>45910</c:v>
                </c:pt>
                <c:pt idx="82">
                  <c:v>45911</c:v>
                </c:pt>
                <c:pt idx="83">
                  <c:v>45912</c:v>
                </c:pt>
                <c:pt idx="84">
                  <c:v>45913</c:v>
                </c:pt>
                <c:pt idx="85">
                  <c:v>45914</c:v>
                </c:pt>
                <c:pt idx="86">
                  <c:v>45915</c:v>
                </c:pt>
                <c:pt idx="87">
                  <c:v>45916</c:v>
                </c:pt>
                <c:pt idx="88">
                  <c:v>45917</c:v>
                </c:pt>
                <c:pt idx="89">
                  <c:v>45918</c:v>
                </c:pt>
                <c:pt idx="90">
                  <c:v>45919</c:v>
                </c:pt>
                <c:pt idx="91">
                  <c:v>45920</c:v>
                </c:pt>
                <c:pt idx="92">
                  <c:v>45921</c:v>
                </c:pt>
                <c:pt idx="93">
                  <c:v>45922</c:v>
                </c:pt>
                <c:pt idx="94">
                  <c:v>45923</c:v>
                </c:pt>
                <c:pt idx="95">
                  <c:v>45924</c:v>
                </c:pt>
                <c:pt idx="96">
                  <c:v>45925</c:v>
                </c:pt>
                <c:pt idx="97">
                  <c:v>45926</c:v>
                </c:pt>
                <c:pt idx="98">
                  <c:v>45927</c:v>
                </c:pt>
                <c:pt idx="99">
                  <c:v>45928</c:v>
                </c:pt>
                <c:pt idx="100">
                  <c:v>45929</c:v>
                </c:pt>
                <c:pt idx="101">
                  <c:v>45930</c:v>
                </c:pt>
                <c:pt idx="102">
                  <c:v>45931</c:v>
                </c:pt>
                <c:pt idx="103">
                  <c:v>45932</c:v>
                </c:pt>
                <c:pt idx="104">
                  <c:v>45933</c:v>
                </c:pt>
                <c:pt idx="105">
                  <c:v>45934</c:v>
                </c:pt>
                <c:pt idx="106">
                  <c:v>45935</c:v>
                </c:pt>
                <c:pt idx="107">
                  <c:v>45936</c:v>
                </c:pt>
                <c:pt idx="108">
                  <c:v>45937</c:v>
                </c:pt>
                <c:pt idx="109">
                  <c:v>45938</c:v>
                </c:pt>
                <c:pt idx="110">
                  <c:v>45939</c:v>
                </c:pt>
                <c:pt idx="111">
                  <c:v>45940</c:v>
                </c:pt>
                <c:pt idx="112">
                  <c:v>45941</c:v>
                </c:pt>
                <c:pt idx="113">
                  <c:v>45942</c:v>
                </c:pt>
                <c:pt idx="114">
                  <c:v>45943</c:v>
                </c:pt>
                <c:pt idx="115">
                  <c:v>45944</c:v>
                </c:pt>
                <c:pt idx="116">
                  <c:v>45945</c:v>
                </c:pt>
                <c:pt idx="117">
                  <c:v>45946</c:v>
                </c:pt>
                <c:pt idx="118">
                  <c:v>45947</c:v>
                </c:pt>
                <c:pt idx="119">
                  <c:v>45948</c:v>
                </c:pt>
                <c:pt idx="120">
                  <c:v>45949</c:v>
                </c:pt>
                <c:pt idx="121">
                  <c:v>45950</c:v>
                </c:pt>
                <c:pt idx="122">
                  <c:v>45951</c:v>
                </c:pt>
                <c:pt idx="123">
                  <c:v>45952</c:v>
                </c:pt>
                <c:pt idx="124">
                  <c:v>45953</c:v>
                </c:pt>
                <c:pt idx="125">
                  <c:v>45954</c:v>
                </c:pt>
                <c:pt idx="126">
                  <c:v>45955</c:v>
                </c:pt>
                <c:pt idx="127">
                  <c:v>45956</c:v>
                </c:pt>
                <c:pt idx="128">
                  <c:v>45957</c:v>
                </c:pt>
                <c:pt idx="129">
                  <c:v>45958</c:v>
                </c:pt>
                <c:pt idx="130">
                  <c:v>45959</c:v>
                </c:pt>
                <c:pt idx="131">
                  <c:v>45960</c:v>
                </c:pt>
                <c:pt idx="132">
                  <c:v>45961</c:v>
                </c:pt>
                <c:pt idx="133">
                  <c:v>45962</c:v>
                </c:pt>
                <c:pt idx="134">
                  <c:v>45963</c:v>
                </c:pt>
                <c:pt idx="135">
                  <c:v>45964</c:v>
                </c:pt>
                <c:pt idx="136">
                  <c:v>45965</c:v>
                </c:pt>
                <c:pt idx="137">
                  <c:v>45966</c:v>
                </c:pt>
                <c:pt idx="138">
                  <c:v>45967</c:v>
                </c:pt>
                <c:pt idx="139">
                  <c:v>45968</c:v>
                </c:pt>
                <c:pt idx="140">
                  <c:v>45969</c:v>
                </c:pt>
                <c:pt idx="141">
                  <c:v>45970</c:v>
                </c:pt>
                <c:pt idx="142">
                  <c:v>45971</c:v>
                </c:pt>
                <c:pt idx="143">
                  <c:v>45972</c:v>
                </c:pt>
                <c:pt idx="144">
                  <c:v>45973</c:v>
                </c:pt>
                <c:pt idx="145">
                  <c:v>45974</c:v>
                </c:pt>
                <c:pt idx="146">
                  <c:v>45975</c:v>
                </c:pt>
                <c:pt idx="147">
                  <c:v>45976</c:v>
                </c:pt>
                <c:pt idx="148">
                  <c:v>45977</c:v>
                </c:pt>
                <c:pt idx="149">
                  <c:v>45978</c:v>
                </c:pt>
                <c:pt idx="150">
                  <c:v>45979</c:v>
                </c:pt>
                <c:pt idx="151">
                  <c:v>45980</c:v>
                </c:pt>
                <c:pt idx="152">
                  <c:v>45981</c:v>
                </c:pt>
                <c:pt idx="153">
                  <c:v>45982</c:v>
                </c:pt>
                <c:pt idx="154">
                  <c:v>45983</c:v>
                </c:pt>
                <c:pt idx="155">
                  <c:v>45984</c:v>
                </c:pt>
                <c:pt idx="156">
                  <c:v>45985</c:v>
                </c:pt>
                <c:pt idx="157">
                  <c:v>45986</c:v>
                </c:pt>
                <c:pt idx="158">
                  <c:v>45987</c:v>
                </c:pt>
                <c:pt idx="159">
                  <c:v>45988</c:v>
                </c:pt>
                <c:pt idx="160">
                  <c:v>45989</c:v>
                </c:pt>
                <c:pt idx="161">
                  <c:v>45990</c:v>
                </c:pt>
                <c:pt idx="162">
                  <c:v>45991</c:v>
                </c:pt>
                <c:pt idx="163">
                  <c:v>45992</c:v>
                </c:pt>
                <c:pt idx="164">
                  <c:v>45993</c:v>
                </c:pt>
                <c:pt idx="165">
                  <c:v>45994</c:v>
                </c:pt>
                <c:pt idx="166">
                  <c:v>45995</c:v>
                </c:pt>
                <c:pt idx="167">
                  <c:v>45996</c:v>
                </c:pt>
                <c:pt idx="168">
                  <c:v>45997</c:v>
                </c:pt>
                <c:pt idx="169">
                  <c:v>45998</c:v>
                </c:pt>
                <c:pt idx="170">
                  <c:v>45999</c:v>
                </c:pt>
                <c:pt idx="171">
                  <c:v>46000</c:v>
                </c:pt>
                <c:pt idx="172">
                  <c:v>46001</c:v>
                </c:pt>
                <c:pt idx="173">
                  <c:v>46002</c:v>
                </c:pt>
                <c:pt idx="174">
                  <c:v>46003</c:v>
                </c:pt>
                <c:pt idx="175">
                  <c:v>46004</c:v>
                </c:pt>
                <c:pt idx="176">
                  <c:v>46005</c:v>
                </c:pt>
                <c:pt idx="177">
                  <c:v>46006</c:v>
                </c:pt>
                <c:pt idx="178">
                  <c:v>46007</c:v>
                </c:pt>
                <c:pt idx="179">
                  <c:v>46008</c:v>
                </c:pt>
                <c:pt idx="180">
                  <c:v>46009</c:v>
                </c:pt>
                <c:pt idx="181">
                  <c:v>46010</c:v>
                </c:pt>
                <c:pt idx="182">
                  <c:v>46011</c:v>
                </c:pt>
                <c:pt idx="183">
                  <c:v>46012</c:v>
                </c:pt>
                <c:pt idx="184">
                  <c:v>46013</c:v>
                </c:pt>
                <c:pt idx="185">
                  <c:v>46014</c:v>
                </c:pt>
                <c:pt idx="186">
                  <c:v>46015</c:v>
                </c:pt>
                <c:pt idx="187">
                  <c:v>46016</c:v>
                </c:pt>
                <c:pt idx="188">
                  <c:v>46017</c:v>
                </c:pt>
                <c:pt idx="189">
                  <c:v>46018</c:v>
                </c:pt>
                <c:pt idx="190">
                  <c:v>46019</c:v>
                </c:pt>
                <c:pt idx="191">
                  <c:v>46020</c:v>
                </c:pt>
                <c:pt idx="192">
                  <c:v>46021</c:v>
                </c:pt>
                <c:pt idx="193">
                  <c:v>46022</c:v>
                </c:pt>
                <c:pt idx="194">
                  <c:v>46023</c:v>
                </c:pt>
                <c:pt idx="195">
                  <c:v>46024</c:v>
                </c:pt>
                <c:pt idx="196">
                  <c:v>46025</c:v>
                </c:pt>
                <c:pt idx="197">
                  <c:v>46026</c:v>
                </c:pt>
                <c:pt idx="198">
                  <c:v>46027</c:v>
                </c:pt>
                <c:pt idx="199">
                  <c:v>46028</c:v>
                </c:pt>
                <c:pt idx="200">
                  <c:v>46029</c:v>
                </c:pt>
                <c:pt idx="201">
                  <c:v>46030</c:v>
                </c:pt>
                <c:pt idx="202">
                  <c:v>46031</c:v>
                </c:pt>
                <c:pt idx="203">
                  <c:v>46032</c:v>
                </c:pt>
                <c:pt idx="204">
                  <c:v>46033</c:v>
                </c:pt>
                <c:pt idx="205">
                  <c:v>46034</c:v>
                </c:pt>
                <c:pt idx="206">
                  <c:v>46035</c:v>
                </c:pt>
                <c:pt idx="207">
                  <c:v>46036</c:v>
                </c:pt>
                <c:pt idx="208">
                  <c:v>46037</c:v>
                </c:pt>
                <c:pt idx="209">
                  <c:v>46038</c:v>
                </c:pt>
                <c:pt idx="210">
                  <c:v>46039</c:v>
                </c:pt>
                <c:pt idx="211">
                  <c:v>46040</c:v>
                </c:pt>
                <c:pt idx="212">
                  <c:v>46041</c:v>
                </c:pt>
                <c:pt idx="213">
                  <c:v>46042</c:v>
                </c:pt>
                <c:pt idx="214">
                  <c:v>46043</c:v>
                </c:pt>
                <c:pt idx="215">
                  <c:v>46044</c:v>
                </c:pt>
                <c:pt idx="216">
                  <c:v>46045</c:v>
                </c:pt>
                <c:pt idx="217">
                  <c:v>46046</c:v>
                </c:pt>
                <c:pt idx="218">
                  <c:v>46047</c:v>
                </c:pt>
                <c:pt idx="219">
                  <c:v>46048</c:v>
                </c:pt>
                <c:pt idx="220">
                  <c:v>46049</c:v>
                </c:pt>
                <c:pt idx="221">
                  <c:v>46050</c:v>
                </c:pt>
                <c:pt idx="222">
                  <c:v>46051</c:v>
                </c:pt>
                <c:pt idx="223">
                  <c:v>46052</c:v>
                </c:pt>
                <c:pt idx="224">
                  <c:v>46053</c:v>
                </c:pt>
                <c:pt idx="225">
                  <c:v>46054</c:v>
                </c:pt>
                <c:pt idx="226">
                  <c:v>46055</c:v>
                </c:pt>
                <c:pt idx="227">
                  <c:v>46056</c:v>
                </c:pt>
                <c:pt idx="228">
                  <c:v>46057</c:v>
                </c:pt>
                <c:pt idx="229">
                  <c:v>46058</c:v>
                </c:pt>
                <c:pt idx="230">
                  <c:v>46059</c:v>
                </c:pt>
                <c:pt idx="231">
                  <c:v>46060</c:v>
                </c:pt>
                <c:pt idx="232">
                  <c:v>46061</c:v>
                </c:pt>
                <c:pt idx="233">
                  <c:v>46062</c:v>
                </c:pt>
                <c:pt idx="234">
                  <c:v>46063</c:v>
                </c:pt>
                <c:pt idx="235">
                  <c:v>46064</c:v>
                </c:pt>
                <c:pt idx="236">
                  <c:v>46065</c:v>
                </c:pt>
                <c:pt idx="237">
                  <c:v>46066</c:v>
                </c:pt>
                <c:pt idx="238">
                  <c:v>46067</c:v>
                </c:pt>
                <c:pt idx="239">
                  <c:v>46068</c:v>
                </c:pt>
                <c:pt idx="240">
                  <c:v>46069</c:v>
                </c:pt>
                <c:pt idx="241">
                  <c:v>46070</c:v>
                </c:pt>
                <c:pt idx="242">
                  <c:v>46071</c:v>
                </c:pt>
                <c:pt idx="243">
                  <c:v>46072</c:v>
                </c:pt>
                <c:pt idx="244">
                  <c:v>46073</c:v>
                </c:pt>
                <c:pt idx="245">
                  <c:v>46074</c:v>
                </c:pt>
                <c:pt idx="246">
                  <c:v>46075</c:v>
                </c:pt>
                <c:pt idx="247">
                  <c:v>46076</c:v>
                </c:pt>
                <c:pt idx="248">
                  <c:v>46077</c:v>
                </c:pt>
                <c:pt idx="249">
                  <c:v>46078</c:v>
                </c:pt>
                <c:pt idx="250">
                  <c:v>46079</c:v>
                </c:pt>
                <c:pt idx="251">
                  <c:v>46080</c:v>
                </c:pt>
                <c:pt idx="252">
                  <c:v>46081</c:v>
                </c:pt>
                <c:pt idx="253">
                  <c:v>46082</c:v>
                </c:pt>
                <c:pt idx="254">
                  <c:v>46083</c:v>
                </c:pt>
                <c:pt idx="255">
                  <c:v>46084</c:v>
                </c:pt>
                <c:pt idx="256">
                  <c:v>46085</c:v>
                </c:pt>
                <c:pt idx="257">
                  <c:v>46086</c:v>
                </c:pt>
                <c:pt idx="258">
                  <c:v>46087</c:v>
                </c:pt>
                <c:pt idx="259">
                  <c:v>46088</c:v>
                </c:pt>
                <c:pt idx="260">
                  <c:v>46089</c:v>
                </c:pt>
                <c:pt idx="261">
                  <c:v>46090</c:v>
                </c:pt>
                <c:pt idx="262">
                  <c:v>46091</c:v>
                </c:pt>
                <c:pt idx="263">
                  <c:v>46092</c:v>
                </c:pt>
                <c:pt idx="264">
                  <c:v>46093</c:v>
                </c:pt>
                <c:pt idx="265">
                  <c:v>46094</c:v>
                </c:pt>
                <c:pt idx="266">
                  <c:v>46095</c:v>
                </c:pt>
                <c:pt idx="267">
                  <c:v>46096</c:v>
                </c:pt>
                <c:pt idx="268">
                  <c:v>46097</c:v>
                </c:pt>
                <c:pt idx="269">
                  <c:v>46098</c:v>
                </c:pt>
                <c:pt idx="270">
                  <c:v>46099</c:v>
                </c:pt>
                <c:pt idx="271">
                  <c:v>46100</c:v>
                </c:pt>
                <c:pt idx="272">
                  <c:v>46101</c:v>
                </c:pt>
                <c:pt idx="273">
                  <c:v>46102</c:v>
                </c:pt>
                <c:pt idx="274">
                  <c:v>46103</c:v>
                </c:pt>
                <c:pt idx="275">
                  <c:v>46104</c:v>
                </c:pt>
                <c:pt idx="276">
                  <c:v>46105</c:v>
                </c:pt>
                <c:pt idx="277">
                  <c:v>46106</c:v>
                </c:pt>
                <c:pt idx="278">
                  <c:v>46107</c:v>
                </c:pt>
                <c:pt idx="279">
                  <c:v>46108</c:v>
                </c:pt>
                <c:pt idx="280">
                  <c:v>46109</c:v>
                </c:pt>
                <c:pt idx="281">
                  <c:v>46110</c:v>
                </c:pt>
                <c:pt idx="282">
                  <c:v>46111</c:v>
                </c:pt>
                <c:pt idx="283">
                  <c:v>46112</c:v>
                </c:pt>
                <c:pt idx="284">
                  <c:v>46113</c:v>
                </c:pt>
                <c:pt idx="285">
                  <c:v>46114</c:v>
                </c:pt>
                <c:pt idx="286">
                  <c:v>46115</c:v>
                </c:pt>
                <c:pt idx="287">
                  <c:v>46116</c:v>
                </c:pt>
                <c:pt idx="288">
                  <c:v>46117</c:v>
                </c:pt>
                <c:pt idx="289">
                  <c:v>46118</c:v>
                </c:pt>
                <c:pt idx="290">
                  <c:v>46119</c:v>
                </c:pt>
                <c:pt idx="291">
                  <c:v>46120</c:v>
                </c:pt>
                <c:pt idx="292">
                  <c:v>46121</c:v>
                </c:pt>
                <c:pt idx="293">
                  <c:v>46122</c:v>
                </c:pt>
                <c:pt idx="294">
                  <c:v>46123</c:v>
                </c:pt>
                <c:pt idx="295">
                  <c:v>46124</c:v>
                </c:pt>
                <c:pt idx="296">
                  <c:v>46125</c:v>
                </c:pt>
                <c:pt idx="297">
                  <c:v>46126</c:v>
                </c:pt>
                <c:pt idx="298">
                  <c:v>46127</c:v>
                </c:pt>
                <c:pt idx="299">
                  <c:v>46128</c:v>
                </c:pt>
                <c:pt idx="300">
                  <c:v>46129</c:v>
                </c:pt>
                <c:pt idx="301">
                  <c:v>46130</c:v>
                </c:pt>
                <c:pt idx="302">
                  <c:v>46131</c:v>
                </c:pt>
                <c:pt idx="303">
                  <c:v>46132</c:v>
                </c:pt>
                <c:pt idx="304">
                  <c:v>46133</c:v>
                </c:pt>
                <c:pt idx="305">
                  <c:v>46134</c:v>
                </c:pt>
                <c:pt idx="306">
                  <c:v>46135</c:v>
                </c:pt>
                <c:pt idx="307">
                  <c:v>46136</c:v>
                </c:pt>
                <c:pt idx="308">
                  <c:v>46137</c:v>
                </c:pt>
                <c:pt idx="309">
                  <c:v>46138</c:v>
                </c:pt>
                <c:pt idx="310">
                  <c:v>46139</c:v>
                </c:pt>
                <c:pt idx="311">
                  <c:v>46140</c:v>
                </c:pt>
                <c:pt idx="312">
                  <c:v>46141</c:v>
                </c:pt>
                <c:pt idx="313">
                  <c:v>46142</c:v>
                </c:pt>
                <c:pt idx="314">
                  <c:v>46143</c:v>
                </c:pt>
                <c:pt idx="315">
                  <c:v>46144</c:v>
                </c:pt>
                <c:pt idx="316">
                  <c:v>46145</c:v>
                </c:pt>
                <c:pt idx="317">
                  <c:v>46146</c:v>
                </c:pt>
                <c:pt idx="318">
                  <c:v>46147</c:v>
                </c:pt>
                <c:pt idx="319">
                  <c:v>46148</c:v>
                </c:pt>
                <c:pt idx="320">
                  <c:v>46149</c:v>
                </c:pt>
                <c:pt idx="321">
                  <c:v>46150</c:v>
                </c:pt>
                <c:pt idx="322">
                  <c:v>46151</c:v>
                </c:pt>
                <c:pt idx="323">
                  <c:v>46152</c:v>
                </c:pt>
                <c:pt idx="324">
                  <c:v>46153</c:v>
                </c:pt>
                <c:pt idx="325">
                  <c:v>46154</c:v>
                </c:pt>
                <c:pt idx="326">
                  <c:v>46155</c:v>
                </c:pt>
                <c:pt idx="327">
                  <c:v>46156</c:v>
                </c:pt>
                <c:pt idx="328">
                  <c:v>46157</c:v>
                </c:pt>
                <c:pt idx="329">
                  <c:v>46158</c:v>
                </c:pt>
                <c:pt idx="330">
                  <c:v>46159</c:v>
                </c:pt>
                <c:pt idx="331">
                  <c:v>46160</c:v>
                </c:pt>
                <c:pt idx="332">
                  <c:v>46161</c:v>
                </c:pt>
                <c:pt idx="333">
                  <c:v>46162</c:v>
                </c:pt>
                <c:pt idx="334">
                  <c:v>46163</c:v>
                </c:pt>
                <c:pt idx="335">
                  <c:v>46164</c:v>
                </c:pt>
                <c:pt idx="336">
                  <c:v>46165</c:v>
                </c:pt>
                <c:pt idx="337">
                  <c:v>46166</c:v>
                </c:pt>
                <c:pt idx="338">
                  <c:v>46167</c:v>
                </c:pt>
                <c:pt idx="339">
                  <c:v>46168</c:v>
                </c:pt>
                <c:pt idx="340">
                  <c:v>46169</c:v>
                </c:pt>
                <c:pt idx="341">
                  <c:v>46170</c:v>
                </c:pt>
                <c:pt idx="342">
                  <c:v>46171</c:v>
                </c:pt>
                <c:pt idx="343">
                  <c:v>46172</c:v>
                </c:pt>
                <c:pt idx="344">
                  <c:v>46173</c:v>
                </c:pt>
                <c:pt idx="345">
                  <c:v>46174</c:v>
                </c:pt>
                <c:pt idx="346">
                  <c:v>46175</c:v>
                </c:pt>
                <c:pt idx="347">
                  <c:v>46176</c:v>
                </c:pt>
                <c:pt idx="348">
                  <c:v>46177</c:v>
                </c:pt>
                <c:pt idx="349">
                  <c:v>46178</c:v>
                </c:pt>
                <c:pt idx="350">
                  <c:v>46179</c:v>
                </c:pt>
                <c:pt idx="351">
                  <c:v>46180</c:v>
                </c:pt>
                <c:pt idx="352">
                  <c:v>46181</c:v>
                </c:pt>
                <c:pt idx="353">
                  <c:v>46182</c:v>
                </c:pt>
                <c:pt idx="354">
                  <c:v>46183</c:v>
                </c:pt>
                <c:pt idx="355">
                  <c:v>46184</c:v>
                </c:pt>
                <c:pt idx="356">
                  <c:v>46185</c:v>
                </c:pt>
                <c:pt idx="357">
                  <c:v>46186</c:v>
                </c:pt>
                <c:pt idx="358">
                  <c:v>46187</c:v>
                </c:pt>
                <c:pt idx="359">
                  <c:v>46188</c:v>
                </c:pt>
                <c:pt idx="360">
                  <c:v>46189</c:v>
                </c:pt>
                <c:pt idx="361">
                  <c:v>46190</c:v>
                </c:pt>
                <c:pt idx="362">
                  <c:v>46191</c:v>
                </c:pt>
                <c:pt idx="363">
                  <c:v>46192</c:v>
                </c:pt>
                <c:pt idx="364">
                  <c:v>46193</c:v>
                </c:pt>
              </c:numCache>
            </c:numRef>
          </c:cat>
          <c:val>
            <c:numRef>
              <c:f>'Total Voice'!$K$2:$K$366</c:f>
              <c:numCache>
                <c:formatCode>_(* #,##0.00_);_(* \(#,##0.00\);_(* "-"??_);_(@_)</c:formatCode>
                <c:ptCount val="365"/>
                <c:pt idx="0">
                  <c:v>42468.189400000003</c:v>
                </c:pt>
                <c:pt idx="1">
                  <c:v>41026.878900000003</c:v>
                </c:pt>
                <c:pt idx="2">
                  <c:v>44538.913200000003</c:v>
                </c:pt>
                <c:pt idx="3">
                  <c:v>43618.8053</c:v>
                </c:pt>
                <c:pt idx="4">
                  <c:v>44780.455599999994</c:v>
                </c:pt>
                <c:pt idx="5">
                  <c:v>44446.027999999998</c:v>
                </c:pt>
                <c:pt idx="6">
                  <c:v>43421.99990000001</c:v>
                </c:pt>
                <c:pt idx="7">
                  <c:v>43139.970099999999</c:v>
                </c:pt>
                <c:pt idx="8">
                  <c:v>42182.275000000001</c:v>
                </c:pt>
                <c:pt idx="9">
                  <c:v>45428.523699999998</c:v>
                </c:pt>
                <c:pt idx="10">
                  <c:v>45328.046899999994</c:v>
                </c:pt>
                <c:pt idx="11">
                  <c:v>44972.768199999999</c:v>
                </c:pt>
                <c:pt idx="12">
                  <c:v>45080.599900000001</c:v>
                </c:pt>
                <c:pt idx="13">
                  <c:v>44095.397899999996</c:v>
                </c:pt>
                <c:pt idx="14">
                  <c:v>42956.349099999999</c:v>
                </c:pt>
                <c:pt idx="15">
                  <c:v>42553.462299999999</c:v>
                </c:pt>
                <c:pt idx="16">
                  <c:v>45727.255599999997</c:v>
                </c:pt>
                <c:pt idx="17">
                  <c:v>45210.429300000003</c:v>
                </c:pt>
                <c:pt idx="18">
                  <c:v>45028.207200000004</c:v>
                </c:pt>
                <c:pt idx="19">
                  <c:v>41924.134599999998</c:v>
                </c:pt>
                <c:pt idx="20">
                  <c:v>47630.549499999994</c:v>
                </c:pt>
                <c:pt idx="21">
                  <c:v>44059.908300000003</c:v>
                </c:pt>
                <c:pt idx="22">
                  <c:v>42740.122500000005</c:v>
                </c:pt>
                <c:pt idx="23">
                  <c:v>46281.804000000004</c:v>
                </c:pt>
                <c:pt idx="24">
                  <c:v>46101.230900000002</c:v>
                </c:pt>
                <c:pt idx="25">
                  <c:v>45065.245599999995</c:v>
                </c:pt>
                <c:pt idx="26">
                  <c:v>45375.079500000007</c:v>
                </c:pt>
                <c:pt idx="27">
                  <c:v>44120.250800000002</c:v>
                </c:pt>
                <c:pt idx="28">
                  <c:v>43792.7955</c:v>
                </c:pt>
                <c:pt idx="29">
                  <c:v>42898.299500000001</c:v>
                </c:pt>
                <c:pt idx="30">
                  <c:v>45536.4666</c:v>
                </c:pt>
                <c:pt idx="31">
                  <c:v>45409.0461</c:v>
                </c:pt>
                <c:pt idx="32">
                  <c:v>45618.900900000001</c:v>
                </c:pt>
                <c:pt idx="33">
                  <c:v>44960.1204</c:v>
                </c:pt>
                <c:pt idx="34">
                  <c:v>44507.414799999999</c:v>
                </c:pt>
                <c:pt idx="35">
                  <c:v>43294.528100000003</c:v>
                </c:pt>
                <c:pt idx="36">
                  <c:v>42506.7886</c:v>
                </c:pt>
                <c:pt idx="37">
                  <c:v>45339.135300000009</c:v>
                </c:pt>
                <c:pt idx="38">
                  <c:v>45131.977700000003</c:v>
                </c:pt>
                <c:pt idx="39">
                  <c:v>45408.385200000004</c:v>
                </c:pt>
                <c:pt idx="40">
                  <c:v>45456.124400000001</c:v>
                </c:pt>
                <c:pt idx="41">
                  <c:v>43966.300300000003</c:v>
                </c:pt>
                <c:pt idx="42">
                  <c:v>43014.061199999996</c:v>
                </c:pt>
                <c:pt idx="43">
                  <c:v>42371.472799999996</c:v>
                </c:pt>
                <c:pt idx="44">
                  <c:v>44758.549099999997</c:v>
                </c:pt>
                <c:pt idx="45">
                  <c:v>45568.041400000002</c:v>
                </c:pt>
                <c:pt idx="46">
                  <c:v>45339.778200000001</c:v>
                </c:pt>
                <c:pt idx="47">
                  <c:v>45245.723700000002</c:v>
                </c:pt>
                <c:pt idx="48">
                  <c:v>40196.019399999997</c:v>
                </c:pt>
                <c:pt idx="49">
                  <c:v>43352.712800000001</c:v>
                </c:pt>
                <c:pt idx="50">
                  <c:v>43043.473100000003</c:v>
                </c:pt>
                <c:pt idx="51">
                  <c:v>45607.997299999995</c:v>
                </c:pt>
                <c:pt idx="52">
                  <c:v>45039.428200000002</c:v>
                </c:pt>
                <c:pt idx="53">
                  <c:v>45354.115100000003</c:v>
                </c:pt>
                <c:pt idx="54">
                  <c:v>45803.688700000006</c:v>
                </c:pt>
                <c:pt idx="55">
                  <c:v>44625.207499999997</c:v>
                </c:pt>
                <c:pt idx="56">
                  <c:v>43592.074800000002</c:v>
                </c:pt>
                <c:pt idx="57">
                  <c:v>43189.876000000004</c:v>
                </c:pt>
                <c:pt idx="58">
                  <c:v>46080.336899999995</c:v>
                </c:pt>
                <c:pt idx="59">
                  <c:v>46389.953600000008</c:v>
                </c:pt>
                <c:pt idx="60">
                  <c:v>46063.953599999993</c:v>
                </c:pt>
                <c:pt idx="61">
                  <c:v>46396.049900000005</c:v>
                </c:pt>
                <c:pt idx="62">
                  <c:v>44382.498699999996</c:v>
                </c:pt>
                <c:pt idx="63">
                  <c:v>44302.0118</c:v>
                </c:pt>
                <c:pt idx="64">
                  <c:v>43293.287799999998</c:v>
                </c:pt>
                <c:pt idx="65">
                  <c:v>45498.434800000003</c:v>
                </c:pt>
                <c:pt idx="66">
                  <c:v>46107.229599999999</c:v>
                </c:pt>
                <c:pt idx="67">
                  <c:v>46211.059000000008</c:v>
                </c:pt>
                <c:pt idx="68">
                  <c:v>45808.205800000003</c:v>
                </c:pt>
                <c:pt idx="69">
                  <c:v>44543.054600000003</c:v>
                </c:pt>
                <c:pt idx="70">
                  <c:v>44629.824399999998</c:v>
                </c:pt>
                <c:pt idx="71">
                  <c:v>43626.081999999995</c:v>
                </c:pt>
                <c:pt idx="72">
                  <c:v>45967.180999999997</c:v>
                </c:pt>
                <c:pt idx="73">
                  <c:v>46131.467599999996</c:v>
                </c:pt>
                <c:pt idx="74">
                  <c:v>46135.222000000002</c:v>
                </c:pt>
                <c:pt idx="75">
                  <c:v>48085.121199999994</c:v>
                </c:pt>
                <c:pt idx="76">
                  <c:v>43155.188999999998</c:v>
                </c:pt>
                <c:pt idx="77">
                  <c:v>43254.103699999992</c:v>
                </c:pt>
                <c:pt idx="78">
                  <c:v>41021.858400000005</c:v>
                </c:pt>
                <c:pt idx="79">
                  <c:v>44566.088099999994</c:v>
                </c:pt>
                <c:pt idx="80">
                  <c:v>44705.640099999997</c:v>
                </c:pt>
                <c:pt idx="81">
                  <c:v>44993.130800000006</c:v>
                </c:pt>
                <c:pt idx="82">
                  <c:v>45641.147399999994</c:v>
                </c:pt>
                <c:pt idx="83">
                  <c:v>43951.909500000002</c:v>
                </c:pt>
                <c:pt idx="84">
                  <c:v>43724.508900000001</c:v>
                </c:pt>
                <c:pt idx="85">
                  <c:v>43241.292099999999</c:v>
                </c:pt>
                <c:pt idx="86">
                  <c:v>45059.371400000004</c:v>
                </c:pt>
                <c:pt idx="87">
                  <c:v>45013.992099999996</c:v>
                </c:pt>
                <c:pt idx="88">
                  <c:v>44692.845399999998</c:v>
                </c:pt>
                <c:pt idx="89">
                  <c:v>45066.328200000004</c:v>
                </c:pt>
                <c:pt idx="90">
                  <c:v>44028.748299999999</c:v>
                </c:pt>
                <c:pt idx="91">
                  <c:v>43638.690800000004</c:v>
                </c:pt>
                <c:pt idx="92">
                  <c:v>42565.057700000005</c:v>
                </c:pt>
                <c:pt idx="93">
                  <c:v>45163.071400000001</c:v>
                </c:pt>
                <c:pt idx="94">
                  <c:v>44853.126900000003</c:v>
                </c:pt>
                <c:pt idx="95">
                  <c:v>44822.720199999996</c:v>
                </c:pt>
                <c:pt idx="96">
                  <c:v>45462.721100000002</c:v>
                </c:pt>
                <c:pt idx="97">
                  <c:v>43582.124099999994</c:v>
                </c:pt>
                <c:pt idx="98">
                  <c:v>43208.466699999997</c:v>
                </c:pt>
                <c:pt idx="99">
                  <c:v>42973.241199999997</c:v>
                </c:pt>
                <c:pt idx="100">
                  <c:v>45587.500800000002</c:v>
                </c:pt>
                <c:pt idx="101">
                  <c:v>46991.061300000001</c:v>
                </c:pt>
                <c:pt idx="102">
                  <c:v>45821.196899999995</c:v>
                </c:pt>
                <c:pt idx="103">
                  <c:v>45728.490400000002</c:v>
                </c:pt>
                <c:pt idx="104">
                  <c:v>43985.684200000003</c:v>
                </c:pt>
                <c:pt idx="105">
                  <c:v>43409.471600000004</c:v>
                </c:pt>
                <c:pt idx="106">
                  <c:v>43099.375300000007</c:v>
                </c:pt>
                <c:pt idx="107">
                  <c:v>42029.548199999997</c:v>
                </c:pt>
                <c:pt idx="108">
                  <c:v>45755.249500000005</c:v>
                </c:pt>
                <c:pt idx="109">
                  <c:v>45327.942000000003</c:v>
                </c:pt>
                <c:pt idx="110">
                  <c:v>45720.3606</c:v>
                </c:pt>
                <c:pt idx="111">
                  <c:v>44777.134400000003</c:v>
                </c:pt>
                <c:pt idx="112">
                  <c:v>43687.6253</c:v>
                </c:pt>
                <c:pt idx="113">
                  <c:v>42928.963599999995</c:v>
                </c:pt>
                <c:pt idx="114">
                  <c:v>45469.062400000003</c:v>
                </c:pt>
                <c:pt idx="115">
                  <c:v>45696.588800000005</c:v>
                </c:pt>
                <c:pt idx="116">
                  <c:v>45952.974500000004</c:v>
                </c:pt>
                <c:pt idx="117">
                  <c:v>45318.417300000001</c:v>
                </c:pt>
                <c:pt idx="118">
                  <c:v>43563.904400000007</c:v>
                </c:pt>
                <c:pt idx="119">
                  <c:v>41154.932599999993</c:v>
                </c:pt>
                <c:pt idx="120">
                  <c:v>40531.806000000004</c:v>
                </c:pt>
                <c:pt idx="121">
                  <c:v>41226.061200000004</c:v>
                </c:pt>
                <c:pt idx="122">
                  <c:v>42922.729799999994</c:v>
                </c:pt>
                <c:pt idx="123">
                  <c:v>42833.461100000008</c:v>
                </c:pt>
                <c:pt idx="124">
                  <c:v>42494.464899999999</c:v>
                </c:pt>
                <c:pt idx="125">
                  <c:v>41253.674200000001</c:v>
                </c:pt>
                <c:pt idx="126">
                  <c:v>41852.898000000001</c:v>
                </c:pt>
                <c:pt idx="127">
                  <c:v>39195.027300000002</c:v>
                </c:pt>
                <c:pt idx="128">
                  <c:v>42134.493999999999</c:v>
                </c:pt>
                <c:pt idx="129">
                  <c:v>45527.005499999999</c:v>
                </c:pt>
                <c:pt idx="130">
                  <c:v>45200.3776</c:v>
                </c:pt>
                <c:pt idx="131">
                  <c:v>46485.816699999996</c:v>
                </c:pt>
                <c:pt idx="132">
                  <c:v>45091.914700000008</c:v>
                </c:pt>
                <c:pt idx="133">
                  <c:v>44441.358599999992</c:v>
                </c:pt>
                <c:pt idx="134">
                  <c:v>42875.263500000001</c:v>
                </c:pt>
                <c:pt idx="135">
                  <c:v>46502.891899999995</c:v>
                </c:pt>
                <c:pt idx="136">
                  <c:v>46292.253700000001</c:v>
                </c:pt>
                <c:pt idx="137">
                  <c:v>43410.9804</c:v>
                </c:pt>
                <c:pt idx="138">
                  <c:v>40267.083400000003</c:v>
                </c:pt>
                <c:pt idx="139">
                  <c:v>43313.328299999994</c:v>
                </c:pt>
                <c:pt idx="140">
                  <c:v>43394.182500000003</c:v>
                </c:pt>
                <c:pt idx="141">
                  <c:v>43344.133000000002</c:v>
                </c:pt>
                <c:pt idx="142">
                  <c:v>45506.943399999996</c:v>
                </c:pt>
                <c:pt idx="143">
                  <c:v>45757.580099999992</c:v>
                </c:pt>
                <c:pt idx="144">
                  <c:v>46008.260699999999</c:v>
                </c:pt>
                <c:pt idx="145">
                  <c:v>45503.866900000001</c:v>
                </c:pt>
                <c:pt idx="146">
                  <c:v>43971.546399999992</c:v>
                </c:pt>
                <c:pt idx="147">
                  <c:v>44099.897299999997</c:v>
                </c:pt>
                <c:pt idx="148">
                  <c:v>42748.508499999996</c:v>
                </c:pt>
                <c:pt idx="149">
                  <c:v>45537.228500000005</c:v>
                </c:pt>
                <c:pt idx="150">
                  <c:v>44868.5288</c:v>
                </c:pt>
                <c:pt idx="151">
                  <c:v>45423.377800000002</c:v>
                </c:pt>
                <c:pt idx="152">
                  <c:v>45439.431299999997</c:v>
                </c:pt>
                <c:pt idx="153">
                  <c:v>44019.960399999996</c:v>
                </c:pt>
                <c:pt idx="154">
                  <c:v>44024.305500000002</c:v>
                </c:pt>
                <c:pt idx="155">
                  <c:v>42740.702899999997</c:v>
                </c:pt>
                <c:pt idx="156">
                  <c:v>45964.305200000003</c:v>
                </c:pt>
                <c:pt idx="157">
                  <c:v>47456.545099999996</c:v>
                </c:pt>
                <c:pt idx="158">
                  <c:v>49630.376799999998</c:v>
                </c:pt>
                <c:pt idx="159">
                  <c:v>46918.106700000004</c:v>
                </c:pt>
                <c:pt idx="160">
                  <c:v>31911.4476</c:v>
                </c:pt>
                <c:pt idx="161">
                  <c:v>42962.7408</c:v>
                </c:pt>
                <c:pt idx="162">
                  <c:v>40949.054199999999</c:v>
                </c:pt>
                <c:pt idx="163">
                  <c:v>43513.500500000009</c:v>
                </c:pt>
                <c:pt idx="164">
                  <c:v>42282.802499999998</c:v>
                </c:pt>
                <c:pt idx="165">
                  <c:v>42478.145199999999</c:v>
                </c:pt>
                <c:pt idx="166">
                  <c:v>39363.201099999998</c:v>
                </c:pt>
                <c:pt idx="167">
                  <c:v>39531.106100000005</c:v>
                </c:pt>
                <c:pt idx="168">
                  <c:v>39329.410599999996</c:v>
                </c:pt>
                <c:pt idx="169">
                  <c:v>43369.089500000002</c:v>
                </c:pt>
                <c:pt idx="170">
                  <c:v>46515.291100000002</c:v>
                </c:pt>
                <c:pt idx="171">
                  <c:v>46486.254399999998</c:v>
                </c:pt>
                <c:pt idx="172">
                  <c:v>46390.374400000001</c:v>
                </c:pt>
                <c:pt idx="173">
                  <c:v>46135.1057</c:v>
                </c:pt>
                <c:pt idx="174">
                  <c:v>45093.111100000002</c:v>
                </c:pt>
                <c:pt idx="175">
                  <c:v>43525.858200000002</c:v>
                </c:pt>
                <c:pt idx="176">
                  <c:v>42696.344200000007</c:v>
                </c:pt>
                <c:pt idx="177">
                  <c:v>45766.1783</c:v>
                </c:pt>
                <c:pt idx="178">
                  <c:v>45882.050700000007</c:v>
                </c:pt>
                <c:pt idx="179">
                  <c:v>45447.982100000001</c:v>
                </c:pt>
                <c:pt idx="180">
                  <c:v>45982.030899999998</c:v>
                </c:pt>
                <c:pt idx="181">
                  <c:v>44823.033300000003</c:v>
                </c:pt>
                <c:pt idx="182">
                  <c:v>43418.240000000005</c:v>
                </c:pt>
                <c:pt idx="183">
                  <c:v>42346.081000000006</c:v>
                </c:pt>
                <c:pt idx="184">
                  <c:v>45103.578099999999</c:v>
                </c:pt>
                <c:pt idx="185">
                  <c:v>45105.914100000002</c:v>
                </c:pt>
                <c:pt idx="186">
                  <c:v>45207.262999999999</c:v>
                </c:pt>
                <c:pt idx="187">
                  <c:v>42218.868399999999</c:v>
                </c:pt>
                <c:pt idx="188">
                  <c:v>43924.3076</c:v>
                </c:pt>
                <c:pt idx="189">
                  <c:v>43483.638800000001</c:v>
                </c:pt>
                <c:pt idx="190">
                  <c:v>43037.744500000001</c:v>
                </c:pt>
                <c:pt idx="191">
                  <c:v>46325.627500000002</c:v>
                </c:pt>
                <c:pt idx="192">
                  <c:v>46703.856800000001</c:v>
                </c:pt>
                <c:pt idx="193">
                  <c:v>47944.863400000002</c:v>
                </c:pt>
                <c:pt idx="194">
                  <c:v>50254.445600000006</c:v>
                </c:pt>
                <c:pt idx="195">
                  <c:v>44511.657399999996</c:v>
                </c:pt>
                <c:pt idx="196">
                  <c:v>42649.078199999996</c:v>
                </c:pt>
                <c:pt idx="197">
                  <c:v>43058.472099999999</c:v>
                </c:pt>
                <c:pt idx="198">
                  <c:v>46444.379300000001</c:v>
                </c:pt>
                <c:pt idx="199">
                  <c:v>46921.702900000004</c:v>
                </c:pt>
                <c:pt idx="200">
                  <c:v>45411.533300000003</c:v>
                </c:pt>
                <c:pt idx="201">
                  <c:v>45670.064400000003</c:v>
                </c:pt>
                <c:pt idx="202">
                  <c:v>44818.382700000002</c:v>
                </c:pt>
                <c:pt idx="203">
                  <c:v>42556.962399999997</c:v>
                </c:pt>
                <c:pt idx="204">
                  <c:v>42823.648500000003</c:v>
                </c:pt>
                <c:pt idx="205">
                  <c:v>46052.666599999997</c:v>
                </c:pt>
                <c:pt idx="206">
                  <c:v>45280.038799999995</c:v>
                </c:pt>
                <c:pt idx="207">
                  <c:v>46185.9058</c:v>
                </c:pt>
                <c:pt idx="208">
                  <c:v>43458.754200000003</c:v>
                </c:pt>
                <c:pt idx="209">
                  <c:v>43796.115300000005</c:v>
                </c:pt>
                <c:pt idx="210">
                  <c:v>43056.811600000001</c:v>
                </c:pt>
                <c:pt idx="211">
                  <c:v>42030.285299999996</c:v>
                </c:pt>
                <c:pt idx="212">
                  <c:v>45549.370799999997</c:v>
                </c:pt>
                <c:pt idx="213">
                  <c:v>45783.6204</c:v>
                </c:pt>
                <c:pt idx="214">
                  <c:v>46089.899899999997</c:v>
                </c:pt>
                <c:pt idx="215">
                  <c:v>45743.261400000003</c:v>
                </c:pt>
                <c:pt idx="216">
                  <c:v>44091.158300000003</c:v>
                </c:pt>
                <c:pt idx="217">
                  <c:v>43407.3266</c:v>
                </c:pt>
                <c:pt idx="218">
                  <c:v>42733.988099999995</c:v>
                </c:pt>
                <c:pt idx="219">
                  <c:v>45458.684999999998</c:v>
                </c:pt>
                <c:pt idx="220">
                  <c:v>45213.8128</c:v>
                </c:pt>
                <c:pt idx="221">
                  <c:v>45706.329599999997</c:v>
                </c:pt>
                <c:pt idx="222">
                  <c:v>44071.462999999996</c:v>
                </c:pt>
                <c:pt idx="223">
                  <c:v>44919.813699999999</c:v>
                </c:pt>
                <c:pt idx="224">
                  <c:v>44879.301899999999</c:v>
                </c:pt>
                <c:pt idx="225">
                  <c:v>42242.997499999998</c:v>
                </c:pt>
                <c:pt idx="226">
                  <c:v>46541.645899999996</c:v>
                </c:pt>
                <c:pt idx="227">
                  <c:v>46220.6299</c:v>
                </c:pt>
                <c:pt idx="228">
                  <c:v>44527.053699999989</c:v>
                </c:pt>
                <c:pt idx="229">
                  <c:v>46066.668799999999</c:v>
                </c:pt>
                <c:pt idx="230">
                  <c:v>44822.854200000002</c:v>
                </c:pt>
                <c:pt idx="231">
                  <c:v>44094.534400000004</c:v>
                </c:pt>
                <c:pt idx="232">
                  <c:v>42761.009300000005</c:v>
                </c:pt>
                <c:pt idx="233">
                  <c:v>46300.082600000002</c:v>
                </c:pt>
                <c:pt idx="234">
                  <c:v>46597.971700000002</c:v>
                </c:pt>
                <c:pt idx="235">
                  <c:v>46300.211200000005</c:v>
                </c:pt>
                <c:pt idx="236">
                  <c:v>46521.9807</c:v>
                </c:pt>
                <c:pt idx="237">
                  <c:v>45340.583100000003</c:v>
                </c:pt>
                <c:pt idx="238">
                  <c:v>45210.457399999999</c:v>
                </c:pt>
                <c:pt idx="239">
                  <c:v>43496.356899999999</c:v>
                </c:pt>
                <c:pt idx="240">
                  <c:v>45719.269</c:v>
                </c:pt>
                <c:pt idx="241">
                  <c:v>46294.0697</c:v>
                </c:pt>
                <c:pt idx="242">
                  <c:v>45857.931199999992</c:v>
                </c:pt>
                <c:pt idx="243">
                  <c:v>44628.967399999994</c:v>
                </c:pt>
                <c:pt idx="244">
                  <c:v>44339.3819</c:v>
                </c:pt>
                <c:pt idx="245">
                  <c:v>42921.438900000001</c:v>
                </c:pt>
                <c:pt idx="246">
                  <c:v>43181.8649</c:v>
                </c:pt>
                <c:pt idx="247">
                  <c:v>45763.171000000002</c:v>
                </c:pt>
                <c:pt idx="248">
                  <c:v>46121.814700000003</c:v>
                </c:pt>
                <c:pt idx="249">
                  <c:v>46604.895999999993</c:v>
                </c:pt>
                <c:pt idx="250">
                  <c:v>46715.638200000001</c:v>
                </c:pt>
                <c:pt idx="251">
                  <c:v>45203.362399999998</c:v>
                </c:pt>
                <c:pt idx="252">
                  <c:v>45889.767099999997</c:v>
                </c:pt>
                <c:pt idx="253">
                  <c:v>44565.986300000004</c:v>
                </c:pt>
                <c:pt idx="254">
                  <c:v>43330.477199999994</c:v>
                </c:pt>
                <c:pt idx="255">
                  <c:v>46531.647499999992</c:v>
                </c:pt>
                <c:pt idx="256">
                  <c:v>46277.902000000002</c:v>
                </c:pt>
                <c:pt idx="257">
                  <c:v>46026.438899999994</c:v>
                </c:pt>
                <c:pt idx="258">
                  <c:v>44960.152000000002</c:v>
                </c:pt>
                <c:pt idx="259">
                  <c:v>43774.027900000001</c:v>
                </c:pt>
                <c:pt idx="260">
                  <c:v>42960.499100000001</c:v>
                </c:pt>
                <c:pt idx="261">
                  <c:v>46292.865100000003</c:v>
                </c:pt>
                <c:pt idx="262">
                  <c:v>46384.739499999996</c:v>
                </c:pt>
                <c:pt idx="263">
                  <c:v>46770.897700000001</c:v>
                </c:pt>
                <c:pt idx="264">
                  <c:v>46943.793400000002</c:v>
                </c:pt>
                <c:pt idx="265">
                  <c:v>45033.227700000003</c:v>
                </c:pt>
                <c:pt idx="266">
                  <c:v>44510.595799999996</c:v>
                </c:pt>
                <c:pt idx="267">
                  <c:v>44910.510100000007</c:v>
                </c:pt>
                <c:pt idx="268">
                  <c:v>47880.594299999997</c:v>
                </c:pt>
                <c:pt idx="269">
                  <c:v>47793.337299999999</c:v>
                </c:pt>
                <c:pt idx="270">
                  <c:v>46655.72619999999</c:v>
                </c:pt>
                <c:pt idx="271">
                  <c:v>47288.303899999999</c:v>
                </c:pt>
                <c:pt idx="272">
                  <c:v>47324.412899999996</c:v>
                </c:pt>
                <c:pt idx="273">
                  <c:v>45037.829100000003</c:v>
                </c:pt>
                <c:pt idx="274">
                  <c:v>44301.303800000002</c:v>
                </c:pt>
                <c:pt idx="275">
                  <c:v>47780.225600000005</c:v>
                </c:pt>
                <c:pt idx="276">
                  <c:v>47808.079999999994</c:v>
                </c:pt>
                <c:pt idx="277">
                  <c:v>46665.846799999999</c:v>
                </c:pt>
                <c:pt idx="278">
                  <c:v>48120.728599999995</c:v>
                </c:pt>
                <c:pt idx="279">
                  <c:v>46161.593099999998</c:v>
                </c:pt>
                <c:pt idx="280">
                  <c:v>45225.478300000002</c:v>
                </c:pt>
                <c:pt idx="281">
                  <c:v>44442.709199999998</c:v>
                </c:pt>
                <c:pt idx="282">
                  <c:v>47938.168299999998</c:v>
                </c:pt>
                <c:pt idx="283">
                  <c:v>48223.943599999999</c:v>
                </c:pt>
                <c:pt idx="284">
                  <c:v>47713.327700000002</c:v>
                </c:pt>
                <c:pt idx="285">
                  <c:v>46980.420900000005</c:v>
                </c:pt>
                <c:pt idx="286">
                  <c:v>42852.584000000003</c:v>
                </c:pt>
                <c:pt idx="287">
                  <c:v>45043.595399999998</c:v>
                </c:pt>
                <c:pt idx="288">
                  <c:v>44636.420700000002</c:v>
                </c:pt>
                <c:pt idx="289">
                  <c:v>47523.257299999997</c:v>
                </c:pt>
                <c:pt idx="290">
                  <c:v>47392.044600000001</c:v>
                </c:pt>
                <c:pt idx="291">
                  <c:v>48095.368300000002</c:v>
                </c:pt>
                <c:pt idx="292">
                  <c:v>47553.654900000001</c:v>
                </c:pt>
                <c:pt idx="293">
                  <c:v>46137.569700000007</c:v>
                </c:pt>
                <c:pt idx="294">
                  <c:v>44816.407899999998</c:v>
                </c:pt>
                <c:pt idx="295">
                  <c:v>42557.893000000004</c:v>
                </c:pt>
                <c:pt idx="296">
                  <c:v>41019.681499999999</c:v>
                </c:pt>
                <c:pt idx="297">
                  <c:v>42276.763300000006</c:v>
                </c:pt>
                <c:pt idx="298">
                  <c:v>42804.970100000006</c:v>
                </c:pt>
                <c:pt idx="299">
                  <c:v>43454.734800000006</c:v>
                </c:pt>
                <c:pt idx="300">
                  <c:v>42989.1512</c:v>
                </c:pt>
                <c:pt idx="301">
                  <c:v>43786.675100000008</c:v>
                </c:pt>
                <c:pt idx="302">
                  <c:v>43473.134599999998</c:v>
                </c:pt>
                <c:pt idx="303">
                  <c:v>47300.489300000008</c:v>
                </c:pt>
                <c:pt idx="304">
                  <c:v>47582.183700000001</c:v>
                </c:pt>
                <c:pt idx="305">
                  <c:v>47109.224100000007</c:v>
                </c:pt>
                <c:pt idx="306">
                  <c:v>46870.697500000002</c:v>
                </c:pt>
                <c:pt idx="307">
                  <c:v>45921.537700000001</c:v>
                </c:pt>
                <c:pt idx="308">
                  <c:v>44634.299500000001</c:v>
                </c:pt>
                <c:pt idx="309">
                  <c:v>43389.135999999999</c:v>
                </c:pt>
                <c:pt idx="310">
                  <c:v>46382.128400000009</c:v>
                </c:pt>
                <c:pt idx="311">
                  <c:v>46670.217199999999</c:v>
                </c:pt>
                <c:pt idx="312">
                  <c:v>46637.340400000008</c:v>
                </c:pt>
                <c:pt idx="313">
                  <c:v>47294.190900000001</c:v>
                </c:pt>
                <c:pt idx="314">
                  <c:v>42101.228299999995</c:v>
                </c:pt>
                <c:pt idx="315">
                  <c:v>44951.554799999998</c:v>
                </c:pt>
                <c:pt idx="316">
                  <c:v>44449.420899999997</c:v>
                </c:pt>
                <c:pt idx="317">
                  <c:v>46400.790399999998</c:v>
                </c:pt>
                <c:pt idx="318">
                  <c:v>46674.615200000007</c:v>
                </c:pt>
                <c:pt idx="319">
                  <c:v>47123.5671</c:v>
                </c:pt>
                <c:pt idx="320">
                  <c:v>47016.8197</c:v>
                </c:pt>
                <c:pt idx="321">
                  <c:v>45325.575400000002</c:v>
                </c:pt>
                <c:pt idx="322">
                  <c:v>42995.169699999999</c:v>
                </c:pt>
                <c:pt idx="323">
                  <c:v>43586.519199999995</c:v>
                </c:pt>
                <c:pt idx="324">
                  <c:v>45830.78409999999</c:v>
                </c:pt>
                <c:pt idx="325">
                  <c:v>45864.052000000003</c:v>
                </c:pt>
                <c:pt idx="326">
                  <c:v>46524.870600000009</c:v>
                </c:pt>
                <c:pt idx="327">
                  <c:v>46012.150200000004</c:v>
                </c:pt>
                <c:pt idx="328">
                  <c:v>44691.501799999998</c:v>
                </c:pt>
                <c:pt idx="329">
                  <c:v>44075.784199999995</c:v>
                </c:pt>
                <c:pt idx="330">
                  <c:v>43574.647199999999</c:v>
                </c:pt>
                <c:pt idx="331">
                  <c:v>46716.530899999998</c:v>
                </c:pt>
                <c:pt idx="332">
                  <c:v>46918.481599999999</c:v>
                </c:pt>
                <c:pt idx="333">
                  <c:v>47022.344899999996</c:v>
                </c:pt>
                <c:pt idx="334">
                  <c:v>47361.158599999995</c:v>
                </c:pt>
                <c:pt idx="335">
                  <c:v>46273.737200000003</c:v>
                </c:pt>
                <c:pt idx="336">
                  <c:v>44666.332199999997</c:v>
                </c:pt>
                <c:pt idx="337">
                  <c:v>43876.561600000001</c:v>
                </c:pt>
                <c:pt idx="338">
                  <c:v>47027.180800000002</c:v>
                </c:pt>
                <c:pt idx="339">
                  <c:v>47025.548199999997</c:v>
                </c:pt>
                <c:pt idx="340">
                  <c:v>47222.482599999996</c:v>
                </c:pt>
                <c:pt idx="341">
                  <c:v>44616.225699999995</c:v>
                </c:pt>
                <c:pt idx="342">
                  <c:v>44357.6783</c:v>
                </c:pt>
                <c:pt idx="343">
                  <c:v>40075.876900000003</c:v>
                </c:pt>
                <c:pt idx="344">
                  <c:v>42521.925799999997</c:v>
                </c:pt>
                <c:pt idx="345">
                  <c:v>46743.163699999997</c:v>
                </c:pt>
                <c:pt idx="346">
                  <c:v>47197.1397</c:v>
                </c:pt>
                <c:pt idx="347">
                  <c:v>47132.008900000001</c:v>
                </c:pt>
                <c:pt idx="348">
                  <c:v>46490.4539</c:v>
                </c:pt>
                <c:pt idx="349">
                  <c:v>45393.135800000004</c:v>
                </c:pt>
                <c:pt idx="350">
                  <c:v>44950.541200000007</c:v>
                </c:pt>
                <c:pt idx="351">
                  <c:v>43384.336300000003</c:v>
                </c:pt>
                <c:pt idx="352">
                  <c:v>46368.095699999998</c:v>
                </c:pt>
                <c:pt idx="353">
                  <c:v>45597.130000000005</c:v>
                </c:pt>
                <c:pt idx="354">
                  <c:v>46033.909899999999</c:v>
                </c:pt>
                <c:pt idx="355">
                  <c:v>45828.235300000008</c:v>
                </c:pt>
                <c:pt idx="356">
                  <c:v>43847.601500000004</c:v>
                </c:pt>
                <c:pt idx="357">
                  <c:v>43586.436300000001</c:v>
                </c:pt>
                <c:pt idx="358">
                  <c:v>42988.220799999996</c:v>
                </c:pt>
                <c:pt idx="359">
                  <c:v>45199.617999999995</c:v>
                </c:pt>
                <c:pt idx="360">
                  <c:v>45111.784999999996</c:v>
                </c:pt>
                <c:pt idx="361">
                  <c:v>44942.340799999998</c:v>
                </c:pt>
                <c:pt idx="362">
                  <c:v>45160.984800000006</c:v>
                </c:pt>
                <c:pt idx="363">
                  <c:v>45043.479800000001</c:v>
                </c:pt>
                <c:pt idx="364">
                  <c:v>46600.1296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E9E4-4764-95A0-4F8262B60CC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28505023"/>
        <c:axId val="128505983"/>
      </c:lineChart>
      <c:dateAx>
        <c:axId val="128505023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Date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m/d/yyyy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8505983"/>
        <c:crosses val="autoZero"/>
        <c:auto val="1"/>
        <c:lblOffset val="100"/>
        <c:baseTimeUnit val="days"/>
      </c:dateAx>
      <c:valAx>
        <c:axId val="12850598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000" b="0" i="0" u="none" strike="noStrike" kern="1200" baseline="0" dirty="0">
                    <a:solidFill>
                      <a:sysClr val="windowText" lastClr="000000">
                        <a:lumMod val="65000"/>
                        <a:lumOff val="35000"/>
                      </a:sysClr>
                    </a:solidFill>
                  </a:rPr>
                  <a:t>Voice Traffic (Erlang) 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850502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400" b="1" i="0" u="none" strike="noStrike" kern="1200" spc="0" baseline="0" dirty="0">
                <a:solidFill>
                  <a:srgbClr val="002060"/>
                </a:solidFill>
                <a:latin typeface="+mn-lt"/>
                <a:ea typeface="+mn-ea"/>
                <a:cs typeface="+mn-cs"/>
              </a:rPr>
              <a:t>Network</a:t>
            </a:r>
            <a:r>
              <a:rPr lang="en-US" sz="1400" b="1" i="0" u="none" strike="noStrike" kern="1200" spc="0" baseline="0" dirty="0">
                <a:solidFill>
                  <a:sysClr val="windowText" lastClr="000000">
                    <a:lumMod val="65000"/>
                    <a:lumOff val="35000"/>
                  </a:sysClr>
                </a:solidFill>
              </a:rPr>
              <a:t> VoLTE Traffic</a:t>
            </a:r>
            <a:endParaRPr 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'4G VoLTE- Network'!$B$1</c:f>
              <c:strCache>
                <c:ptCount val="1"/>
                <c:pt idx="0">
                  <c:v>Network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'4G VoLTE- Network'!$A$2:$A$366</c:f>
              <c:numCache>
                <c:formatCode>m/d/yyyy</c:formatCode>
                <c:ptCount val="365"/>
                <c:pt idx="0">
                  <c:v>45829</c:v>
                </c:pt>
                <c:pt idx="1">
                  <c:v>45830</c:v>
                </c:pt>
                <c:pt idx="2">
                  <c:v>45831</c:v>
                </c:pt>
                <c:pt idx="3">
                  <c:v>45832</c:v>
                </c:pt>
                <c:pt idx="4">
                  <c:v>45833</c:v>
                </c:pt>
                <c:pt idx="5">
                  <c:v>45834</c:v>
                </c:pt>
                <c:pt idx="6">
                  <c:v>45835</c:v>
                </c:pt>
                <c:pt idx="7">
                  <c:v>45836</c:v>
                </c:pt>
                <c:pt idx="8">
                  <c:v>45837</c:v>
                </c:pt>
                <c:pt idx="9">
                  <c:v>45838</c:v>
                </c:pt>
                <c:pt idx="10">
                  <c:v>45839</c:v>
                </c:pt>
                <c:pt idx="11">
                  <c:v>45840</c:v>
                </c:pt>
                <c:pt idx="12">
                  <c:v>45841</c:v>
                </c:pt>
                <c:pt idx="13">
                  <c:v>45842</c:v>
                </c:pt>
                <c:pt idx="14">
                  <c:v>45843</c:v>
                </c:pt>
                <c:pt idx="15">
                  <c:v>45844</c:v>
                </c:pt>
                <c:pt idx="16">
                  <c:v>45845</c:v>
                </c:pt>
                <c:pt idx="17">
                  <c:v>45846</c:v>
                </c:pt>
                <c:pt idx="18">
                  <c:v>45847</c:v>
                </c:pt>
                <c:pt idx="19">
                  <c:v>45848</c:v>
                </c:pt>
                <c:pt idx="20">
                  <c:v>45849</c:v>
                </c:pt>
                <c:pt idx="21">
                  <c:v>45850</c:v>
                </c:pt>
                <c:pt idx="22">
                  <c:v>45851</c:v>
                </c:pt>
                <c:pt idx="23">
                  <c:v>45852</c:v>
                </c:pt>
                <c:pt idx="24">
                  <c:v>45853</c:v>
                </c:pt>
                <c:pt idx="25">
                  <c:v>45854</c:v>
                </c:pt>
                <c:pt idx="26">
                  <c:v>45855</c:v>
                </c:pt>
                <c:pt idx="27">
                  <c:v>45856</c:v>
                </c:pt>
                <c:pt idx="28">
                  <c:v>45857</c:v>
                </c:pt>
                <c:pt idx="29">
                  <c:v>45858</c:v>
                </c:pt>
                <c:pt idx="30">
                  <c:v>45859</c:v>
                </c:pt>
                <c:pt idx="31">
                  <c:v>45860</c:v>
                </c:pt>
                <c:pt idx="32">
                  <c:v>45861</c:v>
                </c:pt>
                <c:pt idx="33">
                  <c:v>45862</c:v>
                </c:pt>
                <c:pt idx="34">
                  <c:v>45863</c:v>
                </c:pt>
                <c:pt idx="35">
                  <c:v>45864</c:v>
                </c:pt>
                <c:pt idx="36">
                  <c:v>45865</c:v>
                </c:pt>
                <c:pt idx="37">
                  <c:v>45866</c:v>
                </c:pt>
                <c:pt idx="38">
                  <c:v>45867</c:v>
                </c:pt>
                <c:pt idx="39">
                  <c:v>45868</c:v>
                </c:pt>
                <c:pt idx="40">
                  <c:v>45869</c:v>
                </c:pt>
                <c:pt idx="41">
                  <c:v>45870</c:v>
                </c:pt>
                <c:pt idx="42">
                  <c:v>45871</c:v>
                </c:pt>
                <c:pt idx="43">
                  <c:v>45872</c:v>
                </c:pt>
                <c:pt idx="44">
                  <c:v>45873</c:v>
                </c:pt>
                <c:pt idx="45">
                  <c:v>45874</c:v>
                </c:pt>
                <c:pt idx="46">
                  <c:v>45875</c:v>
                </c:pt>
                <c:pt idx="47">
                  <c:v>45876</c:v>
                </c:pt>
                <c:pt idx="48">
                  <c:v>45877</c:v>
                </c:pt>
                <c:pt idx="49">
                  <c:v>45878</c:v>
                </c:pt>
                <c:pt idx="50">
                  <c:v>45879</c:v>
                </c:pt>
                <c:pt idx="51">
                  <c:v>45880</c:v>
                </c:pt>
                <c:pt idx="52">
                  <c:v>45881</c:v>
                </c:pt>
                <c:pt idx="53">
                  <c:v>45882</c:v>
                </c:pt>
                <c:pt idx="54">
                  <c:v>45883</c:v>
                </c:pt>
                <c:pt idx="55">
                  <c:v>45884</c:v>
                </c:pt>
                <c:pt idx="56">
                  <c:v>45885</c:v>
                </c:pt>
                <c:pt idx="57">
                  <c:v>45886</c:v>
                </c:pt>
                <c:pt idx="58">
                  <c:v>45887</c:v>
                </c:pt>
                <c:pt idx="59">
                  <c:v>45888</c:v>
                </c:pt>
                <c:pt idx="60">
                  <c:v>45889</c:v>
                </c:pt>
                <c:pt idx="61">
                  <c:v>45890</c:v>
                </c:pt>
                <c:pt idx="62">
                  <c:v>45891</c:v>
                </c:pt>
                <c:pt idx="63">
                  <c:v>45892</c:v>
                </c:pt>
                <c:pt idx="64">
                  <c:v>45893</c:v>
                </c:pt>
                <c:pt idx="65">
                  <c:v>45894</c:v>
                </c:pt>
                <c:pt idx="66">
                  <c:v>45895</c:v>
                </c:pt>
                <c:pt idx="67">
                  <c:v>45896</c:v>
                </c:pt>
                <c:pt idx="68">
                  <c:v>45897</c:v>
                </c:pt>
                <c:pt idx="69">
                  <c:v>45898</c:v>
                </c:pt>
                <c:pt idx="70">
                  <c:v>45899</c:v>
                </c:pt>
                <c:pt idx="71">
                  <c:v>45900</c:v>
                </c:pt>
                <c:pt idx="72">
                  <c:v>45901</c:v>
                </c:pt>
                <c:pt idx="73">
                  <c:v>45902</c:v>
                </c:pt>
                <c:pt idx="74">
                  <c:v>45903</c:v>
                </c:pt>
                <c:pt idx="75">
                  <c:v>45904</c:v>
                </c:pt>
                <c:pt idx="76">
                  <c:v>45905</c:v>
                </c:pt>
                <c:pt idx="77">
                  <c:v>45906</c:v>
                </c:pt>
                <c:pt idx="78">
                  <c:v>45907</c:v>
                </c:pt>
                <c:pt idx="79">
                  <c:v>45908</c:v>
                </c:pt>
                <c:pt idx="80">
                  <c:v>45909</c:v>
                </c:pt>
                <c:pt idx="81">
                  <c:v>45910</c:v>
                </c:pt>
                <c:pt idx="82">
                  <c:v>45911</c:v>
                </c:pt>
                <c:pt idx="83">
                  <c:v>45912</c:v>
                </c:pt>
                <c:pt idx="84">
                  <c:v>45913</c:v>
                </c:pt>
                <c:pt idx="85">
                  <c:v>45914</c:v>
                </c:pt>
                <c:pt idx="86">
                  <c:v>45915</c:v>
                </c:pt>
                <c:pt idx="87">
                  <c:v>45916</c:v>
                </c:pt>
                <c:pt idx="88">
                  <c:v>45917</c:v>
                </c:pt>
                <c:pt idx="89">
                  <c:v>45918</c:v>
                </c:pt>
                <c:pt idx="90">
                  <c:v>45919</c:v>
                </c:pt>
                <c:pt idx="91">
                  <c:v>45920</c:v>
                </c:pt>
                <c:pt idx="92">
                  <c:v>45921</c:v>
                </c:pt>
                <c:pt idx="93">
                  <c:v>45922</c:v>
                </c:pt>
                <c:pt idx="94">
                  <c:v>45923</c:v>
                </c:pt>
                <c:pt idx="95">
                  <c:v>45924</c:v>
                </c:pt>
                <c:pt idx="96">
                  <c:v>45925</c:v>
                </c:pt>
                <c:pt idx="97">
                  <c:v>45926</c:v>
                </c:pt>
                <c:pt idx="98">
                  <c:v>45927</c:v>
                </c:pt>
                <c:pt idx="99">
                  <c:v>45928</c:v>
                </c:pt>
                <c:pt idx="100">
                  <c:v>45929</c:v>
                </c:pt>
                <c:pt idx="101">
                  <c:v>45930</c:v>
                </c:pt>
                <c:pt idx="102">
                  <c:v>45931</c:v>
                </c:pt>
                <c:pt idx="103">
                  <c:v>45932</c:v>
                </c:pt>
                <c:pt idx="104">
                  <c:v>45933</c:v>
                </c:pt>
                <c:pt idx="105">
                  <c:v>45934</c:v>
                </c:pt>
                <c:pt idx="106">
                  <c:v>45935</c:v>
                </c:pt>
                <c:pt idx="107">
                  <c:v>45936</c:v>
                </c:pt>
                <c:pt idx="108">
                  <c:v>45937</c:v>
                </c:pt>
                <c:pt idx="109">
                  <c:v>45938</c:v>
                </c:pt>
                <c:pt idx="110">
                  <c:v>45939</c:v>
                </c:pt>
                <c:pt idx="111">
                  <c:v>45940</c:v>
                </c:pt>
                <c:pt idx="112">
                  <c:v>45941</c:v>
                </c:pt>
                <c:pt idx="113">
                  <c:v>45942</c:v>
                </c:pt>
                <c:pt idx="114">
                  <c:v>45943</c:v>
                </c:pt>
                <c:pt idx="115">
                  <c:v>45944</c:v>
                </c:pt>
                <c:pt idx="116">
                  <c:v>45945</c:v>
                </c:pt>
                <c:pt idx="117">
                  <c:v>45946</c:v>
                </c:pt>
                <c:pt idx="118">
                  <c:v>45947</c:v>
                </c:pt>
                <c:pt idx="119">
                  <c:v>45948</c:v>
                </c:pt>
                <c:pt idx="120">
                  <c:v>45949</c:v>
                </c:pt>
                <c:pt idx="121">
                  <c:v>45950</c:v>
                </c:pt>
                <c:pt idx="122">
                  <c:v>45951</c:v>
                </c:pt>
                <c:pt idx="123">
                  <c:v>45952</c:v>
                </c:pt>
                <c:pt idx="124">
                  <c:v>45953</c:v>
                </c:pt>
                <c:pt idx="125">
                  <c:v>45954</c:v>
                </c:pt>
                <c:pt idx="126">
                  <c:v>45955</c:v>
                </c:pt>
                <c:pt idx="127">
                  <c:v>45956</c:v>
                </c:pt>
                <c:pt idx="128">
                  <c:v>45957</c:v>
                </c:pt>
                <c:pt idx="129">
                  <c:v>45958</c:v>
                </c:pt>
                <c:pt idx="130">
                  <c:v>45959</c:v>
                </c:pt>
                <c:pt idx="131">
                  <c:v>45960</c:v>
                </c:pt>
                <c:pt idx="132">
                  <c:v>45961</c:v>
                </c:pt>
                <c:pt idx="133">
                  <c:v>45962</c:v>
                </c:pt>
                <c:pt idx="134">
                  <c:v>45963</c:v>
                </c:pt>
                <c:pt idx="135">
                  <c:v>45964</c:v>
                </c:pt>
                <c:pt idx="136">
                  <c:v>45965</c:v>
                </c:pt>
                <c:pt idx="137">
                  <c:v>45966</c:v>
                </c:pt>
                <c:pt idx="138">
                  <c:v>45967</c:v>
                </c:pt>
                <c:pt idx="139">
                  <c:v>45968</c:v>
                </c:pt>
                <c:pt idx="140">
                  <c:v>45969</c:v>
                </c:pt>
                <c:pt idx="141">
                  <c:v>45970</c:v>
                </c:pt>
                <c:pt idx="142">
                  <c:v>45971</c:v>
                </c:pt>
                <c:pt idx="143">
                  <c:v>45972</c:v>
                </c:pt>
                <c:pt idx="144">
                  <c:v>45973</c:v>
                </c:pt>
                <c:pt idx="145">
                  <c:v>45974</c:v>
                </c:pt>
                <c:pt idx="146">
                  <c:v>45975</c:v>
                </c:pt>
                <c:pt idx="147">
                  <c:v>45976</c:v>
                </c:pt>
                <c:pt idx="148">
                  <c:v>45977</c:v>
                </c:pt>
                <c:pt idx="149">
                  <c:v>45978</c:v>
                </c:pt>
                <c:pt idx="150">
                  <c:v>45979</c:v>
                </c:pt>
                <c:pt idx="151">
                  <c:v>45980</c:v>
                </c:pt>
                <c:pt idx="152">
                  <c:v>45981</c:v>
                </c:pt>
                <c:pt idx="153">
                  <c:v>45982</c:v>
                </c:pt>
                <c:pt idx="154">
                  <c:v>45983</c:v>
                </c:pt>
                <c:pt idx="155">
                  <c:v>45984</c:v>
                </c:pt>
                <c:pt idx="156">
                  <c:v>45985</c:v>
                </c:pt>
                <c:pt idx="157">
                  <c:v>45986</c:v>
                </c:pt>
                <c:pt idx="158">
                  <c:v>45987</c:v>
                </c:pt>
                <c:pt idx="159">
                  <c:v>45988</c:v>
                </c:pt>
                <c:pt idx="160">
                  <c:v>45989</c:v>
                </c:pt>
                <c:pt idx="161">
                  <c:v>45990</c:v>
                </c:pt>
                <c:pt idx="162">
                  <c:v>45991</c:v>
                </c:pt>
                <c:pt idx="163">
                  <c:v>45992</c:v>
                </c:pt>
                <c:pt idx="164">
                  <c:v>45993</c:v>
                </c:pt>
                <c:pt idx="165">
                  <c:v>45994</c:v>
                </c:pt>
                <c:pt idx="166">
                  <c:v>45995</c:v>
                </c:pt>
                <c:pt idx="167">
                  <c:v>45996</c:v>
                </c:pt>
                <c:pt idx="168">
                  <c:v>45997</c:v>
                </c:pt>
                <c:pt idx="169">
                  <c:v>45998</c:v>
                </c:pt>
                <c:pt idx="170">
                  <c:v>45999</c:v>
                </c:pt>
                <c:pt idx="171">
                  <c:v>46000</c:v>
                </c:pt>
                <c:pt idx="172">
                  <c:v>46001</c:v>
                </c:pt>
                <c:pt idx="173">
                  <c:v>46002</c:v>
                </c:pt>
                <c:pt idx="174">
                  <c:v>46003</c:v>
                </c:pt>
                <c:pt idx="175">
                  <c:v>46004</c:v>
                </c:pt>
                <c:pt idx="176">
                  <c:v>46005</c:v>
                </c:pt>
                <c:pt idx="177">
                  <c:v>46006</c:v>
                </c:pt>
                <c:pt idx="178">
                  <c:v>46007</c:v>
                </c:pt>
                <c:pt idx="179">
                  <c:v>46008</c:v>
                </c:pt>
                <c:pt idx="180">
                  <c:v>46009</c:v>
                </c:pt>
                <c:pt idx="181">
                  <c:v>46010</c:v>
                </c:pt>
                <c:pt idx="182">
                  <c:v>46011</c:v>
                </c:pt>
                <c:pt idx="183">
                  <c:v>46012</c:v>
                </c:pt>
                <c:pt idx="184">
                  <c:v>46013</c:v>
                </c:pt>
                <c:pt idx="185">
                  <c:v>46014</c:v>
                </c:pt>
                <c:pt idx="186">
                  <c:v>46015</c:v>
                </c:pt>
                <c:pt idx="187">
                  <c:v>46016</c:v>
                </c:pt>
                <c:pt idx="188">
                  <c:v>46017</c:v>
                </c:pt>
                <c:pt idx="189">
                  <c:v>46018</c:v>
                </c:pt>
                <c:pt idx="190">
                  <c:v>46019</c:v>
                </c:pt>
                <c:pt idx="191">
                  <c:v>46020</c:v>
                </c:pt>
                <c:pt idx="192">
                  <c:v>46021</c:v>
                </c:pt>
                <c:pt idx="193">
                  <c:v>46022</c:v>
                </c:pt>
                <c:pt idx="194">
                  <c:v>46023</c:v>
                </c:pt>
                <c:pt idx="195">
                  <c:v>46024</c:v>
                </c:pt>
                <c:pt idx="196">
                  <c:v>46025</c:v>
                </c:pt>
                <c:pt idx="197">
                  <c:v>46026</c:v>
                </c:pt>
                <c:pt idx="198">
                  <c:v>46027</c:v>
                </c:pt>
                <c:pt idx="199">
                  <c:v>46028</c:v>
                </c:pt>
                <c:pt idx="200">
                  <c:v>46029</c:v>
                </c:pt>
                <c:pt idx="201">
                  <c:v>46030</c:v>
                </c:pt>
                <c:pt idx="202">
                  <c:v>46031</c:v>
                </c:pt>
                <c:pt idx="203">
                  <c:v>46032</c:v>
                </c:pt>
                <c:pt idx="204">
                  <c:v>46033</c:v>
                </c:pt>
                <c:pt idx="205">
                  <c:v>46034</c:v>
                </c:pt>
                <c:pt idx="206">
                  <c:v>46035</c:v>
                </c:pt>
                <c:pt idx="207">
                  <c:v>46036</c:v>
                </c:pt>
                <c:pt idx="208">
                  <c:v>46037</c:v>
                </c:pt>
                <c:pt idx="209">
                  <c:v>46038</c:v>
                </c:pt>
                <c:pt idx="210">
                  <c:v>46039</c:v>
                </c:pt>
                <c:pt idx="211">
                  <c:v>46040</c:v>
                </c:pt>
                <c:pt idx="212">
                  <c:v>46041</c:v>
                </c:pt>
                <c:pt idx="213">
                  <c:v>46042</c:v>
                </c:pt>
                <c:pt idx="214">
                  <c:v>46043</c:v>
                </c:pt>
                <c:pt idx="215">
                  <c:v>46044</c:v>
                </c:pt>
                <c:pt idx="216">
                  <c:v>46045</c:v>
                </c:pt>
                <c:pt idx="217">
                  <c:v>46046</c:v>
                </c:pt>
                <c:pt idx="218">
                  <c:v>46047</c:v>
                </c:pt>
                <c:pt idx="219">
                  <c:v>46048</c:v>
                </c:pt>
                <c:pt idx="220">
                  <c:v>46049</c:v>
                </c:pt>
                <c:pt idx="221">
                  <c:v>46050</c:v>
                </c:pt>
                <c:pt idx="222">
                  <c:v>46051</c:v>
                </c:pt>
                <c:pt idx="223">
                  <c:v>46052</c:v>
                </c:pt>
                <c:pt idx="224">
                  <c:v>46053</c:v>
                </c:pt>
                <c:pt idx="225">
                  <c:v>46054</c:v>
                </c:pt>
                <c:pt idx="226">
                  <c:v>46055</c:v>
                </c:pt>
                <c:pt idx="227">
                  <c:v>46056</c:v>
                </c:pt>
                <c:pt idx="228">
                  <c:v>46057</c:v>
                </c:pt>
                <c:pt idx="229">
                  <c:v>46058</c:v>
                </c:pt>
                <c:pt idx="230">
                  <c:v>46059</c:v>
                </c:pt>
                <c:pt idx="231">
                  <c:v>46060</c:v>
                </c:pt>
                <c:pt idx="232">
                  <c:v>46061</c:v>
                </c:pt>
                <c:pt idx="233">
                  <c:v>46062</c:v>
                </c:pt>
                <c:pt idx="234">
                  <c:v>46063</c:v>
                </c:pt>
                <c:pt idx="235">
                  <c:v>46064</c:v>
                </c:pt>
                <c:pt idx="236">
                  <c:v>46065</c:v>
                </c:pt>
                <c:pt idx="237">
                  <c:v>46066</c:v>
                </c:pt>
                <c:pt idx="238">
                  <c:v>46067</c:v>
                </c:pt>
                <c:pt idx="239">
                  <c:v>46068</c:v>
                </c:pt>
                <c:pt idx="240">
                  <c:v>46069</c:v>
                </c:pt>
                <c:pt idx="241">
                  <c:v>46070</c:v>
                </c:pt>
                <c:pt idx="242">
                  <c:v>46071</c:v>
                </c:pt>
                <c:pt idx="243">
                  <c:v>46072</c:v>
                </c:pt>
                <c:pt idx="244">
                  <c:v>46073</c:v>
                </c:pt>
                <c:pt idx="245">
                  <c:v>46074</c:v>
                </c:pt>
                <c:pt idx="246">
                  <c:v>46075</c:v>
                </c:pt>
                <c:pt idx="247">
                  <c:v>46076</c:v>
                </c:pt>
                <c:pt idx="248">
                  <c:v>46077</c:v>
                </c:pt>
                <c:pt idx="249">
                  <c:v>46078</c:v>
                </c:pt>
                <c:pt idx="250">
                  <c:v>46079</c:v>
                </c:pt>
                <c:pt idx="251">
                  <c:v>46080</c:v>
                </c:pt>
                <c:pt idx="252">
                  <c:v>46081</c:v>
                </c:pt>
                <c:pt idx="253">
                  <c:v>46082</c:v>
                </c:pt>
                <c:pt idx="254">
                  <c:v>46083</c:v>
                </c:pt>
                <c:pt idx="255">
                  <c:v>46084</c:v>
                </c:pt>
                <c:pt idx="256">
                  <c:v>46085</c:v>
                </c:pt>
                <c:pt idx="257">
                  <c:v>46086</c:v>
                </c:pt>
                <c:pt idx="258">
                  <c:v>46087</c:v>
                </c:pt>
                <c:pt idx="259">
                  <c:v>46088</c:v>
                </c:pt>
                <c:pt idx="260">
                  <c:v>46089</c:v>
                </c:pt>
                <c:pt idx="261">
                  <c:v>46090</c:v>
                </c:pt>
                <c:pt idx="262">
                  <c:v>46091</c:v>
                </c:pt>
                <c:pt idx="263">
                  <c:v>46092</c:v>
                </c:pt>
                <c:pt idx="264">
                  <c:v>46093</c:v>
                </c:pt>
                <c:pt idx="265">
                  <c:v>46094</c:v>
                </c:pt>
                <c:pt idx="266">
                  <c:v>46095</c:v>
                </c:pt>
                <c:pt idx="267">
                  <c:v>46096</c:v>
                </c:pt>
                <c:pt idx="268">
                  <c:v>46097</c:v>
                </c:pt>
                <c:pt idx="269">
                  <c:v>46098</c:v>
                </c:pt>
                <c:pt idx="270">
                  <c:v>46099</c:v>
                </c:pt>
                <c:pt idx="271">
                  <c:v>46100</c:v>
                </c:pt>
                <c:pt idx="272">
                  <c:v>46101</c:v>
                </c:pt>
                <c:pt idx="273">
                  <c:v>46102</c:v>
                </c:pt>
                <c:pt idx="274">
                  <c:v>46103</c:v>
                </c:pt>
                <c:pt idx="275">
                  <c:v>46104</c:v>
                </c:pt>
                <c:pt idx="276">
                  <c:v>46105</c:v>
                </c:pt>
                <c:pt idx="277">
                  <c:v>46106</c:v>
                </c:pt>
                <c:pt idx="278">
                  <c:v>46107</c:v>
                </c:pt>
                <c:pt idx="279">
                  <c:v>46108</c:v>
                </c:pt>
                <c:pt idx="280">
                  <c:v>46109</c:v>
                </c:pt>
                <c:pt idx="281">
                  <c:v>46110</c:v>
                </c:pt>
                <c:pt idx="282">
                  <c:v>46111</c:v>
                </c:pt>
                <c:pt idx="283">
                  <c:v>46112</c:v>
                </c:pt>
                <c:pt idx="284">
                  <c:v>46113</c:v>
                </c:pt>
                <c:pt idx="285">
                  <c:v>46114</c:v>
                </c:pt>
                <c:pt idx="286">
                  <c:v>46115</c:v>
                </c:pt>
                <c:pt idx="287">
                  <c:v>46116</c:v>
                </c:pt>
                <c:pt idx="288">
                  <c:v>46117</c:v>
                </c:pt>
                <c:pt idx="289">
                  <c:v>46118</c:v>
                </c:pt>
                <c:pt idx="290">
                  <c:v>46119</c:v>
                </c:pt>
                <c:pt idx="291">
                  <c:v>46120</c:v>
                </c:pt>
                <c:pt idx="292">
                  <c:v>46121</c:v>
                </c:pt>
                <c:pt idx="293">
                  <c:v>46122</c:v>
                </c:pt>
                <c:pt idx="294">
                  <c:v>46123</c:v>
                </c:pt>
                <c:pt idx="295">
                  <c:v>46124</c:v>
                </c:pt>
                <c:pt idx="296">
                  <c:v>46125</c:v>
                </c:pt>
                <c:pt idx="297">
                  <c:v>46126</c:v>
                </c:pt>
                <c:pt idx="298">
                  <c:v>46127</c:v>
                </c:pt>
                <c:pt idx="299">
                  <c:v>46128</c:v>
                </c:pt>
                <c:pt idx="300">
                  <c:v>46129</c:v>
                </c:pt>
                <c:pt idx="301">
                  <c:v>46130</c:v>
                </c:pt>
                <c:pt idx="302">
                  <c:v>46131</c:v>
                </c:pt>
                <c:pt idx="303">
                  <c:v>46132</c:v>
                </c:pt>
                <c:pt idx="304">
                  <c:v>46133</c:v>
                </c:pt>
                <c:pt idx="305">
                  <c:v>46134</c:v>
                </c:pt>
                <c:pt idx="306">
                  <c:v>46135</c:v>
                </c:pt>
                <c:pt idx="307">
                  <c:v>46136</c:v>
                </c:pt>
                <c:pt idx="308">
                  <c:v>46137</c:v>
                </c:pt>
                <c:pt idx="309">
                  <c:v>46138</c:v>
                </c:pt>
                <c:pt idx="310">
                  <c:v>46139</c:v>
                </c:pt>
                <c:pt idx="311">
                  <c:v>46140</c:v>
                </c:pt>
                <c:pt idx="312">
                  <c:v>46141</c:v>
                </c:pt>
                <c:pt idx="313">
                  <c:v>46142</c:v>
                </c:pt>
                <c:pt idx="314">
                  <c:v>46143</c:v>
                </c:pt>
                <c:pt idx="315">
                  <c:v>46144</c:v>
                </c:pt>
                <c:pt idx="316">
                  <c:v>46145</c:v>
                </c:pt>
                <c:pt idx="317">
                  <c:v>46146</c:v>
                </c:pt>
                <c:pt idx="318">
                  <c:v>46147</c:v>
                </c:pt>
                <c:pt idx="319">
                  <c:v>46148</c:v>
                </c:pt>
                <c:pt idx="320">
                  <c:v>46149</c:v>
                </c:pt>
                <c:pt idx="321">
                  <c:v>46150</c:v>
                </c:pt>
                <c:pt idx="322">
                  <c:v>46151</c:v>
                </c:pt>
                <c:pt idx="323">
                  <c:v>46152</c:v>
                </c:pt>
                <c:pt idx="324">
                  <c:v>46153</c:v>
                </c:pt>
                <c:pt idx="325">
                  <c:v>46154</c:v>
                </c:pt>
                <c:pt idx="326">
                  <c:v>46155</c:v>
                </c:pt>
                <c:pt idx="327">
                  <c:v>46156</c:v>
                </c:pt>
                <c:pt idx="328">
                  <c:v>46157</c:v>
                </c:pt>
                <c:pt idx="329">
                  <c:v>46158</c:v>
                </c:pt>
                <c:pt idx="330">
                  <c:v>46159</c:v>
                </c:pt>
                <c:pt idx="331">
                  <c:v>46160</c:v>
                </c:pt>
                <c:pt idx="332">
                  <c:v>46161</c:v>
                </c:pt>
                <c:pt idx="333">
                  <c:v>46162</c:v>
                </c:pt>
                <c:pt idx="334">
                  <c:v>46163</c:v>
                </c:pt>
                <c:pt idx="335">
                  <c:v>46164</c:v>
                </c:pt>
                <c:pt idx="336">
                  <c:v>46165</c:v>
                </c:pt>
                <c:pt idx="337">
                  <c:v>46166</c:v>
                </c:pt>
                <c:pt idx="338">
                  <c:v>46167</c:v>
                </c:pt>
                <c:pt idx="339">
                  <c:v>46168</c:v>
                </c:pt>
                <c:pt idx="340">
                  <c:v>46169</c:v>
                </c:pt>
                <c:pt idx="341">
                  <c:v>46170</c:v>
                </c:pt>
                <c:pt idx="342">
                  <c:v>46171</c:v>
                </c:pt>
                <c:pt idx="343">
                  <c:v>46172</c:v>
                </c:pt>
                <c:pt idx="344">
                  <c:v>46173</c:v>
                </c:pt>
                <c:pt idx="345">
                  <c:v>46174</c:v>
                </c:pt>
                <c:pt idx="346">
                  <c:v>46175</c:v>
                </c:pt>
                <c:pt idx="347">
                  <c:v>46176</c:v>
                </c:pt>
                <c:pt idx="348">
                  <c:v>46177</c:v>
                </c:pt>
                <c:pt idx="349">
                  <c:v>46178</c:v>
                </c:pt>
                <c:pt idx="350">
                  <c:v>46179</c:v>
                </c:pt>
                <c:pt idx="351">
                  <c:v>46180</c:v>
                </c:pt>
                <c:pt idx="352">
                  <c:v>46181</c:v>
                </c:pt>
                <c:pt idx="353">
                  <c:v>46182</c:v>
                </c:pt>
                <c:pt idx="354">
                  <c:v>46183</c:v>
                </c:pt>
                <c:pt idx="355">
                  <c:v>46184</c:v>
                </c:pt>
                <c:pt idx="356">
                  <c:v>46185</c:v>
                </c:pt>
                <c:pt idx="357">
                  <c:v>46186</c:v>
                </c:pt>
                <c:pt idx="358">
                  <c:v>46187</c:v>
                </c:pt>
                <c:pt idx="359">
                  <c:v>46188</c:v>
                </c:pt>
                <c:pt idx="360">
                  <c:v>46189</c:v>
                </c:pt>
                <c:pt idx="361">
                  <c:v>46190</c:v>
                </c:pt>
                <c:pt idx="362">
                  <c:v>46191</c:v>
                </c:pt>
                <c:pt idx="363">
                  <c:v>46192</c:v>
                </c:pt>
                <c:pt idx="364">
                  <c:v>46193</c:v>
                </c:pt>
              </c:numCache>
            </c:numRef>
          </c:cat>
          <c:val>
            <c:numRef>
              <c:f>'4G VoLTE- Network'!$B$2:$B$366</c:f>
              <c:numCache>
                <c:formatCode>General</c:formatCode>
                <c:ptCount val="365"/>
                <c:pt idx="0">
                  <c:v>45602.821100000001</c:v>
                </c:pt>
                <c:pt idx="1">
                  <c:v>41954.240899999997</c:v>
                </c:pt>
                <c:pt idx="2">
                  <c:v>50814.561399999999</c:v>
                </c:pt>
                <c:pt idx="3">
                  <c:v>52879.981299999999</c:v>
                </c:pt>
                <c:pt idx="4">
                  <c:v>53237.858</c:v>
                </c:pt>
                <c:pt idx="5">
                  <c:v>52346.027699999999</c:v>
                </c:pt>
                <c:pt idx="6">
                  <c:v>52480.012999999999</c:v>
                </c:pt>
                <c:pt idx="7">
                  <c:v>48185.686600000001</c:v>
                </c:pt>
                <c:pt idx="8">
                  <c:v>44783.389600000002</c:v>
                </c:pt>
                <c:pt idx="9">
                  <c:v>53971.982600000003</c:v>
                </c:pt>
                <c:pt idx="10">
                  <c:v>53082.411200000002</c:v>
                </c:pt>
                <c:pt idx="11">
                  <c:v>51670.219499999999</c:v>
                </c:pt>
                <c:pt idx="12">
                  <c:v>52046.1927</c:v>
                </c:pt>
                <c:pt idx="13">
                  <c:v>51706.37</c:v>
                </c:pt>
                <c:pt idx="14">
                  <c:v>47232.347900000001</c:v>
                </c:pt>
                <c:pt idx="15">
                  <c:v>45310.150699999998</c:v>
                </c:pt>
                <c:pt idx="16">
                  <c:v>54109.322</c:v>
                </c:pt>
                <c:pt idx="17">
                  <c:v>53872.812400000003</c:v>
                </c:pt>
                <c:pt idx="18">
                  <c:v>55269.100700000003</c:v>
                </c:pt>
                <c:pt idx="19">
                  <c:v>43993.314200000001</c:v>
                </c:pt>
                <c:pt idx="20">
                  <c:v>57401.715199999999</c:v>
                </c:pt>
                <c:pt idx="21">
                  <c:v>49099.820299999999</c:v>
                </c:pt>
                <c:pt idx="22">
                  <c:v>45418.478900000002</c:v>
                </c:pt>
                <c:pt idx="23">
                  <c:v>54486.8632</c:v>
                </c:pt>
                <c:pt idx="24">
                  <c:v>54092.4565</c:v>
                </c:pt>
                <c:pt idx="25">
                  <c:v>53556.086499999998</c:v>
                </c:pt>
                <c:pt idx="26">
                  <c:v>53261.130299999997</c:v>
                </c:pt>
                <c:pt idx="27">
                  <c:v>52661.469899999996</c:v>
                </c:pt>
                <c:pt idx="28">
                  <c:v>47584.559800000003</c:v>
                </c:pt>
                <c:pt idx="29">
                  <c:v>44423.561500000003</c:v>
                </c:pt>
                <c:pt idx="30">
                  <c:v>52614.925199999998</c:v>
                </c:pt>
                <c:pt idx="31">
                  <c:v>53106.9205</c:v>
                </c:pt>
                <c:pt idx="32">
                  <c:v>52490.922200000001</c:v>
                </c:pt>
                <c:pt idx="33">
                  <c:v>52548.974399999999</c:v>
                </c:pt>
                <c:pt idx="34">
                  <c:v>53515.243699999999</c:v>
                </c:pt>
                <c:pt idx="35">
                  <c:v>48464.235800000002</c:v>
                </c:pt>
                <c:pt idx="36">
                  <c:v>45480.261599999998</c:v>
                </c:pt>
                <c:pt idx="37">
                  <c:v>54162.763299999999</c:v>
                </c:pt>
                <c:pt idx="38">
                  <c:v>55019.598599999998</c:v>
                </c:pt>
                <c:pt idx="39">
                  <c:v>54965.708599999998</c:v>
                </c:pt>
                <c:pt idx="40">
                  <c:v>55574.455800000003</c:v>
                </c:pt>
                <c:pt idx="41">
                  <c:v>54260.998500000002</c:v>
                </c:pt>
                <c:pt idx="42">
                  <c:v>49358.777800000003</c:v>
                </c:pt>
                <c:pt idx="43">
                  <c:v>46001.799800000001</c:v>
                </c:pt>
                <c:pt idx="44">
                  <c:v>54659.781499999997</c:v>
                </c:pt>
                <c:pt idx="45">
                  <c:v>54869.659800000001</c:v>
                </c:pt>
                <c:pt idx="46">
                  <c:v>54805.1008</c:v>
                </c:pt>
                <c:pt idx="47">
                  <c:v>55867.072500000002</c:v>
                </c:pt>
                <c:pt idx="48">
                  <c:v>43034.1276</c:v>
                </c:pt>
                <c:pt idx="49">
                  <c:v>47969.567900000002</c:v>
                </c:pt>
                <c:pt idx="50">
                  <c:v>46040.115299999998</c:v>
                </c:pt>
                <c:pt idx="51">
                  <c:v>54088.859299999996</c:v>
                </c:pt>
                <c:pt idx="52">
                  <c:v>53732.696400000001</c:v>
                </c:pt>
                <c:pt idx="53">
                  <c:v>53500.381500000003</c:v>
                </c:pt>
                <c:pt idx="54">
                  <c:v>53344.864300000001</c:v>
                </c:pt>
                <c:pt idx="55">
                  <c:v>52649.690300000002</c:v>
                </c:pt>
                <c:pt idx="56">
                  <c:v>48948.256399999998</c:v>
                </c:pt>
                <c:pt idx="57">
                  <c:v>45729.771800000002</c:v>
                </c:pt>
                <c:pt idx="58">
                  <c:v>54262.566899999998</c:v>
                </c:pt>
                <c:pt idx="59">
                  <c:v>54607.952899999997</c:v>
                </c:pt>
                <c:pt idx="60">
                  <c:v>57639.284099999997</c:v>
                </c:pt>
                <c:pt idx="61">
                  <c:v>58115.987300000001</c:v>
                </c:pt>
                <c:pt idx="62">
                  <c:v>57208.613400000002</c:v>
                </c:pt>
                <c:pt idx="63">
                  <c:v>52303.261899999998</c:v>
                </c:pt>
                <c:pt idx="64">
                  <c:v>49311.555</c:v>
                </c:pt>
                <c:pt idx="65">
                  <c:v>58026.993499999997</c:v>
                </c:pt>
                <c:pt idx="66">
                  <c:v>58169.4107</c:v>
                </c:pt>
                <c:pt idx="67">
                  <c:v>57396.289100000002</c:v>
                </c:pt>
                <c:pt idx="68">
                  <c:v>57254.175300000003</c:v>
                </c:pt>
                <c:pt idx="69">
                  <c:v>57074.1711</c:v>
                </c:pt>
                <c:pt idx="70">
                  <c:v>53462.138800000001</c:v>
                </c:pt>
                <c:pt idx="71">
                  <c:v>49477.690300000002</c:v>
                </c:pt>
                <c:pt idx="72">
                  <c:v>57997.7255</c:v>
                </c:pt>
                <c:pt idx="73">
                  <c:v>58432.466999999997</c:v>
                </c:pt>
                <c:pt idx="74">
                  <c:v>58026.503199999999</c:v>
                </c:pt>
                <c:pt idx="75">
                  <c:v>61372.092100000002</c:v>
                </c:pt>
                <c:pt idx="76">
                  <c:v>50123.322099999998</c:v>
                </c:pt>
                <c:pt idx="77">
                  <c:v>50205.0455</c:v>
                </c:pt>
                <c:pt idx="78">
                  <c:v>44519.0383</c:v>
                </c:pt>
                <c:pt idx="79">
                  <c:v>58026.703300000001</c:v>
                </c:pt>
                <c:pt idx="80">
                  <c:v>57729.235099999998</c:v>
                </c:pt>
                <c:pt idx="81">
                  <c:v>58505.099699999999</c:v>
                </c:pt>
                <c:pt idx="82">
                  <c:v>58952.471100000002</c:v>
                </c:pt>
                <c:pt idx="83">
                  <c:v>57828.8943</c:v>
                </c:pt>
                <c:pt idx="84">
                  <c:v>52697.449800000002</c:v>
                </c:pt>
                <c:pt idx="85">
                  <c:v>49293.336799999997</c:v>
                </c:pt>
                <c:pt idx="86">
                  <c:v>58426.272900000004</c:v>
                </c:pt>
                <c:pt idx="87">
                  <c:v>58490.2912</c:v>
                </c:pt>
                <c:pt idx="88">
                  <c:v>57332.633500000004</c:v>
                </c:pt>
                <c:pt idx="89">
                  <c:v>56529.498</c:v>
                </c:pt>
                <c:pt idx="90">
                  <c:v>55997.317499999997</c:v>
                </c:pt>
                <c:pt idx="91">
                  <c:v>51823.988299999997</c:v>
                </c:pt>
                <c:pt idx="92">
                  <c:v>48133.9352</c:v>
                </c:pt>
                <c:pt idx="93">
                  <c:v>57121.215300000003</c:v>
                </c:pt>
                <c:pt idx="94">
                  <c:v>57292.442000000003</c:v>
                </c:pt>
                <c:pt idx="95">
                  <c:v>57903.775399999999</c:v>
                </c:pt>
                <c:pt idx="96">
                  <c:v>57910.460299999999</c:v>
                </c:pt>
                <c:pt idx="97">
                  <c:v>56787.072399999997</c:v>
                </c:pt>
                <c:pt idx="98">
                  <c:v>52622.961600000002</c:v>
                </c:pt>
                <c:pt idx="99">
                  <c:v>48688.385300000002</c:v>
                </c:pt>
                <c:pt idx="100">
                  <c:v>58933.173999999999</c:v>
                </c:pt>
                <c:pt idx="101">
                  <c:v>60807.631800000003</c:v>
                </c:pt>
                <c:pt idx="102">
                  <c:v>59421.145799999998</c:v>
                </c:pt>
                <c:pt idx="103">
                  <c:v>59264.058400000002</c:v>
                </c:pt>
                <c:pt idx="104">
                  <c:v>58436.643100000001</c:v>
                </c:pt>
                <c:pt idx="105">
                  <c:v>51479.396699999998</c:v>
                </c:pt>
                <c:pt idx="106">
                  <c:v>48317.402800000003</c:v>
                </c:pt>
                <c:pt idx="107">
                  <c:v>45296.514900000002</c:v>
                </c:pt>
                <c:pt idx="108">
                  <c:v>58560.930200000003</c:v>
                </c:pt>
                <c:pt idx="109">
                  <c:v>59172.042999999998</c:v>
                </c:pt>
                <c:pt idx="110">
                  <c:v>60447.481599999999</c:v>
                </c:pt>
                <c:pt idx="111">
                  <c:v>59922.186099999999</c:v>
                </c:pt>
                <c:pt idx="112">
                  <c:v>54984.981899999999</c:v>
                </c:pt>
                <c:pt idx="113">
                  <c:v>49985.814100000003</c:v>
                </c:pt>
                <c:pt idx="114">
                  <c:v>58157.041100000002</c:v>
                </c:pt>
                <c:pt idx="115">
                  <c:v>58521.394200000002</c:v>
                </c:pt>
                <c:pt idx="116">
                  <c:v>57976.808900000004</c:v>
                </c:pt>
                <c:pt idx="117">
                  <c:v>57577.989399999999</c:v>
                </c:pt>
                <c:pt idx="118">
                  <c:v>56738.326500000003</c:v>
                </c:pt>
                <c:pt idx="119">
                  <c:v>54589.040999999997</c:v>
                </c:pt>
                <c:pt idx="120">
                  <c:v>49633.3537</c:v>
                </c:pt>
                <c:pt idx="121">
                  <c:v>53575.332600000002</c:v>
                </c:pt>
                <c:pt idx="122">
                  <c:v>59165.678099999997</c:v>
                </c:pt>
                <c:pt idx="123">
                  <c:v>59117.3413</c:v>
                </c:pt>
                <c:pt idx="124">
                  <c:v>58234.904000000002</c:v>
                </c:pt>
                <c:pt idx="125">
                  <c:v>57987.022700000001</c:v>
                </c:pt>
                <c:pt idx="126">
                  <c:v>54335.326699999998</c:v>
                </c:pt>
                <c:pt idx="127">
                  <c:v>50088.377399999998</c:v>
                </c:pt>
                <c:pt idx="128">
                  <c:v>60128.917000000001</c:v>
                </c:pt>
                <c:pt idx="129">
                  <c:v>60927.386899999998</c:v>
                </c:pt>
                <c:pt idx="130">
                  <c:v>61377.830800000003</c:v>
                </c:pt>
                <c:pt idx="131">
                  <c:v>62527.652000000002</c:v>
                </c:pt>
                <c:pt idx="132">
                  <c:v>62766.788699999997</c:v>
                </c:pt>
                <c:pt idx="133">
                  <c:v>57235.916299999997</c:v>
                </c:pt>
                <c:pt idx="134">
                  <c:v>52474.754999999997</c:v>
                </c:pt>
                <c:pt idx="135">
                  <c:v>62491.995900000002</c:v>
                </c:pt>
                <c:pt idx="136">
                  <c:v>62752.272599999997</c:v>
                </c:pt>
                <c:pt idx="137">
                  <c:v>50739.494100000004</c:v>
                </c:pt>
                <c:pt idx="138">
                  <c:v>58321.768199999999</c:v>
                </c:pt>
                <c:pt idx="139">
                  <c:v>59841.270499999999</c:v>
                </c:pt>
                <c:pt idx="140">
                  <c:v>56216.226499999997</c:v>
                </c:pt>
                <c:pt idx="141">
                  <c:v>53348.284699999997</c:v>
                </c:pt>
                <c:pt idx="142">
                  <c:v>63104.084499999997</c:v>
                </c:pt>
                <c:pt idx="143">
                  <c:v>62407.187599999997</c:v>
                </c:pt>
                <c:pt idx="144">
                  <c:v>61471.961900000002</c:v>
                </c:pt>
                <c:pt idx="145">
                  <c:v>60806.403899999998</c:v>
                </c:pt>
                <c:pt idx="146">
                  <c:v>60046.4179</c:v>
                </c:pt>
                <c:pt idx="147">
                  <c:v>56228.725899999998</c:v>
                </c:pt>
                <c:pt idx="148">
                  <c:v>51165.008000000002</c:v>
                </c:pt>
                <c:pt idx="149">
                  <c:v>59851.661699999997</c:v>
                </c:pt>
                <c:pt idx="150">
                  <c:v>59530.273300000001</c:v>
                </c:pt>
                <c:pt idx="151">
                  <c:v>60590.349300000002</c:v>
                </c:pt>
                <c:pt idx="152">
                  <c:v>60279.387699999999</c:v>
                </c:pt>
                <c:pt idx="153">
                  <c:v>58977.746099999997</c:v>
                </c:pt>
                <c:pt idx="154">
                  <c:v>55573.456400000003</c:v>
                </c:pt>
                <c:pt idx="155">
                  <c:v>50767.704299999998</c:v>
                </c:pt>
                <c:pt idx="156">
                  <c:v>59814.197500000002</c:v>
                </c:pt>
                <c:pt idx="157">
                  <c:v>60242.043700000002</c:v>
                </c:pt>
                <c:pt idx="158">
                  <c:v>58788.8724</c:v>
                </c:pt>
                <c:pt idx="159">
                  <c:v>60151.122000000003</c:v>
                </c:pt>
                <c:pt idx="160">
                  <c:v>55688.647900000004</c:v>
                </c:pt>
                <c:pt idx="161">
                  <c:v>52651.553599999999</c:v>
                </c:pt>
                <c:pt idx="162">
                  <c:v>56154.420100000003</c:v>
                </c:pt>
                <c:pt idx="163">
                  <c:v>62577.380400000002</c:v>
                </c:pt>
                <c:pt idx="164">
                  <c:v>62302.1276</c:v>
                </c:pt>
                <c:pt idx="165">
                  <c:v>63136.171499999997</c:v>
                </c:pt>
                <c:pt idx="166">
                  <c:v>52402.990299999998</c:v>
                </c:pt>
                <c:pt idx="167">
                  <c:v>60018.438999999998</c:v>
                </c:pt>
                <c:pt idx="168">
                  <c:v>56416.372799999997</c:v>
                </c:pt>
                <c:pt idx="169">
                  <c:v>52686.815300000002</c:v>
                </c:pt>
                <c:pt idx="170">
                  <c:v>62452.495799999997</c:v>
                </c:pt>
                <c:pt idx="171">
                  <c:v>61597.455800000003</c:v>
                </c:pt>
                <c:pt idx="172">
                  <c:v>62278.879099999998</c:v>
                </c:pt>
                <c:pt idx="173">
                  <c:v>61440.561099999999</c:v>
                </c:pt>
                <c:pt idx="174">
                  <c:v>60880.471899999997</c:v>
                </c:pt>
                <c:pt idx="175">
                  <c:v>62243.578600000001</c:v>
                </c:pt>
                <c:pt idx="176">
                  <c:v>58410.267200000002</c:v>
                </c:pt>
                <c:pt idx="177">
                  <c:v>68361.048699999999</c:v>
                </c:pt>
                <c:pt idx="178">
                  <c:v>68280.921499999997</c:v>
                </c:pt>
                <c:pt idx="179">
                  <c:v>66768.483200000002</c:v>
                </c:pt>
                <c:pt idx="180">
                  <c:v>67909.968500000003</c:v>
                </c:pt>
                <c:pt idx="181">
                  <c:v>68065.674299999999</c:v>
                </c:pt>
                <c:pt idx="182">
                  <c:v>63466.796999999999</c:v>
                </c:pt>
                <c:pt idx="183">
                  <c:v>58519.733999999997</c:v>
                </c:pt>
                <c:pt idx="184">
                  <c:v>68935.761400000003</c:v>
                </c:pt>
                <c:pt idx="185">
                  <c:v>68793.247399999993</c:v>
                </c:pt>
                <c:pt idx="186">
                  <c:v>68230.064799999993</c:v>
                </c:pt>
                <c:pt idx="187">
                  <c:v>57276.703500000003</c:v>
                </c:pt>
                <c:pt idx="188">
                  <c:v>63841.489399999999</c:v>
                </c:pt>
                <c:pt idx="189">
                  <c:v>60546.326699999998</c:v>
                </c:pt>
                <c:pt idx="190">
                  <c:v>57034.144999999997</c:v>
                </c:pt>
                <c:pt idx="191">
                  <c:v>67363.667799999996</c:v>
                </c:pt>
                <c:pt idx="192">
                  <c:v>68184.812099999996</c:v>
                </c:pt>
                <c:pt idx="193">
                  <c:v>70300.024399999995</c:v>
                </c:pt>
                <c:pt idx="194">
                  <c:v>71157.916100000002</c:v>
                </c:pt>
                <c:pt idx="195">
                  <c:v>67111.418699999995</c:v>
                </c:pt>
                <c:pt idx="196">
                  <c:v>55637.835800000001</c:v>
                </c:pt>
                <c:pt idx="197">
                  <c:v>58627.796600000001</c:v>
                </c:pt>
                <c:pt idx="198">
                  <c:v>68706.886299999998</c:v>
                </c:pt>
                <c:pt idx="199">
                  <c:v>67643.891199999998</c:v>
                </c:pt>
                <c:pt idx="200">
                  <c:v>68257.920599999998</c:v>
                </c:pt>
                <c:pt idx="201">
                  <c:v>67836.5386</c:v>
                </c:pt>
                <c:pt idx="202">
                  <c:v>67304.762300000002</c:v>
                </c:pt>
                <c:pt idx="203">
                  <c:v>62705.317499999997</c:v>
                </c:pt>
                <c:pt idx="204">
                  <c:v>57856.345099999999</c:v>
                </c:pt>
                <c:pt idx="205">
                  <c:v>68368.969400000002</c:v>
                </c:pt>
                <c:pt idx="206">
                  <c:v>68336.116299999994</c:v>
                </c:pt>
                <c:pt idx="207">
                  <c:v>69366.334600000002</c:v>
                </c:pt>
                <c:pt idx="208">
                  <c:v>60987.483999999997</c:v>
                </c:pt>
                <c:pt idx="209">
                  <c:v>67107.150899999993</c:v>
                </c:pt>
                <c:pt idx="210">
                  <c:v>62746.108200000002</c:v>
                </c:pt>
                <c:pt idx="211">
                  <c:v>59103.602500000001</c:v>
                </c:pt>
                <c:pt idx="212">
                  <c:v>69834.616800000003</c:v>
                </c:pt>
                <c:pt idx="213">
                  <c:v>69932.897400000002</c:v>
                </c:pt>
                <c:pt idx="214">
                  <c:v>69943.574800000002</c:v>
                </c:pt>
                <c:pt idx="215">
                  <c:v>68952.835200000001</c:v>
                </c:pt>
                <c:pt idx="216">
                  <c:v>72487.905499999993</c:v>
                </c:pt>
                <c:pt idx="217">
                  <c:v>66666.799499999994</c:v>
                </c:pt>
                <c:pt idx="218">
                  <c:v>62978.239200000004</c:v>
                </c:pt>
                <c:pt idx="219">
                  <c:v>73203.695300000007</c:v>
                </c:pt>
                <c:pt idx="220">
                  <c:v>72637.921600000001</c:v>
                </c:pt>
                <c:pt idx="221">
                  <c:v>73422.831699999995</c:v>
                </c:pt>
                <c:pt idx="222">
                  <c:v>72174.646500000003</c:v>
                </c:pt>
                <c:pt idx="223">
                  <c:v>71480.981799999994</c:v>
                </c:pt>
                <c:pt idx="224">
                  <c:v>66688.551099999997</c:v>
                </c:pt>
                <c:pt idx="225">
                  <c:v>57101.395600000003</c:v>
                </c:pt>
                <c:pt idx="226">
                  <c:v>72210.117299999998</c:v>
                </c:pt>
                <c:pt idx="227">
                  <c:v>72115.282699999996</c:v>
                </c:pt>
                <c:pt idx="228">
                  <c:v>60617.022100000002</c:v>
                </c:pt>
                <c:pt idx="229">
                  <c:v>73469.744200000001</c:v>
                </c:pt>
                <c:pt idx="230">
                  <c:v>72450.547399999996</c:v>
                </c:pt>
                <c:pt idx="231">
                  <c:v>66633.527799999996</c:v>
                </c:pt>
                <c:pt idx="232">
                  <c:v>62000.921300000002</c:v>
                </c:pt>
                <c:pt idx="233">
                  <c:v>73908.484500000006</c:v>
                </c:pt>
                <c:pt idx="234">
                  <c:v>74970.541100000002</c:v>
                </c:pt>
                <c:pt idx="235">
                  <c:v>74567.789999999994</c:v>
                </c:pt>
                <c:pt idx="236">
                  <c:v>72629.748500000002</c:v>
                </c:pt>
                <c:pt idx="237">
                  <c:v>72098.098700000002</c:v>
                </c:pt>
                <c:pt idx="238">
                  <c:v>67905.327900000004</c:v>
                </c:pt>
                <c:pt idx="239">
                  <c:v>62359.9274</c:v>
                </c:pt>
                <c:pt idx="240">
                  <c:v>72062.617700000003</c:v>
                </c:pt>
                <c:pt idx="241">
                  <c:v>71568.0579</c:v>
                </c:pt>
                <c:pt idx="242">
                  <c:v>71503.074399999998</c:v>
                </c:pt>
                <c:pt idx="243">
                  <c:v>68824.2978</c:v>
                </c:pt>
                <c:pt idx="244">
                  <c:v>69268.169500000004</c:v>
                </c:pt>
                <c:pt idx="245">
                  <c:v>63436.059099999999</c:v>
                </c:pt>
                <c:pt idx="246">
                  <c:v>59580.791899999997</c:v>
                </c:pt>
                <c:pt idx="247">
                  <c:v>70264.065199999997</c:v>
                </c:pt>
                <c:pt idx="248">
                  <c:v>70418.993300000002</c:v>
                </c:pt>
                <c:pt idx="249">
                  <c:v>71003.183999999994</c:v>
                </c:pt>
                <c:pt idx="250">
                  <c:v>71603.033299999996</c:v>
                </c:pt>
                <c:pt idx="251">
                  <c:v>73851.783299999996</c:v>
                </c:pt>
                <c:pt idx="252">
                  <c:v>69375.206000000006</c:v>
                </c:pt>
                <c:pt idx="253">
                  <c:v>65030.296000000002</c:v>
                </c:pt>
                <c:pt idx="254">
                  <c:v>60009.960500000001</c:v>
                </c:pt>
                <c:pt idx="255">
                  <c:v>75258.126799999998</c:v>
                </c:pt>
                <c:pt idx="256">
                  <c:v>74029.310899999997</c:v>
                </c:pt>
                <c:pt idx="257">
                  <c:v>73359.837799999994</c:v>
                </c:pt>
                <c:pt idx="258">
                  <c:v>72958.509300000005</c:v>
                </c:pt>
                <c:pt idx="259">
                  <c:v>67960.952099999995</c:v>
                </c:pt>
                <c:pt idx="260">
                  <c:v>62622.732400000001</c:v>
                </c:pt>
                <c:pt idx="261">
                  <c:v>74259.606400000004</c:v>
                </c:pt>
                <c:pt idx="262">
                  <c:v>75316.686300000001</c:v>
                </c:pt>
                <c:pt idx="263">
                  <c:v>74432.064400000003</c:v>
                </c:pt>
                <c:pt idx="264">
                  <c:v>74035.170100000003</c:v>
                </c:pt>
                <c:pt idx="265">
                  <c:v>74685.4179</c:v>
                </c:pt>
                <c:pt idx="266">
                  <c:v>69445.164399999994</c:v>
                </c:pt>
                <c:pt idx="267">
                  <c:v>68087.2016</c:v>
                </c:pt>
                <c:pt idx="268">
                  <c:v>79502.707200000004</c:v>
                </c:pt>
                <c:pt idx="269">
                  <c:v>79220.423500000004</c:v>
                </c:pt>
                <c:pt idx="270">
                  <c:v>74468.188899999994</c:v>
                </c:pt>
                <c:pt idx="271">
                  <c:v>76380.874599999996</c:v>
                </c:pt>
                <c:pt idx="272">
                  <c:v>75413.818299999999</c:v>
                </c:pt>
                <c:pt idx="273">
                  <c:v>68730.7981</c:v>
                </c:pt>
                <c:pt idx="274">
                  <c:v>64818.964800000002</c:v>
                </c:pt>
                <c:pt idx="275">
                  <c:v>76351.305699999997</c:v>
                </c:pt>
                <c:pt idx="276">
                  <c:v>75916.5677</c:v>
                </c:pt>
                <c:pt idx="277">
                  <c:v>72310.316399999996</c:v>
                </c:pt>
                <c:pt idx="278">
                  <c:v>76251.234200000006</c:v>
                </c:pt>
                <c:pt idx="279">
                  <c:v>75632.232499999998</c:v>
                </c:pt>
                <c:pt idx="280">
                  <c:v>69840.010899999994</c:v>
                </c:pt>
                <c:pt idx="281">
                  <c:v>65448.503299999997</c:v>
                </c:pt>
                <c:pt idx="282">
                  <c:v>76828.062699999995</c:v>
                </c:pt>
                <c:pt idx="283">
                  <c:v>77558.255000000005</c:v>
                </c:pt>
                <c:pt idx="284">
                  <c:v>68581.600300000006</c:v>
                </c:pt>
                <c:pt idx="285">
                  <c:v>75033.321500000005</c:v>
                </c:pt>
                <c:pt idx="286">
                  <c:v>67706.1443</c:v>
                </c:pt>
                <c:pt idx="287">
                  <c:v>67591.5576</c:v>
                </c:pt>
                <c:pt idx="288">
                  <c:v>64461.938800000004</c:v>
                </c:pt>
                <c:pt idx="289">
                  <c:v>75449.126799999998</c:v>
                </c:pt>
                <c:pt idx="290">
                  <c:v>75085.490099999995</c:v>
                </c:pt>
                <c:pt idx="291">
                  <c:v>75128.978700000007</c:v>
                </c:pt>
                <c:pt idx="292">
                  <c:v>76279.767800000001</c:v>
                </c:pt>
                <c:pt idx="293">
                  <c:v>78776.112399999998</c:v>
                </c:pt>
                <c:pt idx="294">
                  <c:v>71346.143800000005</c:v>
                </c:pt>
                <c:pt idx="295">
                  <c:v>62539.455999999998</c:v>
                </c:pt>
                <c:pt idx="296">
                  <c:v>54243.453000000001</c:v>
                </c:pt>
                <c:pt idx="297">
                  <c:v>53450.061800000003</c:v>
                </c:pt>
                <c:pt idx="298">
                  <c:v>54911.644999999997</c:v>
                </c:pt>
                <c:pt idx="299">
                  <c:v>58679.074800000002</c:v>
                </c:pt>
                <c:pt idx="300">
                  <c:v>61219.5458</c:v>
                </c:pt>
                <c:pt idx="301">
                  <c:v>60311.0268</c:v>
                </c:pt>
                <c:pt idx="302">
                  <c:v>59755.000999999997</c:v>
                </c:pt>
                <c:pt idx="303">
                  <c:v>70059.209400000007</c:v>
                </c:pt>
                <c:pt idx="304">
                  <c:v>71851.680600000007</c:v>
                </c:pt>
                <c:pt idx="305">
                  <c:v>73013.723700000002</c:v>
                </c:pt>
                <c:pt idx="306">
                  <c:v>72703.068700000003</c:v>
                </c:pt>
                <c:pt idx="307">
                  <c:v>73498.217600000004</c:v>
                </c:pt>
                <c:pt idx="308">
                  <c:v>77101.386199999994</c:v>
                </c:pt>
                <c:pt idx="309">
                  <c:v>71397.515499999994</c:v>
                </c:pt>
                <c:pt idx="310">
                  <c:v>82822.871499999994</c:v>
                </c:pt>
                <c:pt idx="311">
                  <c:v>82474.910499999998</c:v>
                </c:pt>
                <c:pt idx="312">
                  <c:v>82244.7929</c:v>
                </c:pt>
                <c:pt idx="313">
                  <c:v>84389.771800000002</c:v>
                </c:pt>
                <c:pt idx="314">
                  <c:v>66247.162500000006</c:v>
                </c:pt>
                <c:pt idx="315">
                  <c:v>72406.848100000003</c:v>
                </c:pt>
                <c:pt idx="316">
                  <c:v>69481.646800000002</c:v>
                </c:pt>
                <c:pt idx="317">
                  <c:v>81392.292100000006</c:v>
                </c:pt>
                <c:pt idx="318">
                  <c:v>82380.998200000002</c:v>
                </c:pt>
                <c:pt idx="319">
                  <c:v>80418.779500000004</c:v>
                </c:pt>
                <c:pt idx="320">
                  <c:v>80338.600900000005</c:v>
                </c:pt>
                <c:pt idx="321">
                  <c:v>78390.6967</c:v>
                </c:pt>
                <c:pt idx="322">
                  <c:v>75189.572100000005</c:v>
                </c:pt>
                <c:pt idx="323">
                  <c:v>70726.214000000007</c:v>
                </c:pt>
                <c:pt idx="324">
                  <c:v>80843.254100000006</c:v>
                </c:pt>
                <c:pt idx="325">
                  <c:v>80510.815199999997</c:v>
                </c:pt>
                <c:pt idx="326">
                  <c:v>80740.578899999993</c:v>
                </c:pt>
                <c:pt idx="327">
                  <c:v>77637.605100000001</c:v>
                </c:pt>
                <c:pt idx="328">
                  <c:v>78238.935400000002</c:v>
                </c:pt>
                <c:pt idx="329">
                  <c:v>72832.698300000004</c:v>
                </c:pt>
                <c:pt idx="330">
                  <c:v>68631.353099999993</c:v>
                </c:pt>
                <c:pt idx="331">
                  <c:v>80799.8272</c:v>
                </c:pt>
                <c:pt idx="332">
                  <c:v>80468.167300000001</c:v>
                </c:pt>
                <c:pt idx="333">
                  <c:v>80866.968900000007</c:v>
                </c:pt>
                <c:pt idx="334">
                  <c:v>80232.954400000002</c:v>
                </c:pt>
                <c:pt idx="335">
                  <c:v>81155.454700000002</c:v>
                </c:pt>
                <c:pt idx="336">
                  <c:v>74876.371899999998</c:v>
                </c:pt>
                <c:pt idx="337">
                  <c:v>70504.223800000007</c:v>
                </c:pt>
                <c:pt idx="338">
                  <c:v>83100.626199999999</c:v>
                </c:pt>
                <c:pt idx="339">
                  <c:v>83000.594800000006</c:v>
                </c:pt>
                <c:pt idx="340">
                  <c:v>82433.058699999994</c:v>
                </c:pt>
                <c:pt idx="341">
                  <c:v>75101.836299999995</c:v>
                </c:pt>
                <c:pt idx="342">
                  <c:v>83156.025399999999</c:v>
                </c:pt>
                <c:pt idx="343">
                  <c:v>68300.281199999998</c:v>
                </c:pt>
                <c:pt idx="344">
                  <c:v>73014.289799999999</c:v>
                </c:pt>
                <c:pt idx="345">
                  <c:v>88398.833199999994</c:v>
                </c:pt>
                <c:pt idx="346">
                  <c:v>89211.813200000004</c:v>
                </c:pt>
                <c:pt idx="347">
                  <c:v>87427.322400000005</c:v>
                </c:pt>
                <c:pt idx="348">
                  <c:v>85570.129100000006</c:v>
                </c:pt>
                <c:pt idx="349">
                  <c:v>84011.059500000003</c:v>
                </c:pt>
                <c:pt idx="350">
                  <c:v>78487.421100000007</c:v>
                </c:pt>
                <c:pt idx="351">
                  <c:v>72424.213499999998</c:v>
                </c:pt>
                <c:pt idx="352">
                  <c:v>84689.209700000007</c:v>
                </c:pt>
                <c:pt idx="353">
                  <c:v>85503.198900000003</c:v>
                </c:pt>
                <c:pt idx="354">
                  <c:v>87659.615000000005</c:v>
                </c:pt>
                <c:pt idx="355">
                  <c:v>87892.160600000003</c:v>
                </c:pt>
                <c:pt idx="356">
                  <c:v>85160.395900000003</c:v>
                </c:pt>
                <c:pt idx="357">
                  <c:v>78768.291500000007</c:v>
                </c:pt>
                <c:pt idx="358">
                  <c:v>74267.360799999995</c:v>
                </c:pt>
                <c:pt idx="359">
                  <c:v>87837.7739</c:v>
                </c:pt>
                <c:pt idx="360">
                  <c:v>80022.891799999998</c:v>
                </c:pt>
                <c:pt idx="361">
                  <c:v>79136.862500000003</c:v>
                </c:pt>
                <c:pt idx="362">
                  <c:v>78658.452300000004</c:v>
                </c:pt>
                <c:pt idx="363">
                  <c:v>79580.503599999996</c:v>
                </c:pt>
                <c:pt idx="364">
                  <c:v>77672.271500000003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02A8-41FC-9F73-0349CA020CA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97693919"/>
        <c:axId val="97696799"/>
      </c:lineChart>
      <c:dateAx>
        <c:axId val="97693919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Date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m/d/yyyy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7696799"/>
        <c:crosses val="autoZero"/>
        <c:auto val="1"/>
        <c:lblOffset val="100"/>
        <c:baseTimeUnit val="days"/>
      </c:dateAx>
      <c:valAx>
        <c:axId val="9769679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000" b="0" i="0" u="none" strike="noStrike" kern="1200" spc="0" baseline="0" dirty="0">
                    <a:solidFill>
                      <a:sysClr val="windowText" lastClr="000000">
                        <a:lumMod val="65000"/>
                        <a:lumOff val="35000"/>
                      </a:sysClr>
                    </a:solidFill>
                  </a:rPr>
                  <a:t>VoLTE Traffic (Erl)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769391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400" b="1" dirty="0">
                <a:solidFill>
                  <a:srgbClr val="002060"/>
                </a:solidFill>
              </a:rPr>
              <a:t>4G Data Traffic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'4G Data'!$B$1</c:f>
              <c:strCache>
                <c:ptCount val="1"/>
                <c:pt idx="0">
                  <c:v>Jaffna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'4G Data'!$A$2:$A$366</c:f>
              <c:numCache>
                <c:formatCode>m/d/yyyy</c:formatCode>
                <c:ptCount val="365"/>
                <c:pt idx="0">
                  <c:v>45829</c:v>
                </c:pt>
                <c:pt idx="1">
                  <c:v>45830</c:v>
                </c:pt>
                <c:pt idx="2">
                  <c:v>45831</c:v>
                </c:pt>
                <c:pt idx="3">
                  <c:v>45832</c:v>
                </c:pt>
                <c:pt idx="4">
                  <c:v>45833</c:v>
                </c:pt>
                <c:pt idx="5">
                  <c:v>45834</c:v>
                </c:pt>
                <c:pt idx="6">
                  <c:v>45835</c:v>
                </c:pt>
                <c:pt idx="7">
                  <c:v>45836</c:v>
                </c:pt>
                <c:pt idx="8">
                  <c:v>45837</c:v>
                </c:pt>
                <c:pt idx="9">
                  <c:v>45838</c:v>
                </c:pt>
                <c:pt idx="10">
                  <c:v>45839</c:v>
                </c:pt>
                <c:pt idx="11">
                  <c:v>45840</c:v>
                </c:pt>
                <c:pt idx="12">
                  <c:v>45841</c:v>
                </c:pt>
                <c:pt idx="13">
                  <c:v>45842</c:v>
                </c:pt>
                <c:pt idx="14">
                  <c:v>45843</c:v>
                </c:pt>
                <c:pt idx="15">
                  <c:v>45844</c:v>
                </c:pt>
                <c:pt idx="16">
                  <c:v>45845</c:v>
                </c:pt>
                <c:pt idx="17">
                  <c:v>45846</c:v>
                </c:pt>
                <c:pt idx="18">
                  <c:v>45847</c:v>
                </c:pt>
                <c:pt idx="19">
                  <c:v>45848</c:v>
                </c:pt>
                <c:pt idx="20">
                  <c:v>45849</c:v>
                </c:pt>
                <c:pt idx="21">
                  <c:v>45850</c:v>
                </c:pt>
                <c:pt idx="22">
                  <c:v>45851</c:v>
                </c:pt>
                <c:pt idx="23">
                  <c:v>45852</c:v>
                </c:pt>
                <c:pt idx="24">
                  <c:v>45853</c:v>
                </c:pt>
                <c:pt idx="25">
                  <c:v>45854</c:v>
                </c:pt>
                <c:pt idx="26">
                  <c:v>45855</c:v>
                </c:pt>
                <c:pt idx="27">
                  <c:v>45856</c:v>
                </c:pt>
                <c:pt idx="28">
                  <c:v>45857</c:v>
                </c:pt>
                <c:pt idx="29">
                  <c:v>45858</c:v>
                </c:pt>
                <c:pt idx="30">
                  <c:v>45859</c:v>
                </c:pt>
                <c:pt idx="31">
                  <c:v>45860</c:v>
                </c:pt>
                <c:pt idx="32">
                  <c:v>45861</c:v>
                </c:pt>
                <c:pt idx="33">
                  <c:v>45862</c:v>
                </c:pt>
                <c:pt idx="34">
                  <c:v>45863</c:v>
                </c:pt>
                <c:pt idx="35">
                  <c:v>45864</c:v>
                </c:pt>
                <c:pt idx="36">
                  <c:v>45865</c:v>
                </c:pt>
                <c:pt idx="37">
                  <c:v>45866</c:v>
                </c:pt>
                <c:pt idx="38">
                  <c:v>45867</c:v>
                </c:pt>
                <c:pt idx="39">
                  <c:v>45868</c:v>
                </c:pt>
                <c:pt idx="40">
                  <c:v>45869</c:v>
                </c:pt>
                <c:pt idx="41">
                  <c:v>45870</c:v>
                </c:pt>
                <c:pt idx="42">
                  <c:v>45871</c:v>
                </c:pt>
                <c:pt idx="43">
                  <c:v>45872</c:v>
                </c:pt>
                <c:pt idx="44">
                  <c:v>45873</c:v>
                </c:pt>
                <c:pt idx="45">
                  <c:v>45874</c:v>
                </c:pt>
                <c:pt idx="46">
                  <c:v>45875</c:v>
                </c:pt>
                <c:pt idx="47">
                  <c:v>45876</c:v>
                </c:pt>
                <c:pt idx="48">
                  <c:v>45877</c:v>
                </c:pt>
                <c:pt idx="49">
                  <c:v>45878</c:v>
                </c:pt>
                <c:pt idx="50">
                  <c:v>45879</c:v>
                </c:pt>
                <c:pt idx="51">
                  <c:v>45880</c:v>
                </c:pt>
                <c:pt idx="52">
                  <c:v>45881</c:v>
                </c:pt>
                <c:pt idx="53">
                  <c:v>45882</c:v>
                </c:pt>
                <c:pt idx="54">
                  <c:v>45883</c:v>
                </c:pt>
                <c:pt idx="55">
                  <c:v>45884</c:v>
                </c:pt>
                <c:pt idx="56">
                  <c:v>45885</c:v>
                </c:pt>
                <c:pt idx="57">
                  <c:v>45886</c:v>
                </c:pt>
                <c:pt idx="58">
                  <c:v>45887</c:v>
                </c:pt>
                <c:pt idx="59">
                  <c:v>45888</c:v>
                </c:pt>
                <c:pt idx="60">
                  <c:v>45889</c:v>
                </c:pt>
                <c:pt idx="61">
                  <c:v>45890</c:v>
                </c:pt>
                <c:pt idx="62">
                  <c:v>45891</c:v>
                </c:pt>
                <c:pt idx="63">
                  <c:v>45892</c:v>
                </c:pt>
                <c:pt idx="64">
                  <c:v>45893</c:v>
                </c:pt>
                <c:pt idx="65">
                  <c:v>45894</c:v>
                </c:pt>
                <c:pt idx="66">
                  <c:v>45895</c:v>
                </c:pt>
                <c:pt idx="67">
                  <c:v>45896</c:v>
                </c:pt>
                <c:pt idx="68">
                  <c:v>45897</c:v>
                </c:pt>
                <c:pt idx="69">
                  <c:v>45898</c:v>
                </c:pt>
                <c:pt idx="70">
                  <c:v>45899</c:v>
                </c:pt>
                <c:pt idx="71">
                  <c:v>45900</c:v>
                </c:pt>
                <c:pt idx="72">
                  <c:v>45901</c:v>
                </c:pt>
                <c:pt idx="73">
                  <c:v>45902</c:v>
                </c:pt>
                <c:pt idx="74">
                  <c:v>45903</c:v>
                </c:pt>
                <c:pt idx="75">
                  <c:v>45904</c:v>
                </c:pt>
                <c:pt idx="76">
                  <c:v>45905</c:v>
                </c:pt>
                <c:pt idx="77">
                  <c:v>45906</c:v>
                </c:pt>
                <c:pt idx="78">
                  <c:v>45907</c:v>
                </c:pt>
                <c:pt idx="79">
                  <c:v>45908</c:v>
                </c:pt>
                <c:pt idx="80">
                  <c:v>45909</c:v>
                </c:pt>
                <c:pt idx="81">
                  <c:v>45910</c:v>
                </c:pt>
                <c:pt idx="82">
                  <c:v>45911</c:v>
                </c:pt>
                <c:pt idx="83">
                  <c:v>45912</c:v>
                </c:pt>
                <c:pt idx="84">
                  <c:v>45913</c:v>
                </c:pt>
                <c:pt idx="85">
                  <c:v>45914</c:v>
                </c:pt>
                <c:pt idx="86">
                  <c:v>45915</c:v>
                </c:pt>
                <c:pt idx="87">
                  <c:v>45916</c:v>
                </c:pt>
                <c:pt idx="88">
                  <c:v>45917</c:v>
                </c:pt>
                <c:pt idx="89">
                  <c:v>45918</c:v>
                </c:pt>
                <c:pt idx="90">
                  <c:v>45919</c:v>
                </c:pt>
                <c:pt idx="91">
                  <c:v>45920</c:v>
                </c:pt>
                <c:pt idx="92">
                  <c:v>45921</c:v>
                </c:pt>
                <c:pt idx="93">
                  <c:v>45922</c:v>
                </c:pt>
                <c:pt idx="94">
                  <c:v>45923</c:v>
                </c:pt>
                <c:pt idx="95">
                  <c:v>45924</c:v>
                </c:pt>
                <c:pt idx="96">
                  <c:v>45925</c:v>
                </c:pt>
                <c:pt idx="97">
                  <c:v>45926</c:v>
                </c:pt>
                <c:pt idx="98">
                  <c:v>45927</c:v>
                </c:pt>
                <c:pt idx="99">
                  <c:v>45928</c:v>
                </c:pt>
                <c:pt idx="100">
                  <c:v>45929</c:v>
                </c:pt>
                <c:pt idx="101">
                  <c:v>45930</c:v>
                </c:pt>
                <c:pt idx="102">
                  <c:v>45931</c:v>
                </c:pt>
                <c:pt idx="103">
                  <c:v>45932</c:v>
                </c:pt>
                <c:pt idx="104">
                  <c:v>45933</c:v>
                </c:pt>
                <c:pt idx="105">
                  <c:v>45934</c:v>
                </c:pt>
                <c:pt idx="106">
                  <c:v>45935</c:v>
                </c:pt>
                <c:pt idx="107">
                  <c:v>45936</c:v>
                </c:pt>
                <c:pt idx="108">
                  <c:v>45937</c:v>
                </c:pt>
                <c:pt idx="109">
                  <c:v>45938</c:v>
                </c:pt>
                <c:pt idx="110">
                  <c:v>45939</c:v>
                </c:pt>
                <c:pt idx="111">
                  <c:v>45940</c:v>
                </c:pt>
                <c:pt idx="112">
                  <c:v>45941</c:v>
                </c:pt>
                <c:pt idx="113">
                  <c:v>45942</c:v>
                </c:pt>
                <c:pt idx="114">
                  <c:v>45943</c:v>
                </c:pt>
                <c:pt idx="115">
                  <c:v>45944</c:v>
                </c:pt>
                <c:pt idx="116">
                  <c:v>45945</c:v>
                </c:pt>
                <c:pt idx="117">
                  <c:v>45946</c:v>
                </c:pt>
                <c:pt idx="118">
                  <c:v>45947</c:v>
                </c:pt>
                <c:pt idx="119">
                  <c:v>45948</c:v>
                </c:pt>
                <c:pt idx="120">
                  <c:v>45949</c:v>
                </c:pt>
                <c:pt idx="121">
                  <c:v>45950</c:v>
                </c:pt>
                <c:pt idx="122">
                  <c:v>45951</c:v>
                </c:pt>
                <c:pt idx="123">
                  <c:v>45952</c:v>
                </c:pt>
                <c:pt idx="124">
                  <c:v>45953</c:v>
                </c:pt>
                <c:pt idx="125">
                  <c:v>45954</c:v>
                </c:pt>
                <c:pt idx="126">
                  <c:v>45955</c:v>
                </c:pt>
                <c:pt idx="127">
                  <c:v>45956</c:v>
                </c:pt>
                <c:pt idx="128">
                  <c:v>45957</c:v>
                </c:pt>
                <c:pt idx="129">
                  <c:v>45958</c:v>
                </c:pt>
                <c:pt idx="130">
                  <c:v>45959</c:v>
                </c:pt>
                <c:pt idx="131">
                  <c:v>45960</c:v>
                </c:pt>
                <c:pt idx="132">
                  <c:v>45961</c:v>
                </c:pt>
                <c:pt idx="133">
                  <c:v>45962</c:v>
                </c:pt>
                <c:pt idx="134">
                  <c:v>45963</c:v>
                </c:pt>
                <c:pt idx="135">
                  <c:v>45964</c:v>
                </c:pt>
                <c:pt idx="136">
                  <c:v>45965</c:v>
                </c:pt>
                <c:pt idx="137">
                  <c:v>45966</c:v>
                </c:pt>
                <c:pt idx="138">
                  <c:v>45967</c:v>
                </c:pt>
                <c:pt idx="139">
                  <c:v>45968</c:v>
                </c:pt>
                <c:pt idx="140">
                  <c:v>45969</c:v>
                </c:pt>
                <c:pt idx="141">
                  <c:v>45970</c:v>
                </c:pt>
                <c:pt idx="142">
                  <c:v>45971</c:v>
                </c:pt>
                <c:pt idx="143">
                  <c:v>45972</c:v>
                </c:pt>
                <c:pt idx="144">
                  <c:v>45973</c:v>
                </c:pt>
                <c:pt idx="145">
                  <c:v>45974</c:v>
                </c:pt>
                <c:pt idx="146">
                  <c:v>45975</c:v>
                </c:pt>
                <c:pt idx="147">
                  <c:v>45976</c:v>
                </c:pt>
                <c:pt idx="148">
                  <c:v>45977</c:v>
                </c:pt>
                <c:pt idx="149">
                  <c:v>45978</c:v>
                </c:pt>
                <c:pt idx="150">
                  <c:v>45979</c:v>
                </c:pt>
                <c:pt idx="151">
                  <c:v>45980</c:v>
                </c:pt>
                <c:pt idx="152">
                  <c:v>45981</c:v>
                </c:pt>
                <c:pt idx="153">
                  <c:v>45982</c:v>
                </c:pt>
                <c:pt idx="154">
                  <c:v>45983</c:v>
                </c:pt>
                <c:pt idx="155">
                  <c:v>45984</c:v>
                </c:pt>
                <c:pt idx="156">
                  <c:v>45985</c:v>
                </c:pt>
                <c:pt idx="157">
                  <c:v>45986</c:v>
                </c:pt>
                <c:pt idx="158">
                  <c:v>45987</c:v>
                </c:pt>
                <c:pt idx="159">
                  <c:v>45988</c:v>
                </c:pt>
                <c:pt idx="160">
                  <c:v>45989</c:v>
                </c:pt>
                <c:pt idx="161">
                  <c:v>45990</c:v>
                </c:pt>
                <c:pt idx="162">
                  <c:v>45991</c:v>
                </c:pt>
                <c:pt idx="163">
                  <c:v>45992</c:v>
                </c:pt>
                <c:pt idx="164">
                  <c:v>45993</c:v>
                </c:pt>
                <c:pt idx="165">
                  <c:v>45994</c:v>
                </c:pt>
                <c:pt idx="166">
                  <c:v>45995</c:v>
                </c:pt>
                <c:pt idx="167">
                  <c:v>45996</c:v>
                </c:pt>
                <c:pt idx="168">
                  <c:v>45997</c:v>
                </c:pt>
                <c:pt idx="169">
                  <c:v>45998</c:v>
                </c:pt>
                <c:pt idx="170">
                  <c:v>45999</c:v>
                </c:pt>
                <c:pt idx="171">
                  <c:v>46000</c:v>
                </c:pt>
                <c:pt idx="172">
                  <c:v>46001</c:v>
                </c:pt>
                <c:pt idx="173">
                  <c:v>46002</c:v>
                </c:pt>
                <c:pt idx="174">
                  <c:v>46003</c:v>
                </c:pt>
                <c:pt idx="175">
                  <c:v>46004</c:v>
                </c:pt>
                <c:pt idx="176">
                  <c:v>46005</c:v>
                </c:pt>
                <c:pt idx="177">
                  <c:v>46006</c:v>
                </c:pt>
                <c:pt idx="178">
                  <c:v>46007</c:v>
                </c:pt>
                <c:pt idx="179">
                  <c:v>46008</c:v>
                </c:pt>
                <c:pt idx="180">
                  <c:v>46009</c:v>
                </c:pt>
                <c:pt idx="181">
                  <c:v>46010</c:v>
                </c:pt>
                <c:pt idx="182">
                  <c:v>46011</c:v>
                </c:pt>
                <c:pt idx="183">
                  <c:v>46012</c:v>
                </c:pt>
                <c:pt idx="184">
                  <c:v>46013</c:v>
                </c:pt>
                <c:pt idx="185">
                  <c:v>46014</c:v>
                </c:pt>
                <c:pt idx="186">
                  <c:v>46015</c:v>
                </c:pt>
                <c:pt idx="187">
                  <c:v>46016</c:v>
                </c:pt>
                <c:pt idx="188">
                  <c:v>46017</c:v>
                </c:pt>
                <c:pt idx="189">
                  <c:v>46018</c:v>
                </c:pt>
                <c:pt idx="190">
                  <c:v>46019</c:v>
                </c:pt>
                <c:pt idx="191">
                  <c:v>46020</c:v>
                </c:pt>
                <c:pt idx="192">
                  <c:v>46021</c:v>
                </c:pt>
                <c:pt idx="193">
                  <c:v>46022</c:v>
                </c:pt>
                <c:pt idx="194">
                  <c:v>46023</c:v>
                </c:pt>
                <c:pt idx="195">
                  <c:v>46024</c:v>
                </c:pt>
                <c:pt idx="196">
                  <c:v>46025</c:v>
                </c:pt>
                <c:pt idx="197">
                  <c:v>46026</c:v>
                </c:pt>
                <c:pt idx="198">
                  <c:v>46027</c:v>
                </c:pt>
                <c:pt idx="199">
                  <c:v>46028</c:v>
                </c:pt>
                <c:pt idx="200">
                  <c:v>46029</c:v>
                </c:pt>
                <c:pt idx="201">
                  <c:v>46030</c:v>
                </c:pt>
                <c:pt idx="202">
                  <c:v>46031</c:v>
                </c:pt>
                <c:pt idx="203">
                  <c:v>46032</c:v>
                </c:pt>
                <c:pt idx="204">
                  <c:v>46033</c:v>
                </c:pt>
                <c:pt idx="205">
                  <c:v>46034</c:v>
                </c:pt>
                <c:pt idx="206">
                  <c:v>46035</c:v>
                </c:pt>
                <c:pt idx="207">
                  <c:v>46036</c:v>
                </c:pt>
                <c:pt idx="208">
                  <c:v>46037</c:v>
                </c:pt>
                <c:pt idx="209">
                  <c:v>46038</c:v>
                </c:pt>
                <c:pt idx="210">
                  <c:v>46039</c:v>
                </c:pt>
                <c:pt idx="211">
                  <c:v>46040</c:v>
                </c:pt>
                <c:pt idx="212">
                  <c:v>46041</c:v>
                </c:pt>
                <c:pt idx="213">
                  <c:v>46042</c:v>
                </c:pt>
                <c:pt idx="214">
                  <c:v>46043</c:v>
                </c:pt>
                <c:pt idx="215">
                  <c:v>46044</c:v>
                </c:pt>
                <c:pt idx="216">
                  <c:v>46045</c:v>
                </c:pt>
                <c:pt idx="217">
                  <c:v>46046</c:v>
                </c:pt>
                <c:pt idx="218">
                  <c:v>46047</c:v>
                </c:pt>
                <c:pt idx="219">
                  <c:v>46048</c:v>
                </c:pt>
                <c:pt idx="220">
                  <c:v>46049</c:v>
                </c:pt>
                <c:pt idx="221">
                  <c:v>46050</c:v>
                </c:pt>
                <c:pt idx="222">
                  <c:v>46051</c:v>
                </c:pt>
                <c:pt idx="223">
                  <c:v>46052</c:v>
                </c:pt>
                <c:pt idx="224">
                  <c:v>46053</c:v>
                </c:pt>
                <c:pt idx="225">
                  <c:v>46054</c:v>
                </c:pt>
                <c:pt idx="226">
                  <c:v>46055</c:v>
                </c:pt>
                <c:pt idx="227">
                  <c:v>46056</c:v>
                </c:pt>
                <c:pt idx="228">
                  <c:v>46057</c:v>
                </c:pt>
                <c:pt idx="229">
                  <c:v>46058</c:v>
                </c:pt>
                <c:pt idx="230">
                  <c:v>46059</c:v>
                </c:pt>
                <c:pt idx="231">
                  <c:v>46060</c:v>
                </c:pt>
                <c:pt idx="232">
                  <c:v>46061</c:v>
                </c:pt>
                <c:pt idx="233">
                  <c:v>46062</c:v>
                </c:pt>
                <c:pt idx="234">
                  <c:v>46063</c:v>
                </c:pt>
                <c:pt idx="235">
                  <c:v>46064</c:v>
                </c:pt>
                <c:pt idx="236">
                  <c:v>46065</c:v>
                </c:pt>
                <c:pt idx="237">
                  <c:v>46066</c:v>
                </c:pt>
                <c:pt idx="238">
                  <c:v>46067</c:v>
                </c:pt>
                <c:pt idx="239">
                  <c:v>46068</c:v>
                </c:pt>
                <c:pt idx="240">
                  <c:v>46069</c:v>
                </c:pt>
                <c:pt idx="241">
                  <c:v>46070</c:v>
                </c:pt>
                <c:pt idx="242">
                  <c:v>46071</c:v>
                </c:pt>
                <c:pt idx="243">
                  <c:v>46072</c:v>
                </c:pt>
                <c:pt idx="244">
                  <c:v>46073</c:v>
                </c:pt>
                <c:pt idx="245">
                  <c:v>46074</c:v>
                </c:pt>
                <c:pt idx="246">
                  <c:v>46075</c:v>
                </c:pt>
                <c:pt idx="247">
                  <c:v>46076</c:v>
                </c:pt>
                <c:pt idx="248">
                  <c:v>46077</c:v>
                </c:pt>
                <c:pt idx="249">
                  <c:v>46078</c:v>
                </c:pt>
                <c:pt idx="250">
                  <c:v>46079</c:v>
                </c:pt>
                <c:pt idx="251">
                  <c:v>46080</c:v>
                </c:pt>
                <c:pt idx="252">
                  <c:v>46081</c:v>
                </c:pt>
                <c:pt idx="253">
                  <c:v>46082</c:v>
                </c:pt>
                <c:pt idx="254">
                  <c:v>46083</c:v>
                </c:pt>
                <c:pt idx="255">
                  <c:v>46084</c:v>
                </c:pt>
                <c:pt idx="256">
                  <c:v>46085</c:v>
                </c:pt>
                <c:pt idx="257">
                  <c:v>46086</c:v>
                </c:pt>
                <c:pt idx="258">
                  <c:v>46087</c:v>
                </c:pt>
                <c:pt idx="259">
                  <c:v>46088</c:v>
                </c:pt>
                <c:pt idx="260">
                  <c:v>46089</c:v>
                </c:pt>
                <c:pt idx="261">
                  <c:v>46090</c:v>
                </c:pt>
                <c:pt idx="262">
                  <c:v>46091</c:v>
                </c:pt>
                <c:pt idx="263">
                  <c:v>46092</c:v>
                </c:pt>
                <c:pt idx="264">
                  <c:v>46093</c:v>
                </c:pt>
                <c:pt idx="265">
                  <c:v>46094</c:v>
                </c:pt>
                <c:pt idx="266">
                  <c:v>46095</c:v>
                </c:pt>
                <c:pt idx="267">
                  <c:v>46096</c:v>
                </c:pt>
                <c:pt idx="268">
                  <c:v>46097</c:v>
                </c:pt>
                <c:pt idx="269">
                  <c:v>46098</c:v>
                </c:pt>
                <c:pt idx="270">
                  <c:v>46099</c:v>
                </c:pt>
                <c:pt idx="271">
                  <c:v>46100</c:v>
                </c:pt>
                <c:pt idx="272">
                  <c:v>46101</c:v>
                </c:pt>
                <c:pt idx="273">
                  <c:v>46102</c:v>
                </c:pt>
                <c:pt idx="274">
                  <c:v>46103</c:v>
                </c:pt>
                <c:pt idx="275">
                  <c:v>46104</c:v>
                </c:pt>
                <c:pt idx="276">
                  <c:v>46105</c:v>
                </c:pt>
                <c:pt idx="277">
                  <c:v>46106</c:v>
                </c:pt>
                <c:pt idx="278">
                  <c:v>46107</c:v>
                </c:pt>
                <c:pt idx="279">
                  <c:v>46108</c:v>
                </c:pt>
                <c:pt idx="280">
                  <c:v>46109</c:v>
                </c:pt>
                <c:pt idx="281">
                  <c:v>46110</c:v>
                </c:pt>
                <c:pt idx="282">
                  <c:v>46111</c:v>
                </c:pt>
                <c:pt idx="283">
                  <c:v>46112</c:v>
                </c:pt>
                <c:pt idx="284">
                  <c:v>46113</c:v>
                </c:pt>
                <c:pt idx="285">
                  <c:v>46114</c:v>
                </c:pt>
                <c:pt idx="286">
                  <c:v>46115</c:v>
                </c:pt>
                <c:pt idx="287">
                  <c:v>46116</c:v>
                </c:pt>
                <c:pt idx="288">
                  <c:v>46117</c:v>
                </c:pt>
                <c:pt idx="289">
                  <c:v>46118</c:v>
                </c:pt>
                <c:pt idx="290">
                  <c:v>46119</c:v>
                </c:pt>
                <c:pt idx="291">
                  <c:v>46120</c:v>
                </c:pt>
                <c:pt idx="292">
                  <c:v>46121</c:v>
                </c:pt>
                <c:pt idx="293">
                  <c:v>46122</c:v>
                </c:pt>
                <c:pt idx="294">
                  <c:v>46123</c:v>
                </c:pt>
                <c:pt idx="295">
                  <c:v>46124</c:v>
                </c:pt>
                <c:pt idx="296">
                  <c:v>46125</c:v>
                </c:pt>
                <c:pt idx="297">
                  <c:v>46126</c:v>
                </c:pt>
                <c:pt idx="298">
                  <c:v>46127</c:v>
                </c:pt>
                <c:pt idx="299">
                  <c:v>46128</c:v>
                </c:pt>
                <c:pt idx="300">
                  <c:v>46129</c:v>
                </c:pt>
                <c:pt idx="301">
                  <c:v>46130</c:v>
                </c:pt>
                <c:pt idx="302">
                  <c:v>46131</c:v>
                </c:pt>
                <c:pt idx="303">
                  <c:v>46132</c:v>
                </c:pt>
                <c:pt idx="304">
                  <c:v>46133</c:v>
                </c:pt>
                <c:pt idx="305">
                  <c:v>46134</c:v>
                </c:pt>
                <c:pt idx="306">
                  <c:v>46135</c:v>
                </c:pt>
                <c:pt idx="307">
                  <c:v>46136</c:v>
                </c:pt>
                <c:pt idx="308">
                  <c:v>46137</c:v>
                </c:pt>
                <c:pt idx="309">
                  <c:v>46138</c:v>
                </c:pt>
                <c:pt idx="310">
                  <c:v>46139</c:v>
                </c:pt>
                <c:pt idx="311">
                  <c:v>46140</c:v>
                </c:pt>
                <c:pt idx="312">
                  <c:v>46141</c:v>
                </c:pt>
                <c:pt idx="313">
                  <c:v>46142</c:v>
                </c:pt>
                <c:pt idx="314">
                  <c:v>46143</c:v>
                </c:pt>
                <c:pt idx="315">
                  <c:v>46144</c:v>
                </c:pt>
                <c:pt idx="316">
                  <c:v>46145</c:v>
                </c:pt>
                <c:pt idx="317">
                  <c:v>46146</c:v>
                </c:pt>
                <c:pt idx="318">
                  <c:v>46147</c:v>
                </c:pt>
                <c:pt idx="319">
                  <c:v>46148</c:v>
                </c:pt>
                <c:pt idx="320">
                  <c:v>46149</c:v>
                </c:pt>
                <c:pt idx="321">
                  <c:v>46150</c:v>
                </c:pt>
                <c:pt idx="322">
                  <c:v>46151</c:v>
                </c:pt>
                <c:pt idx="323">
                  <c:v>46152</c:v>
                </c:pt>
                <c:pt idx="324">
                  <c:v>46153</c:v>
                </c:pt>
                <c:pt idx="325">
                  <c:v>46154</c:v>
                </c:pt>
                <c:pt idx="326">
                  <c:v>46155</c:v>
                </c:pt>
                <c:pt idx="327">
                  <c:v>46156</c:v>
                </c:pt>
                <c:pt idx="328">
                  <c:v>46157</c:v>
                </c:pt>
                <c:pt idx="329">
                  <c:v>46158</c:v>
                </c:pt>
                <c:pt idx="330">
                  <c:v>46159</c:v>
                </c:pt>
                <c:pt idx="331">
                  <c:v>46160</c:v>
                </c:pt>
                <c:pt idx="332">
                  <c:v>46161</c:v>
                </c:pt>
                <c:pt idx="333">
                  <c:v>46162</c:v>
                </c:pt>
                <c:pt idx="334">
                  <c:v>46163</c:v>
                </c:pt>
                <c:pt idx="335">
                  <c:v>46164</c:v>
                </c:pt>
                <c:pt idx="336">
                  <c:v>46165</c:v>
                </c:pt>
                <c:pt idx="337">
                  <c:v>46166</c:v>
                </c:pt>
                <c:pt idx="338">
                  <c:v>46167</c:v>
                </c:pt>
                <c:pt idx="339">
                  <c:v>46168</c:v>
                </c:pt>
                <c:pt idx="340">
                  <c:v>46169</c:v>
                </c:pt>
                <c:pt idx="341">
                  <c:v>46170</c:v>
                </c:pt>
                <c:pt idx="342">
                  <c:v>46171</c:v>
                </c:pt>
                <c:pt idx="343">
                  <c:v>46172</c:v>
                </c:pt>
                <c:pt idx="344">
                  <c:v>46173</c:v>
                </c:pt>
                <c:pt idx="345">
                  <c:v>46174</c:v>
                </c:pt>
                <c:pt idx="346">
                  <c:v>46175</c:v>
                </c:pt>
                <c:pt idx="347">
                  <c:v>46176</c:v>
                </c:pt>
                <c:pt idx="348">
                  <c:v>46177</c:v>
                </c:pt>
                <c:pt idx="349">
                  <c:v>46178</c:v>
                </c:pt>
                <c:pt idx="350">
                  <c:v>46179</c:v>
                </c:pt>
                <c:pt idx="351">
                  <c:v>46180</c:v>
                </c:pt>
                <c:pt idx="352">
                  <c:v>46181</c:v>
                </c:pt>
                <c:pt idx="353">
                  <c:v>46182</c:v>
                </c:pt>
                <c:pt idx="354">
                  <c:v>46183</c:v>
                </c:pt>
                <c:pt idx="355">
                  <c:v>46184</c:v>
                </c:pt>
                <c:pt idx="356">
                  <c:v>46185</c:v>
                </c:pt>
                <c:pt idx="357">
                  <c:v>46186</c:v>
                </c:pt>
                <c:pt idx="358">
                  <c:v>46187</c:v>
                </c:pt>
                <c:pt idx="359">
                  <c:v>46188</c:v>
                </c:pt>
                <c:pt idx="360">
                  <c:v>46189</c:v>
                </c:pt>
                <c:pt idx="361">
                  <c:v>46190</c:v>
                </c:pt>
                <c:pt idx="362">
                  <c:v>46191</c:v>
                </c:pt>
                <c:pt idx="363">
                  <c:v>46192</c:v>
                </c:pt>
                <c:pt idx="364">
                  <c:v>46193</c:v>
                </c:pt>
              </c:numCache>
            </c:numRef>
          </c:cat>
          <c:val>
            <c:numRef>
              <c:f>'4G Data'!$B$2:$B$366</c:f>
              <c:numCache>
                <c:formatCode>General</c:formatCode>
                <c:ptCount val="365"/>
                <c:pt idx="0">
                  <c:v>16761.804400000001</c:v>
                </c:pt>
                <c:pt idx="1">
                  <c:v>16161.5314</c:v>
                </c:pt>
                <c:pt idx="2">
                  <c:v>15702.847299999999</c:v>
                </c:pt>
                <c:pt idx="3">
                  <c:v>16301.4925</c:v>
                </c:pt>
                <c:pt idx="4">
                  <c:v>16064.760899999999</c:v>
                </c:pt>
                <c:pt idx="5">
                  <c:v>16462.736099999998</c:v>
                </c:pt>
                <c:pt idx="6">
                  <c:v>16845.954099999999</c:v>
                </c:pt>
                <c:pt idx="7">
                  <c:v>17158.195299999999</c:v>
                </c:pt>
                <c:pt idx="8">
                  <c:v>17297.269400000001</c:v>
                </c:pt>
                <c:pt idx="9">
                  <c:v>16075.483700000001</c:v>
                </c:pt>
                <c:pt idx="10">
                  <c:v>16219.866400000001</c:v>
                </c:pt>
                <c:pt idx="11">
                  <c:v>16088.328299999999</c:v>
                </c:pt>
                <c:pt idx="12">
                  <c:v>16294.879300000001</c:v>
                </c:pt>
                <c:pt idx="13">
                  <c:v>16569.701499999999</c:v>
                </c:pt>
                <c:pt idx="14">
                  <c:v>16822.03</c:v>
                </c:pt>
                <c:pt idx="15">
                  <c:v>16795.576300000001</c:v>
                </c:pt>
                <c:pt idx="16">
                  <c:v>15495.962799999999</c:v>
                </c:pt>
                <c:pt idx="17">
                  <c:v>15886.27</c:v>
                </c:pt>
                <c:pt idx="18">
                  <c:v>16191.6265</c:v>
                </c:pt>
                <c:pt idx="19">
                  <c:v>17394.868900000001</c:v>
                </c:pt>
                <c:pt idx="20">
                  <c:v>16607.546399999999</c:v>
                </c:pt>
                <c:pt idx="21">
                  <c:v>16777.289199999999</c:v>
                </c:pt>
                <c:pt idx="22">
                  <c:v>16467.2824</c:v>
                </c:pt>
                <c:pt idx="23">
                  <c:v>15961.1713</c:v>
                </c:pt>
                <c:pt idx="24">
                  <c:v>16493.652399999999</c:v>
                </c:pt>
                <c:pt idx="25">
                  <c:v>16274.4071</c:v>
                </c:pt>
                <c:pt idx="26">
                  <c:v>16506.183300000001</c:v>
                </c:pt>
                <c:pt idx="27">
                  <c:v>16887.956999999999</c:v>
                </c:pt>
                <c:pt idx="28">
                  <c:v>17473.820299999999</c:v>
                </c:pt>
                <c:pt idx="29">
                  <c:v>17659.1685</c:v>
                </c:pt>
                <c:pt idx="30">
                  <c:v>16314.1808</c:v>
                </c:pt>
                <c:pt idx="31">
                  <c:v>16177.188700000001</c:v>
                </c:pt>
                <c:pt idx="32">
                  <c:v>16239.669</c:v>
                </c:pt>
                <c:pt idx="33">
                  <c:v>17292.2811</c:v>
                </c:pt>
                <c:pt idx="34">
                  <c:v>17030.0798</c:v>
                </c:pt>
                <c:pt idx="35">
                  <c:v>17132.611700000001</c:v>
                </c:pt>
                <c:pt idx="36">
                  <c:v>17849.808799999999</c:v>
                </c:pt>
                <c:pt idx="37">
                  <c:v>16779.448199999999</c:v>
                </c:pt>
                <c:pt idx="38">
                  <c:v>16844.042700000002</c:v>
                </c:pt>
                <c:pt idx="39">
                  <c:v>17101.3256</c:v>
                </c:pt>
                <c:pt idx="40">
                  <c:v>17117.793300000001</c:v>
                </c:pt>
                <c:pt idx="41">
                  <c:v>16813.8711</c:v>
                </c:pt>
                <c:pt idx="42">
                  <c:v>17404.192999999999</c:v>
                </c:pt>
                <c:pt idx="43">
                  <c:v>18269.0183</c:v>
                </c:pt>
                <c:pt idx="44">
                  <c:v>16616.2559</c:v>
                </c:pt>
                <c:pt idx="45">
                  <c:v>16203.1358</c:v>
                </c:pt>
                <c:pt idx="46">
                  <c:v>16210.8946</c:v>
                </c:pt>
                <c:pt idx="47">
                  <c:v>16819.4568</c:v>
                </c:pt>
                <c:pt idx="48">
                  <c:v>18095.638500000001</c:v>
                </c:pt>
                <c:pt idx="49">
                  <c:v>17498.7942</c:v>
                </c:pt>
                <c:pt idx="50">
                  <c:v>17580.594799999999</c:v>
                </c:pt>
                <c:pt idx="51">
                  <c:v>17586.906900000002</c:v>
                </c:pt>
                <c:pt idx="52">
                  <c:v>16763.2729</c:v>
                </c:pt>
                <c:pt idx="53">
                  <c:v>16919.758999999998</c:v>
                </c:pt>
                <c:pt idx="54">
                  <c:v>16701.175200000001</c:v>
                </c:pt>
                <c:pt idx="55">
                  <c:v>17404.370999999999</c:v>
                </c:pt>
                <c:pt idx="56">
                  <c:v>17017.401099999999</c:v>
                </c:pt>
                <c:pt idx="57">
                  <c:v>17598.062699999999</c:v>
                </c:pt>
                <c:pt idx="58">
                  <c:v>17399.772099999998</c:v>
                </c:pt>
                <c:pt idx="59">
                  <c:v>16767.984199999999</c:v>
                </c:pt>
                <c:pt idx="60">
                  <c:v>17046.8318</c:v>
                </c:pt>
                <c:pt idx="61">
                  <c:v>17996.581699999999</c:v>
                </c:pt>
                <c:pt idx="62">
                  <c:v>17786.175999999999</c:v>
                </c:pt>
                <c:pt idx="63">
                  <c:v>17816.583699999999</c:v>
                </c:pt>
                <c:pt idx="64">
                  <c:v>17862.232</c:v>
                </c:pt>
                <c:pt idx="65">
                  <c:v>16847.321599999999</c:v>
                </c:pt>
                <c:pt idx="66">
                  <c:v>16941.500800000002</c:v>
                </c:pt>
                <c:pt idx="67">
                  <c:v>16847.067599999998</c:v>
                </c:pt>
                <c:pt idx="68">
                  <c:v>17224.120299999999</c:v>
                </c:pt>
                <c:pt idx="69">
                  <c:v>17137.8995</c:v>
                </c:pt>
                <c:pt idx="70">
                  <c:v>17596.556</c:v>
                </c:pt>
                <c:pt idx="71">
                  <c:v>16869.4715</c:v>
                </c:pt>
                <c:pt idx="72">
                  <c:v>16606.1659</c:v>
                </c:pt>
                <c:pt idx="73">
                  <c:v>16411.4342</c:v>
                </c:pt>
                <c:pt idx="74">
                  <c:v>16329.276</c:v>
                </c:pt>
                <c:pt idx="75">
                  <c:v>16896.431199999999</c:v>
                </c:pt>
                <c:pt idx="76">
                  <c:v>17435.498599999999</c:v>
                </c:pt>
                <c:pt idx="77">
                  <c:v>17277.623299999999</c:v>
                </c:pt>
                <c:pt idx="78">
                  <c:v>17347.228800000001</c:v>
                </c:pt>
                <c:pt idx="79">
                  <c:v>16002.025600000001</c:v>
                </c:pt>
                <c:pt idx="80">
                  <c:v>16411.995699999999</c:v>
                </c:pt>
                <c:pt idx="81">
                  <c:v>16310.8776</c:v>
                </c:pt>
                <c:pt idx="82">
                  <c:v>16964.380099999998</c:v>
                </c:pt>
                <c:pt idx="83">
                  <c:v>16747.221399999999</c:v>
                </c:pt>
                <c:pt idx="84">
                  <c:v>17622.3197</c:v>
                </c:pt>
                <c:pt idx="85">
                  <c:v>18104.950199999999</c:v>
                </c:pt>
                <c:pt idx="86">
                  <c:v>16532.647400000002</c:v>
                </c:pt>
                <c:pt idx="87">
                  <c:v>16826.229200000002</c:v>
                </c:pt>
                <c:pt idx="88">
                  <c:v>17671.1459</c:v>
                </c:pt>
                <c:pt idx="89">
                  <c:v>17719.908100000001</c:v>
                </c:pt>
                <c:pt idx="90">
                  <c:v>17801.285500000002</c:v>
                </c:pt>
                <c:pt idx="91">
                  <c:v>18643.302899999999</c:v>
                </c:pt>
                <c:pt idx="92">
                  <c:v>18325.6486</c:v>
                </c:pt>
                <c:pt idx="93">
                  <c:v>16341.763800000001</c:v>
                </c:pt>
                <c:pt idx="94">
                  <c:v>16949.872100000001</c:v>
                </c:pt>
                <c:pt idx="95">
                  <c:v>17017.425500000001</c:v>
                </c:pt>
                <c:pt idx="96">
                  <c:v>16490.1911</c:v>
                </c:pt>
                <c:pt idx="97">
                  <c:v>17452.649799999999</c:v>
                </c:pt>
                <c:pt idx="98">
                  <c:v>17201.2889</c:v>
                </c:pt>
                <c:pt idx="99">
                  <c:v>18238.261200000001</c:v>
                </c:pt>
                <c:pt idx="100">
                  <c:v>17205.001199999999</c:v>
                </c:pt>
                <c:pt idx="101">
                  <c:v>17318.761999999999</c:v>
                </c:pt>
                <c:pt idx="102">
                  <c:v>17156.4215</c:v>
                </c:pt>
                <c:pt idx="103">
                  <c:v>17635.7343</c:v>
                </c:pt>
                <c:pt idx="104">
                  <c:v>17917.589599999999</c:v>
                </c:pt>
                <c:pt idx="105">
                  <c:v>18820.682000000001</c:v>
                </c:pt>
                <c:pt idx="106">
                  <c:v>18530.667000000001</c:v>
                </c:pt>
                <c:pt idx="107">
                  <c:v>18040.756600000001</c:v>
                </c:pt>
                <c:pt idx="108">
                  <c:v>17080.317999999999</c:v>
                </c:pt>
                <c:pt idx="109">
                  <c:v>17672.5075</c:v>
                </c:pt>
                <c:pt idx="110">
                  <c:v>17457.435600000001</c:v>
                </c:pt>
                <c:pt idx="111">
                  <c:v>17854.885300000002</c:v>
                </c:pt>
                <c:pt idx="112">
                  <c:v>18500.072499999998</c:v>
                </c:pt>
                <c:pt idx="113">
                  <c:v>18188.484700000001</c:v>
                </c:pt>
                <c:pt idx="114">
                  <c:v>17291.2981</c:v>
                </c:pt>
                <c:pt idx="115">
                  <c:v>17070.6227</c:v>
                </c:pt>
                <c:pt idx="116">
                  <c:v>17498.297200000001</c:v>
                </c:pt>
                <c:pt idx="117">
                  <c:v>17529.716799999998</c:v>
                </c:pt>
                <c:pt idx="118">
                  <c:v>17576.954600000001</c:v>
                </c:pt>
                <c:pt idx="119">
                  <c:v>17887.587299999999</c:v>
                </c:pt>
                <c:pt idx="120">
                  <c:v>18368.945400000001</c:v>
                </c:pt>
                <c:pt idx="121">
                  <c:v>19044.181100000002</c:v>
                </c:pt>
                <c:pt idx="122">
                  <c:v>18928.488499999999</c:v>
                </c:pt>
                <c:pt idx="123">
                  <c:v>17537.177899999999</c:v>
                </c:pt>
                <c:pt idx="124">
                  <c:v>17742.945500000002</c:v>
                </c:pt>
                <c:pt idx="125">
                  <c:v>18305.1577</c:v>
                </c:pt>
                <c:pt idx="126">
                  <c:v>19034.8665</c:v>
                </c:pt>
                <c:pt idx="127">
                  <c:v>11583.5131</c:v>
                </c:pt>
                <c:pt idx="128">
                  <c:v>17836.8043</c:v>
                </c:pt>
                <c:pt idx="129">
                  <c:v>18581.9944</c:v>
                </c:pt>
                <c:pt idx="130">
                  <c:v>18135.575799999999</c:v>
                </c:pt>
                <c:pt idx="131">
                  <c:v>18410.518800000002</c:v>
                </c:pt>
                <c:pt idx="132">
                  <c:v>18340.0762</c:v>
                </c:pt>
                <c:pt idx="133">
                  <c:v>18858.140100000001</c:v>
                </c:pt>
                <c:pt idx="134">
                  <c:v>18940.785100000001</c:v>
                </c:pt>
                <c:pt idx="135">
                  <c:v>17871.012299999999</c:v>
                </c:pt>
                <c:pt idx="136">
                  <c:v>18148.610199999999</c:v>
                </c:pt>
                <c:pt idx="137">
                  <c:v>19121.908299999999</c:v>
                </c:pt>
                <c:pt idx="138">
                  <c:v>18303.818899999998</c:v>
                </c:pt>
                <c:pt idx="139">
                  <c:v>19215.286700000001</c:v>
                </c:pt>
                <c:pt idx="140">
                  <c:v>19083.34</c:v>
                </c:pt>
                <c:pt idx="141">
                  <c:v>19081.581900000001</c:v>
                </c:pt>
                <c:pt idx="142">
                  <c:v>18124.331300000002</c:v>
                </c:pt>
                <c:pt idx="143">
                  <c:v>18085.599600000001</c:v>
                </c:pt>
                <c:pt idx="144">
                  <c:v>18338.4195</c:v>
                </c:pt>
                <c:pt idx="145">
                  <c:v>18615.946400000001</c:v>
                </c:pt>
                <c:pt idx="146">
                  <c:v>18552.4879</c:v>
                </c:pt>
                <c:pt idx="147">
                  <c:v>19612.113000000001</c:v>
                </c:pt>
                <c:pt idx="148">
                  <c:v>20611.809799999999</c:v>
                </c:pt>
                <c:pt idx="149">
                  <c:v>19281.7719</c:v>
                </c:pt>
                <c:pt idx="150">
                  <c:v>18507.523700000002</c:v>
                </c:pt>
                <c:pt idx="151">
                  <c:v>18287.482100000001</c:v>
                </c:pt>
                <c:pt idx="152">
                  <c:v>18608.445100000001</c:v>
                </c:pt>
                <c:pt idx="153">
                  <c:v>19827.723699999999</c:v>
                </c:pt>
                <c:pt idx="154">
                  <c:v>19449.678500000002</c:v>
                </c:pt>
                <c:pt idx="155">
                  <c:v>19539.508900000001</c:v>
                </c:pt>
                <c:pt idx="156">
                  <c:v>19503.9372</c:v>
                </c:pt>
                <c:pt idx="157">
                  <c:v>18393.983100000001</c:v>
                </c:pt>
                <c:pt idx="158">
                  <c:v>18702.512599999998</c:v>
                </c:pt>
                <c:pt idx="159">
                  <c:v>19996.3923</c:v>
                </c:pt>
                <c:pt idx="160">
                  <c:v>18403.113000000001</c:v>
                </c:pt>
                <c:pt idx="161">
                  <c:v>22270.5203</c:v>
                </c:pt>
                <c:pt idx="162">
                  <c:v>23708.584500000001</c:v>
                </c:pt>
                <c:pt idx="163">
                  <c:v>21314.412199999999</c:v>
                </c:pt>
                <c:pt idx="164">
                  <c:v>20004.950199999999</c:v>
                </c:pt>
                <c:pt idx="165">
                  <c:v>20925.813699999999</c:v>
                </c:pt>
                <c:pt idx="166">
                  <c:v>21077.6957</c:v>
                </c:pt>
                <c:pt idx="167">
                  <c:v>20896.504400000002</c:v>
                </c:pt>
                <c:pt idx="168">
                  <c:v>20765.181100000002</c:v>
                </c:pt>
                <c:pt idx="169">
                  <c:v>21460.408299999999</c:v>
                </c:pt>
                <c:pt idx="170">
                  <c:v>20401.122800000001</c:v>
                </c:pt>
                <c:pt idx="171">
                  <c:v>20562.9051</c:v>
                </c:pt>
                <c:pt idx="172">
                  <c:v>21970.9745</c:v>
                </c:pt>
                <c:pt idx="173">
                  <c:v>20979.018199999999</c:v>
                </c:pt>
                <c:pt idx="174">
                  <c:v>21742.728500000001</c:v>
                </c:pt>
                <c:pt idx="175">
                  <c:v>20896.897499999999</c:v>
                </c:pt>
                <c:pt idx="176">
                  <c:v>20656.274099999999</c:v>
                </c:pt>
                <c:pt idx="177">
                  <c:v>20379.228800000001</c:v>
                </c:pt>
                <c:pt idx="178">
                  <c:v>21245.654299999998</c:v>
                </c:pt>
                <c:pt idx="179">
                  <c:v>20586.5239</c:v>
                </c:pt>
                <c:pt idx="180">
                  <c:v>20230.599900000001</c:v>
                </c:pt>
                <c:pt idx="181">
                  <c:v>20926.5586</c:v>
                </c:pt>
                <c:pt idx="182">
                  <c:v>20689.360499999999</c:v>
                </c:pt>
                <c:pt idx="183">
                  <c:v>21153.4306</c:v>
                </c:pt>
                <c:pt idx="184">
                  <c:v>20233.234700000001</c:v>
                </c:pt>
                <c:pt idx="185">
                  <c:v>20501.169300000001</c:v>
                </c:pt>
                <c:pt idx="186">
                  <c:v>20205.985100000002</c:v>
                </c:pt>
                <c:pt idx="187">
                  <c:v>21614.238799999999</c:v>
                </c:pt>
                <c:pt idx="188">
                  <c:v>21550.871599999999</c:v>
                </c:pt>
                <c:pt idx="189">
                  <c:v>21084.324799999999</c:v>
                </c:pt>
                <c:pt idx="190">
                  <c:v>21436.865099999999</c:v>
                </c:pt>
                <c:pt idx="191">
                  <c:v>20339.671200000001</c:v>
                </c:pt>
                <c:pt idx="192">
                  <c:v>20229.8315</c:v>
                </c:pt>
                <c:pt idx="193">
                  <c:v>19859.3884</c:v>
                </c:pt>
                <c:pt idx="194">
                  <c:v>20994.9251</c:v>
                </c:pt>
                <c:pt idx="195">
                  <c:v>20011.868399999999</c:v>
                </c:pt>
                <c:pt idx="196">
                  <c:v>20598.642800000001</c:v>
                </c:pt>
                <c:pt idx="197">
                  <c:v>20166.613799999999</c:v>
                </c:pt>
                <c:pt idx="198">
                  <c:v>19223.313099999999</c:v>
                </c:pt>
                <c:pt idx="199">
                  <c:v>19762.491099999999</c:v>
                </c:pt>
                <c:pt idx="200">
                  <c:v>19816.876799999998</c:v>
                </c:pt>
                <c:pt idx="201">
                  <c:v>20020.123100000001</c:v>
                </c:pt>
                <c:pt idx="202">
                  <c:v>20830.5337</c:v>
                </c:pt>
                <c:pt idx="203">
                  <c:v>22445.754300000001</c:v>
                </c:pt>
                <c:pt idx="204">
                  <c:v>21821.3616</c:v>
                </c:pt>
                <c:pt idx="205">
                  <c:v>20910.941500000001</c:v>
                </c:pt>
                <c:pt idx="206">
                  <c:v>20246.296399999999</c:v>
                </c:pt>
                <c:pt idx="207">
                  <c:v>20015.209699999999</c:v>
                </c:pt>
                <c:pt idx="208">
                  <c:v>21718.107800000002</c:v>
                </c:pt>
                <c:pt idx="209">
                  <c:v>20676.579900000001</c:v>
                </c:pt>
                <c:pt idx="210">
                  <c:v>21218.691699999999</c:v>
                </c:pt>
                <c:pt idx="211">
                  <c:v>21487.348399999999</c:v>
                </c:pt>
                <c:pt idx="212">
                  <c:v>19959.5939</c:v>
                </c:pt>
                <c:pt idx="213">
                  <c:v>19778.479500000001</c:v>
                </c:pt>
                <c:pt idx="214">
                  <c:v>19808.3357</c:v>
                </c:pt>
                <c:pt idx="215">
                  <c:v>20239.612300000001</c:v>
                </c:pt>
                <c:pt idx="216">
                  <c:v>20948.951400000002</c:v>
                </c:pt>
                <c:pt idx="217">
                  <c:v>22292.877799999998</c:v>
                </c:pt>
                <c:pt idx="218">
                  <c:v>21457.221799999999</c:v>
                </c:pt>
                <c:pt idx="219">
                  <c:v>20133.359499999999</c:v>
                </c:pt>
                <c:pt idx="220">
                  <c:v>20423.124199999998</c:v>
                </c:pt>
                <c:pt idx="221">
                  <c:v>20056.4313</c:v>
                </c:pt>
                <c:pt idx="222">
                  <c:v>20541.3282</c:v>
                </c:pt>
                <c:pt idx="223">
                  <c:v>21043.073700000001</c:v>
                </c:pt>
                <c:pt idx="224">
                  <c:v>21702.014899999998</c:v>
                </c:pt>
                <c:pt idx="225">
                  <c:v>22907.5628</c:v>
                </c:pt>
                <c:pt idx="226">
                  <c:v>19688.0713</c:v>
                </c:pt>
                <c:pt idx="227">
                  <c:v>20072.621999999999</c:v>
                </c:pt>
                <c:pt idx="228">
                  <c:v>21578.827499999999</c:v>
                </c:pt>
                <c:pt idx="229">
                  <c:v>21252.170099999999</c:v>
                </c:pt>
                <c:pt idx="230">
                  <c:v>20240.4025</c:v>
                </c:pt>
                <c:pt idx="231">
                  <c:v>21037.6479</c:v>
                </c:pt>
                <c:pt idx="232">
                  <c:v>22036.0808</c:v>
                </c:pt>
                <c:pt idx="233">
                  <c:v>19721.738000000001</c:v>
                </c:pt>
                <c:pt idx="234">
                  <c:v>19751.382600000001</c:v>
                </c:pt>
                <c:pt idx="235">
                  <c:v>20367.884999999998</c:v>
                </c:pt>
                <c:pt idx="236">
                  <c:v>21235.6682</c:v>
                </c:pt>
                <c:pt idx="237">
                  <c:v>21440.584999999999</c:v>
                </c:pt>
                <c:pt idx="238">
                  <c:v>21750.093199999999</c:v>
                </c:pt>
                <c:pt idx="239">
                  <c:v>21634.594000000001</c:v>
                </c:pt>
                <c:pt idx="240">
                  <c:v>21367.940900000001</c:v>
                </c:pt>
                <c:pt idx="241">
                  <c:v>20605.6672</c:v>
                </c:pt>
                <c:pt idx="242">
                  <c:v>20780.1227</c:v>
                </c:pt>
                <c:pt idx="243">
                  <c:v>21494.464</c:v>
                </c:pt>
                <c:pt idx="244">
                  <c:v>20924.351699999999</c:v>
                </c:pt>
                <c:pt idx="245">
                  <c:v>22287.827399999998</c:v>
                </c:pt>
                <c:pt idx="246">
                  <c:v>22672.175500000001</c:v>
                </c:pt>
                <c:pt idx="247">
                  <c:v>21139.546900000001</c:v>
                </c:pt>
                <c:pt idx="248">
                  <c:v>20931.9133</c:v>
                </c:pt>
                <c:pt idx="249">
                  <c:v>21061.534599999999</c:v>
                </c:pt>
                <c:pt idx="250">
                  <c:v>21476.978899999998</c:v>
                </c:pt>
                <c:pt idx="251">
                  <c:v>21138.990699999998</c:v>
                </c:pt>
                <c:pt idx="252">
                  <c:v>21396.5677</c:v>
                </c:pt>
                <c:pt idx="253">
                  <c:v>21480.701099999998</c:v>
                </c:pt>
                <c:pt idx="254">
                  <c:v>20455.7418</c:v>
                </c:pt>
                <c:pt idx="255">
                  <c:v>20351.689399999999</c:v>
                </c:pt>
                <c:pt idx="256">
                  <c:v>20487.693299999999</c:v>
                </c:pt>
                <c:pt idx="257">
                  <c:v>20552.058199999999</c:v>
                </c:pt>
                <c:pt idx="258">
                  <c:v>21196.518</c:v>
                </c:pt>
                <c:pt idx="259">
                  <c:v>21824.176899999999</c:v>
                </c:pt>
                <c:pt idx="260">
                  <c:v>22468.423299999999</c:v>
                </c:pt>
                <c:pt idx="261">
                  <c:v>20544.726500000001</c:v>
                </c:pt>
                <c:pt idx="262">
                  <c:v>20960.569899999999</c:v>
                </c:pt>
                <c:pt idx="263">
                  <c:v>21052.507900000001</c:v>
                </c:pt>
                <c:pt idx="264">
                  <c:v>21244.7922</c:v>
                </c:pt>
                <c:pt idx="265">
                  <c:v>21501.127499999999</c:v>
                </c:pt>
                <c:pt idx="266">
                  <c:v>21713.621800000001</c:v>
                </c:pt>
                <c:pt idx="267">
                  <c:v>21863.9097</c:v>
                </c:pt>
                <c:pt idx="268">
                  <c:v>20810.413400000001</c:v>
                </c:pt>
                <c:pt idx="269">
                  <c:v>21386.368900000001</c:v>
                </c:pt>
                <c:pt idx="270">
                  <c:v>22231.1394</c:v>
                </c:pt>
                <c:pt idx="271">
                  <c:v>21245.074400000001</c:v>
                </c:pt>
                <c:pt idx="272">
                  <c:v>21755.533500000001</c:v>
                </c:pt>
                <c:pt idx="273">
                  <c:v>22104.798200000001</c:v>
                </c:pt>
                <c:pt idx="274">
                  <c:v>22585.605299999999</c:v>
                </c:pt>
                <c:pt idx="275">
                  <c:v>20936.815900000001</c:v>
                </c:pt>
                <c:pt idx="276">
                  <c:v>21509.766500000002</c:v>
                </c:pt>
                <c:pt idx="277">
                  <c:v>22180.219000000001</c:v>
                </c:pt>
                <c:pt idx="278">
                  <c:v>21760.925500000001</c:v>
                </c:pt>
                <c:pt idx="279">
                  <c:v>22185.070199999998</c:v>
                </c:pt>
                <c:pt idx="280">
                  <c:v>23110.726999999999</c:v>
                </c:pt>
                <c:pt idx="281">
                  <c:v>23354.477599999998</c:v>
                </c:pt>
                <c:pt idx="282">
                  <c:v>21527.774799999999</c:v>
                </c:pt>
                <c:pt idx="283">
                  <c:v>21714.317500000001</c:v>
                </c:pt>
                <c:pt idx="284">
                  <c:v>22764.518899999999</c:v>
                </c:pt>
                <c:pt idx="285">
                  <c:v>21997.159500000002</c:v>
                </c:pt>
                <c:pt idx="286">
                  <c:v>23610.202000000001</c:v>
                </c:pt>
                <c:pt idx="287">
                  <c:v>22957.629400000002</c:v>
                </c:pt>
                <c:pt idx="288">
                  <c:v>23374.69</c:v>
                </c:pt>
                <c:pt idx="289">
                  <c:v>22243.2673</c:v>
                </c:pt>
                <c:pt idx="290">
                  <c:v>22198.295699999999</c:v>
                </c:pt>
                <c:pt idx="291">
                  <c:v>22448.539799999999</c:v>
                </c:pt>
                <c:pt idx="292">
                  <c:v>21852.206999999999</c:v>
                </c:pt>
                <c:pt idx="293">
                  <c:v>22881.861499999999</c:v>
                </c:pt>
                <c:pt idx="294">
                  <c:v>22872.354299999999</c:v>
                </c:pt>
                <c:pt idx="295">
                  <c:v>22472.114099999999</c:v>
                </c:pt>
                <c:pt idx="296">
                  <c:v>21748.296399999999</c:v>
                </c:pt>
                <c:pt idx="297">
                  <c:v>22779.047500000001</c:v>
                </c:pt>
                <c:pt idx="298">
                  <c:v>22616.4863</c:v>
                </c:pt>
                <c:pt idx="299">
                  <c:v>22896.933499999999</c:v>
                </c:pt>
                <c:pt idx="300">
                  <c:v>22754.216899999999</c:v>
                </c:pt>
                <c:pt idx="301">
                  <c:v>22852.434799999999</c:v>
                </c:pt>
                <c:pt idx="302">
                  <c:v>22523.870999999999</c:v>
                </c:pt>
                <c:pt idx="303">
                  <c:v>21980.160899999999</c:v>
                </c:pt>
                <c:pt idx="304">
                  <c:v>22012.175599999999</c:v>
                </c:pt>
                <c:pt idx="305">
                  <c:v>22415.992600000001</c:v>
                </c:pt>
                <c:pt idx="306">
                  <c:v>23139.544600000001</c:v>
                </c:pt>
                <c:pt idx="307">
                  <c:v>23446.453099999999</c:v>
                </c:pt>
                <c:pt idx="308">
                  <c:v>23308.225999999999</c:v>
                </c:pt>
                <c:pt idx="309">
                  <c:v>23813.882099999999</c:v>
                </c:pt>
                <c:pt idx="310">
                  <c:v>22345.156999999999</c:v>
                </c:pt>
                <c:pt idx="311">
                  <c:v>22264.532999999999</c:v>
                </c:pt>
                <c:pt idx="312">
                  <c:v>22175.394</c:v>
                </c:pt>
                <c:pt idx="313">
                  <c:v>22147.666499999999</c:v>
                </c:pt>
                <c:pt idx="314">
                  <c:v>23204.462899999999</c:v>
                </c:pt>
                <c:pt idx="315">
                  <c:v>22832.944299999999</c:v>
                </c:pt>
                <c:pt idx="316">
                  <c:v>23301.6571</c:v>
                </c:pt>
                <c:pt idx="317">
                  <c:v>22559.296200000001</c:v>
                </c:pt>
                <c:pt idx="318">
                  <c:v>22563.295099999999</c:v>
                </c:pt>
                <c:pt idx="319">
                  <c:v>22644.689299999998</c:v>
                </c:pt>
                <c:pt idx="320">
                  <c:v>22709.350699999999</c:v>
                </c:pt>
                <c:pt idx="321">
                  <c:v>22802.1525</c:v>
                </c:pt>
                <c:pt idx="322">
                  <c:v>23547.9512</c:v>
                </c:pt>
                <c:pt idx="323">
                  <c:v>25144.7173</c:v>
                </c:pt>
                <c:pt idx="324">
                  <c:v>22466.180100000001</c:v>
                </c:pt>
                <c:pt idx="325">
                  <c:v>23504.693599999999</c:v>
                </c:pt>
                <c:pt idx="326">
                  <c:v>23116.281900000002</c:v>
                </c:pt>
                <c:pt idx="327">
                  <c:v>23810.068200000002</c:v>
                </c:pt>
                <c:pt idx="328">
                  <c:v>24179.240600000001</c:v>
                </c:pt>
                <c:pt idx="329">
                  <c:v>23678.865900000001</c:v>
                </c:pt>
                <c:pt idx="330">
                  <c:v>23713.838100000001</c:v>
                </c:pt>
                <c:pt idx="331">
                  <c:v>22154.847699999998</c:v>
                </c:pt>
                <c:pt idx="332">
                  <c:v>22111.1057</c:v>
                </c:pt>
                <c:pt idx="333">
                  <c:v>22024.203699999998</c:v>
                </c:pt>
                <c:pt idx="334">
                  <c:v>21913.218099999998</c:v>
                </c:pt>
                <c:pt idx="335">
                  <c:v>22624.62</c:v>
                </c:pt>
                <c:pt idx="336">
                  <c:v>22999.213400000001</c:v>
                </c:pt>
                <c:pt idx="337">
                  <c:v>23148.6803</c:v>
                </c:pt>
                <c:pt idx="338">
                  <c:v>21669.197199999999</c:v>
                </c:pt>
                <c:pt idx="339">
                  <c:v>21618.232599999999</c:v>
                </c:pt>
                <c:pt idx="340">
                  <c:v>21921.855899999999</c:v>
                </c:pt>
                <c:pt idx="341">
                  <c:v>22236.932799999999</c:v>
                </c:pt>
                <c:pt idx="342">
                  <c:v>22312.6607</c:v>
                </c:pt>
                <c:pt idx="343">
                  <c:v>21741.521000000001</c:v>
                </c:pt>
                <c:pt idx="344">
                  <c:v>23067.647199999999</c:v>
                </c:pt>
                <c:pt idx="345">
                  <c:v>21117.297299999998</c:v>
                </c:pt>
                <c:pt idx="346">
                  <c:v>21424.357499999998</c:v>
                </c:pt>
                <c:pt idx="347">
                  <c:v>21814.463400000001</c:v>
                </c:pt>
                <c:pt idx="348">
                  <c:v>21704.76</c:v>
                </c:pt>
                <c:pt idx="349">
                  <c:v>22607.501400000001</c:v>
                </c:pt>
                <c:pt idx="350">
                  <c:v>22704.182400000002</c:v>
                </c:pt>
                <c:pt idx="351">
                  <c:v>23075.6106</c:v>
                </c:pt>
                <c:pt idx="352">
                  <c:v>21849.832200000001</c:v>
                </c:pt>
                <c:pt idx="353">
                  <c:v>22173.868299999998</c:v>
                </c:pt>
                <c:pt idx="354">
                  <c:v>22117.143100000001</c:v>
                </c:pt>
                <c:pt idx="355">
                  <c:v>22050.186900000001</c:v>
                </c:pt>
                <c:pt idx="356">
                  <c:v>22680.185700000002</c:v>
                </c:pt>
                <c:pt idx="357">
                  <c:v>22800.3135</c:v>
                </c:pt>
                <c:pt idx="358">
                  <c:v>23651.8066</c:v>
                </c:pt>
                <c:pt idx="359">
                  <c:v>22206.823799999998</c:v>
                </c:pt>
                <c:pt idx="360">
                  <c:v>22264.653999999999</c:v>
                </c:pt>
                <c:pt idx="361">
                  <c:v>22148.958999999999</c:v>
                </c:pt>
                <c:pt idx="362">
                  <c:v>22286.782999999999</c:v>
                </c:pt>
                <c:pt idx="363">
                  <c:v>22445.377499999999</c:v>
                </c:pt>
                <c:pt idx="364">
                  <c:v>23067.282599999999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A936-4D26-9E10-287659F92F38}"/>
            </c:ext>
          </c:extLst>
        </c:ser>
        <c:ser>
          <c:idx val="1"/>
          <c:order val="1"/>
          <c:tx>
            <c:strRef>
              <c:f>'4G Data'!$C$1</c:f>
              <c:strCache>
                <c:ptCount val="1"/>
                <c:pt idx="0">
                  <c:v>Kilinochchi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Ref>
              <c:f>'4G Data'!$A$2:$A$366</c:f>
              <c:numCache>
                <c:formatCode>m/d/yyyy</c:formatCode>
                <c:ptCount val="365"/>
                <c:pt idx="0">
                  <c:v>45829</c:v>
                </c:pt>
                <c:pt idx="1">
                  <c:v>45830</c:v>
                </c:pt>
                <c:pt idx="2">
                  <c:v>45831</c:v>
                </c:pt>
                <c:pt idx="3">
                  <c:v>45832</c:v>
                </c:pt>
                <c:pt idx="4">
                  <c:v>45833</c:v>
                </c:pt>
                <c:pt idx="5">
                  <c:v>45834</c:v>
                </c:pt>
                <c:pt idx="6">
                  <c:v>45835</c:v>
                </c:pt>
                <c:pt idx="7">
                  <c:v>45836</c:v>
                </c:pt>
                <c:pt idx="8">
                  <c:v>45837</c:v>
                </c:pt>
                <c:pt idx="9">
                  <c:v>45838</c:v>
                </c:pt>
                <c:pt idx="10">
                  <c:v>45839</c:v>
                </c:pt>
                <c:pt idx="11">
                  <c:v>45840</c:v>
                </c:pt>
                <c:pt idx="12">
                  <c:v>45841</c:v>
                </c:pt>
                <c:pt idx="13">
                  <c:v>45842</c:v>
                </c:pt>
                <c:pt idx="14">
                  <c:v>45843</c:v>
                </c:pt>
                <c:pt idx="15">
                  <c:v>45844</c:v>
                </c:pt>
                <c:pt idx="16">
                  <c:v>45845</c:v>
                </c:pt>
                <c:pt idx="17">
                  <c:v>45846</c:v>
                </c:pt>
                <c:pt idx="18">
                  <c:v>45847</c:v>
                </c:pt>
                <c:pt idx="19">
                  <c:v>45848</c:v>
                </c:pt>
                <c:pt idx="20">
                  <c:v>45849</c:v>
                </c:pt>
                <c:pt idx="21">
                  <c:v>45850</c:v>
                </c:pt>
                <c:pt idx="22">
                  <c:v>45851</c:v>
                </c:pt>
                <c:pt idx="23">
                  <c:v>45852</c:v>
                </c:pt>
                <c:pt idx="24">
                  <c:v>45853</c:v>
                </c:pt>
                <c:pt idx="25">
                  <c:v>45854</c:v>
                </c:pt>
                <c:pt idx="26">
                  <c:v>45855</c:v>
                </c:pt>
                <c:pt idx="27">
                  <c:v>45856</c:v>
                </c:pt>
                <c:pt idx="28">
                  <c:v>45857</c:v>
                </c:pt>
                <c:pt idx="29">
                  <c:v>45858</c:v>
                </c:pt>
                <c:pt idx="30">
                  <c:v>45859</c:v>
                </c:pt>
                <c:pt idx="31">
                  <c:v>45860</c:v>
                </c:pt>
                <c:pt idx="32">
                  <c:v>45861</c:v>
                </c:pt>
                <c:pt idx="33">
                  <c:v>45862</c:v>
                </c:pt>
                <c:pt idx="34">
                  <c:v>45863</c:v>
                </c:pt>
                <c:pt idx="35">
                  <c:v>45864</c:v>
                </c:pt>
                <c:pt idx="36">
                  <c:v>45865</c:v>
                </c:pt>
                <c:pt idx="37">
                  <c:v>45866</c:v>
                </c:pt>
                <c:pt idx="38">
                  <c:v>45867</c:v>
                </c:pt>
                <c:pt idx="39">
                  <c:v>45868</c:v>
                </c:pt>
                <c:pt idx="40">
                  <c:v>45869</c:v>
                </c:pt>
                <c:pt idx="41">
                  <c:v>45870</c:v>
                </c:pt>
                <c:pt idx="42">
                  <c:v>45871</c:v>
                </c:pt>
                <c:pt idx="43">
                  <c:v>45872</c:v>
                </c:pt>
                <c:pt idx="44">
                  <c:v>45873</c:v>
                </c:pt>
                <c:pt idx="45">
                  <c:v>45874</c:v>
                </c:pt>
                <c:pt idx="46">
                  <c:v>45875</c:v>
                </c:pt>
                <c:pt idx="47">
                  <c:v>45876</c:v>
                </c:pt>
                <c:pt idx="48">
                  <c:v>45877</c:v>
                </c:pt>
                <c:pt idx="49">
                  <c:v>45878</c:v>
                </c:pt>
                <c:pt idx="50">
                  <c:v>45879</c:v>
                </c:pt>
                <c:pt idx="51">
                  <c:v>45880</c:v>
                </c:pt>
                <c:pt idx="52">
                  <c:v>45881</c:v>
                </c:pt>
                <c:pt idx="53">
                  <c:v>45882</c:v>
                </c:pt>
                <c:pt idx="54">
                  <c:v>45883</c:v>
                </c:pt>
                <c:pt idx="55">
                  <c:v>45884</c:v>
                </c:pt>
                <c:pt idx="56">
                  <c:v>45885</c:v>
                </c:pt>
                <c:pt idx="57">
                  <c:v>45886</c:v>
                </c:pt>
                <c:pt idx="58">
                  <c:v>45887</c:v>
                </c:pt>
                <c:pt idx="59">
                  <c:v>45888</c:v>
                </c:pt>
                <c:pt idx="60">
                  <c:v>45889</c:v>
                </c:pt>
                <c:pt idx="61">
                  <c:v>45890</c:v>
                </c:pt>
                <c:pt idx="62">
                  <c:v>45891</c:v>
                </c:pt>
                <c:pt idx="63">
                  <c:v>45892</c:v>
                </c:pt>
                <c:pt idx="64">
                  <c:v>45893</c:v>
                </c:pt>
                <c:pt idx="65">
                  <c:v>45894</c:v>
                </c:pt>
                <c:pt idx="66">
                  <c:v>45895</c:v>
                </c:pt>
                <c:pt idx="67">
                  <c:v>45896</c:v>
                </c:pt>
                <c:pt idx="68">
                  <c:v>45897</c:v>
                </c:pt>
                <c:pt idx="69">
                  <c:v>45898</c:v>
                </c:pt>
                <c:pt idx="70">
                  <c:v>45899</c:v>
                </c:pt>
                <c:pt idx="71">
                  <c:v>45900</c:v>
                </c:pt>
                <c:pt idx="72">
                  <c:v>45901</c:v>
                </c:pt>
                <c:pt idx="73">
                  <c:v>45902</c:v>
                </c:pt>
                <c:pt idx="74">
                  <c:v>45903</c:v>
                </c:pt>
                <c:pt idx="75">
                  <c:v>45904</c:v>
                </c:pt>
                <c:pt idx="76">
                  <c:v>45905</c:v>
                </c:pt>
                <c:pt idx="77">
                  <c:v>45906</c:v>
                </c:pt>
                <c:pt idx="78">
                  <c:v>45907</c:v>
                </c:pt>
                <c:pt idx="79">
                  <c:v>45908</c:v>
                </c:pt>
                <c:pt idx="80">
                  <c:v>45909</c:v>
                </c:pt>
                <c:pt idx="81">
                  <c:v>45910</c:v>
                </c:pt>
                <c:pt idx="82">
                  <c:v>45911</c:v>
                </c:pt>
                <c:pt idx="83">
                  <c:v>45912</c:v>
                </c:pt>
                <c:pt idx="84">
                  <c:v>45913</c:v>
                </c:pt>
                <c:pt idx="85">
                  <c:v>45914</c:v>
                </c:pt>
                <c:pt idx="86">
                  <c:v>45915</c:v>
                </c:pt>
                <c:pt idx="87">
                  <c:v>45916</c:v>
                </c:pt>
                <c:pt idx="88">
                  <c:v>45917</c:v>
                </c:pt>
                <c:pt idx="89">
                  <c:v>45918</c:v>
                </c:pt>
                <c:pt idx="90">
                  <c:v>45919</c:v>
                </c:pt>
                <c:pt idx="91">
                  <c:v>45920</c:v>
                </c:pt>
                <c:pt idx="92">
                  <c:v>45921</c:v>
                </c:pt>
                <c:pt idx="93">
                  <c:v>45922</c:v>
                </c:pt>
                <c:pt idx="94">
                  <c:v>45923</c:v>
                </c:pt>
                <c:pt idx="95">
                  <c:v>45924</c:v>
                </c:pt>
                <c:pt idx="96">
                  <c:v>45925</c:v>
                </c:pt>
                <c:pt idx="97">
                  <c:v>45926</c:v>
                </c:pt>
                <c:pt idx="98">
                  <c:v>45927</c:v>
                </c:pt>
                <c:pt idx="99">
                  <c:v>45928</c:v>
                </c:pt>
                <c:pt idx="100">
                  <c:v>45929</c:v>
                </c:pt>
                <c:pt idx="101">
                  <c:v>45930</c:v>
                </c:pt>
                <c:pt idx="102">
                  <c:v>45931</c:v>
                </c:pt>
                <c:pt idx="103">
                  <c:v>45932</c:v>
                </c:pt>
                <c:pt idx="104">
                  <c:v>45933</c:v>
                </c:pt>
                <c:pt idx="105">
                  <c:v>45934</c:v>
                </c:pt>
                <c:pt idx="106">
                  <c:v>45935</c:v>
                </c:pt>
                <c:pt idx="107">
                  <c:v>45936</c:v>
                </c:pt>
                <c:pt idx="108">
                  <c:v>45937</c:v>
                </c:pt>
                <c:pt idx="109">
                  <c:v>45938</c:v>
                </c:pt>
                <c:pt idx="110">
                  <c:v>45939</c:v>
                </c:pt>
                <c:pt idx="111">
                  <c:v>45940</c:v>
                </c:pt>
                <c:pt idx="112">
                  <c:v>45941</c:v>
                </c:pt>
                <c:pt idx="113">
                  <c:v>45942</c:v>
                </c:pt>
                <c:pt idx="114">
                  <c:v>45943</c:v>
                </c:pt>
                <c:pt idx="115">
                  <c:v>45944</c:v>
                </c:pt>
                <c:pt idx="116">
                  <c:v>45945</c:v>
                </c:pt>
                <c:pt idx="117">
                  <c:v>45946</c:v>
                </c:pt>
                <c:pt idx="118">
                  <c:v>45947</c:v>
                </c:pt>
                <c:pt idx="119">
                  <c:v>45948</c:v>
                </c:pt>
                <c:pt idx="120">
                  <c:v>45949</c:v>
                </c:pt>
                <c:pt idx="121">
                  <c:v>45950</c:v>
                </c:pt>
                <c:pt idx="122">
                  <c:v>45951</c:v>
                </c:pt>
                <c:pt idx="123">
                  <c:v>45952</c:v>
                </c:pt>
                <c:pt idx="124">
                  <c:v>45953</c:v>
                </c:pt>
                <c:pt idx="125">
                  <c:v>45954</c:v>
                </c:pt>
                <c:pt idx="126">
                  <c:v>45955</c:v>
                </c:pt>
                <c:pt idx="127">
                  <c:v>45956</c:v>
                </c:pt>
                <c:pt idx="128">
                  <c:v>45957</c:v>
                </c:pt>
                <c:pt idx="129">
                  <c:v>45958</c:v>
                </c:pt>
                <c:pt idx="130">
                  <c:v>45959</c:v>
                </c:pt>
                <c:pt idx="131">
                  <c:v>45960</c:v>
                </c:pt>
                <c:pt idx="132">
                  <c:v>45961</c:v>
                </c:pt>
                <c:pt idx="133">
                  <c:v>45962</c:v>
                </c:pt>
                <c:pt idx="134">
                  <c:v>45963</c:v>
                </c:pt>
                <c:pt idx="135">
                  <c:v>45964</c:v>
                </c:pt>
                <c:pt idx="136">
                  <c:v>45965</c:v>
                </c:pt>
                <c:pt idx="137">
                  <c:v>45966</c:v>
                </c:pt>
                <c:pt idx="138">
                  <c:v>45967</c:v>
                </c:pt>
                <c:pt idx="139">
                  <c:v>45968</c:v>
                </c:pt>
                <c:pt idx="140">
                  <c:v>45969</c:v>
                </c:pt>
                <c:pt idx="141">
                  <c:v>45970</c:v>
                </c:pt>
                <c:pt idx="142">
                  <c:v>45971</c:v>
                </c:pt>
                <c:pt idx="143">
                  <c:v>45972</c:v>
                </c:pt>
                <c:pt idx="144">
                  <c:v>45973</c:v>
                </c:pt>
                <c:pt idx="145">
                  <c:v>45974</c:v>
                </c:pt>
                <c:pt idx="146">
                  <c:v>45975</c:v>
                </c:pt>
                <c:pt idx="147">
                  <c:v>45976</c:v>
                </c:pt>
                <c:pt idx="148">
                  <c:v>45977</c:v>
                </c:pt>
                <c:pt idx="149">
                  <c:v>45978</c:v>
                </c:pt>
                <c:pt idx="150">
                  <c:v>45979</c:v>
                </c:pt>
                <c:pt idx="151">
                  <c:v>45980</c:v>
                </c:pt>
                <c:pt idx="152">
                  <c:v>45981</c:v>
                </c:pt>
                <c:pt idx="153">
                  <c:v>45982</c:v>
                </c:pt>
                <c:pt idx="154">
                  <c:v>45983</c:v>
                </c:pt>
                <c:pt idx="155">
                  <c:v>45984</c:v>
                </c:pt>
                <c:pt idx="156">
                  <c:v>45985</c:v>
                </c:pt>
                <c:pt idx="157">
                  <c:v>45986</c:v>
                </c:pt>
                <c:pt idx="158">
                  <c:v>45987</c:v>
                </c:pt>
                <c:pt idx="159">
                  <c:v>45988</c:v>
                </c:pt>
                <c:pt idx="160">
                  <c:v>45989</c:v>
                </c:pt>
                <c:pt idx="161">
                  <c:v>45990</c:v>
                </c:pt>
                <c:pt idx="162">
                  <c:v>45991</c:v>
                </c:pt>
                <c:pt idx="163">
                  <c:v>45992</c:v>
                </c:pt>
                <c:pt idx="164">
                  <c:v>45993</c:v>
                </c:pt>
                <c:pt idx="165">
                  <c:v>45994</c:v>
                </c:pt>
                <c:pt idx="166">
                  <c:v>45995</c:v>
                </c:pt>
                <c:pt idx="167">
                  <c:v>45996</c:v>
                </c:pt>
                <c:pt idx="168">
                  <c:v>45997</c:v>
                </c:pt>
                <c:pt idx="169">
                  <c:v>45998</c:v>
                </c:pt>
                <c:pt idx="170">
                  <c:v>45999</c:v>
                </c:pt>
                <c:pt idx="171">
                  <c:v>46000</c:v>
                </c:pt>
                <c:pt idx="172">
                  <c:v>46001</c:v>
                </c:pt>
                <c:pt idx="173">
                  <c:v>46002</c:v>
                </c:pt>
                <c:pt idx="174">
                  <c:v>46003</c:v>
                </c:pt>
                <c:pt idx="175">
                  <c:v>46004</c:v>
                </c:pt>
                <c:pt idx="176">
                  <c:v>46005</c:v>
                </c:pt>
                <c:pt idx="177">
                  <c:v>46006</c:v>
                </c:pt>
                <c:pt idx="178">
                  <c:v>46007</c:v>
                </c:pt>
                <c:pt idx="179">
                  <c:v>46008</c:v>
                </c:pt>
                <c:pt idx="180">
                  <c:v>46009</c:v>
                </c:pt>
                <c:pt idx="181">
                  <c:v>46010</c:v>
                </c:pt>
                <c:pt idx="182">
                  <c:v>46011</c:v>
                </c:pt>
                <c:pt idx="183">
                  <c:v>46012</c:v>
                </c:pt>
                <c:pt idx="184">
                  <c:v>46013</c:v>
                </c:pt>
                <c:pt idx="185">
                  <c:v>46014</c:v>
                </c:pt>
                <c:pt idx="186">
                  <c:v>46015</c:v>
                </c:pt>
                <c:pt idx="187">
                  <c:v>46016</c:v>
                </c:pt>
                <c:pt idx="188">
                  <c:v>46017</c:v>
                </c:pt>
                <c:pt idx="189">
                  <c:v>46018</c:v>
                </c:pt>
                <c:pt idx="190">
                  <c:v>46019</c:v>
                </c:pt>
                <c:pt idx="191">
                  <c:v>46020</c:v>
                </c:pt>
                <c:pt idx="192">
                  <c:v>46021</c:v>
                </c:pt>
                <c:pt idx="193">
                  <c:v>46022</c:v>
                </c:pt>
                <c:pt idx="194">
                  <c:v>46023</c:v>
                </c:pt>
                <c:pt idx="195">
                  <c:v>46024</c:v>
                </c:pt>
                <c:pt idx="196">
                  <c:v>46025</c:v>
                </c:pt>
                <c:pt idx="197">
                  <c:v>46026</c:v>
                </c:pt>
                <c:pt idx="198">
                  <c:v>46027</c:v>
                </c:pt>
                <c:pt idx="199">
                  <c:v>46028</c:v>
                </c:pt>
                <c:pt idx="200">
                  <c:v>46029</c:v>
                </c:pt>
                <c:pt idx="201">
                  <c:v>46030</c:v>
                </c:pt>
                <c:pt idx="202">
                  <c:v>46031</c:v>
                </c:pt>
                <c:pt idx="203">
                  <c:v>46032</c:v>
                </c:pt>
                <c:pt idx="204">
                  <c:v>46033</c:v>
                </c:pt>
                <c:pt idx="205">
                  <c:v>46034</c:v>
                </c:pt>
                <c:pt idx="206">
                  <c:v>46035</c:v>
                </c:pt>
                <c:pt idx="207">
                  <c:v>46036</c:v>
                </c:pt>
                <c:pt idx="208">
                  <c:v>46037</c:v>
                </c:pt>
                <c:pt idx="209">
                  <c:v>46038</c:v>
                </c:pt>
                <c:pt idx="210">
                  <c:v>46039</c:v>
                </c:pt>
                <c:pt idx="211">
                  <c:v>46040</c:v>
                </c:pt>
                <c:pt idx="212">
                  <c:v>46041</c:v>
                </c:pt>
                <c:pt idx="213">
                  <c:v>46042</c:v>
                </c:pt>
                <c:pt idx="214">
                  <c:v>46043</c:v>
                </c:pt>
                <c:pt idx="215">
                  <c:v>46044</c:v>
                </c:pt>
                <c:pt idx="216">
                  <c:v>46045</c:v>
                </c:pt>
                <c:pt idx="217">
                  <c:v>46046</c:v>
                </c:pt>
                <c:pt idx="218">
                  <c:v>46047</c:v>
                </c:pt>
                <c:pt idx="219">
                  <c:v>46048</c:v>
                </c:pt>
                <c:pt idx="220">
                  <c:v>46049</c:v>
                </c:pt>
                <c:pt idx="221">
                  <c:v>46050</c:v>
                </c:pt>
                <c:pt idx="222">
                  <c:v>46051</c:v>
                </c:pt>
                <c:pt idx="223">
                  <c:v>46052</c:v>
                </c:pt>
                <c:pt idx="224">
                  <c:v>46053</c:v>
                </c:pt>
                <c:pt idx="225">
                  <c:v>46054</c:v>
                </c:pt>
                <c:pt idx="226">
                  <c:v>46055</c:v>
                </c:pt>
                <c:pt idx="227">
                  <c:v>46056</c:v>
                </c:pt>
                <c:pt idx="228">
                  <c:v>46057</c:v>
                </c:pt>
                <c:pt idx="229">
                  <c:v>46058</c:v>
                </c:pt>
                <c:pt idx="230">
                  <c:v>46059</c:v>
                </c:pt>
                <c:pt idx="231">
                  <c:v>46060</c:v>
                </c:pt>
                <c:pt idx="232">
                  <c:v>46061</c:v>
                </c:pt>
                <c:pt idx="233">
                  <c:v>46062</c:v>
                </c:pt>
                <c:pt idx="234">
                  <c:v>46063</c:v>
                </c:pt>
                <c:pt idx="235">
                  <c:v>46064</c:v>
                </c:pt>
                <c:pt idx="236">
                  <c:v>46065</c:v>
                </c:pt>
                <c:pt idx="237">
                  <c:v>46066</c:v>
                </c:pt>
                <c:pt idx="238">
                  <c:v>46067</c:v>
                </c:pt>
                <c:pt idx="239">
                  <c:v>46068</c:v>
                </c:pt>
                <c:pt idx="240">
                  <c:v>46069</c:v>
                </c:pt>
                <c:pt idx="241">
                  <c:v>46070</c:v>
                </c:pt>
                <c:pt idx="242">
                  <c:v>46071</c:v>
                </c:pt>
                <c:pt idx="243">
                  <c:v>46072</c:v>
                </c:pt>
                <c:pt idx="244">
                  <c:v>46073</c:v>
                </c:pt>
                <c:pt idx="245">
                  <c:v>46074</c:v>
                </c:pt>
                <c:pt idx="246">
                  <c:v>46075</c:v>
                </c:pt>
                <c:pt idx="247">
                  <c:v>46076</c:v>
                </c:pt>
                <c:pt idx="248">
                  <c:v>46077</c:v>
                </c:pt>
                <c:pt idx="249">
                  <c:v>46078</c:v>
                </c:pt>
                <c:pt idx="250">
                  <c:v>46079</c:v>
                </c:pt>
                <c:pt idx="251">
                  <c:v>46080</c:v>
                </c:pt>
                <c:pt idx="252">
                  <c:v>46081</c:v>
                </c:pt>
                <c:pt idx="253">
                  <c:v>46082</c:v>
                </c:pt>
                <c:pt idx="254">
                  <c:v>46083</c:v>
                </c:pt>
                <c:pt idx="255">
                  <c:v>46084</c:v>
                </c:pt>
                <c:pt idx="256">
                  <c:v>46085</c:v>
                </c:pt>
                <c:pt idx="257">
                  <c:v>46086</c:v>
                </c:pt>
                <c:pt idx="258">
                  <c:v>46087</c:v>
                </c:pt>
                <c:pt idx="259">
                  <c:v>46088</c:v>
                </c:pt>
                <c:pt idx="260">
                  <c:v>46089</c:v>
                </c:pt>
                <c:pt idx="261">
                  <c:v>46090</c:v>
                </c:pt>
                <c:pt idx="262">
                  <c:v>46091</c:v>
                </c:pt>
                <c:pt idx="263">
                  <c:v>46092</c:v>
                </c:pt>
                <c:pt idx="264">
                  <c:v>46093</c:v>
                </c:pt>
                <c:pt idx="265">
                  <c:v>46094</c:v>
                </c:pt>
                <c:pt idx="266">
                  <c:v>46095</c:v>
                </c:pt>
                <c:pt idx="267">
                  <c:v>46096</c:v>
                </c:pt>
                <c:pt idx="268">
                  <c:v>46097</c:v>
                </c:pt>
                <c:pt idx="269">
                  <c:v>46098</c:v>
                </c:pt>
                <c:pt idx="270">
                  <c:v>46099</c:v>
                </c:pt>
                <c:pt idx="271">
                  <c:v>46100</c:v>
                </c:pt>
                <c:pt idx="272">
                  <c:v>46101</c:v>
                </c:pt>
                <c:pt idx="273">
                  <c:v>46102</c:v>
                </c:pt>
                <c:pt idx="274">
                  <c:v>46103</c:v>
                </c:pt>
                <c:pt idx="275">
                  <c:v>46104</c:v>
                </c:pt>
                <c:pt idx="276">
                  <c:v>46105</c:v>
                </c:pt>
                <c:pt idx="277">
                  <c:v>46106</c:v>
                </c:pt>
                <c:pt idx="278">
                  <c:v>46107</c:v>
                </c:pt>
                <c:pt idx="279">
                  <c:v>46108</c:v>
                </c:pt>
                <c:pt idx="280">
                  <c:v>46109</c:v>
                </c:pt>
                <c:pt idx="281">
                  <c:v>46110</c:v>
                </c:pt>
                <c:pt idx="282">
                  <c:v>46111</c:v>
                </c:pt>
                <c:pt idx="283">
                  <c:v>46112</c:v>
                </c:pt>
                <c:pt idx="284">
                  <c:v>46113</c:v>
                </c:pt>
                <c:pt idx="285">
                  <c:v>46114</c:v>
                </c:pt>
                <c:pt idx="286">
                  <c:v>46115</c:v>
                </c:pt>
                <c:pt idx="287">
                  <c:v>46116</c:v>
                </c:pt>
                <c:pt idx="288">
                  <c:v>46117</c:v>
                </c:pt>
                <c:pt idx="289">
                  <c:v>46118</c:v>
                </c:pt>
                <c:pt idx="290">
                  <c:v>46119</c:v>
                </c:pt>
                <c:pt idx="291">
                  <c:v>46120</c:v>
                </c:pt>
                <c:pt idx="292">
                  <c:v>46121</c:v>
                </c:pt>
                <c:pt idx="293">
                  <c:v>46122</c:v>
                </c:pt>
                <c:pt idx="294">
                  <c:v>46123</c:v>
                </c:pt>
                <c:pt idx="295">
                  <c:v>46124</c:v>
                </c:pt>
                <c:pt idx="296">
                  <c:v>46125</c:v>
                </c:pt>
                <c:pt idx="297">
                  <c:v>46126</c:v>
                </c:pt>
                <c:pt idx="298">
                  <c:v>46127</c:v>
                </c:pt>
                <c:pt idx="299">
                  <c:v>46128</c:v>
                </c:pt>
                <c:pt idx="300">
                  <c:v>46129</c:v>
                </c:pt>
                <c:pt idx="301">
                  <c:v>46130</c:v>
                </c:pt>
                <c:pt idx="302">
                  <c:v>46131</c:v>
                </c:pt>
                <c:pt idx="303">
                  <c:v>46132</c:v>
                </c:pt>
                <c:pt idx="304">
                  <c:v>46133</c:v>
                </c:pt>
                <c:pt idx="305">
                  <c:v>46134</c:v>
                </c:pt>
                <c:pt idx="306">
                  <c:v>46135</c:v>
                </c:pt>
                <c:pt idx="307">
                  <c:v>46136</c:v>
                </c:pt>
                <c:pt idx="308">
                  <c:v>46137</c:v>
                </c:pt>
                <c:pt idx="309">
                  <c:v>46138</c:v>
                </c:pt>
                <c:pt idx="310">
                  <c:v>46139</c:v>
                </c:pt>
                <c:pt idx="311">
                  <c:v>46140</c:v>
                </c:pt>
                <c:pt idx="312">
                  <c:v>46141</c:v>
                </c:pt>
                <c:pt idx="313">
                  <c:v>46142</c:v>
                </c:pt>
                <c:pt idx="314">
                  <c:v>46143</c:v>
                </c:pt>
                <c:pt idx="315">
                  <c:v>46144</c:v>
                </c:pt>
                <c:pt idx="316">
                  <c:v>46145</c:v>
                </c:pt>
                <c:pt idx="317">
                  <c:v>46146</c:v>
                </c:pt>
                <c:pt idx="318">
                  <c:v>46147</c:v>
                </c:pt>
                <c:pt idx="319">
                  <c:v>46148</c:v>
                </c:pt>
                <c:pt idx="320">
                  <c:v>46149</c:v>
                </c:pt>
                <c:pt idx="321">
                  <c:v>46150</c:v>
                </c:pt>
                <c:pt idx="322">
                  <c:v>46151</c:v>
                </c:pt>
                <c:pt idx="323">
                  <c:v>46152</c:v>
                </c:pt>
                <c:pt idx="324">
                  <c:v>46153</c:v>
                </c:pt>
                <c:pt idx="325">
                  <c:v>46154</c:v>
                </c:pt>
                <c:pt idx="326">
                  <c:v>46155</c:v>
                </c:pt>
                <c:pt idx="327">
                  <c:v>46156</c:v>
                </c:pt>
                <c:pt idx="328">
                  <c:v>46157</c:v>
                </c:pt>
                <c:pt idx="329">
                  <c:v>46158</c:v>
                </c:pt>
                <c:pt idx="330">
                  <c:v>46159</c:v>
                </c:pt>
                <c:pt idx="331">
                  <c:v>46160</c:v>
                </c:pt>
                <c:pt idx="332">
                  <c:v>46161</c:v>
                </c:pt>
                <c:pt idx="333">
                  <c:v>46162</c:v>
                </c:pt>
                <c:pt idx="334">
                  <c:v>46163</c:v>
                </c:pt>
                <c:pt idx="335">
                  <c:v>46164</c:v>
                </c:pt>
                <c:pt idx="336">
                  <c:v>46165</c:v>
                </c:pt>
                <c:pt idx="337">
                  <c:v>46166</c:v>
                </c:pt>
                <c:pt idx="338">
                  <c:v>46167</c:v>
                </c:pt>
                <c:pt idx="339">
                  <c:v>46168</c:v>
                </c:pt>
                <c:pt idx="340">
                  <c:v>46169</c:v>
                </c:pt>
                <c:pt idx="341">
                  <c:v>46170</c:v>
                </c:pt>
                <c:pt idx="342">
                  <c:v>46171</c:v>
                </c:pt>
                <c:pt idx="343">
                  <c:v>46172</c:v>
                </c:pt>
                <c:pt idx="344">
                  <c:v>46173</c:v>
                </c:pt>
                <c:pt idx="345">
                  <c:v>46174</c:v>
                </c:pt>
                <c:pt idx="346">
                  <c:v>46175</c:v>
                </c:pt>
                <c:pt idx="347">
                  <c:v>46176</c:v>
                </c:pt>
                <c:pt idx="348">
                  <c:v>46177</c:v>
                </c:pt>
                <c:pt idx="349">
                  <c:v>46178</c:v>
                </c:pt>
                <c:pt idx="350">
                  <c:v>46179</c:v>
                </c:pt>
                <c:pt idx="351">
                  <c:v>46180</c:v>
                </c:pt>
                <c:pt idx="352">
                  <c:v>46181</c:v>
                </c:pt>
                <c:pt idx="353">
                  <c:v>46182</c:v>
                </c:pt>
                <c:pt idx="354">
                  <c:v>46183</c:v>
                </c:pt>
                <c:pt idx="355">
                  <c:v>46184</c:v>
                </c:pt>
                <c:pt idx="356">
                  <c:v>46185</c:v>
                </c:pt>
                <c:pt idx="357">
                  <c:v>46186</c:v>
                </c:pt>
                <c:pt idx="358">
                  <c:v>46187</c:v>
                </c:pt>
                <c:pt idx="359">
                  <c:v>46188</c:v>
                </c:pt>
                <c:pt idx="360">
                  <c:v>46189</c:v>
                </c:pt>
                <c:pt idx="361">
                  <c:v>46190</c:v>
                </c:pt>
                <c:pt idx="362">
                  <c:v>46191</c:v>
                </c:pt>
                <c:pt idx="363">
                  <c:v>46192</c:v>
                </c:pt>
                <c:pt idx="364">
                  <c:v>46193</c:v>
                </c:pt>
              </c:numCache>
            </c:numRef>
          </c:cat>
          <c:val>
            <c:numRef>
              <c:f>'4G Data'!$C$2:$C$366</c:f>
              <c:numCache>
                <c:formatCode>General</c:formatCode>
                <c:ptCount val="365"/>
                <c:pt idx="0">
                  <c:v>2407.4506000000001</c:v>
                </c:pt>
                <c:pt idx="1">
                  <c:v>2368.9063000000001</c:v>
                </c:pt>
                <c:pt idx="2">
                  <c:v>2330.7532000000001</c:v>
                </c:pt>
                <c:pt idx="3">
                  <c:v>2501.5369999999998</c:v>
                </c:pt>
                <c:pt idx="4">
                  <c:v>2530.3094000000001</c:v>
                </c:pt>
                <c:pt idx="5">
                  <c:v>2442.7903999999999</c:v>
                </c:pt>
                <c:pt idx="6">
                  <c:v>2525.0239000000001</c:v>
                </c:pt>
                <c:pt idx="7">
                  <c:v>2596.3341</c:v>
                </c:pt>
                <c:pt idx="8">
                  <c:v>2469.6601999999998</c:v>
                </c:pt>
                <c:pt idx="9">
                  <c:v>2518.1489999999999</c:v>
                </c:pt>
                <c:pt idx="10">
                  <c:v>2508.3285999999998</c:v>
                </c:pt>
                <c:pt idx="11">
                  <c:v>2556.9767999999999</c:v>
                </c:pt>
                <c:pt idx="12">
                  <c:v>2464.7256000000002</c:v>
                </c:pt>
                <c:pt idx="13">
                  <c:v>2436.4922000000001</c:v>
                </c:pt>
                <c:pt idx="14">
                  <c:v>2360.3339000000001</c:v>
                </c:pt>
                <c:pt idx="15">
                  <c:v>2410.3998000000001</c:v>
                </c:pt>
                <c:pt idx="16">
                  <c:v>2448.4544999999998</c:v>
                </c:pt>
                <c:pt idx="17">
                  <c:v>2500.4535000000001</c:v>
                </c:pt>
                <c:pt idx="18">
                  <c:v>2165.4477999999999</c:v>
                </c:pt>
                <c:pt idx="19">
                  <c:v>2223.4196000000002</c:v>
                </c:pt>
                <c:pt idx="20">
                  <c:v>2058.5677000000001</c:v>
                </c:pt>
                <c:pt idx="21">
                  <c:v>1896.6994999999999</c:v>
                </c:pt>
                <c:pt idx="22">
                  <c:v>2296.6664999999998</c:v>
                </c:pt>
                <c:pt idx="23">
                  <c:v>2353.4056999999998</c:v>
                </c:pt>
                <c:pt idx="24">
                  <c:v>2421.1215999999999</c:v>
                </c:pt>
                <c:pt idx="25">
                  <c:v>2559.6599000000001</c:v>
                </c:pt>
                <c:pt idx="26">
                  <c:v>2446.8186999999998</c:v>
                </c:pt>
                <c:pt idx="27">
                  <c:v>2502.9618999999998</c:v>
                </c:pt>
                <c:pt idx="28">
                  <c:v>2508.9043000000001</c:v>
                </c:pt>
                <c:pt idx="29">
                  <c:v>2469.6361000000002</c:v>
                </c:pt>
                <c:pt idx="30">
                  <c:v>2394.4439000000002</c:v>
                </c:pt>
                <c:pt idx="31">
                  <c:v>2482.9304999999999</c:v>
                </c:pt>
                <c:pt idx="32">
                  <c:v>2313.7748999999999</c:v>
                </c:pt>
                <c:pt idx="33">
                  <c:v>2434.7296000000001</c:v>
                </c:pt>
                <c:pt idx="34">
                  <c:v>2353.9367000000002</c:v>
                </c:pt>
                <c:pt idx="35">
                  <c:v>2334.2896000000001</c:v>
                </c:pt>
                <c:pt idx="36">
                  <c:v>2457.2565</c:v>
                </c:pt>
                <c:pt idx="37">
                  <c:v>2385.2058000000002</c:v>
                </c:pt>
                <c:pt idx="38">
                  <c:v>2531.9582999999998</c:v>
                </c:pt>
                <c:pt idx="39">
                  <c:v>2530.6761000000001</c:v>
                </c:pt>
                <c:pt idx="40">
                  <c:v>2489.3951000000002</c:v>
                </c:pt>
                <c:pt idx="41">
                  <c:v>2444.6361999999999</c:v>
                </c:pt>
                <c:pt idx="42">
                  <c:v>2556.3076000000001</c:v>
                </c:pt>
                <c:pt idx="43">
                  <c:v>2625.0834</c:v>
                </c:pt>
                <c:pt idx="44">
                  <c:v>2457.3056999999999</c:v>
                </c:pt>
                <c:pt idx="45">
                  <c:v>2495.3267999999998</c:v>
                </c:pt>
                <c:pt idx="46">
                  <c:v>2398.8877000000002</c:v>
                </c:pt>
                <c:pt idx="47">
                  <c:v>2340.1179999999999</c:v>
                </c:pt>
                <c:pt idx="48">
                  <c:v>2317.6669000000002</c:v>
                </c:pt>
                <c:pt idx="49">
                  <c:v>2215.6026000000002</c:v>
                </c:pt>
                <c:pt idx="50">
                  <c:v>2254.7833999999998</c:v>
                </c:pt>
                <c:pt idx="51">
                  <c:v>2369.337</c:v>
                </c:pt>
                <c:pt idx="52">
                  <c:v>2455.8371000000002</c:v>
                </c:pt>
                <c:pt idx="53">
                  <c:v>2530.4960999999998</c:v>
                </c:pt>
                <c:pt idx="54">
                  <c:v>2550.5138000000002</c:v>
                </c:pt>
                <c:pt idx="55">
                  <c:v>2603.3528999999999</c:v>
                </c:pt>
                <c:pt idx="56">
                  <c:v>2588.7676000000001</c:v>
                </c:pt>
                <c:pt idx="57">
                  <c:v>2603.9798000000001</c:v>
                </c:pt>
                <c:pt idx="58">
                  <c:v>2607.6894000000002</c:v>
                </c:pt>
                <c:pt idx="59">
                  <c:v>2559.7494000000002</c:v>
                </c:pt>
                <c:pt idx="60">
                  <c:v>2389.3402000000001</c:v>
                </c:pt>
                <c:pt idx="61">
                  <c:v>2525.2145999999998</c:v>
                </c:pt>
                <c:pt idx="62">
                  <c:v>2527.9697999999999</c:v>
                </c:pt>
                <c:pt idx="63">
                  <c:v>2490.7588000000001</c:v>
                </c:pt>
                <c:pt idx="64">
                  <c:v>2610.1459</c:v>
                </c:pt>
                <c:pt idx="65">
                  <c:v>2519.9757</c:v>
                </c:pt>
                <c:pt idx="66">
                  <c:v>2591.6046000000001</c:v>
                </c:pt>
                <c:pt idx="67">
                  <c:v>2547.8503000000001</c:v>
                </c:pt>
                <c:pt idx="68">
                  <c:v>2519.8384999999998</c:v>
                </c:pt>
                <c:pt idx="69">
                  <c:v>2411.8038999999999</c:v>
                </c:pt>
                <c:pt idx="70">
                  <c:v>2392.4425999999999</c:v>
                </c:pt>
                <c:pt idx="71">
                  <c:v>2591.0300000000002</c:v>
                </c:pt>
                <c:pt idx="72">
                  <c:v>2329.5335</c:v>
                </c:pt>
                <c:pt idx="73">
                  <c:v>2536.3355999999999</c:v>
                </c:pt>
                <c:pt idx="74">
                  <c:v>2516.9488000000001</c:v>
                </c:pt>
                <c:pt idx="75">
                  <c:v>2234.9295999999999</c:v>
                </c:pt>
                <c:pt idx="76">
                  <c:v>2226.0666000000001</c:v>
                </c:pt>
                <c:pt idx="77">
                  <c:v>2137.3053</c:v>
                </c:pt>
                <c:pt idx="78">
                  <c:v>2252.1547</c:v>
                </c:pt>
                <c:pt idx="79">
                  <c:v>2376.5412999999999</c:v>
                </c:pt>
                <c:pt idx="80">
                  <c:v>2437.0924</c:v>
                </c:pt>
                <c:pt idx="81">
                  <c:v>2567.7609000000002</c:v>
                </c:pt>
                <c:pt idx="82">
                  <c:v>2622.4322999999999</c:v>
                </c:pt>
                <c:pt idx="83">
                  <c:v>2527.2846</c:v>
                </c:pt>
                <c:pt idx="84">
                  <c:v>2572.0925999999999</c:v>
                </c:pt>
                <c:pt idx="85">
                  <c:v>2681.5817000000002</c:v>
                </c:pt>
                <c:pt idx="86">
                  <c:v>2513.5853999999999</c:v>
                </c:pt>
                <c:pt idx="87">
                  <c:v>2684.3384999999998</c:v>
                </c:pt>
                <c:pt idx="88">
                  <c:v>2784.2793999999999</c:v>
                </c:pt>
                <c:pt idx="89">
                  <c:v>2649.4085</c:v>
                </c:pt>
                <c:pt idx="90">
                  <c:v>2525.3719000000001</c:v>
                </c:pt>
                <c:pt idx="91">
                  <c:v>2824.846</c:v>
                </c:pt>
                <c:pt idx="92">
                  <c:v>2768.058</c:v>
                </c:pt>
                <c:pt idx="93">
                  <c:v>2540.1129999999998</c:v>
                </c:pt>
                <c:pt idx="94">
                  <c:v>2745.6713</c:v>
                </c:pt>
                <c:pt idx="95">
                  <c:v>2866.7080999999998</c:v>
                </c:pt>
                <c:pt idx="96">
                  <c:v>2576.0545999999999</c:v>
                </c:pt>
                <c:pt idx="97">
                  <c:v>2728.6446999999998</c:v>
                </c:pt>
                <c:pt idx="98">
                  <c:v>2667.835</c:v>
                </c:pt>
                <c:pt idx="99">
                  <c:v>2686.8209000000002</c:v>
                </c:pt>
                <c:pt idx="100">
                  <c:v>2636.6538</c:v>
                </c:pt>
                <c:pt idx="101">
                  <c:v>2685.7415000000001</c:v>
                </c:pt>
                <c:pt idx="102">
                  <c:v>2602.6367</c:v>
                </c:pt>
                <c:pt idx="103">
                  <c:v>2524.4441000000002</c:v>
                </c:pt>
                <c:pt idx="104">
                  <c:v>2429.0704999999998</c:v>
                </c:pt>
                <c:pt idx="105">
                  <c:v>2536.8445999999999</c:v>
                </c:pt>
                <c:pt idx="106">
                  <c:v>2370.4175</c:v>
                </c:pt>
                <c:pt idx="107">
                  <c:v>2436.1505999999999</c:v>
                </c:pt>
                <c:pt idx="108">
                  <c:v>2472.0059999999999</c:v>
                </c:pt>
                <c:pt idx="109">
                  <c:v>2659.4263999999998</c:v>
                </c:pt>
                <c:pt idx="110">
                  <c:v>2621.0942</c:v>
                </c:pt>
                <c:pt idx="111">
                  <c:v>2589.6635000000001</c:v>
                </c:pt>
                <c:pt idx="112">
                  <c:v>2686.3265999999999</c:v>
                </c:pt>
                <c:pt idx="113">
                  <c:v>2880.2438000000002</c:v>
                </c:pt>
                <c:pt idx="114">
                  <c:v>2460.3663000000001</c:v>
                </c:pt>
                <c:pt idx="115">
                  <c:v>2664.6154000000001</c:v>
                </c:pt>
                <c:pt idx="116">
                  <c:v>2661.0124999999998</c:v>
                </c:pt>
                <c:pt idx="117">
                  <c:v>2734.5160000000001</c:v>
                </c:pt>
                <c:pt idx="118">
                  <c:v>2448.6041</c:v>
                </c:pt>
                <c:pt idx="119">
                  <c:v>2507.1338999999998</c:v>
                </c:pt>
                <c:pt idx="120">
                  <c:v>2425.4173000000001</c:v>
                </c:pt>
                <c:pt idx="121">
                  <c:v>2633.5389</c:v>
                </c:pt>
                <c:pt idx="122">
                  <c:v>2617.0727999999999</c:v>
                </c:pt>
                <c:pt idx="123">
                  <c:v>2567.3948</c:v>
                </c:pt>
                <c:pt idx="124">
                  <c:v>2782.1288</c:v>
                </c:pt>
                <c:pt idx="125">
                  <c:v>2703.9766</c:v>
                </c:pt>
                <c:pt idx="126">
                  <c:v>2538.0558000000001</c:v>
                </c:pt>
                <c:pt idx="127">
                  <c:v>1368.3230000000001</c:v>
                </c:pt>
                <c:pt idx="128">
                  <c:v>2543.3179</c:v>
                </c:pt>
                <c:pt idx="129">
                  <c:v>2670.8031999999998</c:v>
                </c:pt>
                <c:pt idx="130">
                  <c:v>2597.8242</c:v>
                </c:pt>
                <c:pt idx="131">
                  <c:v>2598.6297</c:v>
                </c:pt>
                <c:pt idx="132">
                  <c:v>2575.9537</c:v>
                </c:pt>
                <c:pt idx="133">
                  <c:v>2569.4463999999998</c:v>
                </c:pt>
                <c:pt idx="134">
                  <c:v>2365.3843999999999</c:v>
                </c:pt>
                <c:pt idx="135">
                  <c:v>2521.2154</c:v>
                </c:pt>
                <c:pt idx="136">
                  <c:v>2587.1523999999999</c:v>
                </c:pt>
                <c:pt idx="137">
                  <c:v>2730.0828000000001</c:v>
                </c:pt>
                <c:pt idx="138">
                  <c:v>2553.8199</c:v>
                </c:pt>
                <c:pt idx="139">
                  <c:v>2594.7008000000001</c:v>
                </c:pt>
                <c:pt idx="140">
                  <c:v>2509.9306000000001</c:v>
                </c:pt>
                <c:pt idx="141">
                  <c:v>2598.1687999999999</c:v>
                </c:pt>
                <c:pt idx="142">
                  <c:v>2519.0398</c:v>
                </c:pt>
                <c:pt idx="143">
                  <c:v>2658.4322000000002</c:v>
                </c:pt>
                <c:pt idx="144">
                  <c:v>2601.5059000000001</c:v>
                </c:pt>
                <c:pt idx="145">
                  <c:v>2614.6206999999999</c:v>
                </c:pt>
                <c:pt idx="146">
                  <c:v>2705.4625000000001</c:v>
                </c:pt>
                <c:pt idx="147">
                  <c:v>2615.9558999999999</c:v>
                </c:pt>
                <c:pt idx="148">
                  <c:v>2643.0677000000001</c:v>
                </c:pt>
                <c:pt idx="149">
                  <c:v>2509.9207000000001</c:v>
                </c:pt>
                <c:pt idx="150">
                  <c:v>2439.3886000000002</c:v>
                </c:pt>
                <c:pt idx="151">
                  <c:v>2377.1734000000001</c:v>
                </c:pt>
                <c:pt idx="152">
                  <c:v>2575.6224000000002</c:v>
                </c:pt>
                <c:pt idx="153">
                  <c:v>2450.2433000000001</c:v>
                </c:pt>
                <c:pt idx="154">
                  <c:v>2474.2019</c:v>
                </c:pt>
                <c:pt idx="155">
                  <c:v>2473.7087000000001</c:v>
                </c:pt>
                <c:pt idx="156">
                  <c:v>2474.6563999999998</c:v>
                </c:pt>
                <c:pt idx="157">
                  <c:v>2347.2972</c:v>
                </c:pt>
                <c:pt idx="158">
                  <c:v>2618.7139000000002</c:v>
                </c:pt>
                <c:pt idx="159">
                  <c:v>2260.3604999999998</c:v>
                </c:pt>
                <c:pt idx="160">
                  <c:v>1807.1315</c:v>
                </c:pt>
                <c:pt idx="161">
                  <c:v>2397.5643</c:v>
                </c:pt>
                <c:pt idx="162">
                  <c:v>2399.1441</c:v>
                </c:pt>
                <c:pt idx="163">
                  <c:v>2139.2204999999999</c:v>
                </c:pt>
                <c:pt idx="164">
                  <c:v>2211.1039999999998</c:v>
                </c:pt>
                <c:pt idx="165">
                  <c:v>2366.1642000000002</c:v>
                </c:pt>
                <c:pt idx="166">
                  <c:v>2537.5743000000002</c:v>
                </c:pt>
                <c:pt idx="167">
                  <c:v>2495.6559999999999</c:v>
                </c:pt>
                <c:pt idx="168">
                  <c:v>2619.6932999999999</c:v>
                </c:pt>
                <c:pt idx="169">
                  <c:v>2706.7829000000002</c:v>
                </c:pt>
                <c:pt idx="170">
                  <c:v>2636.8656000000001</c:v>
                </c:pt>
                <c:pt idx="171">
                  <c:v>2722.3537999999999</c:v>
                </c:pt>
                <c:pt idx="172">
                  <c:v>2774.9546999999998</c:v>
                </c:pt>
                <c:pt idx="173">
                  <c:v>2625.1394</c:v>
                </c:pt>
                <c:pt idx="174">
                  <c:v>2660.5832</c:v>
                </c:pt>
                <c:pt idx="175">
                  <c:v>2445.1033000000002</c:v>
                </c:pt>
                <c:pt idx="176">
                  <c:v>3039.7997999999998</c:v>
                </c:pt>
                <c:pt idx="177">
                  <c:v>2786.4598999999998</c:v>
                </c:pt>
                <c:pt idx="178">
                  <c:v>2743.8231000000001</c:v>
                </c:pt>
                <c:pt idx="179">
                  <c:v>2671.8081000000002</c:v>
                </c:pt>
                <c:pt idx="180">
                  <c:v>2800.6734999999999</c:v>
                </c:pt>
                <c:pt idx="181">
                  <c:v>2624.1495</c:v>
                </c:pt>
                <c:pt idx="182">
                  <c:v>2286.6887000000002</c:v>
                </c:pt>
                <c:pt idx="183">
                  <c:v>2307.0518999999999</c:v>
                </c:pt>
                <c:pt idx="184">
                  <c:v>2284.4063000000001</c:v>
                </c:pt>
                <c:pt idx="185">
                  <c:v>2372.1323000000002</c:v>
                </c:pt>
                <c:pt idx="186">
                  <c:v>2140.4095000000002</c:v>
                </c:pt>
                <c:pt idx="187">
                  <c:v>2316.9346999999998</c:v>
                </c:pt>
                <c:pt idx="188">
                  <c:v>2309.4472999999998</c:v>
                </c:pt>
                <c:pt idx="189">
                  <c:v>2360.6397999999999</c:v>
                </c:pt>
                <c:pt idx="190">
                  <c:v>2572.8962000000001</c:v>
                </c:pt>
                <c:pt idx="191">
                  <c:v>2688.1365999999998</c:v>
                </c:pt>
                <c:pt idx="192">
                  <c:v>2651.5513000000001</c:v>
                </c:pt>
                <c:pt idx="193">
                  <c:v>2468.2022000000002</c:v>
                </c:pt>
                <c:pt idx="194">
                  <c:v>2735.4906000000001</c:v>
                </c:pt>
                <c:pt idx="195">
                  <c:v>2712.1727999999998</c:v>
                </c:pt>
                <c:pt idx="196">
                  <c:v>2622.7645000000002</c:v>
                </c:pt>
                <c:pt idx="197">
                  <c:v>2732.7186000000002</c:v>
                </c:pt>
                <c:pt idx="198">
                  <c:v>2715.1035999999999</c:v>
                </c:pt>
                <c:pt idx="199">
                  <c:v>2711.7091</c:v>
                </c:pt>
                <c:pt idx="200">
                  <c:v>2788.9223999999999</c:v>
                </c:pt>
                <c:pt idx="201">
                  <c:v>2746.4719</c:v>
                </c:pt>
                <c:pt idx="202">
                  <c:v>3024.7656000000002</c:v>
                </c:pt>
                <c:pt idx="203">
                  <c:v>2923.9470999999999</c:v>
                </c:pt>
                <c:pt idx="204">
                  <c:v>3053.7660000000001</c:v>
                </c:pt>
                <c:pt idx="205">
                  <c:v>2885.3409000000001</c:v>
                </c:pt>
                <c:pt idx="206">
                  <c:v>2713.4872999999998</c:v>
                </c:pt>
                <c:pt idx="207">
                  <c:v>2866.0715</c:v>
                </c:pt>
                <c:pt idx="208">
                  <c:v>2862.3746000000001</c:v>
                </c:pt>
                <c:pt idx="209">
                  <c:v>2647.6732000000002</c:v>
                </c:pt>
                <c:pt idx="210">
                  <c:v>2482.9865</c:v>
                </c:pt>
                <c:pt idx="211">
                  <c:v>2571.4400999999998</c:v>
                </c:pt>
                <c:pt idx="212">
                  <c:v>2522.0032000000001</c:v>
                </c:pt>
                <c:pt idx="213">
                  <c:v>2507.6021000000001</c:v>
                </c:pt>
                <c:pt idx="214">
                  <c:v>2568.5052000000001</c:v>
                </c:pt>
                <c:pt idx="215">
                  <c:v>2585.5796</c:v>
                </c:pt>
                <c:pt idx="216">
                  <c:v>2632.0010000000002</c:v>
                </c:pt>
                <c:pt idx="217">
                  <c:v>2618.0338999999999</c:v>
                </c:pt>
                <c:pt idx="218">
                  <c:v>2532.3739</c:v>
                </c:pt>
                <c:pt idx="219">
                  <c:v>2420.0014000000001</c:v>
                </c:pt>
                <c:pt idx="220">
                  <c:v>2564.1689000000001</c:v>
                </c:pt>
                <c:pt idx="221">
                  <c:v>2581.2512000000002</c:v>
                </c:pt>
                <c:pt idx="222">
                  <c:v>2585.2939000000001</c:v>
                </c:pt>
                <c:pt idx="223">
                  <c:v>2543.1354000000001</c:v>
                </c:pt>
                <c:pt idx="224">
                  <c:v>2673.3281999999999</c:v>
                </c:pt>
                <c:pt idx="225">
                  <c:v>2909.2846</c:v>
                </c:pt>
                <c:pt idx="226">
                  <c:v>2485.712</c:v>
                </c:pt>
                <c:pt idx="227">
                  <c:v>2570.9802</c:v>
                </c:pt>
                <c:pt idx="228">
                  <c:v>2799.0187000000001</c:v>
                </c:pt>
                <c:pt idx="229">
                  <c:v>2511.1284999999998</c:v>
                </c:pt>
                <c:pt idx="230">
                  <c:v>2516.0621999999998</c:v>
                </c:pt>
                <c:pt idx="231">
                  <c:v>2627.9591999999998</c:v>
                </c:pt>
                <c:pt idx="232">
                  <c:v>2723.3946999999998</c:v>
                </c:pt>
                <c:pt idx="233">
                  <c:v>2569.2741000000001</c:v>
                </c:pt>
                <c:pt idx="234">
                  <c:v>2595.4537</c:v>
                </c:pt>
                <c:pt idx="235">
                  <c:v>2753.3879999999999</c:v>
                </c:pt>
                <c:pt idx="236">
                  <c:v>2805.9380000000001</c:v>
                </c:pt>
                <c:pt idx="237">
                  <c:v>2687.7631999999999</c:v>
                </c:pt>
                <c:pt idx="238">
                  <c:v>2715.9609</c:v>
                </c:pt>
                <c:pt idx="239">
                  <c:v>2778.9142000000002</c:v>
                </c:pt>
                <c:pt idx="240">
                  <c:v>2635.7858000000001</c:v>
                </c:pt>
                <c:pt idx="241">
                  <c:v>2643.4567999999999</c:v>
                </c:pt>
                <c:pt idx="242">
                  <c:v>2706.7613999999999</c:v>
                </c:pt>
                <c:pt idx="243">
                  <c:v>2828.3443000000002</c:v>
                </c:pt>
                <c:pt idx="244">
                  <c:v>2774.9333000000001</c:v>
                </c:pt>
                <c:pt idx="245">
                  <c:v>2761.7826</c:v>
                </c:pt>
                <c:pt idx="246">
                  <c:v>2769.8885</c:v>
                </c:pt>
                <c:pt idx="247">
                  <c:v>2526.3955999999998</c:v>
                </c:pt>
                <c:pt idx="248">
                  <c:v>2624.3932</c:v>
                </c:pt>
                <c:pt idx="249">
                  <c:v>2619.3132999999998</c:v>
                </c:pt>
                <c:pt idx="250">
                  <c:v>2570.9645</c:v>
                </c:pt>
                <c:pt idx="251">
                  <c:v>2445.5594999999998</c:v>
                </c:pt>
                <c:pt idx="252">
                  <c:v>2337.777</c:v>
                </c:pt>
                <c:pt idx="253">
                  <c:v>2415.0765000000001</c:v>
                </c:pt>
                <c:pt idx="254">
                  <c:v>2296.5446999999999</c:v>
                </c:pt>
                <c:pt idx="255">
                  <c:v>2666.8998999999999</c:v>
                </c:pt>
                <c:pt idx="256">
                  <c:v>2663.9018000000001</c:v>
                </c:pt>
                <c:pt idx="257">
                  <c:v>2526.2602000000002</c:v>
                </c:pt>
                <c:pt idx="258">
                  <c:v>2782.0372000000002</c:v>
                </c:pt>
                <c:pt idx="259">
                  <c:v>2728.5010000000002</c:v>
                </c:pt>
                <c:pt idx="260">
                  <c:v>2968.2458999999999</c:v>
                </c:pt>
                <c:pt idx="261">
                  <c:v>2562.2357999999999</c:v>
                </c:pt>
                <c:pt idx="262">
                  <c:v>2730.9854999999998</c:v>
                </c:pt>
                <c:pt idx="263">
                  <c:v>2750.1298999999999</c:v>
                </c:pt>
                <c:pt idx="264">
                  <c:v>2779.1015000000002</c:v>
                </c:pt>
                <c:pt idx="265">
                  <c:v>2885.2685000000001</c:v>
                </c:pt>
                <c:pt idx="266">
                  <c:v>2867.5608999999999</c:v>
                </c:pt>
                <c:pt idx="267">
                  <c:v>2812.7003</c:v>
                </c:pt>
                <c:pt idx="268">
                  <c:v>2706.0147000000002</c:v>
                </c:pt>
                <c:pt idx="269">
                  <c:v>2652.3404</c:v>
                </c:pt>
                <c:pt idx="270">
                  <c:v>2815.1732999999999</c:v>
                </c:pt>
                <c:pt idx="271">
                  <c:v>2656.6723000000002</c:v>
                </c:pt>
                <c:pt idx="272">
                  <c:v>2673.0273999999999</c:v>
                </c:pt>
                <c:pt idx="273">
                  <c:v>2585.8948</c:v>
                </c:pt>
                <c:pt idx="274">
                  <c:v>2681.9767999999999</c:v>
                </c:pt>
                <c:pt idx="275">
                  <c:v>2574.9830000000002</c:v>
                </c:pt>
                <c:pt idx="276">
                  <c:v>2665.2404999999999</c:v>
                </c:pt>
                <c:pt idx="277">
                  <c:v>2780.5320999999999</c:v>
                </c:pt>
                <c:pt idx="278">
                  <c:v>2697.3742999999999</c:v>
                </c:pt>
                <c:pt idx="279">
                  <c:v>2640.2977000000001</c:v>
                </c:pt>
                <c:pt idx="280">
                  <c:v>2696.0536000000002</c:v>
                </c:pt>
                <c:pt idx="281">
                  <c:v>2842.0522000000001</c:v>
                </c:pt>
                <c:pt idx="282">
                  <c:v>2531.7476999999999</c:v>
                </c:pt>
                <c:pt idx="283">
                  <c:v>2528.4991</c:v>
                </c:pt>
                <c:pt idx="284">
                  <c:v>2549.5308</c:v>
                </c:pt>
                <c:pt idx="285">
                  <c:v>2466.1048999999998</c:v>
                </c:pt>
                <c:pt idx="286">
                  <c:v>2659.7417999999998</c:v>
                </c:pt>
                <c:pt idx="287">
                  <c:v>2643.9367999999999</c:v>
                </c:pt>
                <c:pt idx="288">
                  <c:v>2647.8879999999999</c:v>
                </c:pt>
                <c:pt idx="289">
                  <c:v>2523.8555999999999</c:v>
                </c:pt>
                <c:pt idx="290">
                  <c:v>2630.4634999999998</c:v>
                </c:pt>
                <c:pt idx="291">
                  <c:v>2579.9076</c:v>
                </c:pt>
                <c:pt idx="292">
                  <c:v>2480.4875000000002</c:v>
                </c:pt>
                <c:pt idx="293">
                  <c:v>2346.2395999999999</c:v>
                </c:pt>
                <c:pt idx="294">
                  <c:v>2121.7928000000002</c:v>
                </c:pt>
                <c:pt idx="295">
                  <c:v>2092.3213000000001</c:v>
                </c:pt>
                <c:pt idx="296">
                  <c:v>2044.5358000000001</c:v>
                </c:pt>
                <c:pt idx="297">
                  <c:v>2003.4776999999999</c:v>
                </c:pt>
                <c:pt idx="298">
                  <c:v>2172.4173000000001</c:v>
                </c:pt>
                <c:pt idx="299">
                  <c:v>2237.3395</c:v>
                </c:pt>
                <c:pt idx="300">
                  <c:v>2226.6826000000001</c:v>
                </c:pt>
                <c:pt idx="301">
                  <c:v>2207.9656</c:v>
                </c:pt>
                <c:pt idx="302">
                  <c:v>2468.1493</c:v>
                </c:pt>
                <c:pt idx="303">
                  <c:v>2504.9906000000001</c:v>
                </c:pt>
                <c:pt idx="304">
                  <c:v>2832.6785</c:v>
                </c:pt>
                <c:pt idx="305">
                  <c:v>2928.9112</c:v>
                </c:pt>
                <c:pt idx="306">
                  <c:v>2918.8705</c:v>
                </c:pt>
                <c:pt idx="307">
                  <c:v>2993.4751000000001</c:v>
                </c:pt>
                <c:pt idx="308">
                  <c:v>2911.8577</c:v>
                </c:pt>
                <c:pt idx="309">
                  <c:v>2807.9121</c:v>
                </c:pt>
                <c:pt idx="310">
                  <c:v>2610.7955000000002</c:v>
                </c:pt>
                <c:pt idx="311">
                  <c:v>2701.3872999999999</c:v>
                </c:pt>
                <c:pt idx="312">
                  <c:v>2710.3344999999999</c:v>
                </c:pt>
                <c:pt idx="313">
                  <c:v>2267.4256999999998</c:v>
                </c:pt>
                <c:pt idx="314">
                  <c:v>2314.4088999999999</c:v>
                </c:pt>
                <c:pt idx="315">
                  <c:v>2229.5837000000001</c:v>
                </c:pt>
                <c:pt idx="316">
                  <c:v>2210.4735999999998</c:v>
                </c:pt>
                <c:pt idx="317">
                  <c:v>2361.7979999999998</c:v>
                </c:pt>
                <c:pt idx="318">
                  <c:v>2350.4141</c:v>
                </c:pt>
                <c:pt idx="319">
                  <c:v>2460.7031000000002</c:v>
                </c:pt>
                <c:pt idx="320">
                  <c:v>2456.6939000000002</c:v>
                </c:pt>
                <c:pt idx="321">
                  <c:v>2352.0527999999999</c:v>
                </c:pt>
                <c:pt idx="322">
                  <c:v>2625.3741</c:v>
                </c:pt>
                <c:pt idx="323">
                  <c:v>2755.0830000000001</c:v>
                </c:pt>
                <c:pt idx="324">
                  <c:v>2687.9585000000002</c:v>
                </c:pt>
                <c:pt idx="325">
                  <c:v>2760.6711</c:v>
                </c:pt>
                <c:pt idx="326">
                  <c:v>2772.1628000000001</c:v>
                </c:pt>
                <c:pt idx="327">
                  <c:v>2771.6174999999998</c:v>
                </c:pt>
                <c:pt idx="328">
                  <c:v>2817.3728000000001</c:v>
                </c:pt>
                <c:pt idx="329">
                  <c:v>2814.9137000000001</c:v>
                </c:pt>
                <c:pt idx="330">
                  <c:v>2719.8175000000001</c:v>
                </c:pt>
                <c:pt idx="331">
                  <c:v>2670.7795999999998</c:v>
                </c:pt>
                <c:pt idx="332">
                  <c:v>2522.3406</c:v>
                </c:pt>
                <c:pt idx="333">
                  <c:v>2600.1922</c:v>
                </c:pt>
                <c:pt idx="334">
                  <c:v>2490.2719999999999</c:v>
                </c:pt>
                <c:pt idx="335">
                  <c:v>2459.3719999999998</c:v>
                </c:pt>
                <c:pt idx="336">
                  <c:v>2531.3353000000002</c:v>
                </c:pt>
                <c:pt idx="337">
                  <c:v>2520.1619000000001</c:v>
                </c:pt>
                <c:pt idx="338">
                  <c:v>2427.2379999999998</c:v>
                </c:pt>
                <c:pt idx="339">
                  <c:v>2493.8894</c:v>
                </c:pt>
                <c:pt idx="340">
                  <c:v>2306.1142</c:v>
                </c:pt>
                <c:pt idx="341">
                  <c:v>2250.9611</c:v>
                </c:pt>
                <c:pt idx="342">
                  <c:v>2004.3697999999999</c:v>
                </c:pt>
                <c:pt idx="343">
                  <c:v>1912.3034</c:v>
                </c:pt>
                <c:pt idx="344">
                  <c:v>2244.8418000000001</c:v>
                </c:pt>
                <c:pt idx="345">
                  <c:v>2261.3184000000001</c:v>
                </c:pt>
                <c:pt idx="346">
                  <c:v>2418.6142</c:v>
                </c:pt>
                <c:pt idx="347">
                  <c:v>2375.701</c:v>
                </c:pt>
                <c:pt idx="348">
                  <c:v>2508.8433</c:v>
                </c:pt>
                <c:pt idx="349">
                  <c:v>2477.3553000000002</c:v>
                </c:pt>
                <c:pt idx="350">
                  <c:v>2583.4553999999998</c:v>
                </c:pt>
                <c:pt idx="351">
                  <c:v>2627.6421999999998</c:v>
                </c:pt>
                <c:pt idx="352">
                  <c:v>2429.9528</c:v>
                </c:pt>
                <c:pt idx="353">
                  <c:v>2518.395</c:v>
                </c:pt>
                <c:pt idx="354">
                  <c:v>2515.0326</c:v>
                </c:pt>
                <c:pt idx="355">
                  <c:v>2581.3186000000001</c:v>
                </c:pt>
                <c:pt idx="356">
                  <c:v>2419.3521000000001</c:v>
                </c:pt>
                <c:pt idx="357">
                  <c:v>2254.6559999999999</c:v>
                </c:pt>
                <c:pt idx="358">
                  <c:v>2361.0205000000001</c:v>
                </c:pt>
                <c:pt idx="359">
                  <c:v>2288.1419999999998</c:v>
                </c:pt>
                <c:pt idx="360">
                  <c:v>2206.1788999999999</c:v>
                </c:pt>
                <c:pt idx="361">
                  <c:v>2227.3908999999999</c:v>
                </c:pt>
                <c:pt idx="362">
                  <c:v>2181.7370999999998</c:v>
                </c:pt>
                <c:pt idx="363">
                  <c:v>2223.5648999999999</c:v>
                </c:pt>
                <c:pt idx="364">
                  <c:v>2321.1444000000001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A936-4D26-9E10-287659F92F38}"/>
            </c:ext>
          </c:extLst>
        </c:ser>
        <c:ser>
          <c:idx val="2"/>
          <c:order val="2"/>
          <c:tx>
            <c:strRef>
              <c:f>'4G Data'!$D$1</c:f>
              <c:strCache>
                <c:ptCount val="1"/>
                <c:pt idx="0">
                  <c:v>Mannar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cat>
            <c:numRef>
              <c:f>'4G Data'!$A$2:$A$366</c:f>
              <c:numCache>
                <c:formatCode>m/d/yyyy</c:formatCode>
                <c:ptCount val="365"/>
                <c:pt idx="0">
                  <c:v>45829</c:v>
                </c:pt>
                <c:pt idx="1">
                  <c:v>45830</c:v>
                </c:pt>
                <c:pt idx="2">
                  <c:v>45831</c:v>
                </c:pt>
                <c:pt idx="3">
                  <c:v>45832</c:v>
                </c:pt>
                <c:pt idx="4">
                  <c:v>45833</c:v>
                </c:pt>
                <c:pt idx="5">
                  <c:v>45834</c:v>
                </c:pt>
                <c:pt idx="6">
                  <c:v>45835</c:v>
                </c:pt>
                <c:pt idx="7">
                  <c:v>45836</c:v>
                </c:pt>
                <c:pt idx="8">
                  <c:v>45837</c:v>
                </c:pt>
                <c:pt idx="9">
                  <c:v>45838</c:v>
                </c:pt>
                <c:pt idx="10">
                  <c:v>45839</c:v>
                </c:pt>
                <c:pt idx="11">
                  <c:v>45840</c:v>
                </c:pt>
                <c:pt idx="12">
                  <c:v>45841</c:v>
                </c:pt>
                <c:pt idx="13">
                  <c:v>45842</c:v>
                </c:pt>
                <c:pt idx="14">
                  <c:v>45843</c:v>
                </c:pt>
                <c:pt idx="15">
                  <c:v>45844</c:v>
                </c:pt>
                <c:pt idx="16">
                  <c:v>45845</c:v>
                </c:pt>
                <c:pt idx="17">
                  <c:v>45846</c:v>
                </c:pt>
                <c:pt idx="18">
                  <c:v>45847</c:v>
                </c:pt>
                <c:pt idx="19">
                  <c:v>45848</c:v>
                </c:pt>
                <c:pt idx="20">
                  <c:v>45849</c:v>
                </c:pt>
                <c:pt idx="21">
                  <c:v>45850</c:v>
                </c:pt>
                <c:pt idx="22">
                  <c:v>45851</c:v>
                </c:pt>
                <c:pt idx="23">
                  <c:v>45852</c:v>
                </c:pt>
                <c:pt idx="24">
                  <c:v>45853</c:v>
                </c:pt>
                <c:pt idx="25">
                  <c:v>45854</c:v>
                </c:pt>
                <c:pt idx="26">
                  <c:v>45855</c:v>
                </c:pt>
                <c:pt idx="27">
                  <c:v>45856</c:v>
                </c:pt>
                <c:pt idx="28">
                  <c:v>45857</c:v>
                </c:pt>
                <c:pt idx="29">
                  <c:v>45858</c:v>
                </c:pt>
                <c:pt idx="30">
                  <c:v>45859</c:v>
                </c:pt>
                <c:pt idx="31">
                  <c:v>45860</c:v>
                </c:pt>
                <c:pt idx="32">
                  <c:v>45861</c:v>
                </c:pt>
                <c:pt idx="33">
                  <c:v>45862</c:v>
                </c:pt>
                <c:pt idx="34">
                  <c:v>45863</c:v>
                </c:pt>
                <c:pt idx="35">
                  <c:v>45864</c:v>
                </c:pt>
                <c:pt idx="36">
                  <c:v>45865</c:v>
                </c:pt>
                <c:pt idx="37">
                  <c:v>45866</c:v>
                </c:pt>
                <c:pt idx="38">
                  <c:v>45867</c:v>
                </c:pt>
                <c:pt idx="39">
                  <c:v>45868</c:v>
                </c:pt>
                <c:pt idx="40">
                  <c:v>45869</c:v>
                </c:pt>
                <c:pt idx="41">
                  <c:v>45870</c:v>
                </c:pt>
                <c:pt idx="42">
                  <c:v>45871</c:v>
                </c:pt>
                <c:pt idx="43">
                  <c:v>45872</c:v>
                </c:pt>
                <c:pt idx="44">
                  <c:v>45873</c:v>
                </c:pt>
                <c:pt idx="45">
                  <c:v>45874</c:v>
                </c:pt>
                <c:pt idx="46">
                  <c:v>45875</c:v>
                </c:pt>
                <c:pt idx="47">
                  <c:v>45876</c:v>
                </c:pt>
                <c:pt idx="48">
                  <c:v>45877</c:v>
                </c:pt>
                <c:pt idx="49">
                  <c:v>45878</c:v>
                </c:pt>
                <c:pt idx="50">
                  <c:v>45879</c:v>
                </c:pt>
                <c:pt idx="51">
                  <c:v>45880</c:v>
                </c:pt>
                <c:pt idx="52">
                  <c:v>45881</c:v>
                </c:pt>
                <c:pt idx="53">
                  <c:v>45882</c:v>
                </c:pt>
                <c:pt idx="54">
                  <c:v>45883</c:v>
                </c:pt>
                <c:pt idx="55">
                  <c:v>45884</c:v>
                </c:pt>
                <c:pt idx="56">
                  <c:v>45885</c:v>
                </c:pt>
                <c:pt idx="57">
                  <c:v>45886</c:v>
                </c:pt>
                <c:pt idx="58">
                  <c:v>45887</c:v>
                </c:pt>
                <c:pt idx="59">
                  <c:v>45888</c:v>
                </c:pt>
                <c:pt idx="60">
                  <c:v>45889</c:v>
                </c:pt>
                <c:pt idx="61">
                  <c:v>45890</c:v>
                </c:pt>
                <c:pt idx="62">
                  <c:v>45891</c:v>
                </c:pt>
                <c:pt idx="63">
                  <c:v>45892</c:v>
                </c:pt>
                <c:pt idx="64">
                  <c:v>45893</c:v>
                </c:pt>
                <c:pt idx="65">
                  <c:v>45894</c:v>
                </c:pt>
                <c:pt idx="66">
                  <c:v>45895</c:v>
                </c:pt>
                <c:pt idx="67">
                  <c:v>45896</c:v>
                </c:pt>
                <c:pt idx="68">
                  <c:v>45897</c:v>
                </c:pt>
                <c:pt idx="69">
                  <c:v>45898</c:v>
                </c:pt>
                <c:pt idx="70">
                  <c:v>45899</c:v>
                </c:pt>
                <c:pt idx="71">
                  <c:v>45900</c:v>
                </c:pt>
                <c:pt idx="72">
                  <c:v>45901</c:v>
                </c:pt>
                <c:pt idx="73">
                  <c:v>45902</c:v>
                </c:pt>
                <c:pt idx="74">
                  <c:v>45903</c:v>
                </c:pt>
                <c:pt idx="75">
                  <c:v>45904</c:v>
                </c:pt>
                <c:pt idx="76">
                  <c:v>45905</c:v>
                </c:pt>
                <c:pt idx="77">
                  <c:v>45906</c:v>
                </c:pt>
                <c:pt idx="78">
                  <c:v>45907</c:v>
                </c:pt>
                <c:pt idx="79">
                  <c:v>45908</c:v>
                </c:pt>
                <c:pt idx="80">
                  <c:v>45909</c:v>
                </c:pt>
                <c:pt idx="81">
                  <c:v>45910</c:v>
                </c:pt>
                <c:pt idx="82">
                  <c:v>45911</c:v>
                </c:pt>
                <c:pt idx="83">
                  <c:v>45912</c:v>
                </c:pt>
                <c:pt idx="84">
                  <c:v>45913</c:v>
                </c:pt>
                <c:pt idx="85">
                  <c:v>45914</c:v>
                </c:pt>
                <c:pt idx="86">
                  <c:v>45915</c:v>
                </c:pt>
                <c:pt idx="87">
                  <c:v>45916</c:v>
                </c:pt>
                <c:pt idx="88">
                  <c:v>45917</c:v>
                </c:pt>
                <c:pt idx="89">
                  <c:v>45918</c:v>
                </c:pt>
                <c:pt idx="90">
                  <c:v>45919</c:v>
                </c:pt>
                <c:pt idx="91">
                  <c:v>45920</c:v>
                </c:pt>
                <c:pt idx="92">
                  <c:v>45921</c:v>
                </c:pt>
                <c:pt idx="93">
                  <c:v>45922</c:v>
                </c:pt>
                <c:pt idx="94">
                  <c:v>45923</c:v>
                </c:pt>
                <c:pt idx="95">
                  <c:v>45924</c:v>
                </c:pt>
                <c:pt idx="96">
                  <c:v>45925</c:v>
                </c:pt>
                <c:pt idx="97">
                  <c:v>45926</c:v>
                </c:pt>
                <c:pt idx="98">
                  <c:v>45927</c:v>
                </c:pt>
                <c:pt idx="99">
                  <c:v>45928</c:v>
                </c:pt>
                <c:pt idx="100">
                  <c:v>45929</c:v>
                </c:pt>
                <c:pt idx="101">
                  <c:v>45930</c:v>
                </c:pt>
                <c:pt idx="102">
                  <c:v>45931</c:v>
                </c:pt>
                <c:pt idx="103">
                  <c:v>45932</c:v>
                </c:pt>
                <c:pt idx="104">
                  <c:v>45933</c:v>
                </c:pt>
                <c:pt idx="105">
                  <c:v>45934</c:v>
                </c:pt>
                <c:pt idx="106">
                  <c:v>45935</c:v>
                </c:pt>
                <c:pt idx="107">
                  <c:v>45936</c:v>
                </c:pt>
                <c:pt idx="108">
                  <c:v>45937</c:v>
                </c:pt>
                <c:pt idx="109">
                  <c:v>45938</c:v>
                </c:pt>
                <c:pt idx="110">
                  <c:v>45939</c:v>
                </c:pt>
                <c:pt idx="111">
                  <c:v>45940</c:v>
                </c:pt>
                <c:pt idx="112">
                  <c:v>45941</c:v>
                </c:pt>
                <c:pt idx="113">
                  <c:v>45942</c:v>
                </c:pt>
                <c:pt idx="114">
                  <c:v>45943</c:v>
                </c:pt>
                <c:pt idx="115">
                  <c:v>45944</c:v>
                </c:pt>
                <c:pt idx="116">
                  <c:v>45945</c:v>
                </c:pt>
                <c:pt idx="117">
                  <c:v>45946</c:v>
                </c:pt>
                <c:pt idx="118">
                  <c:v>45947</c:v>
                </c:pt>
                <c:pt idx="119">
                  <c:v>45948</c:v>
                </c:pt>
                <c:pt idx="120">
                  <c:v>45949</c:v>
                </c:pt>
                <c:pt idx="121">
                  <c:v>45950</c:v>
                </c:pt>
                <c:pt idx="122">
                  <c:v>45951</c:v>
                </c:pt>
                <c:pt idx="123">
                  <c:v>45952</c:v>
                </c:pt>
                <c:pt idx="124">
                  <c:v>45953</c:v>
                </c:pt>
                <c:pt idx="125">
                  <c:v>45954</c:v>
                </c:pt>
                <c:pt idx="126">
                  <c:v>45955</c:v>
                </c:pt>
                <c:pt idx="127">
                  <c:v>45956</c:v>
                </c:pt>
                <c:pt idx="128">
                  <c:v>45957</c:v>
                </c:pt>
                <c:pt idx="129">
                  <c:v>45958</c:v>
                </c:pt>
                <c:pt idx="130">
                  <c:v>45959</c:v>
                </c:pt>
                <c:pt idx="131">
                  <c:v>45960</c:v>
                </c:pt>
                <c:pt idx="132">
                  <c:v>45961</c:v>
                </c:pt>
                <c:pt idx="133">
                  <c:v>45962</c:v>
                </c:pt>
                <c:pt idx="134">
                  <c:v>45963</c:v>
                </c:pt>
                <c:pt idx="135">
                  <c:v>45964</c:v>
                </c:pt>
                <c:pt idx="136">
                  <c:v>45965</c:v>
                </c:pt>
                <c:pt idx="137">
                  <c:v>45966</c:v>
                </c:pt>
                <c:pt idx="138">
                  <c:v>45967</c:v>
                </c:pt>
                <c:pt idx="139">
                  <c:v>45968</c:v>
                </c:pt>
                <c:pt idx="140">
                  <c:v>45969</c:v>
                </c:pt>
                <c:pt idx="141">
                  <c:v>45970</c:v>
                </c:pt>
                <c:pt idx="142">
                  <c:v>45971</c:v>
                </c:pt>
                <c:pt idx="143">
                  <c:v>45972</c:v>
                </c:pt>
                <c:pt idx="144">
                  <c:v>45973</c:v>
                </c:pt>
                <c:pt idx="145">
                  <c:v>45974</c:v>
                </c:pt>
                <c:pt idx="146">
                  <c:v>45975</c:v>
                </c:pt>
                <c:pt idx="147">
                  <c:v>45976</c:v>
                </c:pt>
                <c:pt idx="148">
                  <c:v>45977</c:v>
                </c:pt>
                <c:pt idx="149">
                  <c:v>45978</c:v>
                </c:pt>
                <c:pt idx="150">
                  <c:v>45979</c:v>
                </c:pt>
                <c:pt idx="151">
                  <c:v>45980</c:v>
                </c:pt>
                <c:pt idx="152">
                  <c:v>45981</c:v>
                </c:pt>
                <c:pt idx="153">
                  <c:v>45982</c:v>
                </c:pt>
                <c:pt idx="154">
                  <c:v>45983</c:v>
                </c:pt>
                <c:pt idx="155">
                  <c:v>45984</c:v>
                </c:pt>
                <c:pt idx="156">
                  <c:v>45985</c:v>
                </c:pt>
                <c:pt idx="157">
                  <c:v>45986</c:v>
                </c:pt>
                <c:pt idx="158">
                  <c:v>45987</c:v>
                </c:pt>
                <c:pt idx="159">
                  <c:v>45988</c:v>
                </c:pt>
                <c:pt idx="160">
                  <c:v>45989</c:v>
                </c:pt>
                <c:pt idx="161">
                  <c:v>45990</c:v>
                </c:pt>
                <c:pt idx="162">
                  <c:v>45991</c:v>
                </c:pt>
                <c:pt idx="163">
                  <c:v>45992</c:v>
                </c:pt>
                <c:pt idx="164">
                  <c:v>45993</c:v>
                </c:pt>
                <c:pt idx="165">
                  <c:v>45994</c:v>
                </c:pt>
                <c:pt idx="166">
                  <c:v>45995</c:v>
                </c:pt>
                <c:pt idx="167">
                  <c:v>45996</c:v>
                </c:pt>
                <c:pt idx="168">
                  <c:v>45997</c:v>
                </c:pt>
                <c:pt idx="169">
                  <c:v>45998</c:v>
                </c:pt>
                <c:pt idx="170">
                  <c:v>45999</c:v>
                </c:pt>
                <c:pt idx="171">
                  <c:v>46000</c:v>
                </c:pt>
                <c:pt idx="172">
                  <c:v>46001</c:v>
                </c:pt>
                <c:pt idx="173">
                  <c:v>46002</c:v>
                </c:pt>
                <c:pt idx="174">
                  <c:v>46003</c:v>
                </c:pt>
                <c:pt idx="175">
                  <c:v>46004</c:v>
                </c:pt>
                <c:pt idx="176">
                  <c:v>46005</c:v>
                </c:pt>
                <c:pt idx="177">
                  <c:v>46006</c:v>
                </c:pt>
                <c:pt idx="178">
                  <c:v>46007</c:v>
                </c:pt>
                <c:pt idx="179">
                  <c:v>46008</c:v>
                </c:pt>
                <c:pt idx="180">
                  <c:v>46009</c:v>
                </c:pt>
                <c:pt idx="181">
                  <c:v>46010</c:v>
                </c:pt>
                <c:pt idx="182">
                  <c:v>46011</c:v>
                </c:pt>
                <c:pt idx="183">
                  <c:v>46012</c:v>
                </c:pt>
                <c:pt idx="184">
                  <c:v>46013</c:v>
                </c:pt>
                <c:pt idx="185">
                  <c:v>46014</c:v>
                </c:pt>
                <c:pt idx="186">
                  <c:v>46015</c:v>
                </c:pt>
                <c:pt idx="187">
                  <c:v>46016</c:v>
                </c:pt>
                <c:pt idx="188">
                  <c:v>46017</c:v>
                </c:pt>
                <c:pt idx="189">
                  <c:v>46018</c:v>
                </c:pt>
                <c:pt idx="190">
                  <c:v>46019</c:v>
                </c:pt>
                <c:pt idx="191">
                  <c:v>46020</c:v>
                </c:pt>
                <c:pt idx="192">
                  <c:v>46021</c:v>
                </c:pt>
                <c:pt idx="193">
                  <c:v>46022</c:v>
                </c:pt>
                <c:pt idx="194">
                  <c:v>46023</c:v>
                </c:pt>
                <c:pt idx="195">
                  <c:v>46024</c:v>
                </c:pt>
                <c:pt idx="196">
                  <c:v>46025</c:v>
                </c:pt>
                <c:pt idx="197">
                  <c:v>46026</c:v>
                </c:pt>
                <c:pt idx="198">
                  <c:v>46027</c:v>
                </c:pt>
                <c:pt idx="199">
                  <c:v>46028</c:v>
                </c:pt>
                <c:pt idx="200">
                  <c:v>46029</c:v>
                </c:pt>
                <c:pt idx="201">
                  <c:v>46030</c:v>
                </c:pt>
                <c:pt idx="202">
                  <c:v>46031</c:v>
                </c:pt>
                <c:pt idx="203">
                  <c:v>46032</c:v>
                </c:pt>
                <c:pt idx="204">
                  <c:v>46033</c:v>
                </c:pt>
                <c:pt idx="205">
                  <c:v>46034</c:v>
                </c:pt>
                <c:pt idx="206">
                  <c:v>46035</c:v>
                </c:pt>
                <c:pt idx="207">
                  <c:v>46036</c:v>
                </c:pt>
                <c:pt idx="208">
                  <c:v>46037</c:v>
                </c:pt>
                <c:pt idx="209">
                  <c:v>46038</c:v>
                </c:pt>
                <c:pt idx="210">
                  <c:v>46039</c:v>
                </c:pt>
                <c:pt idx="211">
                  <c:v>46040</c:v>
                </c:pt>
                <c:pt idx="212">
                  <c:v>46041</c:v>
                </c:pt>
                <c:pt idx="213">
                  <c:v>46042</c:v>
                </c:pt>
                <c:pt idx="214">
                  <c:v>46043</c:v>
                </c:pt>
                <c:pt idx="215">
                  <c:v>46044</c:v>
                </c:pt>
                <c:pt idx="216">
                  <c:v>46045</c:v>
                </c:pt>
                <c:pt idx="217">
                  <c:v>46046</c:v>
                </c:pt>
                <c:pt idx="218">
                  <c:v>46047</c:v>
                </c:pt>
                <c:pt idx="219">
                  <c:v>46048</c:v>
                </c:pt>
                <c:pt idx="220">
                  <c:v>46049</c:v>
                </c:pt>
                <c:pt idx="221">
                  <c:v>46050</c:v>
                </c:pt>
                <c:pt idx="222">
                  <c:v>46051</c:v>
                </c:pt>
                <c:pt idx="223">
                  <c:v>46052</c:v>
                </c:pt>
                <c:pt idx="224">
                  <c:v>46053</c:v>
                </c:pt>
                <c:pt idx="225">
                  <c:v>46054</c:v>
                </c:pt>
                <c:pt idx="226">
                  <c:v>46055</c:v>
                </c:pt>
                <c:pt idx="227">
                  <c:v>46056</c:v>
                </c:pt>
                <c:pt idx="228">
                  <c:v>46057</c:v>
                </c:pt>
                <c:pt idx="229">
                  <c:v>46058</c:v>
                </c:pt>
                <c:pt idx="230">
                  <c:v>46059</c:v>
                </c:pt>
                <c:pt idx="231">
                  <c:v>46060</c:v>
                </c:pt>
                <c:pt idx="232">
                  <c:v>46061</c:v>
                </c:pt>
                <c:pt idx="233">
                  <c:v>46062</c:v>
                </c:pt>
                <c:pt idx="234">
                  <c:v>46063</c:v>
                </c:pt>
                <c:pt idx="235">
                  <c:v>46064</c:v>
                </c:pt>
                <c:pt idx="236">
                  <c:v>46065</c:v>
                </c:pt>
                <c:pt idx="237">
                  <c:v>46066</c:v>
                </c:pt>
                <c:pt idx="238">
                  <c:v>46067</c:v>
                </c:pt>
                <c:pt idx="239">
                  <c:v>46068</c:v>
                </c:pt>
                <c:pt idx="240">
                  <c:v>46069</c:v>
                </c:pt>
                <c:pt idx="241">
                  <c:v>46070</c:v>
                </c:pt>
                <c:pt idx="242">
                  <c:v>46071</c:v>
                </c:pt>
                <c:pt idx="243">
                  <c:v>46072</c:v>
                </c:pt>
                <c:pt idx="244">
                  <c:v>46073</c:v>
                </c:pt>
                <c:pt idx="245">
                  <c:v>46074</c:v>
                </c:pt>
                <c:pt idx="246">
                  <c:v>46075</c:v>
                </c:pt>
                <c:pt idx="247">
                  <c:v>46076</c:v>
                </c:pt>
                <c:pt idx="248">
                  <c:v>46077</c:v>
                </c:pt>
                <c:pt idx="249">
                  <c:v>46078</c:v>
                </c:pt>
                <c:pt idx="250">
                  <c:v>46079</c:v>
                </c:pt>
                <c:pt idx="251">
                  <c:v>46080</c:v>
                </c:pt>
                <c:pt idx="252">
                  <c:v>46081</c:v>
                </c:pt>
                <c:pt idx="253">
                  <c:v>46082</c:v>
                </c:pt>
                <c:pt idx="254">
                  <c:v>46083</c:v>
                </c:pt>
                <c:pt idx="255">
                  <c:v>46084</c:v>
                </c:pt>
                <c:pt idx="256">
                  <c:v>46085</c:v>
                </c:pt>
                <c:pt idx="257">
                  <c:v>46086</c:v>
                </c:pt>
                <c:pt idx="258">
                  <c:v>46087</c:v>
                </c:pt>
                <c:pt idx="259">
                  <c:v>46088</c:v>
                </c:pt>
                <c:pt idx="260">
                  <c:v>46089</c:v>
                </c:pt>
                <c:pt idx="261">
                  <c:v>46090</c:v>
                </c:pt>
                <c:pt idx="262">
                  <c:v>46091</c:v>
                </c:pt>
                <c:pt idx="263">
                  <c:v>46092</c:v>
                </c:pt>
                <c:pt idx="264">
                  <c:v>46093</c:v>
                </c:pt>
                <c:pt idx="265">
                  <c:v>46094</c:v>
                </c:pt>
                <c:pt idx="266">
                  <c:v>46095</c:v>
                </c:pt>
                <c:pt idx="267">
                  <c:v>46096</c:v>
                </c:pt>
                <c:pt idx="268">
                  <c:v>46097</c:v>
                </c:pt>
                <c:pt idx="269">
                  <c:v>46098</c:v>
                </c:pt>
                <c:pt idx="270">
                  <c:v>46099</c:v>
                </c:pt>
                <c:pt idx="271">
                  <c:v>46100</c:v>
                </c:pt>
                <c:pt idx="272">
                  <c:v>46101</c:v>
                </c:pt>
                <c:pt idx="273">
                  <c:v>46102</c:v>
                </c:pt>
                <c:pt idx="274">
                  <c:v>46103</c:v>
                </c:pt>
                <c:pt idx="275">
                  <c:v>46104</c:v>
                </c:pt>
                <c:pt idx="276">
                  <c:v>46105</c:v>
                </c:pt>
                <c:pt idx="277">
                  <c:v>46106</c:v>
                </c:pt>
                <c:pt idx="278">
                  <c:v>46107</c:v>
                </c:pt>
                <c:pt idx="279">
                  <c:v>46108</c:v>
                </c:pt>
                <c:pt idx="280">
                  <c:v>46109</c:v>
                </c:pt>
                <c:pt idx="281">
                  <c:v>46110</c:v>
                </c:pt>
                <c:pt idx="282">
                  <c:v>46111</c:v>
                </c:pt>
                <c:pt idx="283">
                  <c:v>46112</c:v>
                </c:pt>
                <c:pt idx="284">
                  <c:v>46113</c:v>
                </c:pt>
                <c:pt idx="285">
                  <c:v>46114</c:v>
                </c:pt>
                <c:pt idx="286">
                  <c:v>46115</c:v>
                </c:pt>
                <c:pt idx="287">
                  <c:v>46116</c:v>
                </c:pt>
                <c:pt idx="288">
                  <c:v>46117</c:v>
                </c:pt>
                <c:pt idx="289">
                  <c:v>46118</c:v>
                </c:pt>
                <c:pt idx="290">
                  <c:v>46119</c:v>
                </c:pt>
                <c:pt idx="291">
                  <c:v>46120</c:v>
                </c:pt>
                <c:pt idx="292">
                  <c:v>46121</c:v>
                </c:pt>
                <c:pt idx="293">
                  <c:v>46122</c:v>
                </c:pt>
                <c:pt idx="294">
                  <c:v>46123</c:v>
                </c:pt>
                <c:pt idx="295">
                  <c:v>46124</c:v>
                </c:pt>
                <c:pt idx="296">
                  <c:v>46125</c:v>
                </c:pt>
                <c:pt idx="297">
                  <c:v>46126</c:v>
                </c:pt>
                <c:pt idx="298">
                  <c:v>46127</c:v>
                </c:pt>
                <c:pt idx="299">
                  <c:v>46128</c:v>
                </c:pt>
                <c:pt idx="300">
                  <c:v>46129</c:v>
                </c:pt>
                <c:pt idx="301">
                  <c:v>46130</c:v>
                </c:pt>
                <c:pt idx="302">
                  <c:v>46131</c:v>
                </c:pt>
                <c:pt idx="303">
                  <c:v>46132</c:v>
                </c:pt>
                <c:pt idx="304">
                  <c:v>46133</c:v>
                </c:pt>
                <c:pt idx="305">
                  <c:v>46134</c:v>
                </c:pt>
                <c:pt idx="306">
                  <c:v>46135</c:v>
                </c:pt>
                <c:pt idx="307">
                  <c:v>46136</c:v>
                </c:pt>
                <c:pt idx="308">
                  <c:v>46137</c:v>
                </c:pt>
                <c:pt idx="309">
                  <c:v>46138</c:v>
                </c:pt>
                <c:pt idx="310">
                  <c:v>46139</c:v>
                </c:pt>
                <c:pt idx="311">
                  <c:v>46140</c:v>
                </c:pt>
                <c:pt idx="312">
                  <c:v>46141</c:v>
                </c:pt>
                <c:pt idx="313">
                  <c:v>46142</c:v>
                </c:pt>
                <c:pt idx="314">
                  <c:v>46143</c:v>
                </c:pt>
                <c:pt idx="315">
                  <c:v>46144</c:v>
                </c:pt>
                <c:pt idx="316">
                  <c:v>46145</c:v>
                </c:pt>
                <c:pt idx="317">
                  <c:v>46146</c:v>
                </c:pt>
                <c:pt idx="318">
                  <c:v>46147</c:v>
                </c:pt>
                <c:pt idx="319">
                  <c:v>46148</c:v>
                </c:pt>
                <c:pt idx="320">
                  <c:v>46149</c:v>
                </c:pt>
                <c:pt idx="321">
                  <c:v>46150</c:v>
                </c:pt>
                <c:pt idx="322">
                  <c:v>46151</c:v>
                </c:pt>
                <c:pt idx="323">
                  <c:v>46152</c:v>
                </c:pt>
                <c:pt idx="324">
                  <c:v>46153</c:v>
                </c:pt>
                <c:pt idx="325">
                  <c:v>46154</c:v>
                </c:pt>
                <c:pt idx="326">
                  <c:v>46155</c:v>
                </c:pt>
                <c:pt idx="327">
                  <c:v>46156</c:v>
                </c:pt>
                <c:pt idx="328">
                  <c:v>46157</c:v>
                </c:pt>
                <c:pt idx="329">
                  <c:v>46158</c:v>
                </c:pt>
                <c:pt idx="330">
                  <c:v>46159</c:v>
                </c:pt>
                <c:pt idx="331">
                  <c:v>46160</c:v>
                </c:pt>
                <c:pt idx="332">
                  <c:v>46161</c:v>
                </c:pt>
                <c:pt idx="333">
                  <c:v>46162</c:v>
                </c:pt>
                <c:pt idx="334">
                  <c:v>46163</c:v>
                </c:pt>
                <c:pt idx="335">
                  <c:v>46164</c:v>
                </c:pt>
                <c:pt idx="336">
                  <c:v>46165</c:v>
                </c:pt>
                <c:pt idx="337">
                  <c:v>46166</c:v>
                </c:pt>
                <c:pt idx="338">
                  <c:v>46167</c:v>
                </c:pt>
                <c:pt idx="339">
                  <c:v>46168</c:v>
                </c:pt>
                <c:pt idx="340">
                  <c:v>46169</c:v>
                </c:pt>
                <c:pt idx="341">
                  <c:v>46170</c:v>
                </c:pt>
                <c:pt idx="342">
                  <c:v>46171</c:v>
                </c:pt>
                <c:pt idx="343">
                  <c:v>46172</c:v>
                </c:pt>
                <c:pt idx="344">
                  <c:v>46173</c:v>
                </c:pt>
                <c:pt idx="345">
                  <c:v>46174</c:v>
                </c:pt>
                <c:pt idx="346">
                  <c:v>46175</c:v>
                </c:pt>
                <c:pt idx="347">
                  <c:v>46176</c:v>
                </c:pt>
                <c:pt idx="348">
                  <c:v>46177</c:v>
                </c:pt>
                <c:pt idx="349">
                  <c:v>46178</c:v>
                </c:pt>
                <c:pt idx="350">
                  <c:v>46179</c:v>
                </c:pt>
                <c:pt idx="351">
                  <c:v>46180</c:v>
                </c:pt>
                <c:pt idx="352">
                  <c:v>46181</c:v>
                </c:pt>
                <c:pt idx="353">
                  <c:v>46182</c:v>
                </c:pt>
                <c:pt idx="354">
                  <c:v>46183</c:v>
                </c:pt>
                <c:pt idx="355">
                  <c:v>46184</c:v>
                </c:pt>
                <c:pt idx="356">
                  <c:v>46185</c:v>
                </c:pt>
                <c:pt idx="357">
                  <c:v>46186</c:v>
                </c:pt>
                <c:pt idx="358">
                  <c:v>46187</c:v>
                </c:pt>
                <c:pt idx="359">
                  <c:v>46188</c:v>
                </c:pt>
                <c:pt idx="360">
                  <c:v>46189</c:v>
                </c:pt>
                <c:pt idx="361">
                  <c:v>46190</c:v>
                </c:pt>
                <c:pt idx="362">
                  <c:v>46191</c:v>
                </c:pt>
                <c:pt idx="363">
                  <c:v>46192</c:v>
                </c:pt>
                <c:pt idx="364">
                  <c:v>46193</c:v>
                </c:pt>
              </c:numCache>
            </c:numRef>
          </c:cat>
          <c:val>
            <c:numRef>
              <c:f>'4G Data'!$D$2:$D$366</c:f>
              <c:numCache>
                <c:formatCode>General</c:formatCode>
                <c:ptCount val="365"/>
                <c:pt idx="0">
                  <c:v>2053.6702</c:v>
                </c:pt>
                <c:pt idx="1">
                  <c:v>2105.4331999999999</c:v>
                </c:pt>
                <c:pt idx="2">
                  <c:v>1922.0700999999999</c:v>
                </c:pt>
                <c:pt idx="3">
                  <c:v>2045.1456000000001</c:v>
                </c:pt>
                <c:pt idx="4">
                  <c:v>1921.346</c:v>
                </c:pt>
                <c:pt idx="5">
                  <c:v>2016.9634000000001</c:v>
                </c:pt>
                <c:pt idx="6">
                  <c:v>2048.2797</c:v>
                </c:pt>
                <c:pt idx="7">
                  <c:v>2158.1374999999998</c:v>
                </c:pt>
                <c:pt idx="8">
                  <c:v>2226.2357000000002</c:v>
                </c:pt>
                <c:pt idx="9">
                  <c:v>2150.2301000000002</c:v>
                </c:pt>
                <c:pt idx="10">
                  <c:v>2221.6404000000002</c:v>
                </c:pt>
                <c:pt idx="11">
                  <c:v>2252.9911000000002</c:v>
                </c:pt>
                <c:pt idx="12">
                  <c:v>2096.0911999999998</c:v>
                </c:pt>
                <c:pt idx="13">
                  <c:v>2026.9584</c:v>
                </c:pt>
                <c:pt idx="14">
                  <c:v>2130.3236999999999</c:v>
                </c:pt>
                <c:pt idx="15">
                  <c:v>2112.6981000000001</c:v>
                </c:pt>
                <c:pt idx="16">
                  <c:v>1912.6548</c:v>
                </c:pt>
                <c:pt idx="17">
                  <c:v>2000.9529</c:v>
                </c:pt>
                <c:pt idx="18">
                  <c:v>1924.8407999999999</c:v>
                </c:pt>
                <c:pt idx="19">
                  <c:v>2101.7087999999999</c:v>
                </c:pt>
                <c:pt idx="20">
                  <c:v>2019.296</c:v>
                </c:pt>
                <c:pt idx="21">
                  <c:v>2118.7235000000001</c:v>
                </c:pt>
                <c:pt idx="22">
                  <c:v>2167.5884000000001</c:v>
                </c:pt>
                <c:pt idx="23">
                  <c:v>1939.1367</c:v>
                </c:pt>
                <c:pt idx="24">
                  <c:v>1964.8176000000001</c:v>
                </c:pt>
                <c:pt idx="25">
                  <c:v>1935.1449</c:v>
                </c:pt>
                <c:pt idx="26">
                  <c:v>1979.8311000000001</c:v>
                </c:pt>
                <c:pt idx="27">
                  <c:v>2031.0450000000001</c:v>
                </c:pt>
                <c:pt idx="28">
                  <c:v>2144.5300999999999</c:v>
                </c:pt>
                <c:pt idx="29">
                  <c:v>2178.1055000000001</c:v>
                </c:pt>
                <c:pt idx="30">
                  <c:v>2044.2470000000001</c:v>
                </c:pt>
                <c:pt idx="31">
                  <c:v>2058.7199000000001</c:v>
                </c:pt>
                <c:pt idx="32">
                  <c:v>2028.2173</c:v>
                </c:pt>
                <c:pt idx="33">
                  <c:v>2056.4218999999998</c:v>
                </c:pt>
                <c:pt idx="34">
                  <c:v>2058.5713000000001</c:v>
                </c:pt>
                <c:pt idx="35">
                  <c:v>2107.3676999999998</c:v>
                </c:pt>
                <c:pt idx="36">
                  <c:v>2085.5720999999999</c:v>
                </c:pt>
                <c:pt idx="37">
                  <c:v>1932.2009</c:v>
                </c:pt>
                <c:pt idx="38">
                  <c:v>1931.5762999999999</c:v>
                </c:pt>
                <c:pt idx="39">
                  <c:v>2107.5619999999999</c:v>
                </c:pt>
                <c:pt idx="40">
                  <c:v>1720.3331000000001</c:v>
                </c:pt>
                <c:pt idx="41">
                  <c:v>2068.6376</c:v>
                </c:pt>
                <c:pt idx="42">
                  <c:v>1915.9254000000001</c:v>
                </c:pt>
                <c:pt idx="43">
                  <c:v>1404.2639999999999</c:v>
                </c:pt>
                <c:pt idx="44">
                  <c:v>2025.8996999999999</c:v>
                </c:pt>
                <c:pt idx="45">
                  <c:v>1805.7869000000001</c:v>
                </c:pt>
                <c:pt idx="46">
                  <c:v>1998.7822000000001</c:v>
                </c:pt>
                <c:pt idx="47">
                  <c:v>2093.4965000000002</c:v>
                </c:pt>
                <c:pt idx="48">
                  <c:v>2304.5949999999998</c:v>
                </c:pt>
                <c:pt idx="49">
                  <c:v>2289.5639999999999</c:v>
                </c:pt>
                <c:pt idx="50">
                  <c:v>2333.3876</c:v>
                </c:pt>
                <c:pt idx="51">
                  <c:v>2271.7759000000001</c:v>
                </c:pt>
                <c:pt idx="52">
                  <c:v>2449.2076999999999</c:v>
                </c:pt>
                <c:pt idx="53">
                  <c:v>2445.5102000000002</c:v>
                </c:pt>
                <c:pt idx="54">
                  <c:v>2600.5156999999999</c:v>
                </c:pt>
                <c:pt idx="55">
                  <c:v>2654.0304000000001</c:v>
                </c:pt>
                <c:pt idx="56">
                  <c:v>2415.4009000000001</c:v>
                </c:pt>
                <c:pt idx="57">
                  <c:v>2296.5536000000002</c:v>
                </c:pt>
                <c:pt idx="58">
                  <c:v>2261.6021999999998</c:v>
                </c:pt>
                <c:pt idx="59">
                  <c:v>2167.1221999999998</c:v>
                </c:pt>
                <c:pt idx="60">
                  <c:v>2251.0086999999999</c:v>
                </c:pt>
                <c:pt idx="61">
                  <c:v>2065.7583</c:v>
                </c:pt>
                <c:pt idx="62">
                  <c:v>2214.9396999999999</c:v>
                </c:pt>
                <c:pt idx="63">
                  <c:v>2382.4560999999999</c:v>
                </c:pt>
                <c:pt idx="64">
                  <c:v>2298.9778999999999</c:v>
                </c:pt>
                <c:pt idx="65">
                  <c:v>2200.1691000000001</c:v>
                </c:pt>
                <c:pt idx="66">
                  <c:v>2136.627</c:v>
                </c:pt>
                <c:pt idx="67">
                  <c:v>2098.3429999999998</c:v>
                </c:pt>
                <c:pt idx="68">
                  <c:v>2215.8202000000001</c:v>
                </c:pt>
                <c:pt idx="69">
                  <c:v>2160.7993999999999</c:v>
                </c:pt>
                <c:pt idx="70">
                  <c:v>2278.3656999999998</c:v>
                </c:pt>
                <c:pt idx="71">
                  <c:v>2386.645</c:v>
                </c:pt>
                <c:pt idx="72">
                  <c:v>2219.5450999999998</c:v>
                </c:pt>
                <c:pt idx="73">
                  <c:v>2153.9807000000001</c:v>
                </c:pt>
                <c:pt idx="74">
                  <c:v>2150.5682000000002</c:v>
                </c:pt>
                <c:pt idx="75">
                  <c:v>2150.9380000000001</c:v>
                </c:pt>
                <c:pt idx="76">
                  <c:v>2372.2194</c:v>
                </c:pt>
                <c:pt idx="77">
                  <c:v>2407.6666</c:v>
                </c:pt>
                <c:pt idx="78">
                  <c:v>2479.3544000000002</c:v>
                </c:pt>
                <c:pt idx="79">
                  <c:v>2257.2844</c:v>
                </c:pt>
                <c:pt idx="80">
                  <c:v>2193.7645000000002</c:v>
                </c:pt>
                <c:pt idx="81">
                  <c:v>2205.1750999999999</c:v>
                </c:pt>
                <c:pt idx="82">
                  <c:v>2188.6790999999998</c:v>
                </c:pt>
                <c:pt idx="83">
                  <c:v>2171.2004999999999</c:v>
                </c:pt>
                <c:pt idx="84">
                  <c:v>2325.0992000000001</c:v>
                </c:pt>
                <c:pt idx="85">
                  <c:v>2346.3339000000001</c:v>
                </c:pt>
                <c:pt idx="86">
                  <c:v>2226.4092000000001</c:v>
                </c:pt>
                <c:pt idx="87">
                  <c:v>2217.0900999999999</c:v>
                </c:pt>
                <c:pt idx="88">
                  <c:v>2229.7049999999999</c:v>
                </c:pt>
                <c:pt idx="89">
                  <c:v>2241.7982999999999</c:v>
                </c:pt>
                <c:pt idx="90">
                  <c:v>2299.6667000000002</c:v>
                </c:pt>
                <c:pt idx="91">
                  <c:v>2529.0250999999998</c:v>
                </c:pt>
                <c:pt idx="92">
                  <c:v>2402.9863</c:v>
                </c:pt>
                <c:pt idx="93">
                  <c:v>2134.5075000000002</c:v>
                </c:pt>
                <c:pt idx="94">
                  <c:v>2303.2642000000001</c:v>
                </c:pt>
                <c:pt idx="95">
                  <c:v>2279.8431999999998</c:v>
                </c:pt>
                <c:pt idx="96">
                  <c:v>2174.5645</c:v>
                </c:pt>
                <c:pt idx="97">
                  <c:v>2466.2280000000001</c:v>
                </c:pt>
                <c:pt idx="98">
                  <c:v>2322.7908000000002</c:v>
                </c:pt>
                <c:pt idx="99">
                  <c:v>2465.0462000000002</c:v>
                </c:pt>
                <c:pt idx="100">
                  <c:v>2406.0007999999998</c:v>
                </c:pt>
                <c:pt idx="101">
                  <c:v>2130.9830999999999</c:v>
                </c:pt>
                <c:pt idx="102">
                  <c:v>2210.5978</c:v>
                </c:pt>
                <c:pt idx="103">
                  <c:v>2291.7811000000002</c:v>
                </c:pt>
                <c:pt idx="104">
                  <c:v>2479.1599000000001</c:v>
                </c:pt>
                <c:pt idx="105">
                  <c:v>2028.2797</c:v>
                </c:pt>
                <c:pt idx="106">
                  <c:v>2323.7354</c:v>
                </c:pt>
                <c:pt idx="107">
                  <c:v>2339.1669000000002</c:v>
                </c:pt>
                <c:pt idx="108">
                  <c:v>2058.7642000000001</c:v>
                </c:pt>
                <c:pt idx="109">
                  <c:v>2130.2583</c:v>
                </c:pt>
                <c:pt idx="110">
                  <c:v>2107.9140000000002</c:v>
                </c:pt>
                <c:pt idx="111">
                  <c:v>2213.8894</c:v>
                </c:pt>
                <c:pt idx="112">
                  <c:v>2216.4765000000002</c:v>
                </c:pt>
                <c:pt idx="113">
                  <c:v>2198.2975000000001</c:v>
                </c:pt>
                <c:pt idx="114">
                  <c:v>2075.5344</c:v>
                </c:pt>
                <c:pt idx="115">
                  <c:v>2155.4007999999999</c:v>
                </c:pt>
                <c:pt idx="116">
                  <c:v>2096.6671999999999</c:v>
                </c:pt>
                <c:pt idx="117">
                  <c:v>2000.0659000000001</c:v>
                </c:pt>
                <c:pt idx="118">
                  <c:v>2166.1958</c:v>
                </c:pt>
                <c:pt idx="119">
                  <c:v>2363.4656</c:v>
                </c:pt>
                <c:pt idx="120">
                  <c:v>2472.0689000000002</c:v>
                </c:pt>
                <c:pt idx="121">
                  <c:v>2522.0614999999998</c:v>
                </c:pt>
                <c:pt idx="122">
                  <c:v>2337.0654</c:v>
                </c:pt>
                <c:pt idx="123">
                  <c:v>2155.2402999999999</c:v>
                </c:pt>
                <c:pt idx="124">
                  <c:v>2233.0826000000002</c:v>
                </c:pt>
                <c:pt idx="125">
                  <c:v>2219.5974999999999</c:v>
                </c:pt>
                <c:pt idx="126">
                  <c:v>2316.3670000000002</c:v>
                </c:pt>
                <c:pt idx="127">
                  <c:v>2414.2959999999998</c:v>
                </c:pt>
                <c:pt idx="128">
                  <c:v>2089.4416999999999</c:v>
                </c:pt>
                <c:pt idx="129">
                  <c:v>2053.7111</c:v>
                </c:pt>
                <c:pt idx="130">
                  <c:v>2193.0736999999999</c:v>
                </c:pt>
                <c:pt idx="131">
                  <c:v>2142.3566000000001</c:v>
                </c:pt>
                <c:pt idx="132">
                  <c:v>2325.0643</c:v>
                </c:pt>
                <c:pt idx="133">
                  <c:v>2380.6914999999999</c:v>
                </c:pt>
                <c:pt idx="134">
                  <c:v>2418.4360999999999</c:v>
                </c:pt>
                <c:pt idx="135">
                  <c:v>2286.4539</c:v>
                </c:pt>
                <c:pt idx="136">
                  <c:v>2389.6696999999999</c:v>
                </c:pt>
                <c:pt idx="137">
                  <c:v>2535.3217</c:v>
                </c:pt>
                <c:pt idx="138">
                  <c:v>2350.6451000000002</c:v>
                </c:pt>
                <c:pt idx="139">
                  <c:v>2345.8458999999998</c:v>
                </c:pt>
                <c:pt idx="140">
                  <c:v>2449.9989</c:v>
                </c:pt>
                <c:pt idx="141">
                  <c:v>2296.0214000000001</c:v>
                </c:pt>
                <c:pt idx="142">
                  <c:v>2099.6106</c:v>
                </c:pt>
                <c:pt idx="143">
                  <c:v>2110.8207000000002</c:v>
                </c:pt>
                <c:pt idx="144">
                  <c:v>2139.5010000000002</c:v>
                </c:pt>
                <c:pt idx="145">
                  <c:v>2000.146</c:v>
                </c:pt>
                <c:pt idx="146">
                  <c:v>2298.3962999999999</c:v>
                </c:pt>
                <c:pt idx="147">
                  <c:v>2355.9083000000001</c:v>
                </c:pt>
                <c:pt idx="148">
                  <c:v>2528.0817000000002</c:v>
                </c:pt>
                <c:pt idx="149">
                  <c:v>2409.9194000000002</c:v>
                </c:pt>
                <c:pt idx="150">
                  <c:v>2259.7246</c:v>
                </c:pt>
                <c:pt idx="151">
                  <c:v>2242.3683999999998</c:v>
                </c:pt>
                <c:pt idx="152">
                  <c:v>2427.3715999999999</c:v>
                </c:pt>
                <c:pt idx="153">
                  <c:v>2433.8741</c:v>
                </c:pt>
                <c:pt idx="154">
                  <c:v>2474.9668999999999</c:v>
                </c:pt>
                <c:pt idx="155">
                  <c:v>2544.3069999999998</c:v>
                </c:pt>
                <c:pt idx="156">
                  <c:v>2408.3177000000001</c:v>
                </c:pt>
                <c:pt idx="157">
                  <c:v>2336.3715000000002</c:v>
                </c:pt>
                <c:pt idx="158">
                  <c:v>2485.4603999999999</c:v>
                </c:pt>
                <c:pt idx="159">
                  <c:v>2596.8000999999999</c:v>
                </c:pt>
                <c:pt idx="160">
                  <c:v>2125.5468000000001</c:v>
                </c:pt>
                <c:pt idx="161">
                  <c:v>1920.9245000000001</c:v>
                </c:pt>
                <c:pt idx="162">
                  <c:v>1340.5035</c:v>
                </c:pt>
                <c:pt idx="163">
                  <c:v>1357.3588999999999</c:v>
                </c:pt>
                <c:pt idx="164">
                  <c:v>1603.1095</c:v>
                </c:pt>
                <c:pt idx="165">
                  <c:v>2241.4025999999999</c:v>
                </c:pt>
                <c:pt idx="166">
                  <c:v>2704.6264999999999</c:v>
                </c:pt>
                <c:pt idx="167">
                  <c:v>2543.7152000000001</c:v>
                </c:pt>
                <c:pt idx="168">
                  <c:v>2468.1835999999998</c:v>
                </c:pt>
                <c:pt idx="169">
                  <c:v>2505.6451999999999</c:v>
                </c:pt>
                <c:pt idx="170">
                  <c:v>2477.2381</c:v>
                </c:pt>
                <c:pt idx="171">
                  <c:v>2476.8571999999999</c:v>
                </c:pt>
                <c:pt idx="172">
                  <c:v>2630.9679999999998</c:v>
                </c:pt>
                <c:pt idx="173">
                  <c:v>2546.7293</c:v>
                </c:pt>
                <c:pt idx="174">
                  <c:v>2421.3647999999998</c:v>
                </c:pt>
                <c:pt idx="175">
                  <c:v>2616.2249999999999</c:v>
                </c:pt>
                <c:pt idx="176">
                  <c:v>2651.3425000000002</c:v>
                </c:pt>
                <c:pt idx="177">
                  <c:v>2445.8009999999999</c:v>
                </c:pt>
                <c:pt idx="178">
                  <c:v>2625.1669000000002</c:v>
                </c:pt>
                <c:pt idx="179">
                  <c:v>2629.8033999999998</c:v>
                </c:pt>
                <c:pt idx="180">
                  <c:v>2404.61</c:v>
                </c:pt>
                <c:pt idx="181">
                  <c:v>2500.7831999999999</c:v>
                </c:pt>
                <c:pt idx="182">
                  <c:v>2521.6691000000001</c:v>
                </c:pt>
                <c:pt idx="183">
                  <c:v>2647.2</c:v>
                </c:pt>
                <c:pt idx="184">
                  <c:v>2506.6923999999999</c:v>
                </c:pt>
                <c:pt idx="185">
                  <c:v>2249.6266999999998</c:v>
                </c:pt>
                <c:pt idx="186">
                  <c:v>2254.8015</c:v>
                </c:pt>
                <c:pt idx="187">
                  <c:v>2755.5488</c:v>
                </c:pt>
                <c:pt idx="188">
                  <c:v>2678.9940999999999</c:v>
                </c:pt>
                <c:pt idx="189">
                  <c:v>2637.7118999999998</c:v>
                </c:pt>
                <c:pt idx="190">
                  <c:v>2584.7685000000001</c:v>
                </c:pt>
                <c:pt idx="191">
                  <c:v>2464.5032999999999</c:v>
                </c:pt>
                <c:pt idx="192">
                  <c:v>2536.3108999999999</c:v>
                </c:pt>
                <c:pt idx="193">
                  <c:v>2346.9866999999999</c:v>
                </c:pt>
                <c:pt idx="194">
                  <c:v>2595.1136999999999</c:v>
                </c:pt>
                <c:pt idx="195">
                  <c:v>2375.1351</c:v>
                </c:pt>
                <c:pt idx="196">
                  <c:v>2380.6513</c:v>
                </c:pt>
                <c:pt idx="197">
                  <c:v>2307.8395999999998</c:v>
                </c:pt>
                <c:pt idx="198">
                  <c:v>2231.3586</c:v>
                </c:pt>
                <c:pt idx="199">
                  <c:v>2219.5612000000001</c:v>
                </c:pt>
                <c:pt idx="200">
                  <c:v>2174.7464</c:v>
                </c:pt>
                <c:pt idx="201">
                  <c:v>2279.8818000000001</c:v>
                </c:pt>
                <c:pt idx="202">
                  <c:v>1900.0642</c:v>
                </c:pt>
                <c:pt idx="203">
                  <c:v>2519.8357999999998</c:v>
                </c:pt>
                <c:pt idx="204">
                  <c:v>2505.4744999999998</c:v>
                </c:pt>
                <c:pt idx="205">
                  <c:v>2304.8948</c:v>
                </c:pt>
                <c:pt idx="206">
                  <c:v>2378.0252999999998</c:v>
                </c:pt>
                <c:pt idx="207">
                  <c:v>2479.8444</c:v>
                </c:pt>
                <c:pt idx="208">
                  <c:v>2514.6455000000001</c:v>
                </c:pt>
                <c:pt idx="209">
                  <c:v>2514.7732999999998</c:v>
                </c:pt>
                <c:pt idx="210">
                  <c:v>2563.6287000000002</c:v>
                </c:pt>
                <c:pt idx="211">
                  <c:v>2530.4549999999999</c:v>
                </c:pt>
                <c:pt idx="212">
                  <c:v>2353.7289999999998</c:v>
                </c:pt>
                <c:pt idx="213">
                  <c:v>2373.7220000000002</c:v>
                </c:pt>
                <c:pt idx="214">
                  <c:v>2195.8483000000001</c:v>
                </c:pt>
                <c:pt idx="215">
                  <c:v>2293.0553</c:v>
                </c:pt>
                <c:pt idx="216">
                  <c:v>2332.3123000000001</c:v>
                </c:pt>
                <c:pt idx="217">
                  <c:v>2578.9349000000002</c:v>
                </c:pt>
                <c:pt idx="218">
                  <c:v>2563.9458</c:v>
                </c:pt>
                <c:pt idx="219">
                  <c:v>2251.8243000000002</c:v>
                </c:pt>
                <c:pt idx="220">
                  <c:v>2308.6527999999998</c:v>
                </c:pt>
                <c:pt idx="221">
                  <c:v>2280.7302</c:v>
                </c:pt>
                <c:pt idx="222">
                  <c:v>2318.8789000000002</c:v>
                </c:pt>
                <c:pt idx="223">
                  <c:v>2417.7165</c:v>
                </c:pt>
                <c:pt idx="224">
                  <c:v>2496.7995999999998</c:v>
                </c:pt>
                <c:pt idx="225">
                  <c:v>2739.5817999999999</c:v>
                </c:pt>
                <c:pt idx="226">
                  <c:v>2326.0178000000001</c:v>
                </c:pt>
                <c:pt idx="227">
                  <c:v>2366.8575999999998</c:v>
                </c:pt>
                <c:pt idx="228">
                  <c:v>2563.6273000000001</c:v>
                </c:pt>
                <c:pt idx="229">
                  <c:v>2301.5344</c:v>
                </c:pt>
                <c:pt idx="230">
                  <c:v>2431.4535000000001</c:v>
                </c:pt>
                <c:pt idx="231">
                  <c:v>2608.64</c:v>
                </c:pt>
                <c:pt idx="232">
                  <c:v>2735.3548999999998</c:v>
                </c:pt>
                <c:pt idx="233">
                  <c:v>2329.8015999999998</c:v>
                </c:pt>
                <c:pt idx="234">
                  <c:v>2348.4279000000001</c:v>
                </c:pt>
                <c:pt idx="235">
                  <c:v>2410.4288000000001</c:v>
                </c:pt>
                <c:pt idx="236">
                  <c:v>2497.4874</c:v>
                </c:pt>
                <c:pt idx="237">
                  <c:v>2415.8215</c:v>
                </c:pt>
                <c:pt idx="238">
                  <c:v>2651.5572999999999</c:v>
                </c:pt>
                <c:pt idx="239">
                  <c:v>2579.0680000000002</c:v>
                </c:pt>
                <c:pt idx="240">
                  <c:v>2589.9562999999998</c:v>
                </c:pt>
                <c:pt idx="241">
                  <c:v>2535.9665</c:v>
                </c:pt>
                <c:pt idx="242">
                  <c:v>2524.0183000000002</c:v>
                </c:pt>
                <c:pt idx="243">
                  <c:v>2511.5972000000002</c:v>
                </c:pt>
                <c:pt idx="244">
                  <c:v>2474.1698000000001</c:v>
                </c:pt>
                <c:pt idx="245">
                  <c:v>2620.4713000000002</c:v>
                </c:pt>
                <c:pt idx="246">
                  <c:v>2768.6376</c:v>
                </c:pt>
                <c:pt idx="247">
                  <c:v>2563.5396000000001</c:v>
                </c:pt>
                <c:pt idx="248">
                  <c:v>2554.6736000000001</c:v>
                </c:pt>
                <c:pt idx="249">
                  <c:v>2475.4398999999999</c:v>
                </c:pt>
                <c:pt idx="250">
                  <c:v>2614.2705000000001</c:v>
                </c:pt>
                <c:pt idx="251">
                  <c:v>2592.5050999999999</c:v>
                </c:pt>
                <c:pt idx="252">
                  <c:v>2646.3562000000002</c:v>
                </c:pt>
                <c:pt idx="253">
                  <c:v>2785.49</c:v>
                </c:pt>
                <c:pt idx="254">
                  <c:v>2622.5843</c:v>
                </c:pt>
                <c:pt idx="255">
                  <c:v>2641.761</c:v>
                </c:pt>
                <c:pt idx="256">
                  <c:v>2640.6057000000001</c:v>
                </c:pt>
                <c:pt idx="257">
                  <c:v>2572.2393999999999</c:v>
                </c:pt>
                <c:pt idx="258">
                  <c:v>2529.1261</c:v>
                </c:pt>
                <c:pt idx="259">
                  <c:v>2610.7084</c:v>
                </c:pt>
                <c:pt idx="260">
                  <c:v>2737.1558</c:v>
                </c:pt>
                <c:pt idx="261">
                  <c:v>2495.7420000000002</c:v>
                </c:pt>
                <c:pt idx="262">
                  <c:v>2635.6030000000001</c:v>
                </c:pt>
                <c:pt idx="263">
                  <c:v>2576.2528000000002</c:v>
                </c:pt>
                <c:pt idx="264">
                  <c:v>2620.7584999999999</c:v>
                </c:pt>
                <c:pt idx="265">
                  <c:v>2672.38</c:v>
                </c:pt>
                <c:pt idx="266">
                  <c:v>2685.3998000000001</c:v>
                </c:pt>
                <c:pt idx="267">
                  <c:v>2742.8532</c:v>
                </c:pt>
                <c:pt idx="268">
                  <c:v>2534.5012999999999</c:v>
                </c:pt>
                <c:pt idx="269">
                  <c:v>2565.6799999999998</c:v>
                </c:pt>
                <c:pt idx="270">
                  <c:v>2724.4731000000002</c:v>
                </c:pt>
                <c:pt idx="271">
                  <c:v>2698.6703000000002</c:v>
                </c:pt>
                <c:pt idx="272">
                  <c:v>2649.3463999999999</c:v>
                </c:pt>
                <c:pt idx="273">
                  <c:v>2843.5509999999999</c:v>
                </c:pt>
                <c:pt idx="274">
                  <c:v>2879.4661000000001</c:v>
                </c:pt>
                <c:pt idx="275">
                  <c:v>2670.2377000000001</c:v>
                </c:pt>
                <c:pt idx="276">
                  <c:v>2639.6293000000001</c:v>
                </c:pt>
                <c:pt idx="277">
                  <c:v>2629.1134000000002</c:v>
                </c:pt>
                <c:pt idx="278">
                  <c:v>2598.6761999999999</c:v>
                </c:pt>
                <c:pt idx="279">
                  <c:v>2666.7051999999999</c:v>
                </c:pt>
                <c:pt idx="280">
                  <c:v>2800.2620999999999</c:v>
                </c:pt>
                <c:pt idx="281">
                  <c:v>2903.9142000000002</c:v>
                </c:pt>
                <c:pt idx="282">
                  <c:v>2483.7712999999999</c:v>
                </c:pt>
                <c:pt idx="283">
                  <c:v>2670.5403999999999</c:v>
                </c:pt>
                <c:pt idx="284">
                  <c:v>2850.6172000000001</c:v>
                </c:pt>
                <c:pt idx="285">
                  <c:v>2691.8017</c:v>
                </c:pt>
                <c:pt idx="286">
                  <c:v>2995.9038</c:v>
                </c:pt>
                <c:pt idx="287">
                  <c:v>2843.087</c:v>
                </c:pt>
                <c:pt idx="288">
                  <c:v>2994.9277999999999</c:v>
                </c:pt>
                <c:pt idx="289">
                  <c:v>2850.0236</c:v>
                </c:pt>
                <c:pt idx="290">
                  <c:v>2776.8881999999999</c:v>
                </c:pt>
                <c:pt idx="291">
                  <c:v>2825.8258999999998</c:v>
                </c:pt>
                <c:pt idx="292">
                  <c:v>2742.7532999999999</c:v>
                </c:pt>
                <c:pt idx="293">
                  <c:v>2839.8942000000002</c:v>
                </c:pt>
                <c:pt idx="294">
                  <c:v>2960.5684000000001</c:v>
                </c:pt>
                <c:pt idx="295">
                  <c:v>2973.5803999999998</c:v>
                </c:pt>
                <c:pt idx="296">
                  <c:v>2959.0949000000001</c:v>
                </c:pt>
                <c:pt idx="297">
                  <c:v>3058.0450999999998</c:v>
                </c:pt>
                <c:pt idx="298">
                  <c:v>3033.7615000000001</c:v>
                </c:pt>
                <c:pt idx="299">
                  <c:v>3085.3427000000001</c:v>
                </c:pt>
                <c:pt idx="300">
                  <c:v>2966.9387000000002</c:v>
                </c:pt>
                <c:pt idx="301">
                  <c:v>2956.0871999999999</c:v>
                </c:pt>
                <c:pt idx="302">
                  <c:v>2946.7138</c:v>
                </c:pt>
                <c:pt idx="303">
                  <c:v>2587.1934999999999</c:v>
                </c:pt>
                <c:pt idx="304">
                  <c:v>2740.8856999999998</c:v>
                </c:pt>
                <c:pt idx="305">
                  <c:v>2819.8904000000002</c:v>
                </c:pt>
                <c:pt idx="306">
                  <c:v>2810.5061999999998</c:v>
                </c:pt>
                <c:pt idx="307">
                  <c:v>2702.3472000000002</c:v>
                </c:pt>
                <c:pt idx="308">
                  <c:v>2799.4256</c:v>
                </c:pt>
                <c:pt idx="309">
                  <c:v>2891.223</c:v>
                </c:pt>
                <c:pt idx="310">
                  <c:v>2613.6215000000002</c:v>
                </c:pt>
                <c:pt idx="311">
                  <c:v>2677.9623000000001</c:v>
                </c:pt>
                <c:pt idx="312">
                  <c:v>2746.1997000000001</c:v>
                </c:pt>
                <c:pt idx="313">
                  <c:v>2679.5378999999998</c:v>
                </c:pt>
                <c:pt idx="314">
                  <c:v>2902.4949999999999</c:v>
                </c:pt>
                <c:pt idx="315">
                  <c:v>2894.2183</c:v>
                </c:pt>
                <c:pt idx="316">
                  <c:v>2830.4771000000001</c:v>
                </c:pt>
                <c:pt idx="317">
                  <c:v>2880.0956000000001</c:v>
                </c:pt>
                <c:pt idx="318">
                  <c:v>2678.6916999999999</c:v>
                </c:pt>
                <c:pt idx="319">
                  <c:v>2741.8434999999999</c:v>
                </c:pt>
                <c:pt idx="320">
                  <c:v>2792.7051000000001</c:v>
                </c:pt>
                <c:pt idx="321">
                  <c:v>2869.0106000000001</c:v>
                </c:pt>
                <c:pt idx="322">
                  <c:v>2890.3519000000001</c:v>
                </c:pt>
                <c:pt idx="323">
                  <c:v>3115.9212000000002</c:v>
                </c:pt>
                <c:pt idx="324">
                  <c:v>2882.3761</c:v>
                </c:pt>
                <c:pt idx="325">
                  <c:v>2884.5734000000002</c:v>
                </c:pt>
                <c:pt idx="326">
                  <c:v>2915.9027000000001</c:v>
                </c:pt>
                <c:pt idx="327">
                  <c:v>2965.9614000000001</c:v>
                </c:pt>
                <c:pt idx="328">
                  <c:v>3011.7148999999999</c:v>
                </c:pt>
                <c:pt idx="329">
                  <c:v>3138.7856000000002</c:v>
                </c:pt>
                <c:pt idx="330">
                  <c:v>2972.3845999999999</c:v>
                </c:pt>
                <c:pt idx="331">
                  <c:v>2826.2049000000002</c:v>
                </c:pt>
                <c:pt idx="332">
                  <c:v>2789.53</c:v>
                </c:pt>
                <c:pt idx="333">
                  <c:v>2774.9268000000002</c:v>
                </c:pt>
                <c:pt idx="334">
                  <c:v>2774.6224000000002</c:v>
                </c:pt>
                <c:pt idx="335">
                  <c:v>2850.2883000000002</c:v>
                </c:pt>
                <c:pt idx="336">
                  <c:v>2880.2552000000001</c:v>
                </c:pt>
                <c:pt idx="337">
                  <c:v>2953.6295</c:v>
                </c:pt>
                <c:pt idx="338">
                  <c:v>2825.2183</c:v>
                </c:pt>
                <c:pt idx="339">
                  <c:v>2693.846</c:v>
                </c:pt>
                <c:pt idx="340">
                  <c:v>2829.7111</c:v>
                </c:pt>
                <c:pt idx="341">
                  <c:v>3077.8643999999999</c:v>
                </c:pt>
                <c:pt idx="342">
                  <c:v>3022.6044999999999</c:v>
                </c:pt>
                <c:pt idx="343">
                  <c:v>3131.3092000000001</c:v>
                </c:pt>
                <c:pt idx="344">
                  <c:v>3181.2779999999998</c:v>
                </c:pt>
                <c:pt idx="345">
                  <c:v>2905.2737000000002</c:v>
                </c:pt>
                <c:pt idx="346">
                  <c:v>2854.5936999999999</c:v>
                </c:pt>
                <c:pt idx="347">
                  <c:v>2895.3404999999998</c:v>
                </c:pt>
                <c:pt idx="348">
                  <c:v>2552.5605999999998</c:v>
                </c:pt>
                <c:pt idx="349">
                  <c:v>2852.518</c:v>
                </c:pt>
                <c:pt idx="350">
                  <c:v>2892.2570999999998</c:v>
                </c:pt>
                <c:pt idx="351">
                  <c:v>2762.2347</c:v>
                </c:pt>
                <c:pt idx="352">
                  <c:v>2822.3685999999998</c:v>
                </c:pt>
                <c:pt idx="353">
                  <c:v>2448.8526999999999</c:v>
                </c:pt>
                <c:pt idx="354">
                  <c:v>2729.5502999999999</c:v>
                </c:pt>
                <c:pt idx="355">
                  <c:v>2721.0088000000001</c:v>
                </c:pt>
                <c:pt idx="356">
                  <c:v>2819.7368999999999</c:v>
                </c:pt>
                <c:pt idx="357">
                  <c:v>2839.5223999999998</c:v>
                </c:pt>
                <c:pt idx="358">
                  <c:v>2859.1583000000001</c:v>
                </c:pt>
                <c:pt idx="359">
                  <c:v>2773.8735999999999</c:v>
                </c:pt>
                <c:pt idx="360">
                  <c:v>2713.4857999999999</c:v>
                </c:pt>
                <c:pt idx="361">
                  <c:v>2713.3602999999998</c:v>
                </c:pt>
                <c:pt idx="362">
                  <c:v>2929.8946000000001</c:v>
                </c:pt>
                <c:pt idx="363">
                  <c:v>2898.6698000000001</c:v>
                </c:pt>
                <c:pt idx="364">
                  <c:v>2553.1188000000002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A936-4D26-9E10-287659F92F38}"/>
            </c:ext>
          </c:extLst>
        </c:ser>
        <c:ser>
          <c:idx val="3"/>
          <c:order val="3"/>
          <c:tx>
            <c:strRef>
              <c:f>'4G Data'!$E$1</c:f>
              <c:strCache>
                <c:ptCount val="1"/>
                <c:pt idx="0">
                  <c:v>Mullaitivu</c:v>
                </c:pt>
              </c:strCache>
            </c:strRef>
          </c:tx>
          <c:spPr>
            <a:ln w="28575" cap="rnd">
              <a:solidFill>
                <a:schemeClr val="accent4"/>
              </a:solidFill>
              <a:round/>
            </a:ln>
            <a:effectLst/>
          </c:spPr>
          <c:marker>
            <c:symbol val="none"/>
          </c:marker>
          <c:cat>
            <c:numRef>
              <c:f>'4G Data'!$A$2:$A$366</c:f>
              <c:numCache>
                <c:formatCode>m/d/yyyy</c:formatCode>
                <c:ptCount val="365"/>
                <c:pt idx="0">
                  <c:v>45829</c:v>
                </c:pt>
                <c:pt idx="1">
                  <c:v>45830</c:v>
                </c:pt>
                <c:pt idx="2">
                  <c:v>45831</c:v>
                </c:pt>
                <c:pt idx="3">
                  <c:v>45832</c:v>
                </c:pt>
                <c:pt idx="4">
                  <c:v>45833</c:v>
                </c:pt>
                <c:pt idx="5">
                  <c:v>45834</c:v>
                </c:pt>
                <c:pt idx="6">
                  <c:v>45835</c:v>
                </c:pt>
                <c:pt idx="7">
                  <c:v>45836</c:v>
                </c:pt>
                <c:pt idx="8">
                  <c:v>45837</c:v>
                </c:pt>
                <c:pt idx="9">
                  <c:v>45838</c:v>
                </c:pt>
                <c:pt idx="10">
                  <c:v>45839</c:v>
                </c:pt>
                <c:pt idx="11">
                  <c:v>45840</c:v>
                </c:pt>
                <c:pt idx="12">
                  <c:v>45841</c:v>
                </c:pt>
                <c:pt idx="13">
                  <c:v>45842</c:v>
                </c:pt>
                <c:pt idx="14">
                  <c:v>45843</c:v>
                </c:pt>
                <c:pt idx="15">
                  <c:v>45844</c:v>
                </c:pt>
                <c:pt idx="16">
                  <c:v>45845</c:v>
                </c:pt>
                <c:pt idx="17">
                  <c:v>45846</c:v>
                </c:pt>
                <c:pt idx="18">
                  <c:v>45847</c:v>
                </c:pt>
                <c:pt idx="19">
                  <c:v>45848</c:v>
                </c:pt>
                <c:pt idx="20">
                  <c:v>45849</c:v>
                </c:pt>
                <c:pt idx="21">
                  <c:v>45850</c:v>
                </c:pt>
                <c:pt idx="22">
                  <c:v>45851</c:v>
                </c:pt>
                <c:pt idx="23">
                  <c:v>45852</c:v>
                </c:pt>
                <c:pt idx="24">
                  <c:v>45853</c:v>
                </c:pt>
                <c:pt idx="25">
                  <c:v>45854</c:v>
                </c:pt>
                <c:pt idx="26">
                  <c:v>45855</c:v>
                </c:pt>
                <c:pt idx="27">
                  <c:v>45856</c:v>
                </c:pt>
                <c:pt idx="28">
                  <c:v>45857</c:v>
                </c:pt>
                <c:pt idx="29">
                  <c:v>45858</c:v>
                </c:pt>
                <c:pt idx="30">
                  <c:v>45859</c:v>
                </c:pt>
                <c:pt idx="31">
                  <c:v>45860</c:v>
                </c:pt>
                <c:pt idx="32">
                  <c:v>45861</c:v>
                </c:pt>
                <c:pt idx="33">
                  <c:v>45862</c:v>
                </c:pt>
                <c:pt idx="34">
                  <c:v>45863</c:v>
                </c:pt>
                <c:pt idx="35">
                  <c:v>45864</c:v>
                </c:pt>
                <c:pt idx="36">
                  <c:v>45865</c:v>
                </c:pt>
                <c:pt idx="37">
                  <c:v>45866</c:v>
                </c:pt>
                <c:pt idx="38">
                  <c:v>45867</c:v>
                </c:pt>
                <c:pt idx="39">
                  <c:v>45868</c:v>
                </c:pt>
                <c:pt idx="40">
                  <c:v>45869</c:v>
                </c:pt>
                <c:pt idx="41">
                  <c:v>45870</c:v>
                </c:pt>
                <c:pt idx="42">
                  <c:v>45871</c:v>
                </c:pt>
                <c:pt idx="43">
                  <c:v>45872</c:v>
                </c:pt>
                <c:pt idx="44">
                  <c:v>45873</c:v>
                </c:pt>
                <c:pt idx="45">
                  <c:v>45874</c:v>
                </c:pt>
                <c:pt idx="46">
                  <c:v>45875</c:v>
                </c:pt>
                <c:pt idx="47">
                  <c:v>45876</c:v>
                </c:pt>
                <c:pt idx="48">
                  <c:v>45877</c:v>
                </c:pt>
                <c:pt idx="49">
                  <c:v>45878</c:v>
                </c:pt>
                <c:pt idx="50">
                  <c:v>45879</c:v>
                </c:pt>
                <c:pt idx="51">
                  <c:v>45880</c:v>
                </c:pt>
                <c:pt idx="52">
                  <c:v>45881</c:v>
                </c:pt>
                <c:pt idx="53">
                  <c:v>45882</c:v>
                </c:pt>
                <c:pt idx="54">
                  <c:v>45883</c:v>
                </c:pt>
                <c:pt idx="55">
                  <c:v>45884</c:v>
                </c:pt>
                <c:pt idx="56">
                  <c:v>45885</c:v>
                </c:pt>
                <c:pt idx="57">
                  <c:v>45886</c:v>
                </c:pt>
                <c:pt idx="58">
                  <c:v>45887</c:v>
                </c:pt>
                <c:pt idx="59">
                  <c:v>45888</c:v>
                </c:pt>
                <c:pt idx="60">
                  <c:v>45889</c:v>
                </c:pt>
                <c:pt idx="61">
                  <c:v>45890</c:v>
                </c:pt>
                <c:pt idx="62">
                  <c:v>45891</c:v>
                </c:pt>
                <c:pt idx="63">
                  <c:v>45892</c:v>
                </c:pt>
                <c:pt idx="64">
                  <c:v>45893</c:v>
                </c:pt>
                <c:pt idx="65">
                  <c:v>45894</c:v>
                </c:pt>
                <c:pt idx="66">
                  <c:v>45895</c:v>
                </c:pt>
                <c:pt idx="67">
                  <c:v>45896</c:v>
                </c:pt>
                <c:pt idx="68">
                  <c:v>45897</c:v>
                </c:pt>
                <c:pt idx="69">
                  <c:v>45898</c:v>
                </c:pt>
                <c:pt idx="70">
                  <c:v>45899</c:v>
                </c:pt>
                <c:pt idx="71">
                  <c:v>45900</c:v>
                </c:pt>
                <c:pt idx="72">
                  <c:v>45901</c:v>
                </c:pt>
                <c:pt idx="73">
                  <c:v>45902</c:v>
                </c:pt>
                <c:pt idx="74">
                  <c:v>45903</c:v>
                </c:pt>
                <c:pt idx="75">
                  <c:v>45904</c:v>
                </c:pt>
                <c:pt idx="76">
                  <c:v>45905</c:v>
                </c:pt>
                <c:pt idx="77">
                  <c:v>45906</c:v>
                </c:pt>
                <c:pt idx="78">
                  <c:v>45907</c:v>
                </c:pt>
                <c:pt idx="79">
                  <c:v>45908</c:v>
                </c:pt>
                <c:pt idx="80">
                  <c:v>45909</c:v>
                </c:pt>
                <c:pt idx="81">
                  <c:v>45910</c:v>
                </c:pt>
                <c:pt idx="82">
                  <c:v>45911</c:v>
                </c:pt>
                <c:pt idx="83">
                  <c:v>45912</c:v>
                </c:pt>
                <c:pt idx="84">
                  <c:v>45913</c:v>
                </c:pt>
                <c:pt idx="85">
                  <c:v>45914</c:v>
                </c:pt>
                <c:pt idx="86">
                  <c:v>45915</c:v>
                </c:pt>
                <c:pt idx="87">
                  <c:v>45916</c:v>
                </c:pt>
                <c:pt idx="88">
                  <c:v>45917</c:v>
                </c:pt>
                <c:pt idx="89">
                  <c:v>45918</c:v>
                </c:pt>
                <c:pt idx="90">
                  <c:v>45919</c:v>
                </c:pt>
                <c:pt idx="91">
                  <c:v>45920</c:v>
                </c:pt>
                <c:pt idx="92">
                  <c:v>45921</c:v>
                </c:pt>
                <c:pt idx="93">
                  <c:v>45922</c:v>
                </c:pt>
                <c:pt idx="94">
                  <c:v>45923</c:v>
                </c:pt>
                <c:pt idx="95">
                  <c:v>45924</c:v>
                </c:pt>
                <c:pt idx="96">
                  <c:v>45925</c:v>
                </c:pt>
                <c:pt idx="97">
                  <c:v>45926</c:v>
                </c:pt>
                <c:pt idx="98">
                  <c:v>45927</c:v>
                </c:pt>
                <c:pt idx="99">
                  <c:v>45928</c:v>
                </c:pt>
                <c:pt idx="100">
                  <c:v>45929</c:v>
                </c:pt>
                <c:pt idx="101">
                  <c:v>45930</c:v>
                </c:pt>
                <c:pt idx="102">
                  <c:v>45931</c:v>
                </c:pt>
                <c:pt idx="103">
                  <c:v>45932</c:v>
                </c:pt>
                <c:pt idx="104">
                  <c:v>45933</c:v>
                </c:pt>
                <c:pt idx="105">
                  <c:v>45934</c:v>
                </c:pt>
                <c:pt idx="106">
                  <c:v>45935</c:v>
                </c:pt>
                <c:pt idx="107">
                  <c:v>45936</c:v>
                </c:pt>
                <c:pt idx="108">
                  <c:v>45937</c:v>
                </c:pt>
                <c:pt idx="109">
                  <c:v>45938</c:v>
                </c:pt>
                <c:pt idx="110">
                  <c:v>45939</c:v>
                </c:pt>
                <c:pt idx="111">
                  <c:v>45940</c:v>
                </c:pt>
                <c:pt idx="112">
                  <c:v>45941</c:v>
                </c:pt>
                <c:pt idx="113">
                  <c:v>45942</c:v>
                </c:pt>
                <c:pt idx="114">
                  <c:v>45943</c:v>
                </c:pt>
                <c:pt idx="115">
                  <c:v>45944</c:v>
                </c:pt>
                <c:pt idx="116">
                  <c:v>45945</c:v>
                </c:pt>
                <c:pt idx="117">
                  <c:v>45946</c:v>
                </c:pt>
                <c:pt idx="118">
                  <c:v>45947</c:v>
                </c:pt>
                <c:pt idx="119">
                  <c:v>45948</c:v>
                </c:pt>
                <c:pt idx="120">
                  <c:v>45949</c:v>
                </c:pt>
                <c:pt idx="121">
                  <c:v>45950</c:v>
                </c:pt>
                <c:pt idx="122">
                  <c:v>45951</c:v>
                </c:pt>
                <c:pt idx="123">
                  <c:v>45952</c:v>
                </c:pt>
                <c:pt idx="124">
                  <c:v>45953</c:v>
                </c:pt>
                <c:pt idx="125">
                  <c:v>45954</c:v>
                </c:pt>
                <c:pt idx="126">
                  <c:v>45955</c:v>
                </c:pt>
                <c:pt idx="127">
                  <c:v>45956</c:v>
                </c:pt>
                <c:pt idx="128">
                  <c:v>45957</c:v>
                </c:pt>
                <c:pt idx="129">
                  <c:v>45958</c:v>
                </c:pt>
                <c:pt idx="130">
                  <c:v>45959</c:v>
                </c:pt>
                <c:pt idx="131">
                  <c:v>45960</c:v>
                </c:pt>
                <c:pt idx="132">
                  <c:v>45961</c:v>
                </c:pt>
                <c:pt idx="133">
                  <c:v>45962</c:v>
                </c:pt>
                <c:pt idx="134">
                  <c:v>45963</c:v>
                </c:pt>
                <c:pt idx="135">
                  <c:v>45964</c:v>
                </c:pt>
                <c:pt idx="136">
                  <c:v>45965</c:v>
                </c:pt>
                <c:pt idx="137">
                  <c:v>45966</c:v>
                </c:pt>
                <c:pt idx="138">
                  <c:v>45967</c:v>
                </c:pt>
                <c:pt idx="139">
                  <c:v>45968</c:v>
                </c:pt>
                <c:pt idx="140">
                  <c:v>45969</c:v>
                </c:pt>
                <c:pt idx="141">
                  <c:v>45970</c:v>
                </c:pt>
                <c:pt idx="142">
                  <c:v>45971</c:v>
                </c:pt>
                <c:pt idx="143">
                  <c:v>45972</c:v>
                </c:pt>
                <c:pt idx="144">
                  <c:v>45973</c:v>
                </c:pt>
                <c:pt idx="145">
                  <c:v>45974</c:v>
                </c:pt>
                <c:pt idx="146">
                  <c:v>45975</c:v>
                </c:pt>
                <c:pt idx="147">
                  <c:v>45976</c:v>
                </c:pt>
                <c:pt idx="148">
                  <c:v>45977</c:v>
                </c:pt>
                <c:pt idx="149">
                  <c:v>45978</c:v>
                </c:pt>
                <c:pt idx="150">
                  <c:v>45979</c:v>
                </c:pt>
                <c:pt idx="151">
                  <c:v>45980</c:v>
                </c:pt>
                <c:pt idx="152">
                  <c:v>45981</c:v>
                </c:pt>
                <c:pt idx="153">
                  <c:v>45982</c:v>
                </c:pt>
                <c:pt idx="154">
                  <c:v>45983</c:v>
                </c:pt>
                <c:pt idx="155">
                  <c:v>45984</c:v>
                </c:pt>
                <c:pt idx="156">
                  <c:v>45985</c:v>
                </c:pt>
                <c:pt idx="157">
                  <c:v>45986</c:v>
                </c:pt>
                <c:pt idx="158">
                  <c:v>45987</c:v>
                </c:pt>
                <c:pt idx="159">
                  <c:v>45988</c:v>
                </c:pt>
                <c:pt idx="160">
                  <c:v>45989</c:v>
                </c:pt>
                <c:pt idx="161">
                  <c:v>45990</c:v>
                </c:pt>
                <c:pt idx="162">
                  <c:v>45991</c:v>
                </c:pt>
                <c:pt idx="163">
                  <c:v>45992</c:v>
                </c:pt>
                <c:pt idx="164">
                  <c:v>45993</c:v>
                </c:pt>
                <c:pt idx="165">
                  <c:v>45994</c:v>
                </c:pt>
                <c:pt idx="166">
                  <c:v>45995</c:v>
                </c:pt>
                <c:pt idx="167">
                  <c:v>45996</c:v>
                </c:pt>
                <c:pt idx="168">
                  <c:v>45997</c:v>
                </c:pt>
                <c:pt idx="169">
                  <c:v>45998</c:v>
                </c:pt>
                <c:pt idx="170">
                  <c:v>45999</c:v>
                </c:pt>
                <c:pt idx="171">
                  <c:v>46000</c:v>
                </c:pt>
                <c:pt idx="172">
                  <c:v>46001</c:v>
                </c:pt>
                <c:pt idx="173">
                  <c:v>46002</c:v>
                </c:pt>
                <c:pt idx="174">
                  <c:v>46003</c:v>
                </c:pt>
                <c:pt idx="175">
                  <c:v>46004</c:v>
                </c:pt>
                <c:pt idx="176">
                  <c:v>46005</c:v>
                </c:pt>
                <c:pt idx="177">
                  <c:v>46006</c:v>
                </c:pt>
                <c:pt idx="178">
                  <c:v>46007</c:v>
                </c:pt>
                <c:pt idx="179">
                  <c:v>46008</c:v>
                </c:pt>
                <c:pt idx="180">
                  <c:v>46009</c:v>
                </c:pt>
                <c:pt idx="181">
                  <c:v>46010</c:v>
                </c:pt>
                <c:pt idx="182">
                  <c:v>46011</c:v>
                </c:pt>
                <c:pt idx="183">
                  <c:v>46012</c:v>
                </c:pt>
                <c:pt idx="184">
                  <c:v>46013</c:v>
                </c:pt>
                <c:pt idx="185">
                  <c:v>46014</c:v>
                </c:pt>
                <c:pt idx="186">
                  <c:v>46015</c:v>
                </c:pt>
                <c:pt idx="187">
                  <c:v>46016</c:v>
                </c:pt>
                <c:pt idx="188">
                  <c:v>46017</c:v>
                </c:pt>
                <c:pt idx="189">
                  <c:v>46018</c:v>
                </c:pt>
                <c:pt idx="190">
                  <c:v>46019</c:v>
                </c:pt>
                <c:pt idx="191">
                  <c:v>46020</c:v>
                </c:pt>
                <c:pt idx="192">
                  <c:v>46021</c:v>
                </c:pt>
                <c:pt idx="193">
                  <c:v>46022</c:v>
                </c:pt>
                <c:pt idx="194">
                  <c:v>46023</c:v>
                </c:pt>
                <c:pt idx="195">
                  <c:v>46024</c:v>
                </c:pt>
                <c:pt idx="196">
                  <c:v>46025</c:v>
                </c:pt>
                <c:pt idx="197">
                  <c:v>46026</c:v>
                </c:pt>
                <c:pt idx="198">
                  <c:v>46027</c:v>
                </c:pt>
                <c:pt idx="199">
                  <c:v>46028</c:v>
                </c:pt>
                <c:pt idx="200">
                  <c:v>46029</c:v>
                </c:pt>
                <c:pt idx="201">
                  <c:v>46030</c:v>
                </c:pt>
                <c:pt idx="202">
                  <c:v>46031</c:v>
                </c:pt>
                <c:pt idx="203">
                  <c:v>46032</c:v>
                </c:pt>
                <c:pt idx="204">
                  <c:v>46033</c:v>
                </c:pt>
                <c:pt idx="205">
                  <c:v>46034</c:v>
                </c:pt>
                <c:pt idx="206">
                  <c:v>46035</c:v>
                </c:pt>
                <c:pt idx="207">
                  <c:v>46036</c:v>
                </c:pt>
                <c:pt idx="208">
                  <c:v>46037</c:v>
                </c:pt>
                <c:pt idx="209">
                  <c:v>46038</c:v>
                </c:pt>
                <c:pt idx="210">
                  <c:v>46039</c:v>
                </c:pt>
                <c:pt idx="211">
                  <c:v>46040</c:v>
                </c:pt>
                <c:pt idx="212">
                  <c:v>46041</c:v>
                </c:pt>
                <c:pt idx="213">
                  <c:v>46042</c:v>
                </c:pt>
                <c:pt idx="214">
                  <c:v>46043</c:v>
                </c:pt>
                <c:pt idx="215">
                  <c:v>46044</c:v>
                </c:pt>
                <c:pt idx="216">
                  <c:v>46045</c:v>
                </c:pt>
                <c:pt idx="217">
                  <c:v>46046</c:v>
                </c:pt>
                <c:pt idx="218">
                  <c:v>46047</c:v>
                </c:pt>
                <c:pt idx="219">
                  <c:v>46048</c:v>
                </c:pt>
                <c:pt idx="220">
                  <c:v>46049</c:v>
                </c:pt>
                <c:pt idx="221">
                  <c:v>46050</c:v>
                </c:pt>
                <c:pt idx="222">
                  <c:v>46051</c:v>
                </c:pt>
                <c:pt idx="223">
                  <c:v>46052</c:v>
                </c:pt>
                <c:pt idx="224">
                  <c:v>46053</c:v>
                </c:pt>
                <c:pt idx="225">
                  <c:v>46054</c:v>
                </c:pt>
                <c:pt idx="226">
                  <c:v>46055</c:v>
                </c:pt>
                <c:pt idx="227">
                  <c:v>46056</c:v>
                </c:pt>
                <c:pt idx="228">
                  <c:v>46057</c:v>
                </c:pt>
                <c:pt idx="229">
                  <c:v>46058</c:v>
                </c:pt>
                <c:pt idx="230">
                  <c:v>46059</c:v>
                </c:pt>
                <c:pt idx="231">
                  <c:v>46060</c:v>
                </c:pt>
                <c:pt idx="232">
                  <c:v>46061</c:v>
                </c:pt>
                <c:pt idx="233">
                  <c:v>46062</c:v>
                </c:pt>
                <c:pt idx="234">
                  <c:v>46063</c:v>
                </c:pt>
                <c:pt idx="235">
                  <c:v>46064</c:v>
                </c:pt>
                <c:pt idx="236">
                  <c:v>46065</c:v>
                </c:pt>
                <c:pt idx="237">
                  <c:v>46066</c:v>
                </c:pt>
                <c:pt idx="238">
                  <c:v>46067</c:v>
                </c:pt>
                <c:pt idx="239">
                  <c:v>46068</c:v>
                </c:pt>
                <c:pt idx="240">
                  <c:v>46069</c:v>
                </c:pt>
                <c:pt idx="241">
                  <c:v>46070</c:v>
                </c:pt>
                <c:pt idx="242">
                  <c:v>46071</c:v>
                </c:pt>
                <c:pt idx="243">
                  <c:v>46072</c:v>
                </c:pt>
                <c:pt idx="244">
                  <c:v>46073</c:v>
                </c:pt>
                <c:pt idx="245">
                  <c:v>46074</c:v>
                </c:pt>
                <c:pt idx="246">
                  <c:v>46075</c:v>
                </c:pt>
                <c:pt idx="247">
                  <c:v>46076</c:v>
                </c:pt>
                <c:pt idx="248">
                  <c:v>46077</c:v>
                </c:pt>
                <c:pt idx="249">
                  <c:v>46078</c:v>
                </c:pt>
                <c:pt idx="250">
                  <c:v>46079</c:v>
                </c:pt>
                <c:pt idx="251">
                  <c:v>46080</c:v>
                </c:pt>
                <c:pt idx="252">
                  <c:v>46081</c:v>
                </c:pt>
                <c:pt idx="253">
                  <c:v>46082</c:v>
                </c:pt>
                <c:pt idx="254">
                  <c:v>46083</c:v>
                </c:pt>
                <c:pt idx="255">
                  <c:v>46084</c:v>
                </c:pt>
                <c:pt idx="256">
                  <c:v>46085</c:v>
                </c:pt>
                <c:pt idx="257">
                  <c:v>46086</c:v>
                </c:pt>
                <c:pt idx="258">
                  <c:v>46087</c:v>
                </c:pt>
                <c:pt idx="259">
                  <c:v>46088</c:v>
                </c:pt>
                <c:pt idx="260">
                  <c:v>46089</c:v>
                </c:pt>
                <c:pt idx="261">
                  <c:v>46090</c:v>
                </c:pt>
                <c:pt idx="262">
                  <c:v>46091</c:v>
                </c:pt>
                <c:pt idx="263">
                  <c:v>46092</c:v>
                </c:pt>
                <c:pt idx="264">
                  <c:v>46093</c:v>
                </c:pt>
                <c:pt idx="265">
                  <c:v>46094</c:v>
                </c:pt>
                <c:pt idx="266">
                  <c:v>46095</c:v>
                </c:pt>
                <c:pt idx="267">
                  <c:v>46096</c:v>
                </c:pt>
                <c:pt idx="268">
                  <c:v>46097</c:v>
                </c:pt>
                <c:pt idx="269">
                  <c:v>46098</c:v>
                </c:pt>
                <c:pt idx="270">
                  <c:v>46099</c:v>
                </c:pt>
                <c:pt idx="271">
                  <c:v>46100</c:v>
                </c:pt>
                <c:pt idx="272">
                  <c:v>46101</c:v>
                </c:pt>
                <c:pt idx="273">
                  <c:v>46102</c:v>
                </c:pt>
                <c:pt idx="274">
                  <c:v>46103</c:v>
                </c:pt>
                <c:pt idx="275">
                  <c:v>46104</c:v>
                </c:pt>
                <c:pt idx="276">
                  <c:v>46105</c:v>
                </c:pt>
                <c:pt idx="277">
                  <c:v>46106</c:v>
                </c:pt>
                <c:pt idx="278">
                  <c:v>46107</c:v>
                </c:pt>
                <c:pt idx="279">
                  <c:v>46108</c:v>
                </c:pt>
                <c:pt idx="280">
                  <c:v>46109</c:v>
                </c:pt>
                <c:pt idx="281">
                  <c:v>46110</c:v>
                </c:pt>
                <c:pt idx="282">
                  <c:v>46111</c:v>
                </c:pt>
                <c:pt idx="283">
                  <c:v>46112</c:v>
                </c:pt>
                <c:pt idx="284">
                  <c:v>46113</c:v>
                </c:pt>
                <c:pt idx="285">
                  <c:v>46114</c:v>
                </c:pt>
                <c:pt idx="286">
                  <c:v>46115</c:v>
                </c:pt>
                <c:pt idx="287">
                  <c:v>46116</c:v>
                </c:pt>
                <c:pt idx="288">
                  <c:v>46117</c:v>
                </c:pt>
                <c:pt idx="289">
                  <c:v>46118</c:v>
                </c:pt>
                <c:pt idx="290">
                  <c:v>46119</c:v>
                </c:pt>
                <c:pt idx="291">
                  <c:v>46120</c:v>
                </c:pt>
                <c:pt idx="292">
                  <c:v>46121</c:v>
                </c:pt>
                <c:pt idx="293">
                  <c:v>46122</c:v>
                </c:pt>
                <c:pt idx="294">
                  <c:v>46123</c:v>
                </c:pt>
                <c:pt idx="295">
                  <c:v>46124</c:v>
                </c:pt>
                <c:pt idx="296">
                  <c:v>46125</c:v>
                </c:pt>
                <c:pt idx="297">
                  <c:v>46126</c:v>
                </c:pt>
                <c:pt idx="298">
                  <c:v>46127</c:v>
                </c:pt>
                <c:pt idx="299">
                  <c:v>46128</c:v>
                </c:pt>
                <c:pt idx="300">
                  <c:v>46129</c:v>
                </c:pt>
                <c:pt idx="301">
                  <c:v>46130</c:v>
                </c:pt>
                <c:pt idx="302">
                  <c:v>46131</c:v>
                </c:pt>
                <c:pt idx="303">
                  <c:v>46132</c:v>
                </c:pt>
                <c:pt idx="304">
                  <c:v>46133</c:v>
                </c:pt>
                <c:pt idx="305">
                  <c:v>46134</c:v>
                </c:pt>
                <c:pt idx="306">
                  <c:v>46135</c:v>
                </c:pt>
                <c:pt idx="307">
                  <c:v>46136</c:v>
                </c:pt>
                <c:pt idx="308">
                  <c:v>46137</c:v>
                </c:pt>
                <c:pt idx="309">
                  <c:v>46138</c:v>
                </c:pt>
                <c:pt idx="310">
                  <c:v>46139</c:v>
                </c:pt>
                <c:pt idx="311">
                  <c:v>46140</c:v>
                </c:pt>
                <c:pt idx="312">
                  <c:v>46141</c:v>
                </c:pt>
                <c:pt idx="313">
                  <c:v>46142</c:v>
                </c:pt>
                <c:pt idx="314">
                  <c:v>46143</c:v>
                </c:pt>
                <c:pt idx="315">
                  <c:v>46144</c:v>
                </c:pt>
                <c:pt idx="316">
                  <c:v>46145</c:v>
                </c:pt>
                <c:pt idx="317">
                  <c:v>46146</c:v>
                </c:pt>
                <c:pt idx="318">
                  <c:v>46147</c:v>
                </c:pt>
                <c:pt idx="319">
                  <c:v>46148</c:v>
                </c:pt>
                <c:pt idx="320">
                  <c:v>46149</c:v>
                </c:pt>
                <c:pt idx="321">
                  <c:v>46150</c:v>
                </c:pt>
                <c:pt idx="322">
                  <c:v>46151</c:v>
                </c:pt>
                <c:pt idx="323">
                  <c:v>46152</c:v>
                </c:pt>
                <c:pt idx="324">
                  <c:v>46153</c:v>
                </c:pt>
                <c:pt idx="325">
                  <c:v>46154</c:v>
                </c:pt>
                <c:pt idx="326">
                  <c:v>46155</c:v>
                </c:pt>
                <c:pt idx="327">
                  <c:v>46156</c:v>
                </c:pt>
                <c:pt idx="328">
                  <c:v>46157</c:v>
                </c:pt>
                <c:pt idx="329">
                  <c:v>46158</c:v>
                </c:pt>
                <c:pt idx="330">
                  <c:v>46159</c:v>
                </c:pt>
                <c:pt idx="331">
                  <c:v>46160</c:v>
                </c:pt>
                <c:pt idx="332">
                  <c:v>46161</c:v>
                </c:pt>
                <c:pt idx="333">
                  <c:v>46162</c:v>
                </c:pt>
                <c:pt idx="334">
                  <c:v>46163</c:v>
                </c:pt>
                <c:pt idx="335">
                  <c:v>46164</c:v>
                </c:pt>
                <c:pt idx="336">
                  <c:v>46165</c:v>
                </c:pt>
                <c:pt idx="337">
                  <c:v>46166</c:v>
                </c:pt>
                <c:pt idx="338">
                  <c:v>46167</c:v>
                </c:pt>
                <c:pt idx="339">
                  <c:v>46168</c:v>
                </c:pt>
                <c:pt idx="340">
                  <c:v>46169</c:v>
                </c:pt>
                <c:pt idx="341">
                  <c:v>46170</c:v>
                </c:pt>
                <c:pt idx="342">
                  <c:v>46171</c:v>
                </c:pt>
                <c:pt idx="343">
                  <c:v>46172</c:v>
                </c:pt>
                <c:pt idx="344">
                  <c:v>46173</c:v>
                </c:pt>
                <c:pt idx="345">
                  <c:v>46174</c:v>
                </c:pt>
                <c:pt idx="346">
                  <c:v>46175</c:v>
                </c:pt>
                <c:pt idx="347">
                  <c:v>46176</c:v>
                </c:pt>
                <c:pt idx="348">
                  <c:v>46177</c:v>
                </c:pt>
                <c:pt idx="349">
                  <c:v>46178</c:v>
                </c:pt>
                <c:pt idx="350">
                  <c:v>46179</c:v>
                </c:pt>
                <c:pt idx="351">
                  <c:v>46180</c:v>
                </c:pt>
                <c:pt idx="352">
                  <c:v>46181</c:v>
                </c:pt>
                <c:pt idx="353">
                  <c:v>46182</c:v>
                </c:pt>
                <c:pt idx="354">
                  <c:v>46183</c:v>
                </c:pt>
                <c:pt idx="355">
                  <c:v>46184</c:v>
                </c:pt>
                <c:pt idx="356">
                  <c:v>46185</c:v>
                </c:pt>
                <c:pt idx="357">
                  <c:v>46186</c:v>
                </c:pt>
                <c:pt idx="358">
                  <c:v>46187</c:v>
                </c:pt>
                <c:pt idx="359">
                  <c:v>46188</c:v>
                </c:pt>
                <c:pt idx="360">
                  <c:v>46189</c:v>
                </c:pt>
                <c:pt idx="361">
                  <c:v>46190</c:v>
                </c:pt>
                <c:pt idx="362">
                  <c:v>46191</c:v>
                </c:pt>
                <c:pt idx="363">
                  <c:v>46192</c:v>
                </c:pt>
                <c:pt idx="364">
                  <c:v>46193</c:v>
                </c:pt>
              </c:numCache>
            </c:numRef>
          </c:cat>
          <c:val>
            <c:numRef>
              <c:f>'4G Data'!$E$2:$E$366</c:f>
              <c:numCache>
                <c:formatCode>General</c:formatCode>
                <c:ptCount val="365"/>
                <c:pt idx="0">
                  <c:v>1533.1871000000001</c:v>
                </c:pt>
                <c:pt idx="1">
                  <c:v>1502.0082</c:v>
                </c:pt>
                <c:pt idx="2">
                  <c:v>1357.5572999999999</c:v>
                </c:pt>
                <c:pt idx="3">
                  <c:v>1421.8168000000001</c:v>
                </c:pt>
                <c:pt idx="4">
                  <c:v>1434.2212</c:v>
                </c:pt>
                <c:pt idx="5">
                  <c:v>1488.0915</c:v>
                </c:pt>
                <c:pt idx="6">
                  <c:v>1542.4885999999999</c:v>
                </c:pt>
                <c:pt idx="7">
                  <c:v>1427.4158</c:v>
                </c:pt>
                <c:pt idx="8">
                  <c:v>1585.2686000000001</c:v>
                </c:pt>
                <c:pt idx="9">
                  <c:v>1419.0335</c:v>
                </c:pt>
                <c:pt idx="10">
                  <c:v>1420.4937</c:v>
                </c:pt>
                <c:pt idx="11">
                  <c:v>1484.2277999999999</c:v>
                </c:pt>
                <c:pt idx="12">
                  <c:v>1476.0028</c:v>
                </c:pt>
                <c:pt idx="13">
                  <c:v>1491.7739999999999</c:v>
                </c:pt>
                <c:pt idx="14">
                  <c:v>1623.2955999999999</c:v>
                </c:pt>
                <c:pt idx="15">
                  <c:v>1578.2166999999999</c:v>
                </c:pt>
                <c:pt idx="16">
                  <c:v>1428.3728000000001</c:v>
                </c:pt>
                <c:pt idx="17">
                  <c:v>1440.1333</c:v>
                </c:pt>
                <c:pt idx="18">
                  <c:v>1474.9409000000001</c:v>
                </c:pt>
                <c:pt idx="19">
                  <c:v>1572.5065999999999</c:v>
                </c:pt>
                <c:pt idx="20">
                  <c:v>1549.3036</c:v>
                </c:pt>
                <c:pt idx="21">
                  <c:v>1564.4884999999999</c:v>
                </c:pt>
                <c:pt idx="22">
                  <c:v>1634.8536999999999</c:v>
                </c:pt>
                <c:pt idx="23">
                  <c:v>1555.1438000000001</c:v>
                </c:pt>
                <c:pt idx="24">
                  <c:v>1482.8242</c:v>
                </c:pt>
                <c:pt idx="25">
                  <c:v>1445.2005999999999</c:v>
                </c:pt>
                <c:pt idx="26">
                  <c:v>1454.7487000000001</c:v>
                </c:pt>
                <c:pt idx="27">
                  <c:v>1505.5399</c:v>
                </c:pt>
                <c:pt idx="28">
                  <c:v>1598.5462</c:v>
                </c:pt>
                <c:pt idx="29">
                  <c:v>1604.9280000000001</c:v>
                </c:pt>
                <c:pt idx="30">
                  <c:v>1560.4947999999999</c:v>
                </c:pt>
                <c:pt idx="31">
                  <c:v>1512.6949</c:v>
                </c:pt>
                <c:pt idx="32">
                  <c:v>1379.7742000000001</c:v>
                </c:pt>
                <c:pt idx="33">
                  <c:v>1604.1414</c:v>
                </c:pt>
                <c:pt idx="34">
                  <c:v>1484.3318999999999</c:v>
                </c:pt>
                <c:pt idx="35">
                  <c:v>1574.3779</c:v>
                </c:pt>
                <c:pt idx="36">
                  <c:v>1578.7614000000001</c:v>
                </c:pt>
                <c:pt idx="37">
                  <c:v>1503.0250000000001</c:v>
                </c:pt>
                <c:pt idx="38">
                  <c:v>1507.1995999999999</c:v>
                </c:pt>
                <c:pt idx="39">
                  <c:v>1579.0733</c:v>
                </c:pt>
                <c:pt idx="40">
                  <c:v>1573.7764999999999</c:v>
                </c:pt>
                <c:pt idx="41">
                  <c:v>1626.7691</c:v>
                </c:pt>
                <c:pt idx="42">
                  <c:v>1660.8036</c:v>
                </c:pt>
                <c:pt idx="43">
                  <c:v>1638.1065000000001</c:v>
                </c:pt>
                <c:pt idx="44">
                  <c:v>1583.3204000000001</c:v>
                </c:pt>
                <c:pt idx="45">
                  <c:v>1545.0634</c:v>
                </c:pt>
                <c:pt idx="46">
                  <c:v>1455.9123999999999</c:v>
                </c:pt>
                <c:pt idx="47">
                  <c:v>1590.0125</c:v>
                </c:pt>
                <c:pt idx="48">
                  <c:v>1722.4284</c:v>
                </c:pt>
                <c:pt idx="49">
                  <c:v>1725.8282999999999</c:v>
                </c:pt>
                <c:pt idx="50">
                  <c:v>1672.0426</c:v>
                </c:pt>
                <c:pt idx="51">
                  <c:v>1599.2434000000001</c:v>
                </c:pt>
                <c:pt idx="52">
                  <c:v>1603.7221999999999</c:v>
                </c:pt>
                <c:pt idx="53">
                  <c:v>1580.9341999999999</c:v>
                </c:pt>
                <c:pt idx="54">
                  <c:v>1584.6503</c:v>
                </c:pt>
                <c:pt idx="55">
                  <c:v>1636.4992999999999</c:v>
                </c:pt>
                <c:pt idx="56">
                  <c:v>1584.7874999999999</c:v>
                </c:pt>
                <c:pt idx="57">
                  <c:v>1717.6217999999999</c:v>
                </c:pt>
                <c:pt idx="58">
                  <c:v>1597.3172</c:v>
                </c:pt>
                <c:pt idx="59">
                  <c:v>1559.8777</c:v>
                </c:pt>
                <c:pt idx="60">
                  <c:v>1569.2168999999999</c:v>
                </c:pt>
                <c:pt idx="61">
                  <c:v>1569.5146</c:v>
                </c:pt>
                <c:pt idx="62">
                  <c:v>1660.0887</c:v>
                </c:pt>
                <c:pt idx="63">
                  <c:v>1715.34</c:v>
                </c:pt>
                <c:pt idx="64">
                  <c:v>1732.2873</c:v>
                </c:pt>
                <c:pt idx="65">
                  <c:v>1573.2080000000001</c:v>
                </c:pt>
                <c:pt idx="66">
                  <c:v>1565.7762</c:v>
                </c:pt>
                <c:pt idx="67">
                  <c:v>1540.7639999999999</c:v>
                </c:pt>
                <c:pt idx="68">
                  <c:v>1644.0929000000001</c:v>
                </c:pt>
                <c:pt idx="69">
                  <c:v>1642.5143</c:v>
                </c:pt>
                <c:pt idx="70">
                  <c:v>1733.2861</c:v>
                </c:pt>
                <c:pt idx="71">
                  <c:v>1763.7414000000001</c:v>
                </c:pt>
                <c:pt idx="72">
                  <c:v>1557.4014999999999</c:v>
                </c:pt>
                <c:pt idx="73">
                  <c:v>1645.0799</c:v>
                </c:pt>
                <c:pt idx="74">
                  <c:v>1631.5119999999999</c:v>
                </c:pt>
                <c:pt idx="75">
                  <c:v>1604.7165</c:v>
                </c:pt>
                <c:pt idx="76">
                  <c:v>1705.5796</c:v>
                </c:pt>
                <c:pt idx="77">
                  <c:v>1675.1115</c:v>
                </c:pt>
                <c:pt idx="78">
                  <c:v>1815.2908</c:v>
                </c:pt>
                <c:pt idx="79">
                  <c:v>1617.7392</c:v>
                </c:pt>
                <c:pt idx="80">
                  <c:v>1500.8593000000001</c:v>
                </c:pt>
                <c:pt idx="81">
                  <c:v>1582.2579000000001</c:v>
                </c:pt>
                <c:pt idx="82">
                  <c:v>1692.7326</c:v>
                </c:pt>
                <c:pt idx="83">
                  <c:v>1624.0542</c:v>
                </c:pt>
                <c:pt idx="84">
                  <c:v>1752.7365</c:v>
                </c:pt>
                <c:pt idx="85">
                  <c:v>1851.7371000000001</c:v>
                </c:pt>
                <c:pt idx="86">
                  <c:v>1693.3681999999999</c:v>
                </c:pt>
                <c:pt idx="87">
                  <c:v>1699.7907</c:v>
                </c:pt>
                <c:pt idx="88">
                  <c:v>1676.8208999999999</c:v>
                </c:pt>
                <c:pt idx="89">
                  <c:v>1680.8361</c:v>
                </c:pt>
                <c:pt idx="90">
                  <c:v>1717.3767</c:v>
                </c:pt>
                <c:pt idx="91">
                  <c:v>1796.5953999999999</c:v>
                </c:pt>
                <c:pt idx="92">
                  <c:v>1680.0382</c:v>
                </c:pt>
                <c:pt idx="93">
                  <c:v>1598.1998000000001</c:v>
                </c:pt>
                <c:pt idx="94">
                  <c:v>1656.4156</c:v>
                </c:pt>
                <c:pt idx="95">
                  <c:v>1606.1541</c:v>
                </c:pt>
                <c:pt idx="96">
                  <c:v>1538.5360000000001</c:v>
                </c:pt>
                <c:pt idx="97">
                  <c:v>1699.1511</c:v>
                </c:pt>
                <c:pt idx="98">
                  <c:v>1746.7166</c:v>
                </c:pt>
                <c:pt idx="99">
                  <c:v>1735.2316000000001</c:v>
                </c:pt>
                <c:pt idx="100">
                  <c:v>1554.5864999999999</c:v>
                </c:pt>
                <c:pt idx="101">
                  <c:v>1668.6648</c:v>
                </c:pt>
                <c:pt idx="102">
                  <c:v>1636.2139</c:v>
                </c:pt>
                <c:pt idx="103">
                  <c:v>1651.0994000000001</c:v>
                </c:pt>
                <c:pt idx="104">
                  <c:v>1686.3557000000001</c:v>
                </c:pt>
                <c:pt idx="105">
                  <c:v>1496.0623000000001</c:v>
                </c:pt>
                <c:pt idx="106">
                  <c:v>1609.7456999999999</c:v>
                </c:pt>
                <c:pt idx="107">
                  <c:v>1753.3714</c:v>
                </c:pt>
                <c:pt idx="108">
                  <c:v>1715.0128999999999</c:v>
                </c:pt>
                <c:pt idx="109">
                  <c:v>1625.8243</c:v>
                </c:pt>
                <c:pt idx="110">
                  <c:v>1586.4656</c:v>
                </c:pt>
                <c:pt idx="111">
                  <c:v>1633.3364999999999</c:v>
                </c:pt>
                <c:pt idx="112">
                  <c:v>1692.7460000000001</c:v>
                </c:pt>
                <c:pt idx="113">
                  <c:v>1663.3036999999999</c:v>
                </c:pt>
                <c:pt idx="114">
                  <c:v>1547.0953999999999</c:v>
                </c:pt>
                <c:pt idx="115">
                  <c:v>1550.3861999999999</c:v>
                </c:pt>
                <c:pt idx="116">
                  <c:v>1517.0567000000001</c:v>
                </c:pt>
                <c:pt idx="117">
                  <c:v>1556.2021999999999</c:v>
                </c:pt>
                <c:pt idx="118">
                  <c:v>1540.8861999999999</c:v>
                </c:pt>
                <c:pt idx="119">
                  <c:v>1638.5806</c:v>
                </c:pt>
                <c:pt idx="120">
                  <c:v>1844.1856</c:v>
                </c:pt>
                <c:pt idx="121">
                  <c:v>1768.2456999999999</c:v>
                </c:pt>
                <c:pt idx="122">
                  <c:v>1741.5313000000001</c:v>
                </c:pt>
                <c:pt idx="123">
                  <c:v>1595.9146000000001</c:v>
                </c:pt>
                <c:pt idx="124">
                  <c:v>1574.829</c:v>
                </c:pt>
                <c:pt idx="125">
                  <c:v>1665.1139000000001</c:v>
                </c:pt>
                <c:pt idx="126">
                  <c:v>1707.4918</c:v>
                </c:pt>
                <c:pt idx="127">
                  <c:v>1073.8266000000001</c:v>
                </c:pt>
                <c:pt idx="128">
                  <c:v>1621.8505</c:v>
                </c:pt>
                <c:pt idx="129">
                  <c:v>1714.2264</c:v>
                </c:pt>
                <c:pt idx="130">
                  <c:v>1683.3702000000001</c:v>
                </c:pt>
                <c:pt idx="131">
                  <c:v>1665.3166000000001</c:v>
                </c:pt>
                <c:pt idx="132">
                  <c:v>1635.2309</c:v>
                </c:pt>
                <c:pt idx="133">
                  <c:v>1724.2878000000001</c:v>
                </c:pt>
                <c:pt idx="134">
                  <c:v>1744.5033000000001</c:v>
                </c:pt>
                <c:pt idx="135">
                  <c:v>1658.3081</c:v>
                </c:pt>
                <c:pt idx="136">
                  <c:v>1701.665</c:v>
                </c:pt>
                <c:pt idx="137">
                  <c:v>1847.354</c:v>
                </c:pt>
                <c:pt idx="138">
                  <c:v>1761.1364000000001</c:v>
                </c:pt>
                <c:pt idx="139">
                  <c:v>1880.5534</c:v>
                </c:pt>
                <c:pt idx="140">
                  <c:v>1795.7267999999999</c:v>
                </c:pt>
                <c:pt idx="141">
                  <c:v>1847.8802000000001</c:v>
                </c:pt>
                <c:pt idx="142">
                  <c:v>1772.903</c:v>
                </c:pt>
                <c:pt idx="143">
                  <c:v>1725.3073999999999</c:v>
                </c:pt>
                <c:pt idx="144">
                  <c:v>1676.9645</c:v>
                </c:pt>
                <c:pt idx="145">
                  <c:v>1723.2348</c:v>
                </c:pt>
                <c:pt idx="146">
                  <c:v>1806.742</c:v>
                </c:pt>
                <c:pt idx="147">
                  <c:v>1802.7744</c:v>
                </c:pt>
                <c:pt idx="148">
                  <c:v>1951.1212</c:v>
                </c:pt>
                <c:pt idx="149">
                  <c:v>1914.3112000000001</c:v>
                </c:pt>
                <c:pt idx="150">
                  <c:v>1724.0858000000001</c:v>
                </c:pt>
                <c:pt idx="151">
                  <c:v>1727.3770999999999</c:v>
                </c:pt>
                <c:pt idx="152">
                  <c:v>1759.5116</c:v>
                </c:pt>
                <c:pt idx="153">
                  <c:v>1827.4562000000001</c:v>
                </c:pt>
                <c:pt idx="154">
                  <c:v>1872.3289</c:v>
                </c:pt>
                <c:pt idx="155">
                  <c:v>1862.0742</c:v>
                </c:pt>
                <c:pt idx="156">
                  <c:v>1660.6778999999999</c:v>
                </c:pt>
                <c:pt idx="157">
                  <c:v>1829.0346</c:v>
                </c:pt>
                <c:pt idx="158">
                  <c:v>1755.5678</c:v>
                </c:pt>
                <c:pt idx="159">
                  <c:v>1824.165</c:v>
                </c:pt>
                <c:pt idx="160">
                  <c:v>217.35659999999999</c:v>
                </c:pt>
                <c:pt idx="161">
                  <c:v>137.87090000000001</c:v>
                </c:pt>
                <c:pt idx="162">
                  <c:v>173.27850000000001</c:v>
                </c:pt>
                <c:pt idx="163">
                  <c:v>406.57100000000003</c:v>
                </c:pt>
                <c:pt idx="164">
                  <c:v>1327.1925000000001</c:v>
                </c:pt>
                <c:pt idx="165">
                  <c:v>1724.0782999999999</c:v>
                </c:pt>
                <c:pt idx="166">
                  <c:v>1859.7718</c:v>
                </c:pt>
                <c:pt idx="167">
                  <c:v>1747.8081999999999</c:v>
                </c:pt>
                <c:pt idx="168">
                  <c:v>1912.7777000000001</c:v>
                </c:pt>
                <c:pt idx="169">
                  <c:v>1963.8246999999999</c:v>
                </c:pt>
                <c:pt idx="170">
                  <c:v>1834.3717999999999</c:v>
                </c:pt>
                <c:pt idx="171">
                  <c:v>1952.6287</c:v>
                </c:pt>
                <c:pt idx="172">
                  <c:v>1886.14</c:v>
                </c:pt>
                <c:pt idx="173">
                  <c:v>1827.6204</c:v>
                </c:pt>
                <c:pt idx="174">
                  <c:v>1884.6860999999999</c:v>
                </c:pt>
                <c:pt idx="175">
                  <c:v>1522.6921</c:v>
                </c:pt>
                <c:pt idx="176">
                  <c:v>1841.1380999999999</c:v>
                </c:pt>
                <c:pt idx="177">
                  <c:v>1705.7547999999999</c:v>
                </c:pt>
                <c:pt idx="178">
                  <c:v>1890.3007</c:v>
                </c:pt>
                <c:pt idx="179">
                  <c:v>1842.9547</c:v>
                </c:pt>
                <c:pt idx="180">
                  <c:v>1789.4003</c:v>
                </c:pt>
                <c:pt idx="181">
                  <c:v>1738.1445000000001</c:v>
                </c:pt>
                <c:pt idx="182">
                  <c:v>1758.8914</c:v>
                </c:pt>
                <c:pt idx="183">
                  <c:v>1753.6394</c:v>
                </c:pt>
                <c:pt idx="184">
                  <c:v>1761.2744</c:v>
                </c:pt>
                <c:pt idx="185">
                  <c:v>1836.0550000000001</c:v>
                </c:pt>
                <c:pt idx="186">
                  <c:v>1760.0409</c:v>
                </c:pt>
                <c:pt idx="187">
                  <c:v>1706.4866999999999</c:v>
                </c:pt>
                <c:pt idx="188">
                  <c:v>1844.7275999999999</c:v>
                </c:pt>
                <c:pt idx="189">
                  <c:v>1844.2908</c:v>
                </c:pt>
                <c:pt idx="190">
                  <c:v>1777.4664</c:v>
                </c:pt>
                <c:pt idx="191">
                  <c:v>1824.8325</c:v>
                </c:pt>
                <c:pt idx="192">
                  <c:v>1780.0998999999999</c:v>
                </c:pt>
                <c:pt idx="193">
                  <c:v>1748.6147000000001</c:v>
                </c:pt>
                <c:pt idx="194">
                  <c:v>1922.5717999999999</c:v>
                </c:pt>
                <c:pt idx="195">
                  <c:v>1883.4250999999999</c:v>
                </c:pt>
                <c:pt idx="196">
                  <c:v>1791.8553999999999</c:v>
                </c:pt>
                <c:pt idx="197">
                  <c:v>1919.4556</c:v>
                </c:pt>
                <c:pt idx="198">
                  <c:v>1661.1138000000001</c:v>
                </c:pt>
                <c:pt idx="199">
                  <c:v>1667.2988</c:v>
                </c:pt>
                <c:pt idx="200">
                  <c:v>1726.4675</c:v>
                </c:pt>
                <c:pt idx="201">
                  <c:v>1784.1262999999999</c:v>
                </c:pt>
                <c:pt idx="202">
                  <c:v>1873.1123</c:v>
                </c:pt>
                <c:pt idx="203">
                  <c:v>1709.7714000000001</c:v>
                </c:pt>
                <c:pt idx="204">
                  <c:v>1973.7958000000001</c:v>
                </c:pt>
                <c:pt idx="205">
                  <c:v>1775.1704999999999</c:v>
                </c:pt>
                <c:pt idx="206">
                  <c:v>1730.2018</c:v>
                </c:pt>
                <c:pt idx="207">
                  <c:v>1755.7444</c:v>
                </c:pt>
                <c:pt idx="208">
                  <c:v>1848.5563</c:v>
                </c:pt>
                <c:pt idx="209">
                  <c:v>1769.9857</c:v>
                </c:pt>
                <c:pt idx="210">
                  <c:v>1862.6767</c:v>
                </c:pt>
                <c:pt idx="211">
                  <c:v>1908.3223</c:v>
                </c:pt>
                <c:pt idx="212">
                  <c:v>1795.1715999999999</c:v>
                </c:pt>
                <c:pt idx="213">
                  <c:v>1819.8051</c:v>
                </c:pt>
                <c:pt idx="214">
                  <c:v>1696.0064</c:v>
                </c:pt>
                <c:pt idx="215">
                  <c:v>1687.5603000000001</c:v>
                </c:pt>
                <c:pt idx="216">
                  <c:v>1725.6285</c:v>
                </c:pt>
                <c:pt idx="217">
                  <c:v>1912.3665000000001</c:v>
                </c:pt>
                <c:pt idx="218">
                  <c:v>1827.6741</c:v>
                </c:pt>
                <c:pt idx="219">
                  <c:v>1667.0051000000001</c:v>
                </c:pt>
                <c:pt idx="220">
                  <c:v>1751.8924</c:v>
                </c:pt>
                <c:pt idx="221">
                  <c:v>1718.5777</c:v>
                </c:pt>
                <c:pt idx="222">
                  <c:v>1735.5659000000001</c:v>
                </c:pt>
                <c:pt idx="223">
                  <c:v>1686.2846</c:v>
                </c:pt>
                <c:pt idx="224">
                  <c:v>1966.9052999999999</c:v>
                </c:pt>
                <c:pt idx="225">
                  <c:v>2048.5798</c:v>
                </c:pt>
                <c:pt idx="226">
                  <c:v>1720.2692</c:v>
                </c:pt>
                <c:pt idx="227">
                  <c:v>1814.2405000000001</c:v>
                </c:pt>
                <c:pt idx="228">
                  <c:v>1945.0208</c:v>
                </c:pt>
                <c:pt idx="229">
                  <c:v>1738.691</c:v>
                </c:pt>
                <c:pt idx="230">
                  <c:v>1840.5771999999999</c:v>
                </c:pt>
                <c:pt idx="231">
                  <c:v>1890.42</c:v>
                </c:pt>
                <c:pt idx="232">
                  <c:v>1905.52</c:v>
                </c:pt>
                <c:pt idx="233">
                  <c:v>1658.471</c:v>
                </c:pt>
                <c:pt idx="234">
                  <c:v>1612.4453000000001</c:v>
                </c:pt>
                <c:pt idx="235">
                  <c:v>1691.0108</c:v>
                </c:pt>
                <c:pt idx="236">
                  <c:v>1783.9341999999999</c:v>
                </c:pt>
                <c:pt idx="237">
                  <c:v>1724.1059</c:v>
                </c:pt>
                <c:pt idx="238">
                  <c:v>1764.5241000000001</c:v>
                </c:pt>
                <c:pt idx="239">
                  <c:v>1985.6882000000001</c:v>
                </c:pt>
                <c:pt idx="240">
                  <c:v>1809.7366999999999</c:v>
                </c:pt>
                <c:pt idx="241">
                  <c:v>1733.5347999999999</c:v>
                </c:pt>
                <c:pt idx="242">
                  <c:v>1858.5302999999999</c:v>
                </c:pt>
                <c:pt idx="243">
                  <c:v>1732.8626999999999</c:v>
                </c:pt>
                <c:pt idx="244">
                  <c:v>1843.1941999999999</c:v>
                </c:pt>
                <c:pt idx="245">
                  <c:v>1965.6703</c:v>
                </c:pt>
                <c:pt idx="246">
                  <c:v>2051.6696000000002</c:v>
                </c:pt>
                <c:pt idx="247">
                  <c:v>1828.1048000000001</c:v>
                </c:pt>
                <c:pt idx="248">
                  <c:v>1753.2863</c:v>
                </c:pt>
                <c:pt idx="249">
                  <c:v>1711.5528999999999</c:v>
                </c:pt>
                <c:pt idx="250">
                  <c:v>1764.4082000000001</c:v>
                </c:pt>
                <c:pt idx="251">
                  <c:v>1747.5003999999999</c:v>
                </c:pt>
                <c:pt idx="252">
                  <c:v>1731.1954000000001</c:v>
                </c:pt>
                <c:pt idx="253">
                  <c:v>1764.0744</c:v>
                </c:pt>
                <c:pt idx="254">
                  <c:v>1613.2409</c:v>
                </c:pt>
                <c:pt idx="255">
                  <c:v>1571.9686999999999</c:v>
                </c:pt>
                <c:pt idx="256">
                  <c:v>1722.2319</c:v>
                </c:pt>
                <c:pt idx="257">
                  <c:v>1674.8331000000001</c:v>
                </c:pt>
                <c:pt idx="258">
                  <c:v>1774.1778999999999</c:v>
                </c:pt>
                <c:pt idx="259">
                  <c:v>1790.1614999999999</c:v>
                </c:pt>
                <c:pt idx="260">
                  <c:v>1812.6108999999999</c:v>
                </c:pt>
                <c:pt idx="261">
                  <c:v>1738.0266999999999</c:v>
                </c:pt>
                <c:pt idx="262">
                  <c:v>1723.1854000000001</c:v>
                </c:pt>
                <c:pt idx="263">
                  <c:v>1569.9639999999999</c:v>
                </c:pt>
                <c:pt idx="264">
                  <c:v>1725.7177999999999</c:v>
                </c:pt>
                <c:pt idx="265">
                  <c:v>1825.2284</c:v>
                </c:pt>
                <c:pt idx="266">
                  <c:v>1697.8779</c:v>
                </c:pt>
                <c:pt idx="267">
                  <c:v>1785.5064</c:v>
                </c:pt>
                <c:pt idx="268">
                  <c:v>1732.6229000000001</c:v>
                </c:pt>
                <c:pt idx="269">
                  <c:v>1795.0637999999999</c:v>
                </c:pt>
                <c:pt idx="270">
                  <c:v>1800.3905</c:v>
                </c:pt>
                <c:pt idx="271">
                  <c:v>1763.5195000000001</c:v>
                </c:pt>
                <c:pt idx="272">
                  <c:v>1745.9102</c:v>
                </c:pt>
                <c:pt idx="273">
                  <c:v>1791.2293</c:v>
                </c:pt>
                <c:pt idx="274">
                  <c:v>1851.0304000000001</c:v>
                </c:pt>
                <c:pt idx="275">
                  <c:v>1662.7530999999999</c:v>
                </c:pt>
                <c:pt idx="276">
                  <c:v>1723.0059000000001</c:v>
                </c:pt>
                <c:pt idx="277">
                  <c:v>1724.729</c:v>
                </c:pt>
                <c:pt idx="278">
                  <c:v>1741.521</c:v>
                </c:pt>
                <c:pt idx="279">
                  <c:v>1743.0749000000001</c:v>
                </c:pt>
                <c:pt idx="280">
                  <c:v>1755.7357</c:v>
                </c:pt>
                <c:pt idx="281">
                  <c:v>1811.5359000000001</c:v>
                </c:pt>
                <c:pt idx="282">
                  <c:v>1723.2542000000001</c:v>
                </c:pt>
                <c:pt idx="283">
                  <c:v>1735.0573999999999</c:v>
                </c:pt>
                <c:pt idx="284">
                  <c:v>1833.6505999999999</c:v>
                </c:pt>
                <c:pt idx="285">
                  <c:v>1750.1159</c:v>
                </c:pt>
                <c:pt idx="286">
                  <c:v>1900.2704000000001</c:v>
                </c:pt>
                <c:pt idx="287">
                  <c:v>1851.1196</c:v>
                </c:pt>
                <c:pt idx="288">
                  <c:v>1976.7734</c:v>
                </c:pt>
                <c:pt idx="289">
                  <c:v>1734.3028999999999</c:v>
                </c:pt>
                <c:pt idx="290">
                  <c:v>1784.4712</c:v>
                </c:pt>
                <c:pt idx="291">
                  <c:v>1882.3254999999999</c:v>
                </c:pt>
                <c:pt idx="292">
                  <c:v>1789.7598</c:v>
                </c:pt>
                <c:pt idx="293">
                  <c:v>1888.5585000000001</c:v>
                </c:pt>
                <c:pt idx="294">
                  <c:v>1877.1855</c:v>
                </c:pt>
                <c:pt idx="295">
                  <c:v>1867.3704</c:v>
                </c:pt>
                <c:pt idx="296">
                  <c:v>1899.4846</c:v>
                </c:pt>
                <c:pt idx="297">
                  <c:v>1984.117</c:v>
                </c:pt>
                <c:pt idx="298">
                  <c:v>1967.6161999999999</c:v>
                </c:pt>
                <c:pt idx="299">
                  <c:v>1911.0349000000001</c:v>
                </c:pt>
                <c:pt idx="300">
                  <c:v>1853.5832</c:v>
                </c:pt>
                <c:pt idx="301">
                  <c:v>1954.1677999999999</c:v>
                </c:pt>
                <c:pt idx="302">
                  <c:v>1972.5733</c:v>
                </c:pt>
                <c:pt idx="303">
                  <c:v>1678.2735</c:v>
                </c:pt>
                <c:pt idx="304">
                  <c:v>1806.9493</c:v>
                </c:pt>
                <c:pt idx="305">
                  <c:v>1793.6564000000001</c:v>
                </c:pt>
                <c:pt idx="306">
                  <c:v>1921.6859999999999</c:v>
                </c:pt>
                <c:pt idx="307">
                  <c:v>1857.2131999999999</c:v>
                </c:pt>
                <c:pt idx="308">
                  <c:v>1908.0794000000001</c:v>
                </c:pt>
                <c:pt idx="309">
                  <c:v>1946.1575</c:v>
                </c:pt>
                <c:pt idx="310">
                  <c:v>1805.6217999999999</c:v>
                </c:pt>
                <c:pt idx="311">
                  <c:v>1817.4544000000001</c:v>
                </c:pt>
                <c:pt idx="312">
                  <c:v>1795.8622</c:v>
                </c:pt>
                <c:pt idx="313">
                  <c:v>1790.7986000000001</c:v>
                </c:pt>
                <c:pt idx="314">
                  <c:v>2052.3937000000001</c:v>
                </c:pt>
                <c:pt idx="315">
                  <c:v>1885.3661999999999</c:v>
                </c:pt>
                <c:pt idx="316">
                  <c:v>1939.8653999999999</c:v>
                </c:pt>
                <c:pt idx="317">
                  <c:v>1785.1406999999999</c:v>
                </c:pt>
                <c:pt idx="318">
                  <c:v>1721.8222000000001</c:v>
                </c:pt>
                <c:pt idx="319">
                  <c:v>1739.5871999999999</c:v>
                </c:pt>
                <c:pt idx="320">
                  <c:v>1740.749</c:v>
                </c:pt>
                <c:pt idx="321">
                  <c:v>1793.7936</c:v>
                </c:pt>
                <c:pt idx="322">
                  <c:v>1909.5554999999999</c:v>
                </c:pt>
                <c:pt idx="323">
                  <c:v>1981.8397</c:v>
                </c:pt>
                <c:pt idx="324">
                  <c:v>1785.2692</c:v>
                </c:pt>
                <c:pt idx="325">
                  <c:v>1830.5934999999999</c:v>
                </c:pt>
                <c:pt idx="326">
                  <c:v>1834.4676999999999</c:v>
                </c:pt>
                <c:pt idx="327">
                  <c:v>1907.6455000000001</c:v>
                </c:pt>
                <c:pt idx="328">
                  <c:v>1965.664</c:v>
                </c:pt>
                <c:pt idx="329">
                  <c:v>2001.7066</c:v>
                </c:pt>
                <c:pt idx="330">
                  <c:v>1974.6516999999999</c:v>
                </c:pt>
                <c:pt idx="331">
                  <c:v>1965.6437000000001</c:v>
                </c:pt>
                <c:pt idx="332">
                  <c:v>1788.6759</c:v>
                </c:pt>
                <c:pt idx="333">
                  <c:v>1607.5101</c:v>
                </c:pt>
                <c:pt idx="334">
                  <c:v>1792.2226000000001</c:v>
                </c:pt>
                <c:pt idx="335">
                  <c:v>1782.1771000000001</c:v>
                </c:pt>
                <c:pt idx="336">
                  <c:v>1801.2326</c:v>
                </c:pt>
                <c:pt idx="337">
                  <c:v>1704.3876</c:v>
                </c:pt>
                <c:pt idx="338">
                  <c:v>1732.4302</c:v>
                </c:pt>
                <c:pt idx="339">
                  <c:v>1731.6591000000001</c:v>
                </c:pt>
                <c:pt idx="340">
                  <c:v>1671.6548</c:v>
                </c:pt>
                <c:pt idx="341">
                  <c:v>1761.0554</c:v>
                </c:pt>
                <c:pt idx="342">
                  <c:v>1734.7027</c:v>
                </c:pt>
                <c:pt idx="343">
                  <c:v>1742.7478000000001</c:v>
                </c:pt>
                <c:pt idx="344">
                  <c:v>1963.4917</c:v>
                </c:pt>
                <c:pt idx="345">
                  <c:v>1649.3215</c:v>
                </c:pt>
                <c:pt idx="346">
                  <c:v>1834.9156</c:v>
                </c:pt>
                <c:pt idx="347">
                  <c:v>1623.4580000000001</c:v>
                </c:pt>
                <c:pt idx="348">
                  <c:v>1622.9001000000001</c:v>
                </c:pt>
                <c:pt idx="349">
                  <c:v>1664.6793</c:v>
                </c:pt>
                <c:pt idx="350">
                  <c:v>1342.8202000000001</c:v>
                </c:pt>
                <c:pt idx="351">
                  <c:v>1794.5596</c:v>
                </c:pt>
                <c:pt idx="352">
                  <c:v>1664.4336000000001</c:v>
                </c:pt>
                <c:pt idx="353">
                  <c:v>1636.6197</c:v>
                </c:pt>
                <c:pt idx="354">
                  <c:v>1683.4556</c:v>
                </c:pt>
                <c:pt idx="355">
                  <c:v>1695.5934999999999</c:v>
                </c:pt>
                <c:pt idx="356">
                  <c:v>1771.3587</c:v>
                </c:pt>
                <c:pt idx="357">
                  <c:v>1650.1531</c:v>
                </c:pt>
                <c:pt idx="358">
                  <c:v>1922.1603</c:v>
                </c:pt>
                <c:pt idx="359">
                  <c:v>1676.7832000000001</c:v>
                </c:pt>
                <c:pt idx="360">
                  <c:v>1628.0830000000001</c:v>
                </c:pt>
                <c:pt idx="361">
                  <c:v>1489.0644</c:v>
                </c:pt>
                <c:pt idx="362">
                  <c:v>1660.3967</c:v>
                </c:pt>
                <c:pt idx="363">
                  <c:v>1738.2692999999999</c:v>
                </c:pt>
                <c:pt idx="364">
                  <c:v>1754.7166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A936-4D26-9E10-287659F92F38}"/>
            </c:ext>
          </c:extLst>
        </c:ser>
        <c:ser>
          <c:idx val="4"/>
          <c:order val="4"/>
          <c:tx>
            <c:strRef>
              <c:f>'4G Data'!$F$1</c:f>
              <c:strCache>
                <c:ptCount val="1"/>
                <c:pt idx="0">
                  <c:v>Vavuniya</c:v>
                </c:pt>
              </c:strCache>
            </c:strRef>
          </c:tx>
          <c:spPr>
            <a:ln w="28575" cap="rnd">
              <a:solidFill>
                <a:schemeClr val="accent5"/>
              </a:solidFill>
              <a:round/>
            </a:ln>
            <a:effectLst/>
          </c:spPr>
          <c:marker>
            <c:symbol val="none"/>
          </c:marker>
          <c:cat>
            <c:numRef>
              <c:f>'4G Data'!$A$2:$A$366</c:f>
              <c:numCache>
                <c:formatCode>m/d/yyyy</c:formatCode>
                <c:ptCount val="365"/>
                <c:pt idx="0">
                  <c:v>45829</c:v>
                </c:pt>
                <c:pt idx="1">
                  <c:v>45830</c:v>
                </c:pt>
                <c:pt idx="2">
                  <c:v>45831</c:v>
                </c:pt>
                <c:pt idx="3">
                  <c:v>45832</c:v>
                </c:pt>
                <c:pt idx="4">
                  <c:v>45833</c:v>
                </c:pt>
                <c:pt idx="5">
                  <c:v>45834</c:v>
                </c:pt>
                <c:pt idx="6">
                  <c:v>45835</c:v>
                </c:pt>
                <c:pt idx="7">
                  <c:v>45836</c:v>
                </c:pt>
                <c:pt idx="8">
                  <c:v>45837</c:v>
                </c:pt>
                <c:pt idx="9">
                  <c:v>45838</c:v>
                </c:pt>
                <c:pt idx="10">
                  <c:v>45839</c:v>
                </c:pt>
                <c:pt idx="11">
                  <c:v>45840</c:v>
                </c:pt>
                <c:pt idx="12">
                  <c:v>45841</c:v>
                </c:pt>
                <c:pt idx="13">
                  <c:v>45842</c:v>
                </c:pt>
                <c:pt idx="14">
                  <c:v>45843</c:v>
                </c:pt>
                <c:pt idx="15">
                  <c:v>45844</c:v>
                </c:pt>
                <c:pt idx="16">
                  <c:v>45845</c:v>
                </c:pt>
                <c:pt idx="17">
                  <c:v>45846</c:v>
                </c:pt>
                <c:pt idx="18">
                  <c:v>45847</c:v>
                </c:pt>
                <c:pt idx="19">
                  <c:v>45848</c:v>
                </c:pt>
                <c:pt idx="20">
                  <c:v>45849</c:v>
                </c:pt>
                <c:pt idx="21">
                  <c:v>45850</c:v>
                </c:pt>
                <c:pt idx="22">
                  <c:v>45851</c:v>
                </c:pt>
                <c:pt idx="23">
                  <c:v>45852</c:v>
                </c:pt>
                <c:pt idx="24">
                  <c:v>45853</c:v>
                </c:pt>
                <c:pt idx="25">
                  <c:v>45854</c:v>
                </c:pt>
                <c:pt idx="26">
                  <c:v>45855</c:v>
                </c:pt>
                <c:pt idx="27">
                  <c:v>45856</c:v>
                </c:pt>
                <c:pt idx="28">
                  <c:v>45857</c:v>
                </c:pt>
                <c:pt idx="29">
                  <c:v>45858</c:v>
                </c:pt>
                <c:pt idx="30">
                  <c:v>45859</c:v>
                </c:pt>
                <c:pt idx="31">
                  <c:v>45860</c:v>
                </c:pt>
                <c:pt idx="32">
                  <c:v>45861</c:v>
                </c:pt>
                <c:pt idx="33">
                  <c:v>45862</c:v>
                </c:pt>
                <c:pt idx="34">
                  <c:v>45863</c:v>
                </c:pt>
                <c:pt idx="35">
                  <c:v>45864</c:v>
                </c:pt>
                <c:pt idx="36">
                  <c:v>45865</c:v>
                </c:pt>
                <c:pt idx="37">
                  <c:v>45866</c:v>
                </c:pt>
                <c:pt idx="38">
                  <c:v>45867</c:v>
                </c:pt>
                <c:pt idx="39">
                  <c:v>45868</c:v>
                </c:pt>
                <c:pt idx="40">
                  <c:v>45869</c:v>
                </c:pt>
                <c:pt idx="41">
                  <c:v>45870</c:v>
                </c:pt>
                <c:pt idx="42">
                  <c:v>45871</c:v>
                </c:pt>
                <c:pt idx="43">
                  <c:v>45872</c:v>
                </c:pt>
                <c:pt idx="44">
                  <c:v>45873</c:v>
                </c:pt>
                <c:pt idx="45">
                  <c:v>45874</c:v>
                </c:pt>
                <c:pt idx="46">
                  <c:v>45875</c:v>
                </c:pt>
                <c:pt idx="47">
                  <c:v>45876</c:v>
                </c:pt>
                <c:pt idx="48">
                  <c:v>45877</c:v>
                </c:pt>
                <c:pt idx="49">
                  <c:v>45878</c:v>
                </c:pt>
                <c:pt idx="50">
                  <c:v>45879</c:v>
                </c:pt>
                <c:pt idx="51">
                  <c:v>45880</c:v>
                </c:pt>
                <c:pt idx="52">
                  <c:v>45881</c:v>
                </c:pt>
                <c:pt idx="53">
                  <c:v>45882</c:v>
                </c:pt>
                <c:pt idx="54">
                  <c:v>45883</c:v>
                </c:pt>
                <c:pt idx="55">
                  <c:v>45884</c:v>
                </c:pt>
                <c:pt idx="56">
                  <c:v>45885</c:v>
                </c:pt>
                <c:pt idx="57">
                  <c:v>45886</c:v>
                </c:pt>
                <c:pt idx="58">
                  <c:v>45887</c:v>
                </c:pt>
                <c:pt idx="59">
                  <c:v>45888</c:v>
                </c:pt>
                <c:pt idx="60">
                  <c:v>45889</c:v>
                </c:pt>
                <c:pt idx="61">
                  <c:v>45890</c:v>
                </c:pt>
                <c:pt idx="62">
                  <c:v>45891</c:v>
                </c:pt>
                <c:pt idx="63">
                  <c:v>45892</c:v>
                </c:pt>
                <c:pt idx="64">
                  <c:v>45893</c:v>
                </c:pt>
                <c:pt idx="65">
                  <c:v>45894</c:v>
                </c:pt>
                <c:pt idx="66">
                  <c:v>45895</c:v>
                </c:pt>
                <c:pt idx="67">
                  <c:v>45896</c:v>
                </c:pt>
                <c:pt idx="68">
                  <c:v>45897</c:v>
                </c:pt>
                <c:pt idx="69">
                  <c:v>45898</c:v>
                </c:pt>
                <c:pt idx="70">
                  <c:v>45899</c:v>
                </c:pt>
                <c:pt idx="71">
                  <c:v>45900</c:v>
                </c:pt>
                <c:pt idx="72">
                  <c:v>45901</c:v>
                </c:pt>
                <c:pt idx="73">
                  <c:v>45902</c:v>
                </c:pt>
                <c:pt idx="74">
                  <c:v>45903</c:v>
                </c:pt>
                <c:pt idx="75">
                  <c:v>45904</c:v>
                </c:pt>
                <c:pt idx="76">
                  <c:v>45905</c:v>
                </c:pt>
                <c:pt idx="77">
                  <c:v>45906</c:v>
                </c:pt>
                <c:pt idx="78">
                  <c:v>45907</c:v>
                </c:pt>
                <c:pt idx="79">
                  <c:v>45908</c:v>
                </c:pt>
                <c:pt idx="80">
                  <c:v>45909</c:v>
                </c:pt>
                <c:pt idx="81">
                  <c:v>45910</c:v>
                </c:pt>
                <c:pt idx="82">
                  <c:v>45911</c:v>
                </c:pt>
                <c:pt idx="83">
                  <c:v>45912</c:v>
                </c:pt>
                <c:pt idx="84">
                  <c:v>45913</c:v>
                </c:pt>
                <c:pt idx="85">
                  <c:v>45914</c:v>
                </c:pt>
                <c:pt idx="86">
                  <c:v>45915</c:v>
                </c:pt>
                <c:pt idx="87">
                  <c:v>45916</c:v>
                </c:pt>
                <c:pt idx="88">
                  <c:v>45917</c:v>
                </c:pt>
                <c:pt idx="89">
                  <c:v>45918</c:v>
                </c:pt>
                <c:pt idx="90">
                  <c:v>45919</c:v>
                </c:pt>
                <c:pt idx="91">
                  <c:v>45920</c:v>
                </c:pt>
                <c:pt idx="92">
                  <c:v>45921</c:v>
                </c:pt>
                <c:pt idx="93">
                  <c:v>45922</c:v>
                </c:pt>
                <c:pt idx="94">
                  <c:v>45923</c:v>
                </c:pt>
                <c:pt idx="95">
                  <c:v>45924</c:v>
                </c:pt>
                <c:pt idx="96">
                  <c:v>45925</c:v>
                </c:pt>
                <c:pt idx="97">
                  <c:v>45926</c:v>
                </c:pt>
                <c:pt idx="98">
                  <c:v>45927</c:v>
                </c:pt>
                <c:pt idx="99">
                  <c:v>45928</c:v>
                </c:pt>
                <c:pt idx="100">
                  <c:v>45929</c:v>
                </c:pt>
                <c:pt idx="101">
                  <c:v>45930</c:v>
                </c:pt>
                <c:pt idx="102">
                  <c:v>45931</c:v>
                </c:pt>
                <c:pt idx="103">
                  <c:v>45932</c:v>
                </c:pt>
                <c:pt idx="104">
                  <c:v>45933</c:v>
                </c:pt>
                <c:pt idx="105">
                  <c:v>45934</c:v>
                </c:pt>
                <c:pt idx="106">
                  <c:v>45935</c:v>
                </c:pt>
                <c:pt idx="107">
                  <c:v>45936</c:v>
                </c:pt>
                <c:pt idx="108">
                  <c:v>45937</c:v>
                </c:pt>
                <c:pt idx="109">
                  <c:v>45938</c:v>
                </c:pt>
                <c:pt idx="110">
                  <c:v>45939</c:v>
                </c:pt>
                <c:pt idx="111">
                  <c:v>45940</c:v>
                </c:pt>
                <c:pt idx="112">
                  <c:v>45941</c:v>
                </c:pt>
                <c:pt idx="113">
                  <c:v>45942</c:v>
                </c:pt>
                <c:pt idx="114">
                  <c:v>45943</c:v>
                </c:pt>
                <c:pt idx="115">
                  <c:v>45944</c:v>
                </c:pt>
                <c:pt idx="116">
                  <c:v>45945</c:v>
                </c:pt>
                <c:pt idx="117">
                  <c:v>45946</c:v>
                </c:pt>
                <c:pt idx="118">
                  <c:v>45947</c:v>
                </c:pt>
                <c:pt idx="119">
                  <c:v>45948</c:v>
                </c:pt>
                <c:pt idx="120">
                  <c:v>45949</c:v>
                </c:pt>
                <c:pt idx="121">
                  <c:v>45950</c:v>
                </c:pt>
                <c:pt idx="122">
                  <c:v>45951</c:v>
                </c:pt>
                <c:pt idx="123">
                  <c:v>45952</c:v>
                </c:pt>
                <c:pt idx="124">
                  <c:v>45953</c:v>
                </c:pt>
                <c:pt idx="125">
                  <c:v>45954</c:v>
                </c:pt>
                <c:pt idx="126">
                  <c:v>45955</c:v>
                </c:pt>
                <c:pt idx="127">
                  <c:v>45956</c:v>
                </c:pt>
                <c:pt idx="128">
                  <c:v>45957</c:v>
                </c:pt>
                <c:pt idx="129">
                  <c:v>45958</c:v>
                </c:pt>
                <c:pt idx="130">
                  <c:v>45959</c:v>
                </c:pt>
                <c:pt idx="131">
                  <c:v>45960</c:v>
                </c:pt>
                <c:pt idx="132">
                  <c:v>45961</c:v>
                </c:pt>
                <c:pt idx="133">
                  <c:v>45962</c:v>
                </c:pt>
                <c:pt idx="134">
                  <c:v>45963</c:v>
                </c:pt>
                <c:pt idx="135">
                  <c:v>45964</c:v>
                </c:pt>
                <c:pt idx="136">
                  <c:v>45965</c:v>
                </c:pt>
                <c:pt idx="137">
                  <c:v>45966</c:v>
                </c:pt>
                <c:pt idx="138">
                  <c:v>45967</c:v>
                </c:pt>
                <c:pt idx="139">
                  <c:v>45968</c:v>
                </c:pt>
                <c:pt idx="140">
                  <c:v>45969</c:v>
                </c:pt>
                <c:pt idx="141">
                  <c:v>45970</c:v>
                </c:pt>
                <c:pt idx="142">
                  <c:v>45971</c:v>
                </c:pt>
                <c:pt idx="143">
                  <c:v>45972</c:v>
                </c:pt>
                <c:pt idx="144">
                  <c:v>45973</c:v>
                </c:pt>
                <c:pt idx="145">
                  <c:v>45974</c:v>
                </c:pt>
                <c:pt idx="146">
                  <c:v>45975</c:v>
                </c:pt>
                <c:pt idx="147">
                  <c:v>45976</c:v>
                </c:pt>
                <c:pt idx="148">
                  <c:v>45977</c:v>
                </c:pt>
                <c:pt idx="149">
                  <c:v>45978</c:v>
                </c:pt>
                <c:pt idx="150">
                  <c:v>45979</c:v>
                </c:pt>
                <c:pt idx="151">
                  <c:v>45980</c:v>
                </c:pt>
                <c:pt idx="152">
                  <c:v>45981</c:v>
                </c:pt>
                <c:pt idx="153">
                  <c:v>45982</c:v>
                </c:pt>
                <c:pt idx="154">
                  <c:v>45983</c:v>
                </c:pt>
                <c:pt idx="155">
                  <c:v>45984</c:v>
                </c:pt>
                <c:pt idx="156">
                  <c:v>45985</c:v>
                </c:pt>
                <c:pt idx="157">
                  <c:v>45986</c:v>
                </c:pt>
                <c:pt idx="158">
                  <c:v>45987</c:v>
                </c:pt>
                <c:pt idx="159">
                  <c:v>45988</c:v>
                </c:pt>
                <c:pt idx="160">
                  <c:v>45989</c:v>
                </c:pt>
                <c:pt idx="161">
                  <c:v>45990</c:v>
                </c:pt>
                <c:pt idx="162">
                  <c:v>45991</c:v>
                </c:pt>
                <c:pt idx="163">
                  <c:v>45992</c:v>
                </c:pt>
                <c:pt idx="164">
                  <c:v>45993</c:v>
                </c:pt>
                <c:pt idx="165">
                  <c:v>45994</c:v>
                </c:pt>
                <c:pt idx="166">
                  <c:v>45995</c:v>
                </c:pt>
                <c:pt idx="167">
                  <c:v>45996</c:v>
                </c:pt>
                <c:pt idx="168">
                  <c:v>45997</c:v>
                </c:pt>
                <c:pt idx="169">
                  <c:v>45998</c:v>
                </c:pt>
                <c:pt idx="170">
                  <c:v>45999</c:v>
                </c:pt>
                <c:pt idx="171">
                  <c:v>46000</c:v>
                </c:pt>
                <c:pt idx="172">
                  <c:v>46001</c:v>
                </c:pt>
                <c:pt idx="173">
                  <c:v>46002</c:v>
                </c:pt>
                <c:pt idx="174">
                  <c:v>46003</c:v>
                </c:pt>
                <c:pt idx="175">
                  <c:v>46004</c:v>
                </c:pt>
                <c:pt idx="176">
                  <c:v>46005</c:v>
                </c:pt>
                <c:pt idx="177">
                  <c:v>46006</c:v>
                </c:pt>
                <c:pt idx="178">
                  <c:v>46007</c:v>
                </c:pt>
                <c:pt idx="179">
                  <c:v>46008</c:v>
                </c:pt>
                <c:pt idx="180">
                  <c:v>46009</c:v>
                </c:pt>
                <c:pt idx="181">
                  <c:v>46010</c:v>
                </c:pt>
                <c:pt idx="182">
                  <c:v>46011</c:v>
                </c:pt>
                <c:pt idx="183">
                  <c:v>46012</c:v>
                </c:pt>
                <c:pt idx="184">
                  <c:v>46013</c:v>
                </c:pt>
                <c:pt idx="185">
                  <c:v>46014</c:v>
                </c:pt>
                <c:pt idx="186">
                  <c:v>46015</c:v>
                </c:pt>
                <c:pt idx="187">
                  <c:v>46016</c:v>
                </c:pt>
                <c:pt idx="188">
                  <c:v>46017</c:v>
                </c:pt>
                <c:pt idx="189">
                  <c:v>46018</c:v>
                </c:pt>
                <c:pt idx="190">
                  <c:v>46019</c:v>
                </c:pt>
                <c:pt idx="191">
                  <c:v>46020</c:v>
                </c:pt>
                <c:pt idx="192">
                  <c:v>46021</c:v>
                </c:pt>
                <c:pt idx="193">
                  <c:v>46022</c:v>
                </c:pt>
                <c:pt idx="194">
                  <c:v>46023</c:v>
                </c:pt>
                <c:pt idx="195">
                  <c:v>46024</c:v>
                </c:pt>
                <c:pt idx="196">
                  <c:v>46025</c:v>
                </c:pt>
                <c:pt idx="197">
                  <c:v>46026</c:v>
                </c:pt>
                <c:pt idx="198">
                  <c:v>46027</c:v>
                </c:pt>
                <c:pt idx="199">
                  <c:v>46028</c:v>
                </c:pt>
                <c:pt idx="200">
                  <c:v>46029</c:v>
                </c:pt>
                <c:pt idx="201">
                  <c:v>46030</c:v>
                </c:pt>
                <c:pt idx="202">
                  <c:v>46031</c:v>
                </c:pt>
                <c:pt idx="203">
                  <c:v>46032</c:v>
                </c:pt>
                <c:pt idx="204">
                  <c:v>46033</c:v>
                </c:pt>
                <c:pt idx="205">
                  <c:v>46034</c:v>
                </c:pt>
                <c:pt idx="206">
                  <c:v>46035</c:v>
                </c:pt>
                <c:pt idx="207">
                  <c:v>46036</c:v>
                </c:pt>
                <c:pt idx="208">
                  <c:v>46037</c:v>
                </c:pt>
                <c:pt idx="209">
                  <c:v>46038</c:v>
                </c:pt>
                <c:pt idx="210">
                  <c:v>46039</c:v>
                </c:pt>
                <c:pt idx="211">
                  <c:v>46040</c:v>
                </c:pt>
                <c:pt idx="212">
                  <c:v>46041</c:v>
                </c:pt>
                <c:pt idx="213">
                  <c:v>46042</c:v>
                </c:pt>
                <c:pt idx="214">
                  <c:v>46043</c:v>
                </c:pt>
                <c:pt idx="215">
                  <c:v>46044</c:v>
                </c:pt>
                <c:pt idx="216">
                  <c:v>46045</c:v>
                </c:pt>
                <c:pt idx="217">
                  <c:v>46046</c:v>
                </c:pt>
                <c:pt idx="218">
                  <c:v>46047</c:v>
                </c:pt>
                <c:pt idx="219">
                  <c:v>46048</c:v>
                </c:pt>
                <c:pt idx="220">
                  <c:v>46049</c:v>
                </c:pt>
                <c:pt idx="221">
                  <c:v>46050</c:v>
                </c:pt>
                <c:pt idx="222">
                  <c:v>46051</c:v>
                </c:pt>
                <c:pt idx="223">
                  <c:v>46052</c:v>
                </c:pt>
                <c:pt idx="224">
                  <c:v>46053</c:v>
                </c:pt>
                <c:pt idx="225">
                  <c:v>46054</c:v>
                </c:pt>
                <c:pt idx="226">
                  <c:v>46055</c:v>
                </c:pt>
                <c:pt idx="227">
                  <c:v>46056</c:v>
                </c:pt>
                <c:pt idx="228">
                  <c:v>46057</c:v>
                </c:pt>
                <c:pt idx="229">
                  <c:v>46058</c:v>
                </c:pt>
                <c:pt idx="230">
                  <c:v>46059</c:v>
                </c:pt>
                <c:pt idx="231">
                  <c:v>46060</c:v>
                </c:pt>
                <c:pt idx="232">
                  <c:v>46061</c:v>
                </c:pt>
                <c:pt idx="233">
                  <c:v>46062</c:v>
                </c:pt>
                <c:pt idx="234">
                  <c:v>46063</c:v>
                </c:pt>
                <c:pt idx="235">
                  <c:v>46064</c:v>
                </c:pt>
                <c:pt idx="236">
                  <c:v>46065</c:v>
                </c:pt>
                <c:pt idx="237">
                  <c:v>46066</c:v>
                </c:pt>
                <c:pt idx="238">
                  <c:v>46067</c:v>
                </c:pt>
                <c:pt idx="239">
                  <c:v>46068</c:v>
                </c:pt>
                <c:pt idx="240">
                  <c:v>46069</c:v>
                </c:pt>
                <c:pt idx="241">
                  <c:v>46070</c:v>
                </c:pt>
                <c:pt idx="242">
                  <c:v>46071</c:v>
                </c:pt>
                <c:pt idx="243">
                  <c:v>46072</c:v>
                </c:pt>
                <c:pt idx="244">
                  <c:v>46073</c:v>
                </c:pt>
                <c:pt idx="245">
                  <c:v>46074</c:v>
                </c:pt>
                <c:pt idx="246">
                  <c:v>46075</c:v>
                </c:pt>
                <c:pt idx="247">
                  <c:v>46076</c:v>
                </c:pt>
                <c:pt idx="248">
                  <c:v>46077</c:v>
                </c:pt>
                <c:pt idx="249">
                  <c:v>46078</c:v>
                </c:pt>
                <c:pt idx="250">
                  <c:v>46079</c:v>
                </c:pt>
                <c:pt idx="251">
                  <c:v>46080</c:v>
                </c:pt>
                <c:pt idx="252">
                  <c:v>46081</c:v>
                </c:pt>
                <c:pt idx="253">
                  <c:v>46082</c:v>
                </c:pt>
                <c:pt idx="254">
                  <c:v>46083</c:v>
                </c:pt>
                <c:pt idx="255">
                  <c:v>46084</c:v>
                </c:pt>
                <c:pt idx="256">
                  <c:v>46085</c:v>
                </c:pt>
                <c:pt idx="257">
                  <c:v>46086</c:v>
                </c:pt>
                <c:pt idx="258">
                  <c:v>46087</c:v>
                </c:pt>
                <c:pt idx="259">
                  <c:v>46088</c:v>
                </c:pt>
                <c:pt idx="260">
                  <c:v>46089</c:v>
                </c:pt>
                <c:pt idx="261">
                  <c:v>46090</c:v>
                </c:pt>
                <c:pt idx="262">
                  <c:v>46091</c:v>
                </c:pt>
                <c:pt idx="263">
                  <c:v>46092</c:v>
                </c:pt>
                <c:pt idx="264">
                  <c:v>46093</c:v>
                </c:pt>
                <c:pt idx="265">
                  <c:v>46094</c:v>
                </c:pt>
                <c:pt idx="266">
                  <c:v>46095</c:v>
                </c:pt>
                <c:pt idx="267">
                  <c:v>46096</c:v>
                </c:pt>
                <c:pt idx="268">
                  <c:v>46097</c:v>
                </c:pt>
                <c:pt idx="269">
                  <c:v>46098</c:v>
                </c:pt>
                <c:pt idx="270">
                  <c:v>46099</c:v>
                </c:pt>
                <c:pt idx="271">
                  <c:v>46100</c:v>
                </c:pt>
                <c:pt idx="272">
                  <c:v>46101</c:v>
                </c:pt>
                <c:pt idx="273">
                  <c:v>46102</c:v>
                </c:pt>
                <c:pt idx="274">
                  <c:v>46103</c:v>
                </c:pt>
                <c:pt idx="275">
                  <c:v>46104</c:v>
                </c:pt>
                <c:pt idx="276">
                  <c:v>46105</c:v>
                </c:pt>
                <c:pt idx="277">
                  <c:v>46106</c:v>
                </c:pt>
                <c:pt idx="278">
                  <c:v>46107</c:v>
                </c:pt>
                <c:pt idx="279">
                  <c:v>46108</c:v>
                </c:pt>
                <c:pt idx="280">
                  <c:v>46109</c:v>
                </c:pt>
                <c:pt idx="281">
                  <c:v>46110</c:v>
                </c:pt>
                <c:pt idx="282">
                  <c:v>46111</c:v>
                </c:pt>
                <c:pt idx="283">
                  <c:v>46112</c:v>
                </c:pt>
                <c:pt idx="284">
                  <c:v>46113</c:v>
                </c:pt>
                <c:pt idx="285">
                  <c:v>46114</c:v>
                </c:pt>
                <c:pt idx="286">
                  <c:v>46115</c:v>
                </c:pt>
                <c:pt idx="287">
                  <c:v>46116</c:v>
                </c:pt>
                <c:pt idx="288">
                  <c:v>46117</c:v>
                </c:pt>
                <c:pt idx="289">
                  <c:v>46118</c:v>
                </c:pt>
                <c:pt idx="290">
                  <c:v>46119</c:v>
                </c:pt>
                <c:pt idx="291">
                  <c:v>46120</c:v>
                </c:pt>
                <c:pt idx="292">
                  <c:v>46121</c:v>
                </c:pt>
                <c:pt idx="293">
                  <c:v>46122</c:v>
                </c:pt>
                <c:pt idx="294">
                  <c:v>46123</c:v>
                </c:pt>
                <c:pt idx="295">
                  <c:v>46124</c:v>
                </c:pt>
                <c:pt idx="296">
                  <c:v>46125</c:v>
                </c:pt>
                <c:pt idx="297">
                  <c:v>46126</c:v>
                </c:pt>
                <c:pt idx="298">
                  <c:v>46127</c:v>
                </c:pt>
                <c:pt idx="299">
                  <c:v>46128</c:v>
                </c:pt>
                <c:pt idx="300">
                  <c:v>46129</c:v>
                </c:pt>
                <c:pt idx="301">
                  <c:v>46130</c:v>
                </c:pt>
                <c:pt idx="302">
                  <c:v>46131</c:v>
                </c:pt>
                <c:pt idx="303">
                  <c:v>46132</c:v>
                </c:pt>
                <c:pt idx="304">
                  <c:v>46133</c:v>
                </c:pt>
                <c:pt idx="305">
                  <c:v>46134</c:v>
                </c:pt>
                <c:pt idx="306">
                  <c:v>46135</c:v>
                </c:pt>
                <c:pt idx="307">
                  <c:v>46136</c:v>
                </c:pt>
                <c:pt idx="308">
                  <c:v>46137</c:v>
                </c:pt>
                <c:pt idx="309">
                  <c:v>46138</c:v>
                </c:pt>
                <c:pt idx="310">
                  <c:v>46139</c:v>
                </c:pt>
                <c:pt idx="311">
                  <c:v>46140</c:v>
                </c:pt>
                <c:pt idx="312">
                  <c:v>46141</c:v>
                </c:pt>
                <c:pt idx="313">
                  <c:v>46142</c:v>
                </c:pt>
                <c:pt idx="314">
                  <c:v>46143</c:v>
                </c:pt>
                <c:pt idx="315">
                  <c:v>46144</c:v>
                </c:pt>
                <c:pt idx="316">
                  <c:v>46145</c:v>
                </c:pt>
                <c:pt idx="317">
                  <c:v>46146</c:v>
                </c:pt>
                <c:pt idx="318">
                  <c:v>46147</c:v>
                </c:pt>
                <c:pt idx="319">
                  <c:v>46148</c:v>
                </c:pt>
                <c:pt idx="320">
                  <c:v>46149</c:v>
                </c:pt>
                <c:pt idx="321">
                  <c:v>46150</c:v>
                </c:pt>
                <c:pt idx="322">
                  <c:v>46151</c:v>
                </c:pt>
                <c:pt idx="323">
                  <c:v>46152</c:v>
                </c:pt>
                <c:pt idx="324">
                  <c:v>46153</c:v>
                </c:pt>
                <c:pt idx="325">
                  <c:v>46154</c:v>
                </c:pt>
                <c:pt idx="326">
                  <c:v>46155</c:v>
                </c:pt>
                <c:pt idx="327">
                  <c:v>46156</c:v>
                </c:pt>
                <c:pt idx="328">
                  <c:v>46157</c:v>
                </c:pt>
                <c:pt idx="329">
                  <c:v>46158</c:v>
                </c:pt>
                <c:pt idx="330">
                  <c:v>46159</c:v>
                </c:pt>
                <c:pt idx="331">
                  <c:v>46160</c:v>
                </c:pt>
                <c:pt idx="332">
                  <c:v>46161</c:v>
                </c:pt>
                <c:pt idx="333">
                  <c:v>46162</c:v>
                </c:pt>
                <c:pt idx="334">
                  <c:v>46163</c:v>
                </c:pt>
                <c:pt idx="335">
                  <c:v>46164</c:v>
                </c:pt>
                <c:pt idx="336">
                  <c:v>46165</c:v>
                </c:pt>
                <c:pt idx="337">
                  <c:v>46166</c:v>
                </c:pt>
                <c:pt idx="338">
                  <c:v>46167</c:v>
                </c:pt>
                <c:pt idx="339">
                  <c:v>46168</c:v>
                </c:pt>
                <c:pt idx="340">
                  <c:v>46169</c:v>
                </c:pt>
                <c:pt idx="341">
                  <c:v>46170</c:v>
                </c:pt>
                <c:pt idx="342">
                  <c:v>46171</c:v>
                </c:pt>
                <c:pt idx="343">
                  <c:v>46172</c:v>
                </c:pt>
                <c:pt idx="344">
                  <c:v>46173</c:v>
                </c:pt>
                <c:pt idx="345">
                  <c:v>46174</c:v>
                </c:pt>
                <c:pt idx="346">
                  <c:v>46175</c:v>
                </c:pt>
                <c:pt idx="347">
                  <c:v>46176</c:v>
                </c:pt>
                <c:pt idx="348">
                  <c:v>46177</c:v>
                </c:pt>
                <c:pt idx="349">
                  <c:v>46178</c:v>
                </c:pt>
                <c:pt idx="350">
                  <c:v>46179</c:v>
                </c:pt>
                <c:pt idx="351">
                  <c:v>46180</c:v>
                </c:pt>
                <c:pt idx="352">
                  <c:v>46181</c:v>
                </c:pt>
                <c:pt idx="353">
                  <c:v>46182</c:v>
                </c:pt>
                <c:pt idx="354">
                  <c:v>46183</c:v>
                </c:pt>
                <c:pt idx="355">
                  <c:v>46184</c:v>
                </c:pt>
                <c:pt idx="356">
                  <c:v>46185</c:v>
                </c:pt>
                <c:pt idx="357">
                  <c:v>46186</c:v>
                </c:pt>
                <c:pt idx="358">
                  <c:v>46187</c:v>
                </c:pt>
                <c:pt idx="359">
                  <c:v>46188</c:v>
                </c:pt>
                <c:pt idx="360">
                  <c:v>46189</c:v>
                </c:pt>
                <c:pt idx="361">
                  <c:v>46190</c:v>
                </c:pt>
                <c:pt idx="362">
                  <c:v>46191</c:v>
                </c:pt>
                <c:pt idx="363">
                  <c:v>46192</c:v>
                </c:pt>
                <c:pt idx="364">
                  <c:v>46193</c:v>
                </c:pt>
              </c:numCache>
            </c:numRef>
          </c:cat>
          <c:val>
            <c:numRef>
              <c:f>'4G Data'!$F$2:$F$366</c:f>
              <c:numCache>
                <c:formatCode>General</c:formatCode>
                <c:ptCount val="365"/>
                <c:pt idx="0">
                  <c:v>4113.8662000000004</c:v>
                </c:pt>
                <c:pt idx="1">
                  <c:v>4016.2921000000001</c:v>
                </c:pt>
                <c:pt idx="2">
                  <c:v>3816.1835000000001</c:v>
                </c:pt>
                <c:pt idx="3">
                  <c:v>3904.6720999999998</c:v>
                </c:pt>
                <c:pt idx="4">
                  <c:v>3933.7831999999999</c:v>
                </c:pt>
                <c:pt idx="5">
                  <c:v>3981.9947999999999</c:v>
                </c:pt>
                <c:pt idx="6">
                  <c:v>3875.4798000000001</c:v>
                </c:pt>
                <c:pt idx="7">
                  <c:v>3740.1044000000002</c:v>
                </c:pt>
                <c:pt idx="8">
                  <c:v>3913.8344999999999</c:v>
                </c:pt>
                <c:pt idx="9">
                  <c:v>3714.9614999999999</c:v>
                </c:pt>
                <c:pt idx="10">
                  <c:v>3908.7168999999999</c:v>
                </c:pt>
                <c:pt idx="11">
                  <c:v>3897.0551999999998</c:v>
                </c:pt>
                <c:pt idx="12">
                  <c:v>3946.9485</c:v>
                </c:pt>
                <c:pt idx="13">
                  <c:v>3877.3267000000001</c:v>
                </c:pt>
                <c:pt idx="14">
                  <c:v>4047.9483</c:v>
                </c:pt>
                <c:pt idx="15">
                  <c:v>4082.9935</c:v>
                </c:pt>
                <c:pt idx="16">
                  <c:v>3848.9497000000001</c:v>
                </c:pt>
                <c:pt idx="17">
                  <c:v>3797.6215000000002</c:v>
                </c:pt>
                <c:pt idx="18">
                  <c:v>3918.5850999999998</c:v>
                </c:pt>
                <c:pt idx="19">
                  <c:v>4043.4488000000001</c:v>
                </c:pt>
                <c:pt idx="20">
                  <c:v>3920.5383999999999</c:v>
                </c:pt>
                <c:pt idx="21">
                  <c:v>4137.7204000000002</c:v>
                </c:pt>
                <c:pt idx="22">
                  <c:v>4099.6828999999998</c:v>
                </c:pt>
                <c:pt idx="23">
                  <c:v>3889.4811</c:v>
                </c:pt>
                <c:pt idx="24">
                  <c:v>3967.1010999999999</c:v>
                </c:pt>
                <c:pt idx="25">
                  <c:v>4075.2267999999999</c:v>
                </c:pt>
                <c:pt idx="26">
                  <c:v>4188.2317000000003</c:v>
                </c:pt>
                <c:pt idx="27">
                  <c:v>4270.5375000000004</c:v>
                </c:pt>
                <c:pt idx="28">
                  <c:v>4302.0829000000003</c:v>
                </c:pt>
                <c:pt idx="29">
                  <c:v>4413.4717000000001</c:v>
                </c:pt>
                <c:pt idx="30">
                  <c:v>4134.6608999999999</c:v>
                </c:pt>
                <c:pt idx="31">
                  <c:v>4156.8059999999996</c:v>
                </c:pt>
                <c:pt idx="32">
                  <c:v>4061.2388999999998</c:v>
                </c:pt>
                <c:pt idx="33">
                  <c:v>4191.7098999999998</c:v>
                </c:pt>
                <c:pt idx="34">
                  <c:v>4117.2094999999999</c:v>
                </c:pt>
                <c:pt idx="35">
                  <c:v>4055.7438000000002</c:v>
                </c:pt>
                <c:pt idx="36">
                  <c:v>4198.4558999999999</c:v>
                </c:pt>
                <c:pt idx="37">
                  <c:v>3986.4582</c:v>
                </c:pt>
                <c:pt idx="38">
                  <c:v>4078.5774000000001</c:v>
                </c:pt>
                <c:pt idx="39">
                  <c:v>4263.5421999999999</c:v>
                </c:pt>
                <c:pt idx="40">
                  <c:v>4209.6716999999999</c:v>
                </c:pt>
                <c:pt idx="41">
                  <c:v>4055.7899000000002</c:v>
                </c:pt>
                <c:pt idx="42">
                  <c:v>4275.0603000000001</c:v>
                </c:pt>
                <c:pt idx="43">
                  <c:v>4274.8065999999999</c:v>
                </c:pt>
                <c:pt idx="44">
                  <c:v>4056.5362</c:v>
                </c:pt>
                <c:pt idx="45">
                  <c:v>3764.7926000000002</c:v>
                </c:pt>
                <c:pt idx="46">
                  <c:v>3792.4056</c:v>
                </c:pt>
                <c:pt idx="47">
                  <c:v>3935.6298000000002</c:v>
                </c:pt>
                <c:pt idx="48">
                  <c:v>4154.3159999999998</c:v>
                </c:pt>
                <c:pt idx="49">
                  <c:v>3962.2064999999998</c:v>
                </c:pt>
                <c:pt idx="50">
                  <c:v>4100.8444</c:v>
                </c:pt>
                <c:pt idx="51">
                  <c:v>3971.1585</c:v>
                </c:pt>
                <c:pt idx="52">
                  <c:v>4112.3211000000001</c:v>
                </c:pt>
                <c:pt idx="53">
                  <c:v>4132.0240999999996</c:v>
                </c:pt>
                <c:pt idx="54">
                  <c:v>4062.0664999999999</c:v>
                </c:pt>
                <c:pt idx="55">
                  <c:v>4253.6943000000001</c:v>
                </c:pt>
                <c:pt idx="56">
                  <c:v>4035.0695000000001</c:v>
                </c:pt>
                <c:pt idx="57">
                  <c:v>4314.0393999999997</c:v>
                </c:pt>
                <c:pt idx="58">
                  <c:v>4030.1451000000002</c:v>
                </c:pt>
                <c:pt idx="59">
                  <c:v>3973.1941999999999</c:v>
                </c:pt>
                <c:pt idx="60">
                  <c:v>4077.3499000000002</c:v>
                </c:pt>
                <c:pt idx="61">
                  <c:v>4260.8860000000004</c:v>
                </c:pt>
                <c:pt idx="62">
                  <c:v>4320.9152999999997</c:v>
                </c:pt>
                <c:pt idx="63">
                  <c:v>4302.0370000000003</c:v>
                </c:pt>
                <c:pt idx="64">
                  <c:v>4381.2003999999997</c:v>
                </c:pt>
                <c:pt idx="65">
                  <c:v>4042.5554000000002</c:v>
                </c:pt>
                <c:pt idx="66">
                  <c:v>4015.7237</c:v>
                </c:pt>
                <c:pt idx="67">
                  <c:v>3961.0929000000001</c:v>
                </c:pt>
                <c:pt idx="68">
                  <c:v>4162.9841999999999</c:v>
                </c:pt>
                <c:pt idx="69">
                  <c:v>4168.7861999999996</c:v>
                </c:pt>
                <c:pt idx="70">
                  <c:v>4227.0442999999996</c:v>
                </c:pt>
                <c:pt idx="71">
                  <c:v>4228.1102000000001</c:v>
                </c:pt>
                <c:pt idx="72">
                  <c:v>4020.5556999999999</c:v>
                </c:pt>
                <c:pt idx="73">
                  <c:v>4015.1770000000001</c:v>
                </c:pt>
                <c:pt idx="74">
                  <c:v>4277.8216000000002</c:v>
                </c:pt>
                <c:pt idx="75">
                  <c:v>4171.4728999999998</c:v>
                </c:pt>
                <c:pt idx="76">
                  <c:v>4407.9556000000002</c:v>
                </c:pt>
                <c:pt idx="77">
                  <c:v>4386.0763999999999</c:v>
                </c:pt>
                <c:pt idx="78">
                  <c:v>4408.8669</c:v>
                </c:pt>
                <c:pt idx="79">
                  <c:v>4025.7842999999998</c:v>
                </c:pt>
                <c:pt idx="80">
                  <c:v>4342.8419999999996</c:v>
                </c:pt>
                <c:pt idx="81">
                  <c:v>4279.8680000000004</c:v>
                </c:pt>
                <c:pt idx="82">
                  <c:v>4364.9570999999996</c:v>
                </c:pt>
                <c:pt idx="83">
                  <c:v>4329.1806999999999</c:v>
                </c:pt>
                <c:pt idx="84">
                  <c:v>4569.0061999999998</c:v>
                </c:pt>
                <c:pt idx="85">
                  <c:v>4596.1805000000004</c:v>
                </c:pt>
                <c:pt idx="86">
                  <c:v>4145.8086000000003</c:v>
                </c:pt>
                <c:pt idx="87">
                  <c:v>4437.0875999999998</c:v>
                </c:pt>
                <c:pt idx="88">
                  <c:v>4482.3338000000003</c:v>
                </c:pt>
                <c:pt idx="89">
                  <c:v>4502.5531000000001</c:v>
                </c:pt>
                <c:pt idx="90">
                  <c:v>4404.2843999999996</c:v>
                </c:pt>
                <c:pt idx="91">
                  <c:v>4837.625</c:v>
                </c:pt>
                <c:pt idx="92">
                  <c:v>4735.2487000000001</c:v>
                </c:pt>
                <c:pt idx="93">
                  <c:v>4171.7660999999998</c:v>
                </c:pt>
                <c:pt idx="94">
                  <c:v>4440.2964000000002</c:v>
                </c:pt>
                <c:pt idx="95">
                  <c:v>4406.6763000000001</c:v>
                </c:pt>
                <c:pt idx="96">
                  <c:v>4167.9673000000003</c:v>
                </c:pt>
                <c:pt idx="97">
                  <c:v>4218.5734000000002</c:v>
                </c:pt>
                <c:pt idx="98">
                  <c:v>4516.24</c:v>
                </c:pt>
                <c:pt idx="99">
                  <c:v>4485.2710999999999</c:v>
                </c:pt>
                <c:pt idx="100">
                  <c:v>4198.0216</c:v>
                </c:pt>
                <c:pt idx="101">
                  <c:v>4262.5106999999998</c:v>
                </c:pt>
                <c:pt idx="102">
                  <c:v>4314.1562000000004</c:v>
                </c:pt>
                <c:pt idx="103">
                  <c:v>4240.9755999999998</c:v>
                </c:pt>
                <c:pt idx="104">
                  <c:v>4316.6957000000002</c:v>
                </c:pt>
                <c:pt idx="105">
                  <c:v>4342.6809000000003</c:v>
                </c:pt>
                <c:pt idx="106">
                  <c:v>4300.3951999999999</c:v>
                </c:pt>
                <c:pt idx="107">
                  <c:v>4342.5685999999996</c:v>
                </c:pt>
                <c:pt idx="108">
                  <c:v>4339.7741999999998</c:v>
                </c:pt>
                <c:pt idx="109">
                  <c:v>4316.4991</c:v>
                </c:pt>
                <c:pt idx="110">
                  <c:v>4372.6476000000002</c:v>
                </c:pt>
                <c:pt idx="111">
                  <c:v>4442.2713000000003</c:v>
                </c:pt>
                <c:pt idx="112">
                  <c:v>4601.2682999999997</c:v>
                </c:pt>
                <c:pt idx="113">
                  <c:v>4744.7385999999997</c:v>
                </c:pt>
                <c:pt idx="114">
                  <c:v>4356.9735000000001</c:v>
                </c:pt>
                <c:pt idx="115">
                  <c:v>4234.3478999999998</c:v>
                </c:pt>
                <c:pt idx="116">
                  <c:v>4321.0036</c:v>
                </c:pt>
                <c:pt idx="117">
                  <c:v>4186.2474000000002</c:v>
                </c:pt>
                <c:pt idx="118">
                  <c:v>4270.1543000000001</c:v>
                </c:pt>
                <c:pt idx="119">
                  <c:v>4372.2443000000003</c:v>
                </c:pt>
                <c:pt idx="120">
                  <c:v>4477.8026</c:v>
                </c:pt>
                <c:pt idx="121">
                  <c:v>4780.0320000000002</c:v>
                </c:pt>
                <c:pt idx="122">
                  <c:v>4642.5403999999999</c:v>
                </c:pt>
                <c:pt idx="123">
                  <c:v>4431.8440000000001</c:v>
                </c:pt>
                <c:pt idx="124">
                  <c:v>4295.7514000000001</c:v>
                </c:pt>
                <c:pt idx="125">
                  <c:v>4698.0655999999999</c:v>
                </c:pt>
                <c:pt idx="126">
                  <c:v>5000.5028000000002</c:v>
                </c:pt>
                <c:pt idx="127">
                  <c:v>3537.5018</c:v>
                </c:pt>
                <c:pt idx="128">
                  <c:v>4478.3216000000002</c:v>
                </c:pt>
                <c:pt idx="129">
                  <c:v>4589.6693999999998</c:v>
                </c:pt>
                <c:pt idx="130">
                  <c:v>4592.5333000000001</c:v>
                </c:pt>
                <c:pt idx="131">
                  <c:v>4834.0757000000003</c:v>
                </c:pt>
                <c:pt idx="132">
                  <c:v>4890.4736999999996</c:v>
                </c:pt>
                <c:pt idx="133">
                  <c:v>4940.9826999999996</c:v>
                </c:pt>
                <c:pt idx="134">
                  <c:v>5005.3453</c:v>
                </c:pt>
                <c:pt idx="135">
                  <c:v>4534.9282000000003</c:v>
                </c:pt>
                <c:pt idx="136">
                  <c:v>4633.1202999999996</c:v>
                </c:pt>
                <c:pt idx="137">
                  <c:v>4838.8332</c:v>
                </c:pt>
                <c:pt idx="138">
                  <c:v>4762.8521000000001</c:v>
                </c:pt>
                <c:pt idx="139">
                  <c:v>4769.1329999999998</c:v>
                </c:pt>
                <c:pt idx="140">
                  <c:v>4864.4544999999998</c:v>
                </c:pt>
                <c:pt idx="141">
                  <c:v>4945.6845999999996</c:v>
                </c:pt>
                <c:pt idx="142">
                  <c:v>4603.8734999999997</c:v>
                </c:pt>
                <c:pt idx="143">
                  <c:v>4907.1584000000003</c:v>
                </c:pt>
                <c:pt idx="144">
                  <c:v>4774.8509000000004</c:v>
                </c:pt>
                <c:pt idx="145">
                  <c:v>5064.9673000000003</c:v>
                </c:pt>
                <c:pt idx="146">
                  <c:v>4897.0411000000004</c:v>
                </c:pt>
                <c:pt idx="147">
                  <c:v>4953.2379000000001</c:v>
                </c:pt>
                <c:pt idx="148">
                  <c:v>5157.3402999999998</c:v>
                </c:pt>
                <c:pt idx="149">
                  <c:v>4940.9516999999996</c:v>
                </c:pt>
                <c:pt idx="150">
                  <c:v>4908.9515000000001</c:v>
                </c:pt>
                <c:pt idx="151">
                  <c:v>4835.6460999999999</c:v>
                </c:pt>
                <c:pt idx="152">
                  <c:v>4898.5547999999999</c:v>
                </c:pt>
                <c:pt idx="153">
                  <c:v>4872.5020999999997</c:v>
                </c:pt>
                <c:pt idx="154">
                  <c:v>4980.0711000000001</c:v>
                </c:pt>
                <c:pt idx="155">
                  <c:v>4794.1323000000002</c:v>
                </c:pt>
                <c:pt idx="156">
                  <c:v>4711.0499</c:v>
                </c:pt>
                <c:pt idx="157">
                  <c:v>4923.5147999999999</c:v>
                </c:pt>
                <c:pt idx="158">
                  <c:v>4957.2406000000001</c:v>
                </c:pt>
                <c:pt idx="159">
                  <c:v>4982.2548999999999</c:v>
                </c:pt>
                <c:pt idx="160">
                  <c:v>4211.8977000000004</c:v>
                </c:pt>
                <c:pt idx="161">
                  <c:v>4936.1556</c:v>
                </c:pt>
                <c:pt idx="162">
                  <c:v>5062.1795000000002</c:v>
                </c:pt>
                <c:pt idx="163">
                  <c:v>4856.7462999999998</c:v>
                </c:pt>
                <c:pt idx="164">
                  <c:v>4369.4484000000002</c:v>
                </c:pt>
                <c:pt idx="165">
                  <c:v>4481.2272999999996</c:v>
                </c:pt>
                <c:pt idx="166">
                  <c:v>4710.9772000000003</c:v>
                </c:pt>
                <c:pt idx="167">
                  <c:v>4633.4548999999997</c:v>
                </c:pt>
                <c:pt idx="168">
                  <c:v>4744.4350000000004</c:v>
                </c:pt>
                <c:pt idx="169">
                  <c:v>5019.5095000000001</c:v>
                </c:pt>
                <c:pt idx="170">
                  <c:v>4840.7870000000003</c:v>
                </c:pt>
                <c:pt idx="171">
                  <c:v>5359.3694999999998</c:v>
                </c:pt>
                <c:pt idx="172">
                  <c:v>5339.2062999999998</c:v>
                </c:pt>
                <c:pt idx="173">
                  <c:v>5361.1848</c:v>
                </c:pt>
                <c:pt idx="174">
                  <c:v>5159.768</c:v>
                </c:pt>
                <c:pt idx="175">
                  <c:v>5111.8086999999996</c:v>
                </c:pt>
                <c:pt idx="176">
                  <c:v>5349.3813</c:v>
                </c:pt>
                <c:pt idx="177">
                  <c:v>5036.6437999999998</c:v>
                </c:pt>
                <c:pt idx="178">
                  <c:v>5389.3906999999999</c:v>
                </c:pt>
                <c:pt idx="179">
                  <c:v>5477.5394999999999</c:v>
                </c:pt>
                <c:pt idx="180">
                  <c:v>5058.5527000000002</c:v>
                </c:pt>
                <c:pt idx="181">
                  <c:v>5325.3127000000004</c:v>
                </c:pt>
                <c:pt idx="182">
                  <c:v>5160.2525999999998</c:v>
                </c:pt>
                <c:pt idx="183">
                  <c:v>4883.7501000000002</c:v>
                </c:pt>
                <c:pt idx="184">
                  <c:v>4758.0803999999998</c:v>
                </c:pt>
                <c:pt idx="185">
                  <c:v>4868.5236000000004</c:v>
                </c:pt>
                <c:pt idx="186">
                  <c:v>4891.5523000000003</c:v>
                </c:pt>
                <c:pt idx="187">
                  <c:v>4980.0029999999997</c:v>
                </c:pt>
                <c:pt idx="188">
                  <c:v>5018.1369000000004</c:v>
                </c:pt>
                <c:pt idx="189">
                  <c:v>4995.5995000000003</c:v>
                </c:pt>
                <c:pt idx="190">
                  <c:v>5080.3179</c:v>
                </c:pt>
                <c:pt idx="191">
                  <c:v>4964.3629000000001</c:v>
                </c:pt>
                <c:pt idx="192">
                  <c:v>5143.5447000000004</c:v>
                </c:pt>
                <c:pt idx="193">
                  <c:v>4966.366</c:v>
                </c:pt>
                <c:pt idx="194">
                  <c:v>5297.9471000000003</c:v>
                </c:pt>
                <c:pt idx="195">
                  <c:v>5189.3046999999997</c:v>
                </c:pt>
                <c:pt idx="196">
                  <c:v>4998.2284</c:v>
                </c:pt>
                <c:pt idx="197">
                  <c:v>4960.6769999999997</c:v>
                </c:pt>
                <c:pt idx="198">
                  <c:v>4920.2752</c:v>
                </c:pt>
                <c:pt idx="199">
                  <c:v>5020.7682999999997</c:v>
                </c:pt>
                <c:pt idx="200">
                  <c:v>4850.1623</c:v>
                </c:pt>
                <c:pt idx="201">
                  <c:v>4857.7375000000002</c:v>
                </c:pt>
                <c:pt idx="202">
                  <c:v>5171.5610999999999</c:v>
                </c:pt>
                <c:pt idx="203">
                  <c:v>5350.4552000000003</c:v>
                </c:pt>
                <c:pt idx="204">
                  <c:v>5209.0020999999997</c:v>
                </c:pt>
                <c:pt idx="205">
                  <c:v>5100.6409999999996</c:v>
                </c:pt>
                <c:pt idx="206">
                  <c:v>4841.4098000000004</c:v>
                </c:pt>
                <c:pt idx="207">
                  <c:v>4838.5285999999996</c:v>
                </c:pt>
                <c:pt idx="208">
                  <c:v>5044.1279999999997</c:v>
                </c:pt>
                <c:pt idx="209">
                  <c:v>4948.2408999999998</c:v>
                </c:pt>
                <c:pt idx="210">
                  <c:v>4825.7941000000001</c:v>
                </c:pt>
                <c:pt idx="211">
                  <c:v>4913.7124000000003</c:v>
                </c:pt>
                <c:pt idx="212">
                  <c:v>4716.2116999999998</c:v>
                </c:pt>
                <c:pt idx="213">
                  <c:v>4791.2610000000004</c:v>
                </c:pt>
                <c:pt idx="214">
                  <c:v>4787.4097000000002</c:v>
                </c:pt>
                <c:pt idx="215">
                  <c:v>4872.5595999999996</c:v>
                </c:pt>
                <c:pt idx="216">
                  <c:v>4519.4067999999997</c:v>
                </c:pt>
                <c:pt idx="217">
                  <c:v>5272.7784000000001</c:v>
                </c:pt>
                <c:pt idx="218">
                  <c:v>5118.6508999999996</c:v>
                </c:pt>
                <c:pt idx="219">
                  <c:v>4734.0965999999999</c:v>
                </c:pt>
                <c:pt idx="220">
                  <c:v>4906.4318000000003</c:v>
                </c:pt>
                <c:pt idx="221">
                  <c:v>4954.0410000000002</c:v>
                </c:pt>
                <c:pt idx="222">
                  <c:v>4925.0999000000002</c:v>
                </c:pt>
                <c:pt idx="223">
                  <c:v>4911.1695</c:v>
                </c:pt>
                <c:pt idx="224">
                  <c:v>5158.9758000000002</c:v>
                </c:pt>
                <c:pt idx="225">
                  <c:v>5381.3008</c:v>
                </c:pt>
                <c:pt idx="226">
                  <c:v>4607.4973</c:v>
                </c:pt>
                <c:pt idx="227">
                  <c:v>4764.1529</c:v>
                </c:pt>
                <c:pt idx="228">
                  <c:v>5292.2394000000004</c:v>
                </c:pt>
                <c:pt idx="229">
                  <c:v>4730.7816000000003</c:v>
                </c:pt>
                <c:pt idx="230">
                  <c:v>5209.7392</c:v>
                </c:pt>
                <c:pt idx="231">
                  <c:v>5088.9709000000003</c:v>
                </c:pt>
                <c:pt idx="232">
                  <c:v>5234.8379000000004</c:v>
                </c:pt>
                <c:pt idx="233">
                  <c:v>4820.0713999999998</c:v>
                </c:pt>
                <c:pt idx="234">
                  <c:v>4405.3639999999996</c:v>
                </c:pt>
                <c:pt idx="235">
                  <c:v>5089.0969999999998</c:v>
                </c:pt>
                <c:pt idx="236">
                  <c:v>5208.7501000000002</c:v>
                </c:pt>
                <c:pt idx="237">
                  <c:v>5171.6962000000003</c:v>
                </c:pt>
                <c:pt idx="238">
                  <c:v>5249.1799000000001</c:v>
                </c:pt>
                <c:pt idx="239">
                  <c:v>5039.8203999999996</c:v>
                </c:pt>
                <c:pt idx="240">
                  <c:v>5079.4907000000003</c:v>
                </c:pt>
                <c:pt idx="241">
                  <c:v>5042.0020000000004</c:v>
                </c:pt>
                <c:pt idx="242">
                  <c:v>5072.0937000000004</c:v>
                </c:pt>
                <c:pt idx="243">
                  <c:v>5104.6866</c:v>
                </c:pt>
                <c:pt idx="244">
                  <c:v>5206.1914999999999</c:v>
                </c:pt>
                <c:pt idx="245">
                  <c:v>5394.2385999999997</c:v>
                </c:pt>
                <c:pt idx="246">
                  <c:v>5583.9123</c:v>
                </c:pt>
                <c:pt idx="247">
                  <c:v>4999.1493</c:v>
                </c:pt>
                <c:pt idx="248">
                  <c:v>5124.5739000000003</c:v>
                </c:pt>
                <c:pt idx="249">
                  <c:v>5254.6710000000003</c:v>
                </c:pt>
                <c:pt idx="250">
                  <c:v>5231.9928</c:v>
                </c:pt>
                <c:pt idx="251">
                  <c:v>5295.5003999999999</c:v>
                </c:pt>
                <c:pt idx="252">
                  <c:v>5261.7412000000004</c:v>
                </c:pt>
                <c:pt idx="253">
                  <c:v>5542.6669000000002</c:v>
                </c:pt>
                <c:pt idx="254">
                  <c:v>5172.7681000000002</c:v>
                </c:pt>
                <c:pt idx="255">
                  <c:v>5269.5428000000002</c:v>
                </c:pt>
                <c:pt idx="256">
                  <c:v>5431.11</c:v>
                </c:pt>
                <c:pt idx="257">
                  <c:v>5202.8456999999999</c:v>
                </c:pt>
                <c:pt idx="258">
                  <c:v>5240.5600999999997</c:v>
                </c:pt>
                <c:pt idx="259">
                  <c:v>5505.6013000000003</c:v>
                </c:pt>
                <c:pt idx="260">
                  <c:v>5797.1827000000003</c:v>
                </c:pt>
                <c:pt idx="261">
                  <c:v>5297.7699000000002</c:v>
                </c:pt>
                <c:pt idx="262">
                  <c:v>5333.7761</c:v>
                </c:pt>
                <c:pt idx="263">
                  <c:v>5350.0888999999997</c:v>
                </c:pt>
                <c:pt idx="264">
                  <c:v>5468.5096999999996</c:v>
                </c:pt>
                <c:pt idx="265">
                  <c:v>5322.5830999999998</c:v>
                </c:pt>
                <c:pt idx="266">
                  <c:v>5534.7311</c:v>
                </c:pt>
                <c:pt idx="267">
                  <c:v>5463.9183000000003</c:v>
                </c:pt>
                <c:pt idx="268">
                  <c:v>5074.6063000000004</c:v>
                </c:pt>
                <c:pt idx="269">
                  <c:v>5175.7613000000001</c:v>
                </c:pt>
                <c:pt idx="270">
                  <c:v>5435.0559999999996</c:v>
                </c:pt>
                <c:pt idx="271">
                  <c:v>5207.8472000000002</c:v>
                </c:pt>
                <c:pt idx="272">
                  <c:v>5285.96</c:v>
                </c:pt>
                <c:pt idx="273">
                  <c:v>5291.1669000000002</c:v>
                </c:pt>
                <c:pt idx="274">
                  <c:v>5458.5419000000002</c:v>
                </c:pt>
                <c:pt idx="275">
                  <c:v>5035.6211999999996</c:v>
                </c:pt>
                <c:pt idx="276">
                  <c:v>5090.7188999999998</c:v>
                </c:pt>
                <c:pt idx="277">
                  <c:v>5319.3801999999996</c:v>
                </c:pt>
                <c:pt idx="278">
                  <c:v>5197.5546999999997</c:v>
                </c:pt>
                <c:pt idx="279">
                  <c:v>5215.7323999999999</c:v>
                </c:pt>
                <c:pt idx="280">
                  <c:v>5350.8950000000004</c:v>
                </c:pt>
                <c:pt idx="281">
                  <c:v>5699.9520000000002</c:v>
                </c:pt>
                <c:pt idx="282">
                  <c:v>5392.1324000000004</c:v>
                </c:pt>
                <c:pt idx="283">
                  <c:v>5045.0614999999998</c:v>
                </c:pt>
                <c:pt idx="284">
                  <c:v>5447.7521999999999</c:v>
                </c:pt>
                <c:pt idx="285">
                  <c:v>4970.1749</c:v>
                </c:pt>
                <c:pt idx="286">
                  <c:v>5516.3240999999998</c:v>
                </c:pt>
                <c:pt idx="287">
                  <c:v>5495.1787999999997</c:v>
                </c:pt>
                <c:pt idx="288">
                  <c:v>5570.5099</c:v>
                </c:pt>
                <c:pt idx="289">
                  <c:v>4858.6531999999997</c:v>
                </c:pt>
                <c:pt idx="290">
                  <c:v>5024.5889999999999</c:v>
                </c:pt>
                <c:pt idx="291">
                  <c:v>5252.3584000000001</c:v>
                </c:pt>
                <c:pt idx="292">
                  <c:v>4918.2088999999996</c:v>
                </c:pt>
                <c:pt idx="293">
                  <c:v>5036.2646999999997</c:v>
                </c:pt>
                <c:pt idx="294">
                  <c:v>5093.2757000000001</c:v>
                </c:pt>
                <c:pt idx="295">
                  <c:v>5034.6943000000001</c:v>
                </c:pt>
                <c:pt idx="296">
                  <c:v>5109.4382999999998</c:v>
                </c:pt>
                <c:pt idx="297">
                  <c:v>5180.1013000000003</c:v>
                </c:pt>
                <c:pt idx="298">
                  <c:v>5092.8190999999997</c:v>
                </c:pt>
                <c:pt idx="299">
                  <c:v>5291.6351000000004</c:v>
                </c:pt>
                <c:pt idx="300">
                  <c:v>4900.2101000000002</c:v>
                </c:pt>
                <c:pt idx="301">
                  <c:v>5211.0851000000002</c:v>
                </c:pt>
                <c:pt idx="302">
                  <c:v>5466.6139000000003</c:v>
                </c:pt>
                <c:pt idx="303">
                  <c:v>5295.2839999999997</c:v>
                </c:pt>
                <c:pt idx="304">
                  <c:v>5492.0631000000003</c:v>
                </c:pt>
                <c:pt idx="305">
                  <c:v>5660.8163000000004</c:v>
                </c:pt>
                <c:pt idx="306">
                  <c:v>5628.7587000000003</c:v>
                </c:pt>
                <c:pt idx="307">
                  <c:v>5874.7394999999997</c:v>
                </c:pt>
                <c:pt idx="308">
                  <c:v>6119.7092000000002</c:v>
                </c:pt>
                <c:pt idx="309">
                  <c:v>5920.9431999999997</c:v>
                </c:pt>
                <c:pt idx="310">
                  <c:v>5645.3720999999996</c:v>
                </c:pt>
                <c:pt idx="311">
                  <c:v>5805.8442999999997</c:v>
                </c:pt>
                <c:pt idx="312">
                  <c:v>5917.2884999999997</c:v>
                </c:pt>
                <c:pt idx="313">
                  <c:v>5494.2730000000001</c:v>
                </c:pt>
                <c:pt idx="314">
                  <c:v>5906.9287999999997</c:v>
                </c:pt>
                <c:pt idx="315">
                  <c:v>5599.6061</c:v>
                </c:pt>
                <c:pt idx="316">
                  <c:v>5986.8230000000003</c:v>
                </c:pt>
                <c:pt idx="317">
                  <c:v>5452.4404999999997</c:v>
                </c:pt>
                <c:pt idx="318">
                  <c:v>5737.9745000000003</c:v>
                </c:pt>
                <c:pt idx="319">
                  <c:v>5911.6881999999996</c:v>
                </c:pt>
                <c:pt idx="320">
                  <c:v>5766.5676999999996</c:v>
                </c:pt>
                <c:pt idx="321">
                  <c:v>6017.2209000000003</c:v>
                </c:pt>
                <c:pt idx="322">
                  <c:v>6150.9880000000003</c:v>
                </c:pt>
                <c:pt idx="323">
                  <c:v>6581.0860000000002</c:v>
                </c:pt>
                <c:pt idx="324">
                  <c:v>5894.7888999999996</c:v>
                </c:pt>
                <c:pt idx="325">
                  <c:v>5942.4350000000004</c:v>
                </c:pt>
                <c:pt idx="326">
                  <c:v>6000.7111999999997</c:v>
                </c:pt>
                <c:pt idx="327">
                  <c:v>5959.0715</c:v>
                </c:pt>
                <c:pt idx="328">
                  <c:v>5929.9660000000003</c:v>
                </c:pt>
                <c:pt idx="329">
                  <c:v>6297.0114999999996</c:v>
                </c:pt>
                <c:pt idx="330">
                  <c:v>6299.8950999999997</c:v>
                </c:pt>
                <c:pt idx="331">
                  <c:v>5648.1412</c:v>
                </c:pt>
                <c:pt idx="332">
                  <c:v>5656.6026000000002</c:v>
                </c:pt>
                <c:pt idx="333">
                  <c:v>5473.0218999999997</c:v>
                </c:pt>
                <c:pt idx="334">
                  <c:v>5274.4934000000003</c:v>
                </c:pt>
                <c:pt idx="335">
                  <c:v>5357.4673000000003</c:v>
                </c:pt>
                <c:pt idx="336">
                  <c:v>5563.6233000000002</c:v>
                </c:pt>
                <c:pt idx="337">
                  <c:v>5854.1346000000003</c:v>
                </c:pt>
                <c:pt idx="338">
                  <c:v>5092.7118</c:v>
                </c:pt>
                <c:pt idx="339">
                  <c:v>5155.2088000000003</c:v>
                </c:pt>
                <c:pt idx="340">
                  <c:v>5179.2960999999996</c:v>
                </c:pt>
                <c:pt idx="341">
                  <c:v>5068.9675999999999</c:v>
                </c:pt>
                <c:pt idx="342">
                  <c:v>5019.4116000000004</c:v>
                </c:pt>
                <c:pt idx="343">
                  <c:v>4915.5155999999997</c:v>
                </c:pt>
                <c:pt idx="344">
                  <c:v>5379.9795999999997</c:v>
                </c:pt>
                <c:pt idx="345">
                  <c:v>5368.6705000000002</c:v>
                </c:pt>
                <c:pt idx="346">
                  <c:v>5384.6512000000002</c:v>
                </c:pt>
                <c:pt idx="347">
                  <c:v>5510.9683999999997</c:v>
                </c:pt>
                <c:pt idx="348">
                  <c:v>5357.7527</c:v>
                </c:pt>
                <c:pt idx="349">
                  <c:v>5591.7455</c:v>
                </c:pt>
                <c:pt idx="350">
                  <c:v>5653.2075000000004</c:v>
                </c:pt>
                <c:pt idx="351">
                  <c:v>5923.1118999999999</c:v>
                </c:pt>
                <c:pt idx="352">
                  <c:v>5458.5171</c:v>
                </c:pt>
                <c:pt idx="353">
                  <c:v>5705.7692999999999</c:v>
                </c:pt>
                <c:pt idx="354">
                  <c:v>5811.3415000000005</c:v>
                </c:pt>
                <c:pt idx="355">
                  <c:v>5649.0820000000003</c:v>
                </c:pt>
                <c:pt idx="356">
                  <c:v>5650.5246999999999</c:v>
                </c:pt>
                <c:pt idx="357">
                  <c:v>5697.6252000000004</c:v>
                </c:pt>
                <c:pt idx="358">
                  <c:v>6228.7254000000003</c:v>
                </c:pt>
                <c:pt idx="359">
                  <c:v>5537.9548999999997</c:v>
                </c:pt>
                <c:pt idx="360">
                  <c:v>5701.2101000000002</c:v>
                </c:pt>
                <c:pt idx="361">
                  <c:v>5661.7461999999996</c:v>
                </c:pt>
                <c:pt idx="362">
                  <c:v>5843.5239000000001</c:v>
                </c:pt>
                <c:pt idx="363">
                  <c:v>5890.8621000000003</c:v>
                </c:pt>
                <c:pt idx="364">
                  <c:v>5826.4609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A936-4D26-9E10-287659F92F38}"/>
            </c:ext>
          </c:extLst>
        </c:ser>
        <c:ser>
          <c:idx val="5"/>
          <c:order val="5"/>
          <c:tx>
            <c:strRef>
              <c:f>'4G Data'!$G$1</c:f>
              <c:strCache>
                <c:ptCount val="1"/>
                <c:pt idx="0">
                  <c:v>Ampara</c:v>
                </c:pt>
              </c:strCache>
            </c:strRef>
          </c:tx>
          <c:spPr>
            <a:ln w="28575" cap="rnd">
              <a:solidFill>
                <a:schemeClr val="accent6"/>
              </a:solidFill>
              <a:round/>
            </a:ln>
            <a:effectLst/>
          </c:spPr>
          <c:marker>
            <c:symbol val="none"/>
          </c:marker>
          <c:cat>
            <c:numRef>
              <c:f>'4G Data'!$A$2:$A$366</c:f>
              <c:numCache>
                <c:formatCode>m/d/yyyy</c:formatCode>
                <c:ptCount val="365"/>
                <c:pt idx="0">
                  <c:v>45829</c:v>
                </c:pt>
                <c:pt idx="1">
                  <c:v>45830</c:v>
                </c:pt>
                <c:pt idx="2">
                  <c:v>45831</c:v>
                </c:pt>
                <c:pt idx="3">
                  <c:v>45832</c:v>
                </c:pt>
                <c:pt idx="4">
                  <c:v>45833</c:v>
                </c:pt>
                <c:pt idx="5">
                  <c:v>45834</c:v>
                </c:pt>
                <c:pt idx="6">
                  <c:v>45835</c:v>
                </c:pt>
                <c:pt idx="7">
                  <c:v>45836</c:v>
                </c:pt>
                <c:pt idx="8">
                  <c:v>45837</c:v>
                </c:pt>
                <c:pt idx="9">
                  <c:v>45838</c:v>
                </c:pt>
                <c:pt idx="10">
                  <c:v>45839</c:v>
                </c:pt>
                <c:pt idx="11">
                  <c:v>45840</c:v>
                </c:pt>
                <c:pt idx="12">
                  <c:v>45841</c:v>
                </c:pt>
                <c:pt idx="13">
                  <c:v>45842</c:v>
                </c:pt>
                <c:pt idx="14">
                  <c:v>45843</c:v>
                </c:pt>
                <c:pt idx="15">
                  <c:v>45844</c:v>
                </c:pt>
                <c:pt idx="16">
                  <c:v>45845</c:v>
                </c:pt>
                <c:pt idx="17">
                  <c:v>45846</c:v>
                </c:pt>
                <c:pt idx="18">
                  <c:v>45847</c:v>
                </c:pt>
                <c:pt idx="19">
                  <c:v>45848</c:v>
                </c:pt>
                <c:pt idx="20">
                  <c:v>45849</c:v>
                </c:pt>
                <c:pt idx="21">
                  <c:v>45850</c:v>
                </c:pt>
                <c:pt idx="22">
                  <c:v>45851</c:v>
                </c:pt>
                <c:pt idx="23">
                  <c:v>45852</c:v>
                </c:pt>
                <c:pt idx="24">
                  <c:v>45853</c:v>
                </c:pt>
                <c:pt idx="25">
                  <c:v>45854</c:v>
                </c:pt>
                <c:pt idx="26">
                  <c:v>45855</c:v>
                </c:pt>
                <c:pt idx="27">
                  <c:v>45856</c:v>
                </c:pt>
                <c:pt idx="28">
                  <c:v>45857</c:v>
                </c:pt>
                <c:pt idx="29">
                  <c:v>45858</c:v>
                </c:pt>
                <c:pt idx="30">
                  <c:v>45859</c:v>
                </c:pt>
                <c:pt idx="31">
                  <c:v>45860</c:v>
                </c:pt>
                <c:pt idx="32">
                  <c:v>45861</c:v>
                </c:pt>
                <c:pt idx="33">
                  <c:v>45862</c:v>
                </c:pt>
                <c:pt idx="34">
                  <c:v>45863</c:v>
                </c:pt>
                <c:pt idx="35">
                  <c:v>45864</c:v>
                </c:pt>
                <c:pt idx="36">
                  <c:v>45865</c:v>
                </c:pt>
                <c:pt idx="37">
                  <c:v>45866</c:v>
                </c:pt>
                <c:pt idx="38">
                  <c:v>45867</c:v>
                </c:pt>
                <c:pt idx="39">
                  <c:v>45868</c:v>
                </c:pt>
                <c:pt idx="40">
                  <c:v>45869</c:v>
                </c:pt>
                <c:pt idx="41">
                  <c:v>45870</c:v>
                </c:pt>
                <c:pt idx="42">
                  <c:v>45871</c:v>
                </c:pt>
                <c:pt idx="43">
                  <c:v>45872</c:v>
                </c:pt>
                <c:pt idx="44">
                  <c:v>45873</c:v>
                </c:pt>
                <c:pt idx="45">
                  <c:v>45874</c:v>
                </c:pt>
                <c:pt idx="46">
                  <c:v>45875</c:v>
                </c:pt>
                <c:pt idx="47">
                  <c:v>45876</c:v>
                </c:pt>
                <c:pt idx="48">
                  <c:v>45877</c:v>
                </c:pt>
                <c:pt idx="49">
                  <c:v>45878</c:v>
                </c:pt>
                <c:pt idx="50">
                  <c:v>45879</c:v>
                </c:pt>
                <c:pt idx="51">
                  <c:v>45880</c:v>
                </c:pt>
                <c:pt idx="52">
                  <c:v>45881</c:v>
                </c:pt>
                <c:pt idx="53">
                  <c:v>45882</c:v>
                </c:pt>
                <c:pt idx="54">
                  <c:v>45883</c:v>
                </c:pt>
                <c:pt idx="55">
                  <c:v>45884</c:v>
                </c:pt>
                <c:pt idx="56">
                  <c:v>45885</c:v>
                </c:pt>
                <c:pt idx="57">
                  <c:v>45886</c:v>
                </c:pt>
                <c:pt idx="58">
                  <c:v>45887</c:v>
                </c:pt>
                <c:pt idx="59">
                  <c:v>45888</c:v>
                </c:pt>
                <c:pt idx="60">
                  <c:v>45889</c:v>
                </c:pt>
                <c:pt idx="61">
                  <c:v>45890</c:v>
                </c:pt>
                <c:pt idx="62">
                  <c:v>45891</c:v>
                </c:pt>
                <c:pt idx="63">
                  <c:v>45892</c:v>
                </c:pt>
                <c:pt idx="64">
                  <c:v>45893</c:v>
                </c:pt>
                <c:pt idx="65">
                  <c:v>45894</c:v>
                </c:pt>
                <c:pt idx="66">
                  <c:v>45895</c:v>
                </c:pt>
                <c:pt idx="67">
                  <c:v>45896</c:v>
                </c:pt>
                <c:pt idx="68">
                  <c:v>45897</c:v>
                </c:pt>
                <c:pt idx="69">
                  <c:v>45898</c:v>
                </c:pt>
                <c:pt idx="70">
                  <c:v>45899</c:v>
                </c:pt>
                <c:pt idx="71">
                  <c:v>45900</c:v>
                </c:pt>
                <c:pt idx="72">
                  <c:v>45901</c:v>
                </c:pt>
                <c:pt idx="73">
                  <c:v>45902</c:v>
                </c:pt>
                <c:pt idx="74">
                  <c:v>45903</c:v>
                </c:pt>
                <c:pt idx="75">
                  <c:v>45904</c:v>
                </c:pt>
                <c:pt idx="76">
                  <c:v>45905</c:v>
                </c:pt>
                <c:pt idx="77">
                  <c:v>45906</c:v>
                </c:pt>
                <c:pt idx="78">
                  <c:v>45907</c:v>
                </c:pt>
                <c:pt idx="79">
                  <c:v>45908</c:v>
                </c:pt>
                <c:pt idx="80">
                  <c:v>45909</c:v>
                </c:pt>
                <c:pt idx="81">
                  <c:v>45910</c:v>
                </c:pt>
                <c:pt idx="82">
                  <c:v>45911</c:v>
                </c:pt>
                <c:pt idx="83">
                  <c:v>45912</c:v>
                </c:pt>
                <c:pt idx="84">
                  <c:v>45913</c:v>
                </c:pt>
                <c:pt idx="85">
                  <c:v>45914</c:v>
                </c:pt>
                <c:pt idx="86">
                  <c:v>45915</c:v>
                </c:pt>
                <c:pt idx="87">
                  <c:v>45916</c:v>
                </c:pt>
                <c:pt idx="88">
                  <c:v>45917</c:v>
                </c:pt>
                <c:pt idx="89">
                  <c:v>45918</c:v>
                </c:pt>
                <c:pt idx="90">
                  <c:v>45919</c:v>
                </c:pt>
                <c:pt idx="91">
                  <c:v>45920</c:v>
                </c:pt>
                <c:pt idx="92">
                  <c:v>45921</c:v>
                </c:pt>
                <c:pt idx="93">
                  <c:v>45922</c:v>
                </c:pt>
                <c:pt idx="94">
                  <c:v>45923</c:v>
                </c:pt>
                <c:pt idx="95">
                  <c:v>45924</c:v>
                </c:pt>
                <c:pt idx="96">
                  <c:v>45925</c:v>
                </c:pt>
                <c:pt idx="97">
                  <c:v>45926</c:v>
                </c:pt>
                <c:pt idx="98">
                  <c:v>45927</c:v>
                </c:pt>
                <c:pt idx="99">
                  <c:v>45928</c:v>
                </c:pt>
                <c:pt idx="100">
                  <c:v>45929</c:v>
                </c:pt>
                <c:pt idx="101">
                  <c:v>45930</c:v>
                </c:pt>
                <c:pt idx="102">
                  <c:v>45931</c:v>
                </c:pt>
                <c:pt idx="103">
                  <c:v>45932</c:v>
                </c:pt>
                <c:pt idx="104">
                  <c:v>45933</c:v>
                </c:pt>
                <c:pt idx="105">
                  <c:v>45934</c:v>
                </c:pt>
                <c:pt idx="106">
                  <c:v>45935</c:v>
                </c:pt>
                <c:pt idx="107">
                  <c:v>45936</c:v>
                </c:pt>
                <c:pt idx="108">
                  <c:v>45937</c:v>
                </c:pt>
                <c:pt idx="109">
                  <c:v>45938</c:v>
                </c:pt>
                <c:pt idx="110">
                  <c:v>45939</c:v>
                </c:pt>
                <c:pt idx="111">
                  <c:v>45940</c:v>
                </c:pt>
                <c:pt idx="112">
                  <c:v>45941</c:v>
                </c:pt>
                <c:pt idx="113">
                  <c:v>45942</c:v>
                </c:pt>
                <c:pt idx="114">
                  <c:v>45943</c:v>
                </c:pt>
                <c:pt idx="115">
                  <c:v>45944</c:v>
                </c:pt>
                <c:pt idx="116">
                  <c:v>45945</c:v>
                </c:pt>
                <c:pt idx="117">
                  <c:v>45946</c:v>
                </c:pt>
                <c:pt idx="118">
                  <c:v>45947</c:v>
                </c:pt>
                <c:pt idx="119">
                  <c:v>45948</c:v>
                </c:pt>
                <c:pt idx="120">
                  <c:v>45949</c:v>
                </c:pt>
                <c:pt idx="121">
                  <c:v>45950</c:v>
                </c:pt>
                <c:pt idx="122">
                  <c:v>45951</c:v>
                </c:pt>
                <c:pt idx="123">
                  <c:v>45952</c:v>
                </c:pt>
                <c:pt idx="124">
                  <c:v>45953</c:v>
                </c:pt>
                <c:pt idx="125">
                  <c:v>45954</c:v>
                </c:pt>
                <c:pt idx="126">
                  <c:v>45955</c:v>
                </c:pt>
                <c:pt idx="127">
                  <c:v>45956</c:v>
                </c:pt>
                <c:pt idx="128">
                  <c:v>45957</c:v>
                </c:pt>
                <c:pt idx="129">
                  <c:v>45958</c:v>
                </c:pt>
                <c:pt idx="130">
                  <c:v>45959</c:v>
                </c:pt>
                <c:pt idx="131">
                  <c:v>45960</c:v>
                </c:pt>
                <c:pt idx="132">
                  <c:v>45961</c:v>
                </c:pt>
                <c:pt idx="133">
                  <c:v>45962</c:v>
                </c:pt>
                <c:pt idx="134">
                  <c:v>45963</c:v>
                </c:pt>
                <c:pt idx="135">
                  <c:v>45964</c:v>
                </c:pt>
                <c:pt idx="136">
                  <c:v>45965</c:v>
                </c:pt>
                <c:pt idx="137">
                  <c:v>45966</c:v>
                </c:pt>
                <c:pt idx="138">
                  <c:v>45967</c:v>
                </c:pt>
                <c:pt idx="139">
                  <c:v>45968</c:v>
                </c:pt>
                <c:pt idx="140">
                  <c:v>45969</c:v>
                </c:pt>
                <c:pt idx="141">
                  <c:v>45970</c:v>
                </c:pt>
                <c:pt idx="142">
                  <c:v>45971</c:v>
                </c:pt>
                <c:pt idx="143">
                  <c:v>45972</c:v>
                </c:pt>
                <c:pt idx="144">
                  <c:v>45973</c:v>
                </c:pt>
                <c:pt idx="145">
                  <c:v>45974</c:v>
                </c:pt>
                <c:pt idx="146">
                  <c:v>45975</c:v>
                </c:pt>
                <c:pt idx="147">
                  <c:v>45976</c:v>
                </c:pt>
                <c:pt idx="148">
                  <c:v>45977</c:v>
                </c:pt>
                <c:pt idx="149">
                  <c:v>45978</c:v>
                </c:pt>
                <c:pt idx="150">
                  <c:v>45979</c:v>
                </c:pt>
                <c:pt idx="151">
                  <c:v>45980</c:v>
                </c:pt>
                <c:pt idx="152">
                  <c:v>45981</c:v>
                </c:pt>
                <c:pt idx="153">
                  <c:v>45982</c:v>
                </c:pt>
                <c:pt idx="154">
                  <c:v>45983</c:v>
                </c:pt>
                <c:pt idx="155">
                  <c:v>45984</c:v>
                </c:pt>
                <c:pt idx="156">
                  <c:v>45985</c:v>
                </c:pt>
                <c:pt idx="157">
                  <c:v>45986</c:v>
                </c:pt>
                <c:pt idx="158">
                  <c:v>45987</c:v>
                </c:pt>
                <c:pt idx="159">
                  <c:v>45988</c:v>
                </c:pt>
                <c:pt idx="160">
                  <c:v>45989</c:v>
                </c:pt>
                <c:pt idx="161">
                  <c:v>45990</c:v>
                </c:pt>
                <c:pt idx="162">
                  <c:v>45991</c:v>
                </c:pt>
                <c:pt idx="163">
                  <c:v>45992</c:v>
                </c:pt>
                <c:pt idx="164">
                  <c:v>45993</c:v>
                </c:pt>
                <c:pt idx="165">
                  <c:v>45994</c:v>
                </c:pt>
                <c:pt idx="166">
                  <c:v>45995</c:v>
                </c:pt>
                <c:pt idx="167">
                  <c:v>45996</c:v>
                </c:pt>
                <c:pt idx="168">
                  <c:v>45997</c:v>
                </c:pt>
                <c:pt idx="169">
                  <c:v>45998</c:v>
                </c:pt>
                <c:pt idx="170">
                  <c:v>45999</c:v>
                </c:pt>
                <c:pt idx="171">
                  <c:v>46000</c:v>
                </c:pt>
                <c:pt idx="172">
                  <c:v>46001</c:v>
                </c:pt>
                <c:pt idx="173">
                  <c:v>46002</c:v>
                </c:pt>
                <c:pt idx="174">
                  <c:v>46003</c:v>
                </c:pt>
                <c:pt idx="175">
                  <c:v>46004</c:v>
                </c:pt>
                <c:pt idx="176">
                  <c:v>46005</c:v>
                </c:pt>
                <c:pt idx="177">
                  <c:v>46006</c:v>
                </c:pt>
                <c:pt idx="178">
                  <c:v>46007</c:v>
                </c:pt>
                <c:pt idx="179">
                  <c:v>46008</c:v>
                </c:pt>
                <c:pt idx="180">
                  <c:v>46009</c:v>
                </c:pt>
                <c:pt idx="181">
                  <c:v>46010</c:v>
                </c:pt>
                <c:pt idx="182">
                  <c:v>46011</c:v>
                </c:pt>
                <c:pt idx="183">
                  <c:v>46012</c:v>
                </c:pt>
                <c:pt idx="184">
                  <c:v>46013</c:v>
                </c:pt>
                <c:pt idx="185">
                  <c:v>46014</c:v>
                </c:pt>
                <c:pt idx="186">
                  <c:v>46015</c:v>
                </c:pt>
                <c:pt idx="187">
                  <c:v>46016</c:v>
                </c:pt>
                <c:pt idx="188">
                  <c:v>46017</c:v>
                </c:pt>
                <c:pt idx="189">
                  <c:v>46018</c:v>
                </c:pt>
                <c:pt idx="190">
                  <c:v>46019</c:v>
                </c:pt>
                <c:pt idx="191">
                  <c:v>46020</c:v>
                </c:pt>
                <c:pt idx="192">
                  <c:v>46021</c:v>
                </c:pt>
                <c:pt idx="193">
                  <c:v>46022</c:v>
                </c:pt>
                <c:pt idx="194">
                  <c:v>46023</c:v>
                </c:pt>
                <c:pt idx="195">
                  <c:v>46024</c:v>
                </c:pt>
                <c:pt idx="196">
                  <c:v>46025</c:v>
                </c:pt>
                <c:pt idx="197">
                  <c:v>46026</c:v>
                </c:pt>
                <c:pt idx="198">
                  <c:v>46027</c:v>
                </c:pt>
                <c:pt idx="199">
                  <c:v>46028</c:v>
                </c:pt>
                <c:pt idx="200">
                  <c:v>46029</c:v>
                </c:pt>
                <c:pt idx="201">
                  <c:v>46030</c:v>
                </c:pt>
                <c:pt idx="202">
                  <c:v>46031</c:v>
                </c:pt>
                <c:pt idx="203">
                  <c:v>46032</c:v>
                </c:pt>
                <c:pt idx="204">
                  <c:v>46033</c:v>
                </c:pt>
                <c:pt idx="205">
                  <c:v>46034</c:v>
                </c:pt>
                <c:pt idx="206">
                  <c:v>46035</c:v>
                </c:pt>
                <c:pt idx="207">
                  <c:v>46036</c:v>
                </c:pt>
                <c:pt idx="208">
                  <c:v>46037</c:v>
                </c:pt>
                <c:pt idx="209">
                  <c:v>46038</c:v>
                </c:pt>
                <c:pt idx="210">
                  <c:v>46039</c:v>
                </c:pt>
                <c:pt idx="211">
                  <c:v>46040</c:v>
                </c:pt>
                <c:pt idx="212">
                  <c:v>46041</c:v>
                </c:pt>
                <c:pt idx="213">
                  <c:v>46042</c:v>
                </c:pt>
                <c:pt idx="214">
                  <c:v>46043</c:v>
                </c:pt>
                <c:pt idx="215">
                  <c:v>46044</c:v>
                </c:pt>
                <c:pt idx="216">
                  <c:v>46045</c:v>
                </c:pt>
                <c:pt idx="217">
                  <c:v>46046</c:v>
                </c:pt>
                <c:pt idx="218">
                  <c:v>46047</c:v>
                </c:pt>
                <c:pt idx="219">
                  <c:v>46048</c:v>
                </c:pt>
                <c:pt idx="220">
                  <c:v>46049</c:v>
                </c:pt>
                <c:pt idx="221">
                  <c:v>46050</c:v>
                </c:pt>
                <c:pt idx="222">
                  <c:v>46051</c:v>
                </c:pt>
                <c:pt idx="223">
                  <c:v>46052</c:v>
                </c:pt>
                <c:pt idx="224">
                  <c:v>46053</c:v>
                </c:pt>
                <c:pt idx="225">
                  <c:v>46054</c:v>
                </c:pt>
                <c:pt idx="226">
                  <c:v>46055</c:v>
                </c:pt>
                <c:pt idx="227">
                  <c:v>46056</c:v>
                </c:pt>
                <c:pt idx="228">
                  <c:v>46057</c:v>
                </c:pt>
                <c:pt idx="229">
                  <c:v>46058</c:v>
                </c:pt>
                <c:pt idx="230">
                  <c:v>46059</c:v>
                </c:pt>
                <c:pt idx="231">
                  <c:v>46060</c:v>
                </c:pt>
                <c:pt idx="232">
                  <c:v>46061</c:v>
                </c:pt>
                <c:pt idx="233">
                  <c:v>46062</c:v>
                </c:pt>
                <c:pt idx="234">
                  <c:v>46063</c:v>
                </c:pt>
                <c:pt idx="235">
                  <c:v>46064</c:v>
                </c:pt>
                <c:pt idx="236">
                  <c:v>46065</c:v>
                </c:pt>
                <c:pt idx="237">
                  <c:v>46066</c:v>
                </c:pt>
                <c:pt idx="238">
                  <c:v>46067</c:v>
                </c:pt>
                <c:pt idx="239">
                  <c:v>46068</c:v>
                </c:pt>
                <c:pt idx="240">
                  <c:v>46069</c:v>
                </c:pt>
                <c:pt idx="241">
                  <c:v>46070</c:v>
                </c:pt>
                <c:pt idx="242">
                  <c:v>46071</c:v>
                </c:pt>
                <c:pt idx="243">
                  <c:v>46072</c:v>
                </c:pt>
                <c:pt idx="244">
                  <c:v>46073</c:v>
                </c:pt>
                <c:pt idx="245">
                  <c:v>46074</c:v>
                </c:pt>
                <c:pt idx="246">
                  <c:v>46075</c:v>
                </c:pt>
                <c:pt idx="247">
                  <c:v>46076</c:v>
                </c:pt>
                <c:pt idx="248">
                  <c:v>46077</c:v>
                </c:pt>
                <c:pt idx="249">
                  <c:v>46078</c:v>
                </c:pt>
                <c:pt idx="250">
                  <c:v>46079</c:v>
                </c:pt>
                <c:pt idx="251">
                  <c:v>46080</c:v>
                </c:pt>
                <c:pt idx="252">
                  <c:v>46081</c:v>
                </c:pt>
                <c:pt idx="253">
                  <c:v>46082</c:v>
                </c:pt>
                <c:pt idx="254">
                  <c:v>46083</c:v>
                </c:pt>
                <c:pt idx="255">
                  <c:v>46084</c:v>
                </c:pt>
                <c:pt idx="256">
                  <c:v>46085</c:v>
                </c:pt>
                <c:pt idx="257">
                  <c:v>46086</c:v>
                </c:pt>
                <c:pt idx="258">
                  <c:v>46087</c:v>
                </c:pt>
                <c:pt idx="259">
                  <c:v>46088</c:v>
                </c:pt>
                <c:pt idx="260">
                  <c:v>46089</c:v>
                </c:pt>
                <c:pt idx="261">
                  <c:v>46090</c:v>
                </c:pt>
                <c:pt idx="262">
                  <c:v>46091</c:v>
                </c:pt>
                <c:pt idx="263">
                  <c:v>46092</c:v>
                </c:pt>
                <c:pt idx="264">
                  <c:v>46093</c:v>
                </c:pt>
                <c:pt idx="265">
                  <c:v>46094</c:v>
                </c:pt>
                <c:pt idx="266">
                  <c:v>46095</c:v>
                </c:pt>
                <c:pt idx="267">
                  <c:v>46096</c:v>
                </c:pt>
                <c:pt idx="268">
                  <c:v>46097</c:v>
                </c:pt>
                <c:pt idx="269">
                  <c:v>46098</c:v>
                </c:pt>
                <c:pt idx="270">
                  <c:v>46099</c:v>
                </c:pt>
                <c:pt idx="271">
                  <c:v>46100</c:v>
                </c:pt>
                <c:pt idx="272">
                  <c:v>46101</c:v>
                </c:pt>
                <c:pt idx="273">
                  <c:v>46102</c:v>
                </c:pt>
                <c:pt idx="274">
                  <c:v>46103</c:v>
                </c:pt>
                <c:pt idx="275">
                  <c:v>46104</c:v>
                </c:pt>
                <c:pt idx="276">
                  <c:v>46105</c:v>
                </c:pt>
                <c:pt idx="277">
                  <c:v>46106</c:v>
                </c:pt>
                <c:pt idx="278">
                  <c:v>46107</c:v>
                </c:pt>
                <c:pt idx="279">
                  <c:v>46108</c:v>
                </c:pt>
                <c:pt idx="280">
                  <c:v>46109</c:v>
                </c:pt>
                <c:pt idx="281">
                  <c:v>46110</c:v>
                </c:pt>
                <c:pt idx="282">
                  <c:v>46111</c:v>
                </c:pt>
                <c:pt idx="283">
                  <c:v>46112</c:v>
                </c:pt>
                <c:pt idx="284">
                  <c:v>46113</c:v>
                </c:pt>
                <c:pt idx="285">
                  <c:v>46114</c:v>
                </c:pt>
                <c:pt idx="286">
                  <c:v>46115</c:v>
                </c:pt>
                <c:pt idx="287">
                  <c:v>46116</c:v>
                </c:pt>
                <c:pt idx="288">
                  <c:v>46117</c:v>
                </c:pt>
                <c:pt idx="289">
                  <c:v>46118</c:v>
                </c:pt>
                <c:pt idx="290">
                  <c:v>46119</c:v>
                </c:pt>
                <c:pt idx="291">
                  <c:v>46120</c:v>
                </c:pt>
                <c:pt idx="292">
                  <c:v>46121</c:v>
                </c:pt>
                <c:pt idx="293">
                  <c:v>46122</c:v>
                </c:pt>
                <c:pt idx="294">
                  <c:v>46123</c:v>
                </c:pt>
                <c:pt idx="295">
                  <c:v>46124</c:v>
                </c:pt>
                <c:pt idx="296">
                  <c:v>46125</c:v>
                </c:pt>
                <c:pt idx="297">
                  <c:v>46126</c:v>
                </c:pt>
                <c:pt idx="298">
                  <c:v>46127</c:v>
                </c:pt>
                <c:pt idx="299">
                  <c:v>46128</c:v>
                </c:pt>
                <c:pt idx="300">
                  <c:v>46129</c:v>
                </c:pt>
                <c:pt idx="301">
                  <c:v>46130</c:v>
                </c:pt>
                <c:pt idx="302">
                  <c:v>46131</c:v>
                </c:pt>
                <c:pt idx="303">
                  <c:v>46132</c:v>
                </c:pt>
                <c:pt idx="304">
                  <c:v>46133</c:v>
                </c:pt>
                <c:pt idx="305">
                  <c:v>46134</c:v>
                </c:pt>
                <c:pt idx="306">
                  <c:v>46135</c:v>
                </c:pt>
                <c:pt idx="307">
                  <c:v>46136</c:v>
                </c:pt>
                <c:pt idx="308">
                  <c:v>46137</c:v>
                </c:pt>
                <c:pt idx="309">
                  <c:v>46138</c:v>
                </c:pt>
                <c:pt idx="310">
                  <c:v>46139</c:v>
                </c:pt>
                <c:pt idx="311">
                  <c:v>46140</c:v>
                </c:pt>
                <c:pt idx="312">
                  <c:v>46141</c:v>
                </c:pt>
                <c:pt idx="313">
                  <c:v>46142</c:v>
                </c:pt>
                <c:pt idx="314">
                  <c:v>46143</c:v>
                </c:pt>
                <c:pt idx="315">
                  <c:v>46144</c:v>
                </c:pt>
                <c:pt idx="316">
                  <c:v>46145</c:v>
                </c:pt>
                <c:pt idx="317">
                  <c:v>46146</c:v>
                </c:pt>
                <c:pt idx="318">
                  <c:v>46147</c:v>
                </c:pt>
                <c:pt idx="319">
                  <c:v>46148</c:v>
                </c:pt>
                <c:pt idx="320">
                  <c:v>46149</c:v>
                </c:pt>
                <c:pt idx="321">
                  <c:v>46150</c:v>
                </c:pt>
                <c:pt idx="322">
                  <c:v>46151</c:v>
                </c:pt>
                <c:pt idx="323">
                  <c:v>46152</c:v>
                </c:pt>
                <c:pt idx="324">
                  <c:v>46153</c:v>
                </c:pt>
                <c:pt idx="325">
                  <c:v>46154</c:v>
                </c:pt>
                <c:pt idx="326">
                  <c:v>46155</c:v>
                </c:pt>
                <c:pt idx="327">
                  <c:v>46156</c:v>
                </c:pt>
                <c:pt idx="328">
                  <c:v>46157</c:v>
                </c:pt>
                <c:pt idx="329">
                  <c:v>46158</c:v>
                </c:pt>
                <c:pt idx="330">
                  <c:v>46159</c:v>
                </c:pt>
                <c:pt idx="331">
                  <c:v>46160</c:v>
                </c:pt>
                <c:pt idx="332">
                  <c:v>46161</c:v>
                </c:pt>
                <c:pt idx="333">
                  <c:v>46162</c:v>
                </c:pt>
                <c:pt idx="334">
                  <c:v>46163</c:v>
                </c:pt>
                <c:pt idx="335">
                  <c:v>46164</c:v>
                </c:pt>
                <c:pt idx="336">
                  <c:v>46165</c:v>
                </c:pt>
                <c:pt idx="337">
                  <c:v>46166</c:v>
                </c:pt>
                <c:pt idx="338">
                  <c:v>46167</c:v>
                </c:pt>
                <c:pt idx="339">
                  <c:v>46168</c:v>
                </c:pt>
                <c:pt idx="340">
                  <c:v>46169</c:v>
                </c:pt>
                <c:pt idx="341">
                  <c:v>46170</c:v>
                </c:pt>
                <c:pt idx="342">
                  <c:v>46171</c:v>
                </c:pt>
                <c:pt idx="343">
                  <c:v>46172</c:v>
                </c:pt>
                <c:pt idx="344">
                  <c:v>46173</c:v>
                </c:pt>
                <c:pt idx="345">
                  <c:v>46174</c:v>
                </c:pt>
                <c:pt idx="346">
                  <c:v>46175</c:v>
                </c:pt>
                <c:pt idx="347">
                  <c:v>46176</c:v>
                </c:pt>
                <c:pt idx="348">
                  <c:v>46177</c:v>
                </c:pt>
                <c:pt idx="349">
                  <c:v>46178</c:v>
                </c:pt>
                <c:pt idx="350">
                  <c:v>46179</c:v>
                </c:pt>
                <c:pt idx="351">
                  <c:v>46180</c:v>
                </c:pt>
                <c:pt idx="352">
                  <c:v>46181</c:v>
                </c:pt>
                <c:pt idx="353">
                  <c:v>46182</c:v>
                </c:pt>
                <c:pt idx="354">
                  <c:v>46183</c:v>
                </c:pt>
                <c:pt idx="355">
                  <c:v>46184</c:v>
                </c:pt>
                <c:pt idx="356">
                  <c:v>46185</c:v>
                </c:pt>
                <c:pt idx="357">
                  <c:v>46186</c:v>
                </c:pt>
                <c:pt idx="358">
                  <c:v>46187</c:v>
                </c:pt>
                <c:pt idx="359">
                  <c:v>46188</c:v>
                </c:pt>
                <c:pt idx="360">
                  <c:v>46189</c:v>
                </c:pt>
                <c:pt idx="361">
                  <c:v>46190</c:v>
                </c:pt>
                <c:pt idx="362">
                  <c:v>46191</c:v>
                </c:pt>
                <c:pt idx="363">
                  <c:v>46192</c:v>
                </c:pt>
                <c:pt idx="364">
                  <c:v>46193</c:v>
                </c:pt>
              </c:numCache>
            </c:numRef>
          </c:cat>
          <c:val>
            <c:numRef>
              <c:f>'4G Data'!$G$2:$G$366</c:f>
              <c:numCache>
                <c:formatCode>General</c:formatCode>
                <c:ptCount val="365"/>
                <c:pt idx="0">
                  <c:v>51329.141900000002</c:v>
                </c:pt>
                <c:pt idx="1">
                  <c:v>51962.586900000002</c:v>
                </c:pt>
                <c:pt idx="2">
                  <c:v>49961.658499999998</c:v>
                </c:pt>
                <c:pt idx="3">
                  <c:v>50898.489500000003</c:v>
                </c:pt>
                <c:pt idx="4">
                  <c:v>50143.834900000002</c:v>
                </c:pt>
                <c:pt idx="5">
                  <c:v>50848.730100000001</c:v>
                </c:pt>
                <c:pt idx="6">
                  <c:v>51492.2575</c:v>
                </c:pt>
                <c:pt idx="7">
                  <c:v>52034.611499999999</c:v>
                </c:pt>
                <c:pt idx="8">
                  <c:v>51803.3649</c:v>
                </c:pt>
                <c:pt idx="9">
                  <c:v>49904.887699999999</c:v>
                </c:pt>
                <c:pt idx="10">
                  <c:v>50124.374100000001</c:v>
                </c:pt>
                <c:pt idx="11">
                  <c:v>50625.743399999999</c:v>
                </c:pt>
                <c:pt idx="12">
                  <c:v>51168.548900000002</c:v>
                </c:pt>
                <c:pt idx="13">
                  <c:v>50939.606099999997</c:v>
                </c:pt>
                <c:pt idx="14">
                  <c:v>51741.362500000003</c:v>
                </c:pt>
                <c:pt idx="15">
                  <c:v>51401.299700000003</c:v>
                </c:pt>
                <c:pt idx="16">
                  <c:v>49682.046300000002</c:v>
                </c:pt>
                <c:pt idx="17">
                  <c:v>50864.342100000002</c:v>
                </c:pt>
                <c:pt idx="18">
                  <c:v>51165.050900000002</c:v>
                </c:pt>
                <c:pt idx="19">
                  <c:v>53334.659</c:v>
                </c:pt>
                <c:pt idx="20">
                  <c:v>51680.194000000003</c:v>
                </c:pt>
                <c:pt idx="21">
                  <c:v>52249.4764</c:v>
                </c:pt>
                <c:pt idx="22">
                  <c:v>51548.9067</c:v>
                </c:pt>
                <c:pt idx="23">
                  <c:v>50204.851600000002</c:v>
                </c:pt>
                <c:pt idx="24">
                  <c:v>50656.596700000002</c:v>
                </c:pt>
                <c:pt idx="25">
                  <c:v>50000.008000000002</c:v>
                </c:pt>
                <c:pt idx="26">
                  <c:v>50473.0121</c:v>
                </c:pt>
                <c:pt idx="27">
                  <c:v>51418.230600000003</c:v>
                </c:pt>
                <c:pt idx="28">
                  <c:v>52313.7065</c:v>
                </c:pt>
                <c:pt idx="29">
                  <c:v>52115.372799999997</c:v>
                </c:pt>
                <c:pt idx="30">
                  <c:v>50686.035100000001</c:v>
                </c:pt>
                <c:pt idx="31">
                  <c:v>51037.595999999998</c:v>
                </c:pt>
                <c:pt idx="32">
                  <c:v>49558.124600000003</c:v>
                </c:pt>
                <c:pt idx="33">
                  <c:v>50296.8534</c:v>
                </c:pt>
                <c:pt idx="34">
                  <c:v>50921.883099999999</c:v>
                </c:pt>
                <c:pt idx="35">
                  <c:v>51976.266900000002</c:v>
                </c:pt>
                <c:pt idx="36">
                  <c:v>52532.346700000002</c:v>
                </c:pt>
                <c:pt idx="37">
                  <c:v>50600.656999999999</c:v>
                </c:pt>
                <c:pt idx="38">
                  <c:v>51118.2592</c:v>
                </c:pt>
                <c:pt idx="39">
                  <c:v>51702.536800000002</c:v>
                </c:pt>
                <c:pt idx="40">
                  <c:v>51466.419900000001</c:v>
                </c:pt>
                <c:pt idx="41">
                  <c:v>50846.257899999997</c:v>
                </c:pt>
                <c:pt idx="42">
                  <c:v>51543.004500000003</c:v>
                </c:pt>
                <c:pt idx="43">
                  <c:v>53364.050799999997</c:v>
                </c:pt>
                <c:pt idx="44">
                  <c:v>50537.8554</c:v>
                </c:pt>
                <c:pt idx="45">
                  <c:v>50035.735200000003</c:v>
                </c:pt>
                <c:pt idx="46">
                  <c:v>48638.625800000002</c:v>
                </c:pt>
                <c:pt idx="47">
                  <c:v>51307.569000000003</c:v>
                </c:pt>
                <c:pt idx="48">
                  <c:v>53885.151100000003</c:v>
                </c:pt>
                <c:pt idx="49">
                  <c:v>53101.766600000003</c:v>
                </c:pt>
                <c:pt idx="50">
                  <c:v>52779.167300000001</c:v>
                </c:pt>
                <c:pt idx="51">
                  <c:v>52112.228900000002</c:v>
                </c:pt>
                <c:pt idx="52">
                  <c:v>51881.971799999999</c:v>
                </c:pt>
                <c:pt idx="53">
                  <c:v>52303.1057</c:v>
                </c:pt>
                <c:pt idx="54">
                  <c:v>52698.195399999997</c:v>
                </c:pt>
                <c:pt idx="55">
                  <c:v>53285.571000000004</c:v>
                </c:pt>
                <c:pt idx="56">
                  <c:v>52762.053699999997</c:v>
                </c:pt>
                <c:pt idx="57">
                  <c:v>53272.4427</c:v>
                </c:pt>
                <c:pt idx="58">
                  <c:v>52032.451000000001</c:v>
                </c:pt>
                <c:pt idx="59">
                  <c:v>51899.0769</c:v>
                </c:pt>
                <c:pt idx="60">
                  <c:v>52276.480799999998</c:v>
                </c:pt>
                <c:pt idx="61">
                  <c:v>52189.280200000001</c:v>
                </c:pt>
                <c:pt idx="62">
                  <c:v>52236.958500000001</c:v>
                </c:pt>
                <c:pt idx="63">
                  <c:v>53434.097800000003</c:v>
                </c:pt>
                <c:pt idx="64">
                  <c:v>53141.917200000004</c:v>
                </c:pt>
                <c:pt idx="65">
                  <c:v>50961.860099999998</c:v>
                </c:pt>
                <c:pt idx="66">
                  <c:v>51529.835899999998</c:v>
                </c:pt>
                <c:pt idx="67">
                  <c:v>51075.784899999999</c:v>
                </c:pt>
                <c:pt idx="68">
                  <c:v>51867.016000000003</c:v>
                </c:pt>
                <c:pt idx="69">
                  <c:v>52369.549899999998</c:v>
                </c:pt>
                <c:pt idx="70">
                  <c:v>53439.827400000002</c:v>
                </c:pt>
                <c:pt idx="71">
                  <c:v>53713.633800000003</c:v>
                </c:pt>
                <c:pt idx="72">
                  <c:v>51111.557800000002</c:v>
                </c:pt>
                <c:pt idx="73">
                  <c:v>50769.895199999999</c:v>
                </c:pt>
                <c:pt idx="74">
                  <c:v>51668.271099999998</c:v>
                </c:pt>
                <c:pt idx="75">
                  <c:v>52209.375500000002</c:v>
                </c:pt>
                <c:pt idx="76">
                  <c:v>53504.662499999999</c:v>
                </c:pt>
                <c:pt idx="77">
                  <c:v>52253.7402</c:v>
                </c:pt>
                <c:pt idx="78">
                  <c:v>53332.6495</c:v>
                </c:pt>
                <c:pt idx="79">
                  <c:v>52112.348700000002</c:v>
                </c:pt>
                <c:pt idx="80">
                  <c:v>51040.404199999997</c:v>
                </c:pt>
                <c:pt idx="81">
                  <c:v>51462.732499999998</c:v>
                </c:pt>
                <c:pt idx="82">
                  <c:v>52069.646200000003</c:v>
                </c:pt>
                <c:pt idx="83">
                  <c:v>53288.221400000002</c:v>
                </c:pt>
                <c:pt idx="84">
                  <c:v>54277.655599999998</c:v>
                </c:pt>
                <c:pt idx="85">
                  <c:v>53337.875899999999</c:v>
                </c:pt>
                <c:pt idx="86">
                  <c:v>52062.755499999999</c:v>
                </c:pt>
                <c:pt idx="87">
                  <c:v>51795.09</c:v>
                </c:pt>
                <c:pt idx="88">
                  <c:v>52640.186600000001</c:v>
                </c:pt>
                <c:pt idx="89">
                  <c:v>53609.335500000001</c:v>
                </c:pt>
                <c:pt idx="90">
                  <c:v>53790.050499999998</c:v>
                </c:pt>
                <c:pt idx="91">
                  <c:v>55039.154300000002</c:v>
                </c:pt>
                <c:pt idx="92">
                  <c:v>54187.502800000002</c:v>
                </c:pt>
                <c:pt idx="93">
                  <c:v>51828.412600000003</c:v>
                </c:pt>
                <c:pt idx="94">
                  <c:v>52610.064400000003</c:v>
                </c:pt>
                <c:pt idx="95">
                  <c:v>52653.280400000003</c:v>
                </c:pt>
                <c:pt idx="96">
                  <c:v>51807.189200000001</c:v>
                </c:pt>
                <c:pt idx="97">
                  <c:v>54865.1662</c:v>
                </c:pt>
                <c:pt idx="98">
                  <c:v>55311.049299999999</c:v>
                </c:pt>
                <c:pt idx="99">
                  <c:v>55400.526700000002</c:v>
                </c:pt>
                <c:pt idx="100">
                  <c:v>53033.955099999999</c:v>
                </c:pt>
                <c:pt idx="101">
                  <c:v>53422.006300000001</c:v>
                </c:pt>
                <c:pt idx="102">
                  <c:v>52618.448100000001</c:v>
                </c:pt>
                <c:pt idx="103">
                  <c:v>53312.921999999999</c:v>
                </c:pt>
                <c:pt idx="104">
                  <c:v>54474.204299999998</c:v>
                </c:pt>
                <c:pt idx="105">
                  <c:v>54083.799700000003</c:v>
                </c:pt>
                <c:pt idx="106">
                  <c:v>53677.401400000002</c:v>
                </c:pt>
                <c:pt idx="107">
                  <c:v>54242.114600000001</c:v>
                </c:pt>
                <c:pt idx="108">
                  <c:v>52790.574200000003</c:v>
                </c:pt>
                <c:pt idx="109">
                  <c:v>52685.542500000003</c:v>
                </c:pt>
                <c:pt idx="110">
                  <c:v>52250.073100000001</c:v>
                </c:pt>
                <c:pt idx="111">
                  <c:v>53583.005899999996</c:v>
                </c:pt>
                <c:pt idx="112">
                  <c:v>55409.309800000003</c:v>
                </c:pt>
                <c:pt idx="113">
                  <c:v>55061.356599999999</c:v>
                </c:pt>
                <c:pt idx="114">
                  <c:v>52684.0962</c:v>
                </c:pt>
                <c:pt idx="115">
                  <c:v>52857.287199999999</c:v>
                </c:pt>
                <c:pt idx="116">
                  <c:v>52443.342799999999</c:v>
                </c:pt>
                <c:pt idx="117">
                  <c:v>53303.729299999999</c:v>
                </c:pt>
                <c:pt idx="118">
                  <c:v>54181.926200000002</c:v>
                </c:pt>
                <c:pt idx="119">
                  <c:v>55304.014000000003</c:v>
                </c:pt>
                <c:pt idx="120">
                  <c:v>54982.669399999999</c:v>
                </c:pt>
                <c:pt idx="121">
                  <c:v>55744.046600000001</c:v>
                </c:pt>
                <c:pt idx="122">
                  <c:v>52800.951500000003</c:v>
                </c:pt>
                <c:pt idx="123">
                  <c:v>52355.896200000003</c:v>
                </c:pt>
                <c:pt idx="124">
                  <c:v>53588.159800000001</c:v>
                </c:pt>
                <c:pt idx="125">
                  <c:v>54448.791299999997</c:v>
                </c:pt>
                <c:pt idx="126">
                  <c:v>54682.159699999997</c:v>
                </c:pt>
                <c:pt idx="127">
                  <c:v>55023.620499999997</c:v>
                </c:pt>
                <c:pt idx="128">
                  <c:v>51914.842799999999</c:v>
                </c:pt>
                <c:pt idx="129">
                  <c:v>55732.574399999998</c:v>
                </c:pt>
                <c:pt idx="130">
                  <c:v>56097.0072</c:v>
                </c:pt>
                <c:pt idx="131">
                  <c:v>56656.3073</c:v>
                </c:pt>
                <c:pt idx="132">
                  <c:v>58188.792600000001</c:v>
                </c:pt>
                <c:pt idx="133">
                  <c:v>59207.897900000004</c:v>
                </c:pt>
                <c:pt idx="134">
                  <c:v>58769.213300000003</c:v>
                </c:pt>
                <c:pt idx="135">
                  <c:v>56032.9755</c:v>
                </c:pt>
                <c:pt idx="136">
                  <c:v>57562.757100000003</c:v>
                </c:pt>
                <c:pt idx="137">
                  <c:v>59174.203800000003</c:v>
                </c:pt>
                <c:pt idx="138">
                  <c:v>56951.944000000003</c:v>
                </c:pt>
                <c:pt idx="139">
                  <c:v>57767.369200000001</c:v>
                </c:pt>
                <c:pt idx="140">
                  <c:v>58118.082499999997</c:v>
                </c:pt>
                <c:pt idx="141">
                  <c:v>57801.526100000003</c:v>
                </c:pt>
                <c:pt idx="142">
                  <c:v>55560.5219</c:v>
                </c:pt>
                <c:pt idx="143">
                  <c:v>56268.237999999998</c:v>
                </c:pt>
                <c:pt idx="144">
                  <c:v>56696.565199999997</c:v>
                </c:pt>
                <c:pt idx="145">
                  <c:v>57208.862800000003</c:v>
                </c:pt>
                <c:pt idx="146">
                  <c:v>58501.562599999997</c:v>
                </c:pt>
                <c:pt idx="147">
                  <c:v>57929.415000000001</c:v>
                </c:pt>
                <c:pt idx="148">
                  <c:v>58258.720300000001</c:v>
                </c:pt>
                <c:pt idx="149">
                  <c:v>56728.447200000002</c:v>
                </c:pt>
                <c:pt idx="150">
                  <c:v>57766.6875</c:v>
                </c:pt>
                <c:pt idx="151">
                  <c:v>57504.412600000003</c:v>
                </c:pt>
                <c:pt idx="152">
                  <c:v>58485.061399999999</c:v>
                </c:pt>
                <c:pt idx="153">
                  <c:v>58535.216899999999</c:v>
                </c:pt>
                <c:pt idx="154">
                  <c:v>58549.997199999998</c:v>
                </c:pt>
                <c:pt idx="155">
                  <c:v>59342.624400000001</c:v>
                </c:pt>
                <c:pt idx="156">
                  <c:v>57826.224999999999</c:v>
                </c:pt>
                <c:pt idx="157">
                  <c:v>59836.491800000003</c:v>
                </c:pt>
                <c:pt idx="158">
                  <c:v>57761.964099999997</c:v>
                </c:pt>
                <c:pt idx="159">
                  <c:v>46251.432800000002</c:v>
                </c:pt>
                <c:pt idx="160">
                  <c:v>5189.6678000000002</c:v>
                </c:pt>
                <c:pt idx="161">
                  <c:v>7796.2164000000002</c:v>
                </c:pt>
                <c:pt idx="162">
                  <c:v>12454.6021</c:v>
                </c:pt>
                <c:pt idx="163">
                  <c:v>14978.099099999999</c:v>
                </c:pt>
                <c:pt idx="164">
                  <c:v>16174.996999999999</c:v>
                </c:pt>
                <c:pt idx="165">
                  <c:v>18010.694</c:v>
                </c:pt>
                <c:pt idx="166">
                  <c:v>19117.073400000001</c:v>
                </c:pt>
                <c:pt idx="167">
                  <c:v>17210.336299999999</c:v>
                </c:pt>
                <c:pt idx="168">
                  <c:v>28518.617600000001</c:v>
                </c:pt>
                <c:pt idx="169">
                  <c:v>60346.466800000002</c:v>
                </c:pt>
                <c:pt idx="170">
                  <c:v>57588.299700000003</c:v>
                </c:pt>
                <c:pt idx="171">
                  <c:v>58686.530200000001</c:v>
                </c:pt>
                <c:pt idx="172">
                  <c:v>57248.890800000001</c:v>
                </c:pt>
                <c:pt idx="173">
                  <c:v>58036.664400000001</c:v>
                </c:pt>
                <c:pt idx="174">
                  <c:v>57721.445800000001</c:v>
                </c:pt>
                <c:pt idx="175">
                  <c:v>57814.729299999999</c:v>
                </c:pt>
                <c:pt idx="176">
                  <c:v>57725.017099999997</c:v>
                </c:pt>
                <c:pt idx="177">
                  <c:v>55493.775600000001</c:v>
                </c:pt>
                <c:pt idx="178">
                  <c:v>56059.523300000001</c:v>
                </c:pt>
                <c:pt idx="179">
                  <c:v>55902.131699999998</c:v>
                </c:pt>
                <c:pt idx="180">
                  <c:v>55933.401700000002</c:v>
                </c:pt>
                <c:pt idx="181">
                  <c:v>58458.410600000003</c:v>
                </c:pt>
                <c:pt idx="182">
                  <c:v>59501.112800000003</c:v>
                </c:pt>
                <c:pt idx="183">
                  <c:v>59598.9859</c:v>
                </c:pt>
                <c:pt idx="184">
                  <c:v>56037.794900000001</c:v>
                </c:pt>
                <c:pt idx="185">
                  <c:v>56609.398200000003</c:v>
                </c:pt>
                <c:pt idx="186">
                  <c:v>57386.454299999998</c:v>
                </c:pt>
                <c:pt idx="187">
                  <c:v>59195.266799999998</c:v>
                </c:pt>
                <c:pt idx="188">
                  <c:v>58465.534200000002</c:v>
                </c:pt>
                <c:pt idx="189">
                  <c:v>60120.685100000002</c:v>
                </c:pt>
                <c:pt idx="190">
                  <c:v>59740.652800000003</c:v>
                </c:pt>
                <c:pt idx="191">
                  <c:v>57925.657200000001</c:v>
                </c:pt>
                <c:pt idx="192">
                  <c:v>57796.505499999999</c:v>
                </c:pt>
                <c:pt idx="193">
                  <c:v>57248.240400000002</c:v>
                </c:pt>
                <c:pt idx="194">
                  <c:v>58743.0605</c:v>
                </c:pt>
                <c:pt idx="195">
                  <c:v>57451.3177</c:v>
                </c:pt>
                <c:pt idx="196">
                  <c:v>57813.8145</c:v>
                </c:pt>
                <c:pt idx="197">
                  <c:v>57131.849499999997</c:v>
                </c:pt>
                <c:pt idx="198">
                  <c:v>55425.960099999997</c:v>
                </c:pt>
                <c:pt idx="199">
                  <c:v>58363.887499999997</c:v>
                </c:pt>
                <c:pt idx="200">
                  <c:v>56044.357799999998</c:v>
                </c:pt>
                <c:pt idx="201">
                  <c:v>58271.199500000002</c:v>
                </c:pt>
                <c:pt idx="202">
                  <c:v>57815.955600000001</c:v>
                </c:pt>
                <c:pt idx="203">
                  <c:v>52245.703999999998</c:v>
                </c:pt>
                <c:pt idx="204">
                  <c:v>60089.839500000002</c:v>
                </c:pt>
                <c:pt idx="205">
                  <c:v>59280.701099999998</c:v>
                </c:pt>
                <c:pt idx="206">
                  <c:v>57509.537700000001</c:v>
                </c:pt>
                <c:pt idx="207">
                  <c:v>58876.986400000002</c:v>
                </c:pt>
                <c:pt idx="208">
                  <c:v>59573.396699999998</c:v>
                </c:pt>
                <c:pt idx="209">
                  <c:v>59115.623500000002</c:v>
                </c:pt>
                <c:pt idx="210">
                  <c:v>59292.105799999998</c:v>
                </c:pt>
                <c:pt idx="211">
                  <c:v>59276.722399999999</c:v>
                </c:pt>
                <c:pt idx="212">
                  <c:v>58211.490599999997</c:v>
                </c:pt>
                <c:pt idx="213">
                  <c:v>57994.598400000003</c:v>
                </c:pt>
                <c:pt idx="214">
                  <c:v>56270.012499999997</c:v>
                </c:pt>
                <c:pt idx="215">
                  <c:v>55382.5726</c:v>
                </c:pt>
                <c:pt idx="216">
                  <c:v>57831.8433</c:v>
                </c:pt>
                <c:pt idx="217">
                  <c:v>58646.210299999999</c:v>
                </c:pt>
                <c:pt idx="218">
                  <c:v>59344.871599999999</c:v>
                </c:pt>
                <c:pt idx="219">
                  <c:v>56733.0429</c:v>
                </c:pt>
                <c:pt idx="220">
                  <c:v>58049.104599999999</c:v>
                </c:pt>
                <c:pt idx="221">
                  <c:v>57311.118900000001</c:v>
                </c:pt>
                <c:pt idx="222">
                  <c:v>57787.842499999999</c:v>
                </c:pt>
                <c:pt idx="223">
                  <c:v>60962.886400000003</c:v>
                </c:pt>
                <c:pt idx="224">
                  <c:v>59790.985399999998</c:v>
                </c:pt>
                <c:pt idx="225">
                  <c:v>60826.193500000001</c:v>
                </c:pt>
                <c:pt idx="226">
                  <c:v>56368.342600000004</c:v>
                </c:pt>
                <c:pt idx="227">
                  <c:v>56980.356800000001</c:v>
                </c:pt>
                <c:pt idx="228">
                  <c:v>60898.835099999997</c:v>
                </c:pt>
                <c:pt idx="229">
                  <c:v>58475.394800000002</c:v>
                </c:pt>
                <c:pt idx="230">
                  <c:v>60696.689400000003</c:v>
                </c:pt>
                <c:pt idx="231">
                  <c:v>59342.442199999998</c:v>
                </c:pt>
                <c:pt idx="232">
                  <c:v>58850.4352</c:v>
                </c:pt>
                <c:pt idx="233">
                  <c:v>55857.0317</c:v>
                </c:pt>
                <c:pt idx="234">
                  <c:v>56224.491900000001</c:v>
                </c:pt>
                <c:pt idx="235">
                  <c:v>56270.537100000001</c:v>
                </c:pt>
                <c:pt idx="236">
                  <c:v>59413.3753</c:v>
                </c:pt>
                <c:pt idx="237">
                  <c:v>60703.2264</c:v>
                </c:pt>
                <c:pt idx="238">
                  <c:v>63186.507400000002</c:v>
                </c:pt>
                <c:pt idx="239">
                  <c:v>60863.4827</c:v>
                </c:pt>
                <c:pt idx="240">
                  <c:v>59916.744599999998</c:v>
                </c:pt>
                <c:pt idx="241">
                  <c:v>62061.990599999997</c:v>
                </c:pt>
                <c:pt idx="242">
                  <c:v>59849.207900000001</c:v>
                </c:pt>
                <c:pt idx="243">
                  <c:v>60668.660600000003</c:v>
                </c:pt>
                <c:pt idx="244">
                  <c:v>59427.756399999998</c:v>
                </c:pt>
                <c:pt idx="245">
                  <c:v>60536.784399999997</c:v>
                </c:pt>
                <c:pt idx="246">
                  <c:v>62261.003199999999</c:v>
                </c:pt>
                <c:pt idx="247">
                  <c:v>58329.580999999998</c:v>
                </c:pt>
                <c:pt idx="248">
                  <c:v>58973.943599999999</c:v>
                </c:pt>
                <c:pt idx="249">
                  <c:v>58991.716500000002</c:v>
                </c:pt>
                <c:pt idx="250">
                  <c:v>60039.603600000002</c:v>
                </c:pt>
                <c:pt idx="251">
                  <c:v>61148.406300000002</c:v>
                </c:pt>
                <c:pt idx="252">
                  <c:v>61126.040800000002</c:v>
                </c:pt>
                <c:pt idx="253">
                  <c:v>61452.532800000001</c:v>
                </c:pt>
                <c:pt idx="254">
                  <c:v>59612.076000000001</c:v>
                </c:pt>
                <c:pt idx="255">
                  <c:v>60541.227800000001</c:v>
                </c:pt>
                <c:pt idx="256">
                  <c:v>60968.560400000002</c:v>
                </c:pt>
                <c:pt idx="257">
                  <c:v>60776.186600000001</c:v>
                </c:pt>
                <c:pt idx="258">
                  <c:v>61865.069000000003</c:v>
                </c:pt>
                <c:pt idx="259">
                  <c:v>61919.151100000003</c:v>
                </c:pt>
                <c:pt idx="260">
                  <c:v>62217.779199999997</c:v>
                </c:pt>
                <c:pt idx="261">
                  <c:v>59561.178699999997</c:v>
                </c:pt>
                <c:pt idx="262">
                  <c:v>55172.6927</c:v>
                </c:pt>
                <c:pt idx="263">
                  <c:v>59973.099600000001</c:v>
                </c:pt>
                <c:pt idx="264">
                  <c:v>60506.339200000002</c:v>
                </c:pt>
                <c:pt idx="265">
                  <c:v>61579.801599999999</c:v>
                </c:pt>
                <c:pt idx="266">
                  <c:v>61535.371899999998</c:v>
                </c:pt>
                <c:pt idx="267">
                  <c:v>62093.114699999998</c:v>
                </c:pt>
                <c:pt idx="268">
                  <c:v>60151.235399999998</c:v>
                </c:pt>
                <c:pt idx="269">
                  <c:v>60229.276700000002</c:v>
                </c:pt>
                <c:pt idx="270">
                  <c:v>62586.5098</c:v>
                </c:pt>
                <c:pt idx="271">
                  <c:v>61718.647400000002</c:v>
                </c:pt>
                <c:pt idx="272">
                  <c:v>62817.123500000002</c:v>
                </c:pt>
                <c:pt idx="273">
                  <c:v>62201.381000000001</c:v>
                </c:pt>
                <c:pt idx="274">
                  <c:v>61401.918100000003</c:v>
                </c:pt>
                <c:pt idx="275">
                  <c:v>60544.901100000003</c:v>
                </c:pt>
                <c:pt idx="276">
                  <c:v>61380.380100000002</c:v>
                </c:pt>
                <c:pt idx="277">
                  <c:v>53424.143700000001</c:v>
                </c:pt>
                <c:pt idx="278">
                  <c:v>60603.457900000001</c:v>
                </c:pt>
                <c:pt idx="279">
                  <c:v>60841.569499999998</c:v>
                </c:pt>
                <c:pt idx="280">
                  <c:v>61769.5412</c:v>
                </c:pt>
                <c:pt idx="281">
                  <c:v>61658.0458</c:v>
                </c:pt>
                <c:pt idx="282">
                  <c:v>56369.7402</c:v>
                </c:pt>
                <c:pt idx="283">
                  <c:v>59403.603300000002</c:v>
                </c:pt>
                <c:pt idx="284">
                  <c:v>62073.571199999998</c:v>
                </c:pt>
                <c:pt idx="285">
                  <c:v>60399.518700000001</c:v>
                </c:pt>
                <c:pt idx="286">
                  <c:v>62219.127699999997</c:v>
                </c:pt>
                <c:pt idx="287">
                  <c:v>62302.902900000001</c:v>
                </c:pt>
                <c:pt idx="288">
                  <c:v>62204.614800000003</c:v>
                </c:pt>
                <c:pt idx="289">
                  <c:v>59390.767399999997</c:v>
                </c:pt>
                <c:pt idx="290">
                  <c:v>59509.488799999999</c:v>
                </c:pt>
                <c:pt idx="291">
                  <c:v>61241.448600000003</c:v>
                </c:pt>
                <c:pt idx="292">
                  <c:v>60613.048499999997</c:v>
                </c:pt>
                <c:pt idx="293">
                  <c:v>62574.710099999997</c:v>
                </c:pt>
                <c:pt idx="294">
                  <c:v>63742.923499999997</c:v>
                </c:pt>
                <c:pt idx="295">
                  <c:v>62558.240700000002</c:v>
                </c:pt>
                <c:pt idx="296">
                  <c:v>63807.782299999999</c:v>
                </c:pt>
                <c:pt idx="297">
                  <c:v>64734.049200000001</c:v>
                </c:pt>
                <c:pt idx="298">
                  <c:v>64011.674200000001</c:v>
                </c:pt>
                <c:pt idx="299">
                  <c:v>64490.420899999997</c:v>
                </c:pt>
                <c:pt idx="300">
                  <c:v>64617.757899999997</c:v>
                </c:pt>
                <c:pt idx="301">
                  <c:v>64665.396000000001</c:v>
                </c:pt>
                <c:pt idx="302">
                  <c:v>63130.808199999999</c:v>
                </c:pt>
                <c:pt idx="303">
                  <c:v>61071.031000000003</c:v>
                </c:pt>
                <c:pt idx="304">
                  <c:v>60820.615299999998</c:v>
                </c:pt>
                <c:pt idx="305">
                  <c:v>61626.695899999999</c:v>
                </c:pt>
                <c:pt idx="306">
                  <c:v>62039.776400000002</c:v>
                </c:pt>
                <c:pt idx="307">
                  <c:v>62435.587899999999</c:v>
                </c:pt>
                <c:pt idx="308">
                  <c:v>63459.2788</c:v>
                </c:pt>
                <c:pt idx="309">
                  <c:v>63466.432099999998</c:v>
                </c:pt>
                <c:pt idx="310">
                  <c:v>60698.875800000002</c:v>
                </c:pt>
                <c:pt idx="311">
                  <c:v>60675.258600000001</c:v>
                </c:pt>
                <c:pt idx="312">
                  <c:v>60661.248800000001</c:v>
                </c:pt>
                <c:pt idx="313">
                  <c:v>61455.427000000003</c:v>
                </c:pt>
                <c:pt idx="314">
                  <c:v>64790.140299999999</c:v>
                </c:pt>
                <c:pt idx="315">
                  <c:v>63121.158900000002</c:v>
                </c:pt>
                <c:pt idx="316">
                  <c:v>63174.136700000003</c:v>
                </c:pt>
                <c:pt idx="317">
                  <c:v>61503.466899999999</c:v>
                </c:pt>
                <c:pt idx="318">
                  <c:v>60925.595800000003</c:v>
                </c:pt>
                <c:pt idx="319">
                  <c:v>61213.691200000001</c:v>
                </c:pt>
                <c:pt idx="320">
                  <c:v>60941.169800000003</c:v>
                </c:pt>
                <c:pt idx="321">
                  <c:v>62238.875099999997</c:v>
                </c:pt>
                <c:pt idx="322">
                  <c:v>62780.847000000002</c:v>
                </c:pt>
                <c:pt idx="323">
                  <c:v>64681.680399999997</c:v>
                </c:pt>
                <c:pt idx="324">
                  <c:v>60224.008500000004</c:v>
                </c:pt>
                <c:pt idx="325">
                  <c:v>60811.448600000003</c:v>
                </c:pt>
                <c:pt idx="326">
                  <c:v>61443.409500000002</c:v>
                </c:pt>
                <c:pt idx="327">
                  <c:v>62133.2065</c:v>
                </c:pt>
                <c:pt idx="328">
                  <c:v>64185.309500000003</c:v>
                </c:pt>
                <c:pt idx="329">
                  <c:v>64076.316700000003</c:v>
                </c:pt>
                <c:pt idx="330">
                  <c:v>63524.395400000001</c:v>
                </c:pt>
                <c:pt idx="331">
                  <c:v>61510.016900000002</c:v>
                </c:pt>
                <c:pt idx="332">
                  <c:v>62065.373899999999</c:v>
                </c:pt>
                <c:pt idx="333">
                  <c:v>61497.8105</c:v>
                </c:pt>
                <c:pt idx="334">
                  <c:v>61920.746800000001</c:v>
                </c:pt>
                <c:pt idx="335">
                  <c:v>63902.013200000001</c:v>
                </c:pt>
                <c:pt idx="336">
                  <c:v>64259.193299999999</c:v>
                </c:pt>
                <c:pt idx="337">
                  <c:v>64309.198700000001</c:v>
                </c:pt>
                <c:pt idx="338">
                  <c:v>60458.119500000001</c:v>
                </c:pt>
                <c:pt idx="339">
                  <c:v>61039.434300000001</c:v>
                </c:pt>
                <c:pt idx="340">
                  <c:v>62372.719700000001</c:v>
                </c:pt>
                <c:pt idx="341">
                  <c:v>63663.976900000001</c:v>
                </c:pt>
                <c:pt idx="342">
                  <c:v>62727.040300000001</c:v>
                </c:pt>
                <c:pt idx="343">
                  <c:v>61808.822500000002</c:v>
                </c:pt>
                <c:pt idx="344">
                  <c:v>65312.494700000003</c:v>
                </c:pt>
                <c:pt idx="345">
                  <c:v>62661.428899999999</c:v>
                </c:pt>
                <c:pt idx="346">
                  <c:v>62619.026700000002</c:v>
                </c:pt>
                <c:pt idx="347">
                  <c:v>62771.949500000002</c:v>
                </c:pt>
                <c:pt idx="348">
                  <c:v>62737.942499999997</c:v>
                </c:pt>
                <c:pt idx="349">
                  <c:v>64195.786099999998</c:v>
                </c:pt>
                <c:pt idx="350">
                  <c:v>63278.325299999997</c:v>
                </c:pt>
                <c:pt idx="351">
                  <c:v>63076.336300000003</c:v>
                </c:pt>
                <c:pt idx="352">
                  <c:v>61154.159599999999</c:v>
                </c:pt>
                <c:pt idx="353">
                  <c:v>62086.327799999999</c:v>
                </c:pt>
                <c:pt idx="354">
                  <c:v>61795.870600000002</c:v>
                </c:pt>
                <c:pt idx="355">
                  <c:v>61742.222999999998</c:v>
                </c:pt>
                <c:pt idx="356">
                  <c:v>63428.439700000003</c:v>
                </c:pt>
                <c:pt idx="357">
                  <c:v>63870.955199999997</c:v>
                </c:pt>
                <c:pt idx="358">
                  <c:v>65295.213199999998</c:v>
                </c:pt>
                <c:pt idx="359">
                  <c:v>62579.638899999998</c:v>
                </c:pt>
                <c:pt idx="360">
                  <c:v>61760.9692</c:v>
                </c:pt>
                <c:pt idx="361">
                  <c:v>61646.237200000003</c:v>
                </c:pt>
                <c:pt idx="362">
                  <c:v>62306.200199999999</c:v>
                </c:pt>
                <c:pt idx="363">
                  <c:v>63189.926500000001</c:v>
                </c:pt>
                <c:pt idx="364">
                  <c:v>63298.723899999997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5-A936-4D26-9E10-287659F92F38}"/>
            </c:ext>
          </c:extLst>
        </c:ser>
        <c:ser>
          <c:idx val="6"/>
          <c:order val="6"/>
          <c:tx>
            <c:strRef>
              <c:f>'4G Data'!$H$1</c:f>
              <c:strCache>
                <c:ptCount val="1"/>
                <c:pt idx="0">
                  <c:v>Batticaloa</c:v>
                </c:pt>
              </c:strCache>
            </c:strRef>
          </c:tx>
          <c:spPr>
            <a:ln w="28575" cap="rnd">
              <a:solidFill>
                <a:schemeClr val="accent1">
                  <a:lumMod val="60000"/>
                </a:schemeClr>
              </a:solidFill>
              <a:round/>
            </a:ln>
            <a:effectLst/>
          </c:spPr>
          <c:marker>
            <c:symbol val="none"/>
          </c:marker>
          <c:cat>
            <c:numRef>
              <c:f>'4G Data'!$A$2:$A$366</c:f>
              <c:numCache>
                <c:formatCode>m/d/yyyy</c:formatCode>
                <c:ptCount val="365"/>
                <c:pt idx="0">
                  <c:v>45829</c:v>
                </c:pt>
                <c:pt idx="1">
                  <c:v>45830</c:v>
                </c:pt>
                <c:pt idx="2">
                  <c:v>45831</c:v>
                </c:pt>
                <c:pt idx="3">
                  <c:v>45832</c:v>
                </c:pt>
                <c:pt idx="4">
                  <c:v>45833</c:v>
                </c:pt>
                <c:pt idx="5">
                  <c:v>45834</c:v>
                </c:pt>
                <c:pt idx="6">
                  <c:v>45835</c:v>
                </c:pt>
                <c:pt idx="7">
                  <c:v>45836</c:v>
                </c:pt>
                <c:pt idx="8">
                  <c:v>45837</c:v>
                </c:pt>
                <c:pt idx="9">
                  <c:v>45838</c:v>
                </c:pt>
                <c:pt idx="10">
                  <c:v>45839</c:v>
                </c:pt>
                <c:pt idx="11">
                  <c:v>45840</c:v>
                </c:pt>
                <c:pt idx="12">
                  <c:v>45841</c:v>
                </c:pt>
                <c:pt idx="13">
                  <c:v>45842</c:v>
                </c:pt>
                <c:pt idx="14">
                  <c:v>45843</c:v>
                </c:pt>
                <c:pt idx="15">
                  <c:v>45844</c:v>
                </c:pt>
                <c:pt idx="16">
                  <c:v>45845</c:v>
                </c:pt>
                <c:pt idx="17">
                  <c:v>45846</c:v>
                </c:pt>
                <c:pt idx="18">
                  <c:v>45847</c:v>
                </c:pt>
                <c:pt idx="19">
                  <c:v>45848</c:v>
                </c:pt>
                <c:pt idx="20">
                  <c:v>45849</c:v>
                </c:pt>
                <c:pt idx="21">
                  <c:v>45850</c:v>
                </c:pt>
                <c:pt idx="22">
                  <c:v>45851</c:v>
                </c:pt>
                <c:pt idx="23">
                  <c:v>45852</c:v>
                </c:pt>
                <c:pt idx="24">
                  <c:v>45853</c:v>
                </c:pt>
                <c:pt idx="25">
                  <c:v>45854</c:v>
                </c:pt>
                <c:pt idx="26">
                  <c:v>45855</c:v>
                </c:pt>
                <c:pt idx="27">
                  <c:v>45856</c:v>
                </c:pt>
                <c:pt idx="28">
                  <c:v>45857</c:v>
                </c:pt>
                <c:pt idx="29">
                  <c:v>45858</c:v>
                </c:pt>
                <c:pt idx="30">
                  <c:v>45859</c:v>
                </c:pt>
                <c:pt idx="31">
                  <c:v>45860</c:v>
                </c:pt>
                <c:pt idx="32">
                  <c:v>45861</c:v>
                </c:pt>
                <c:pt idx="33">
                  <c:v>45862</c:v>
                </c:pt>
                <c:pt idx="34">
                  <c:v>45863</c:v>
                </c:pt>
                <c:pt idx="35">
                  <c:v>45864</c:v>
                </c:pt>
                <c:pt idx="36">
                  <c:v>45865</c:v>
                </c:pt>
                <c:pt idx="37">
                  <c:v>45866</c:v>
                </c:pt>
                <c:pt idx="38">
                  <c:v>45867</c:v>
                </c:pt>
                <c:pt idx="39">
                  <c:v>45868</c:v>
                </c:pt>
                <c:pt idx="40">
                  <c:v>45869</c:v>
                </c:pt>
                <c:pt idx="41">
                  <c:v>45870</c:v>
                </c:pt>
                <c:pt idx="42">
                  <c:v>45871</c:v>
                </c:pt>
                <c:pt idx="43">
                  <c:v>45872</c:v>
                </c:pt>
                <c:pt idx="44">
                  <c:v>45873</c:v>
                </c:pt>
                <c:pt idx="45">
                  <c:v>45874</c:v>
                </c:pt>
                <c:pt idx="46">
                  <c:v>45875</c:v>
                </c:pt>
                <c:pt idx="47">
                  <c:v>45876</c:v>
                </c:pt>
                <c:pt idx="48">
                  <c:v>45877</c:v>
                </c:pt>
                <c:pt idx="49">
                  <c:v>45878</c:v>
                </c:pt>
                <c:pt idx="50">
                  <c:v>45879</c:v>
                </c:pt>
                <c:pt idx="51">
                  <c:v>45880</c:v>
                </c:pt>
                <c:pt idx="52">
                  <c:v>45881</c:v>
                </c:pt>
                <c:pt idx="53">
                  <c:v>45882</c:v>
                </c:pt>
                <c:pt idx="54">
                  <c:v>45883</c:v>
                </c:pt>
                <c:pt idx="55">
                  <c:v>45884</c:v>
                </c:pt>
                <c:pt idx="56">
                  <c:v>45885</c:v>
                </c:pt>
                <c:pt idx="57">
                  <c:v>45886</c:v>
                </c:pt>
                <c:pt idx="58">
                  <c:v>45887</c:v>
                </c:pt>
                <c:pt idx="59">
                  <c:v>45888</c:v>
                </c:pt>
                <c:pt idx="60">
                  <c:v>45889</c:v>
                </c:pt>
                <c:pt idx="61">
                  <c:v>45890</c:v>
                </c:pt>
                <c:pt idx="62">
                  <c:v>45891</c:v>
                </c:pt>
                <c:pt idx="63">
                  <c:v>45892</c:v>
                </c:pt>
                <c:pt idx="64">
                  <c:v>45893</c:v>
                </c:pt>
                <c:pt idx="65">
                  <c:v>45894</c:v>
                </c:pt>
                <c:pt idx="66">
                  <c:v>45895</c:v>
                </c:pt>
                <c:pt idx="67">
                  <c:v>45896</c:v>
                </c:pt>
                <c:pt idx="68">
                  <c:v>45897</c:v>
                </c:pt>
                <c:pt idx="69">
                  <c:v>45898</c:v>
                </c:pt>
                <c:pt idx="70">
                  <c:v>45899</c:v>
                </c:pt>
                <c:pt idx="71">
                  <c:v>45900</c:v>
                </c:pt>
                <c:pt idx="72">
                  <c:v>45901</c:v>
                </c:pt>
                <c:pt idx="73">
                  <c:v>45902</c:v>
                </c:pt>
                <c:pt idx="74">
                  <c:v>45903</c:v>
                </c:pt>
                <c:pt idx="75">
                  <c:v>45904</c:v>
                </c:pt>
                <c:pt idx="76">
                  <c:v>45905</c:v>
                </c:pt>
                <c:pt idx="77">
                  <c:v>45906</c:v>
                </c:pt>
                <c:pt idx="78">
                  <c:v>45907</c:v>
                </c:pt>
                <c:pt idx="79">
                  <c:v>45908</c:v>
                </c:pt>
                <c:pt idx="80">
                  <c:v>45909</c:v>
                </c:pt>
                <c:pt idx="81">
                  <c:v>45910</c:v>
                </c:pt>
                <c:pt idx="82">
                  <c:v>45911</c:v>
                </c:pt>
                <c:pt idx="83">
                  <c:v>45912</c:v>
                </c:pt>
                <c:pt idx="84">
                  <c:v>45913</c:v>
                </c:pt>
                <c:pt idx="85">
                  <c:v>45914</c:v>
                </c:pt>
                <c:pt idx="86">
                  <c:v>45915</c:v>
                </c:pt>
                <c:pt idx="87">
                  <c:v>45916</c:v>
                </c:pt>
                <c:pt idx="88">
                  <c:v>45917</c:v>
                </c:pt>
                <c:pt idx="89">
                  <c:v>45918</c:v>
                </c:pt>
                <c:pt idx="90">
                  <c:v>45919</c:v>
                </c:pt>
                <c:pt idx="91">
                  <c:v>45920</c:v>
                </c:pt>
                <c:pt idx="92">
                  <c:v>45921</c:v>
                </c:pt>
                <c:pt idx="93">
                  <c:v>45922</c:v>
                </c:pt>
                <c:pt idx="94">
                  <c:v>45923</c:v>
                </c:pt>
                <c:pt idx="95">
                  <c:v>45924</c:v>
                </c:pt>
                <c:pt idx="96">
                  <c:v>45925</c:v>
                </c:pt>
                <c:pt idx="97">
                  <c:v>45926</c:v>
                </c:pt>
                <c:pt idx="98">
                  <c:v>45927</c:v>
                </c:pt>
                <c:pt idx="99">
                  <c:v>45928</c:v>
                </c:pt>
                <c:pt idx="100">
                  <c:v>45929</c:v>
                </c:pt>
                <c:pt idx="101">
                  <c:v>45930</c:v>
                </c:pt>
                <c:pt idx="102">
                  <c:v>45931</c:v>
                </c:pt>
                <c:pt idx="103">
                  <c:v>45932</c:v>
                </c:pt>
                <c:pt idx="104">
                  <c:v>45933</c:v>
                </c:pt>
                <c:pt idx="105">
                  <c:v>45934</c:v>
                </c:pt>
                <c:pt idx="106">
                  <c:v>45935</c:v>
                </c:pt>
                <c:pt idx="107">
                  <c:v>45936</c:v>
                </c:pt>
                <c:pt idx="108">
                  <c:v>45937</c:v>
                </c:pt>
                <c:pt idx="109">
                  <c:v>45938</c:v>
                </c:pt>
                <c:pt idx="110">
                  <c:v>45939</c:v>
                </c:pt>
                <c:pt idx="111">
                  <c:v>45940</c:v>
                </c:pt>
                <c:pt idx="112">
                  <c:v>45941</c:v>
                </c:pt>
                <c:pt idx="113">
                  <c:v>45942</c:v>
                </c:pt>
                <c:pt idx="114">
                  <c:v>45943</c:v>
                </c:pt>
                <c:pt idx="115">
                  <c:v>45944</c:v>
                </c:pt>
                <c:pt idx="116">
                  <c:v>45945</c:v>
                </c:pt>
                <c:pt idx="117">
                  <c:v>45946</c:v>
                </c:pt>
                <c:pt idx="118">
                  <c:v>45947</c:v>
                </c:pt>
                <c:pt idx="119">
                  <c:v>45948</c:v>
                </c:pt>
                <c:pt idx="120">
                  <c:v>45949</c:v>
                </c:pt>
                <c:pt idx="121">
                  <c:v>45950</c:v>
                </c:pt>
                <c:pt idx="122">
                  <c:v>45951</c:v>
                </c:pt>
                <c:pt idx="123">
                  <c:v>45952</c:v>
                </c:pt>
                <c:pt idx="124">
                  <c:v>45953</c:v>
                </c:pt>
                <c:pt idx="125">
                  <c:v>45954</c:v>
                </c:pt>
                <c:pt idx="126">
                  <c:v>45955</c:v>
                </c:pt>
                <c:pt idx="127">
                  <c:v>45956</c:v>
                </c:pt>
                <c:pt idx="128">
                  <c:v>45957</c:v>
                </c:pt>
                <c:pt idx="129">
                  <c:v>45958</c:v>
                </c:pt>
                <c:pt idx="130">
                  <c:v>45959</c:v>
                </c:pt>
                <c:pt idx="131">
                  <c:v>45960</c:v>
                </c:pt>
                <c:pt idx="132">
                  <c:v>45961</c:v>
                </c:pt>
                <c:pt idx="133">
                  <c:v>45962</c:v>
                </c:pt>
                <c:pt idx="134">
                  <c:v>45963</c:v>
                </c:pt>
                <c:pt idx="135">
                  <c:v>45964</c:v>
                </c:pt>
                <c:pt idx="136">
                  <c:v>45965</c:v>
                </c:pt>
                <c:pt idx="137">
                  <c:v>45966</c:v>
                </c:pt>
                <c:pt idx="138">
                  <c:v>45967</c:v>
                </c:pt>
                <c:pt idx="139">
                  <c:v>45968</c:v>
                </c:pt>
                <c:pt idx="140">
                  <c:v>45969</c:v>
                </c:pt>
                <c:pt idx="141">
                  <c:v>45970</c:v>
                </c:pt>
                <c:pt idx="142">
                  <c:v>45971</c:v>
                </c:pt>
                <c:pt idx="143">
                  <c:v>45972</c:v>
                </c:pt>
                <c:pt idx="144">
                  <c:v>45973</c:v>
                </c:pt>
                <c:pt idx="145">
                  <c:v>45974</c:v>
                </c:pt>
                <c:pt idx="146">
                  <c:v>45975</c:v>
                </c:pt>
                <c:pt idx="147">
                  <c:v>45976</c:v>
                </c:pt>
                <c:pt idx="148">
                  <c:v>45977</c:v>
                </c:pt>
                <c:pt idx="149">
                  <c:v>45978</c:v>
                </c:pt>
                <c:pt idx="150">
                  <c:v>45979</c:v>
                </c:pt>
                <c:pt idx="151">
                  <c:v>45980</c:v>
                </c:pt>
                <c:pt idx="152">
                  <c:v>45981</c:v>
                </c:pt>
                <c:pt idx="153">
                  <c:v>45982</c:v>
                </c:pt>
                <c:pt idx="154">
                  <c:v>45983</c:v>
                </c:pt>
                <c:pt idx="155">
                  <c:v>45984</c:v>
                </c:pt>
                <c:pt idx="156">
                  <c:v>45985</c:v>
                </c:pt>
                <c:pt idx="157">
                  <c:v>45986</c:v>
                </c:pt>
                <c:pt idx="158">
                  <c:v>45987</c:v>
                </c:pt>
                <c:pt idx="159">
                  <c:v>45988</c:v>
                </c:pt>
                <c:pt idx="160">
                  <c:v>45989</c:v>
                </c:pt>
                <c:pt idx="161">
                  <c:v>45990</c:v>
                </c:pt>
                <c:pt idx="162">
                  <c:v>45991</c:v>
                </c:pt>
                <c:pt idx="163">
                  <c:v>45992</c:v>
                </c:pt>
                <c:pt idx="164">
                  <c:v>45993</c:v>
                </c:pt>
                <c:pt idx="165">
                  <c:v>45994</c:v>
                </c:pt>
                <c:pt idx="166">
                  <c:v>45995</c:v>
                </c:pt>
                <c:pt idx="167">
                  <c:v>45996</c:v>
                </c:pt>
                <c:pt idx="168">
                  <c:v>45997</c:v>
                </c:pt>
                <c:pt idx="169">
                  <c:v>45998</c:v>
                </c:pt>
                <c:pt idx="170">
                  <c:v>45999</c:v>
                </c:pt>
                <c:pt idx="171">
                  <c:v>46000</c:v>
                </c:pt>
                <c:pt idx="172">
                  <c:v>46001</c:v>
                </c:pt>
                <c:pt idx="173">
                  <c:v>46002</c:v>
                </c:pt>
                <c:pt idx="174">
                  <c:v>46003</c:v>
                </c:pt>
                <c:pt idx="175">
                  <c:v>46004</c:v>
                </c:pt>
                <c:pt idx="176">
                  <c:v>46005</c:v>
                </c:pt>
                <c:pt idx="177">
                  <c:v>46006</c:v>
                </c:pt>
                <c:pt idx="178">
                  <c:v>46007</c:v>
                </c:pt>
                <c:pt idx="179">
                  <c:v>46008</c:v>
                </c:pt>
                <c:pt idx="180">
                  <c:v>46009</c:v>
                </c:pt>
                <c:pt idx="181">
                  <c:v>46010</c:v>
                </c:pt>
                <c:pt idx="182">
                  <c:v>46011</c:v>
                </c:pt>
                <c:pt idx="183">
                  <c:v>46012</c:v>
                </c:pt>
                <c:pt idx="184">
                  <c:v>46013</c:v>
                </c:pt>
                <c:pt idx="185">
                  <c:v>46014</c:v>
                </c:pt>
                <c:pt idx="186">
                  <c:v>46015</c:v>
                </c:pt>
                <c:pt idx="187">
                  <c:v>46016</c:v>
                </c:pt>
                <c:pt idx="188">
                  <c:v>46017</c:v>
                </c:pt>
                <c:pt idx="189">
                  <c:v>46018</c:v>
                </c:pt>
                <c:pt idx="190">
                  <c:v>46019</c:v>
                </c:pt>
                <c:pt idx="191">
                  <c:v>46020</c:v>
                </c:pt>
                <c:pt idx="192">
                  <c:v>46021</c:v>
                </c:pt>
                <c:pt idx="193">
                  <c:v>46022</c:v>
                </c:pt>
                <c:pt idx="194">
                  <c:v>46023</c:v>
                </c:pt>
                <c:pt idx="195">
                  <c:v>46024</c:v>
                </c:pt>
                <c:pt idx="196">
                  <c:v>46025</c:v>
                </c:pt>
                <c:pt idx="197">
                  <c:v>46026</c:v>
                </c:pt>
                <c:pt idx="198">
                  <c:v>46027</c:v>
                </c:pt>
                <c:pt idx="199">
                  <c:v>46028</c:v>
                </c:pt>
                <c:pt idx="200">
                  <c:v>46029</c:v>
                </c:pt>
                <c:pt idx="201">
                  <c:v>46030</c:v>
                </c:pt>
                <c:pt idx="202">
                  <c:v>46031</c:v>
                </c:pt>
                <c:pt idx="203">
                  <c:v>46032</c:v>
                </c:pt>
                <c:pt idx="204">
                  <c:v>46033</c:v>
                </c:pt>
                <c:pt idx="205">
                  <c:v>46034</c:v>
                </c:pt>
                <c:pt idx="206">
                  <c:v>46035</c:v>
                </c:pt>
                <c:pt idx="207">
                  <c:v>46036</c:v>
                </c:pt>
                <c:pt idx="208">
                  <c:v>46037</c:v>
                </c:pt>
                <c:pt idx="209">
                  <c:v>46038</c:v>
                </c:pt>
                <c:pt idx="210">
                  <c:v>46039</c:v>
                </c:pt>
                <c:pt idx="211">
                  <c:v>46040</c:v>
                </c:pt>
                <c:pt idx="212">
                  <c:v>46041</c:v>
                </c:pt>
                <c:pt idx="213">
                  <c:v>46042</c:v>
                </c:pt>
                <c:pt idx="214">
                  <c:v>46043</c:v>
                </c:pt>
                <c:pt idx="215">
                  <c:v>46044</c:v>
                </c:pt>
                <c:pt idx="216">
                  <c:v>46045</c:v>
                </c:pt>
                <c:pt idx="217">
                  <c:v>46046</c:v>
                </c:pt>
                <c:pt idx="218">
                  <c:v>46047</c:v>
                </c:pt>
                <c:pt idx="219">
                  <c:v>46048</c:v>
                </c:pt>
                <c:pt idx="220">
                  <c:v>46049</c:v>
                </c:pt>
                <c:pt idx="221">
                  <c:v>46050</c:v>
                </c:pt>
                <c:pt idx="222">
                  <c:v>46051</c:v>
                </c:pt>
                <c:pt idx="223">
                  <c:v>46052</c:v>
                </c:pt>
                <c:pt idx="224">
                  <c:v>46053</c:v>
                </c:pt>
                <c:pt idx="225">
                  <c:v>46054</c:v>
                </c:pt>
                <c:pt idx="226">
                  <c:v>46055</c:v>
                </c:pt>
                <c:pt idx="227">
                  <c:v>46056</c:v>
                </c:pt>
                <c:pt idx="228">
                  <c:v>46057</c:v>
                </c:pt>
                <c:pt idx="229">
                  <c:v>46058</c:v>
                </c:pt>
                <c:pt idx="230">
                  <c:v>46059</c:v>
                </c:pt>
                <c:pt idx="231">
                  <c:v>46060</c:v>
                </c:pt>
                <c:pt idx="232">
                  <c:v>46061</c:v>
                </c:pt>
                <c:pt idx="233">
                  <c:v>46062</c:v>
                </c:pt>
                <c:pt idx="234">
                  <c:v>46063</c:v>
                </c:pt>
                <c:pt idx="235">
                  <c:v>46064</c:v>
                </c:pt>
                <c:pt idx="236">
                  <c:v>46065</c:v>
                </c:pt>
                <c:pt idx="237">
                  <c:v>46066</c:v>
                </c:pt>
                <c:pt idx="238">
                  <c:v>46067</c:v>
                </c:pt>
                <c:pt idx="239">
                  <c:v>46068</c:v>
                </c:pt>
                <c:pt idx="240">
                  <c:v>46069</c:v>
                </c:pt>
                <c:pt idx="241">
                  <c:v>46070</c:v>
                </c:pt>
                <c:pt idx="242">
                  <c:v>46071</c:v>
                </c:pt>
                <c:pt idx="243">
                  <c:v>46072</c:v>
                </c:pt>
                <c:pt idx="244">
                  <c:v>46073</c:v>
                </c:pt>
                <c:pt idx="245">
                  <c:v>46074</c:v>
                </c:pt>
                <c:pt idx="246">
                  <c:v>46075</c:v>
                </c:pt>
                <c:pt idx="247">
                  <c:v>46076</c:v>
                </c:pt>
                <c:pt idx="248">
                  <c:v>46077</c:v>
                </c:pt>
                <c:pt idx="249">
                  <c:v>46078</c:v>
                </c:pt>
                <c:pt idx="250">
                  <c:v>46079</c:v>
                </c:pt>
                <c:pt idx="251">
                  <c:v>46080</c:v>
                </c:pt>
                <c:pt idx="252">
                  <c:v>46081</c:v>
                </c:pt>
                <c:pt idx="253">
                  <c:v>46082</c:v>
                </c:pt>
                <c:pt idx="254">
                  <c:v>46083</c:v>
                </c:pt>
                <c:pt idx="255">
                  <c:v>46084</c:v>
                </c:pt>
                <c:pt idx="256">
                  <c:v>46085</c:v>
                </c:pt>
                <c:pt idx="257">
                  <c:v>46086</c:v>
                </c:pt>
                <c:pt idx="258">
                  <c:v>46087</c:v>
                </c:pt>
                <c:pt idx="259">
                  <c:v>46088</c:v>
                </c:pt>
                <c:pt idx="260">
                  <c:v>46089</c:v>
                </c:pt>
                <c:pt idx="261">
                  <c:v>46090</c:v>
                </c:pt>
                <c:pt idx="262">
                  <c:v>46091</c:v>
                </c:pt>
                <c:pt idx="263">
                  <c:v>46092</c:v>
                </c:pt>
                <c:pt idx="264">
                  <c:v>46093</c:v>
                </c:pt>
                <c:pt idx="265">
                  <c:v>46094</c:v>
                </c:pt>
                <c:pt idx="266">
                  <c:v>46095</c:v>
                </c:pt>
                <c:pt idx="267">
                  <c:v>46096</c:v>
                </c:pt>
                <c:pt idx="268">
                  <c:v>46097</c:v>
                </c:pt>
                <c:pt idx="269">
                  <c:v>46098</c:v>
                </c:pt>
                <c:pt idx="270">
                  <c:v>46099</c:v>
                </c:pt>
                <c:pt idx="271">
                  <c:v>46100</c:v>
                </c:pt>
                <c:pt idx="272">
                  <c:v>46101</c:v>
                </c:pt>
                <c:pt idx="273">
                  <c:v>46102</c:v>
                </c:pt>
                <c:pt idx="274">
                  <c:v>46103</c:v>
                </c:pt>
                <c:pt idx="275">
                  <c:v>46104</c:v>
                </c:pt>
                <c:pt idx="276">
                  <c:v>46105</c:v>
                </c:pt>
                <c:pt idx="277">
                  <c:v>46106</c:v>
                </c:pt>
                <c:pt idx="278">
                  <c:v>46107</c:v>
                </c:pt>
                <c:pt idx="279">
                  <c:v>46108</c:v>
                </c:pt>
                <c:pt idx="280">
                  <c:v>46109</c:v>
                </c:pt>
                <c:pt idx="281">
                  <c:v>46110</c:v>
                </c:pt>
                <c:pt idx="282">
                  <c:v>46111</c:v>
                </c:pt>
                <c:pt idx="283">
                  <c:v>46112</c:v>
                </c:pt>
                <c:pt idx="284">
                  <c:v>46113</c:v>
                </c:pt>
                <c:pt idx="285">
                  <c:v>46114</c:v>
                </c:pt>
                <c:pt idx="286">
                  <c:v>46115</c:v>
                </c:pt>
                <c:pt idx="287">
                  <c:v>46116</c:v>
                </c:pt>
                <c:pt idx="288">
                  <c:v>46117</c:v>
                </c:pt>
                <c:pt idx="289">
                  <c:v>46118</c:v>
                </c:pt>
                <c:pt idx="290">
                  <c:v>46119</c:v>
                </c:pt>
                <c:pt idx="291">
                  <c:v>46120</c:v>
                </c:pt>
                <c:pt idx="292">
                  <c:v>46121</c:v>
                </c:pt>
                <c:pt idx="293">
                  <c:v>46122</c:v>
                </c:pt>
                <c:pt idx="294">
                  <c:v>46123</c:v>
                </c:pt>
                <c:pt idx="295">
                  <c:v>46124</c:v>
                </c:pt>
                <c:pt idx="296">
                  <c:v>46125</c:v>
                </c:pt>
                <c:pt idx="297">
                  <c:v>46126</c:v>
                </c:pt>
                <c:pt idx="298">
                  <c:v>46127</c:v>
                </c:pt>
                <c:pt idx="299">
                  <c:v>46128</c:v>
                </c:pt>
                <c:pt idx="300">
                  <c:v>46129</c:v>
                </c:pt>
                <c:pt idx="301">
                  <c:v>46130</c:v>
                </c:pt>
                <c:pt idx="302">
                  <c:v>46131</c:v>
                </c:pt>
                <c:pt idx="303">
                  <c:v>46132</c:v>
                </c:pt>
                <c:pt idx="304">
                  <c:v>46133</c:v>
                </c:pt>
                <c:pt idx="305">
                  <c:v>46134</c:v>
                </c:pt>
                <c:pt idx="306">
                  <c:v>46135</c:v>
                </c:pt>
                <c:pt idx="307">
                  <c:v>46136</c:v>
                </c:pt>
                <c:pt idx="308">
                  <c:v>46137</c:v>
                </c:pt>
                <c:pt idx="309">
                  <c:v>46138</c:v>
                </c:pt>
                <c:pt idx="310">
                  <c:v>46139</c:v>
                </c:pt>
                <c:pt idx="311">
                  <c:v>46140</c:v>
                </c:pt>
                <c:pt idx="312">
                  <c:v>46141</c:v>
                </c:pt>
                <c:pt idx="313">
                  <c:v>46142</c:v>
                </c:pt>
                <c:pt idx="314">
                  <c:v>46143</c:v>
                </c:pt>
                <c:pt idx="315">
                  <c:v>46144</c:v>
                </c:pt>
                <c:pt idx="316">
                  <c:v>46145</c:v>
                </c:pt>
                <c:pt idx="317">
                  <c:v>46146</c:v>
                </c:pt>
                <c:pt idx="318">
                  <c:v>46147</c:v>
                </c:pt>
                <c:pt idx="319">
                  <c:v>46148</c:v>
                </c:pt>
                <c:pt idx="320">
                  <c:v>46149</c:v>
                </c:pt>
                <c:pt idx="321">
                  <c:v>46150</c:v>
                </c:pt>
                <c:pt idx="322">
                  <c:v>46151</c:v>
                </c:pt>
                <c:pt idx="323">
                  <c:v>46152</c:v>
                </c:pt>
                <c:pt idx="324">
                  <c:v>46153</c:v>
                </c:pt>
                <c:pt idx="325">
                  <c:v>46154</c:v>
                </c:pt>
                <c:pt idx="326">
                  <c:v>46155</c:v>
                </c:pt>
                <c:pt idx="327">
                  <c:v>46156</c:v>
                </c:pt>
                <c:pt idx="328">
                  <c:v>46157</c:v>
                </c:pt>
                <c:pt idx="329">
                  <c:v>46158</c:v>
                </c:pt>
                <c:pt idx="330">
                  <c:v>46159</c:v>
                </c:pt>
                <c:pt idx="331">
                  <c:v>46160</c:v>
                </c:pt>
                <c:pt idx="332">
                  <c:v>46161</c:v>
                </c:pt>
                <c:pt idx="333">
                  <c:v>46162</c:v>
                </c:pt>
                <c:pt idx="334">
                  <c:v>46163</c:v>
                </c:pt>
                <c:pt idx="335">
                  <c:v>46164</c:v>
                </c:pt>
                <c:pt idx="336">
                  <c:v>46165</c:v>
                </c:pt>
                <c:pt idx="337">
                  <c:v>46166</c:v>
                </c:pt>
                <c:pt idx="338">
                  <c:v>46167</c:v>
                </c:pt>
                <c:pt idx="339">
                  <c:v>46168</c:v>
                </c:pt>
                <c:pt idx="340">
                  <c:v>46169</c:v>
                </c:pt>
                <c:pt idx="341">
                  <c:v>46170</c:v>
                </c:pt>
                <c:pt idx="342">
                  <c:v>46171</c:v>
                </c:pt>
                <c:pt idx="343">
                  <c:v>46172</c:v>
                </c:pt>
                <c:pt idx="344">
                  <c:v>46173</c:v>
                </c:pt>
                <c:pt idx="345">
                  <c:v>46174</c:v>
                </c:pt>
                <c:pt idx="346">
                  <c:v>46175</c:v>
                </c:pt>
                <c:pt idx="347">
                  <c:v>46176</c:v>
                </c:pt>
                <c:pt idx="348">
                  <c:v>46177</c:v>
                </c:pt>
                <c:pt idx="349">
                  <c:v>46178</c:v>
                </c:pt>
                <c:pt idx="350">
                  <c:v>46179</c:v>
                </c:pt>
                <c:pt idx="351">
                  <c:v>46180</c:v>
                </c:pt>
                <c:pt idx="352">
                  <c:v>46181</c:v>
                </c:pt>
                <c:pt idx="353">
                  <c:v>46182</c:v>
                </c:pt>
                <c:pt idx="354">
                  <c:v>46183</c:v>
                </c:pt>
                <c:pt idx="355">
                  <c:v>46184</c:v>
                </c:pt>
                <c:pt idx="356">
                  <c:v>46185</c:v>
                </c:pt>
                <c:pt idx="357">
                  <c:v>46186</c:v>
                </c:pt>
                <c:pt idx="358">
                  <c:v>46187</c:v>
                </c:pt>
                <c:pt idx="359">
                  <c:v>46188</c:v>
                </c:pt>
                <c:pt idx="360">
                  <c:v>46189</c:v>
                </c:pt>
                <c:pt idx="361">
                  <c:v>46190</c:v>
                </c:pt>
                <c:pt idx="362">
                  <c:v>46191</c:v>
                </c:pt>
                <c:pt idx="363">
                  <c:v>46192</c:v>
                </c:pt>
                <c:pt idx="364">
                  <c:v>46193</c:v>
                </c:pt>
              </c:numCache>
            </c:numRef>
          </c:cat>
          <c:val>
            <c:numRef>
              <c:f>'4G Data'!$H$2:$H$366</c:f>
              <c:numCache>
                <c:formatCode>General</c:formatCode>
                <c:ptCount val="365"/>
                <c:pt idx="0">
                  <c:v>34551.1803</c:v>
                </c:pt>
                <c:pt idx="1">
                  <c:v>34790.978900000002</c:v>
                </c:pt>
                <c:pt idx="2">
                  <c:v>33159.720500000003</c:v>
                </c:pt>
                <c:pt idx="3">
                  <c:v>33775.329100000003</c:v>
                </c:pt>
                <c:pt idx="4">
                  <c:v>33828.820599999999</c:v>
                </c:pt>
                <c:pt idx="5">
                  <c:v>34194.195</c:v>
                </c:pt>
                <c:pt idx="6">
                  <c:v>34803.354800000001</c:v>
                </c:pt>
                <c:pt idx="7">
                  <c:v>35336.8822</c:v>
                </c:pt>
                <c:pt idx="8">
                  <c:v>35470.436000000002</c:v>
                </c:pt>
                <c:pt idx="9">
                  <c:v>33639.3125</c:v>
                </c:pt>
                <c:pt idx="10">
                  <c:v>33800.285300000003</c:v>
                </c:pt>
                <c:pt idx="11">
                  <c:v>34161.813300000002</c:v>
                </c:pt>
                <c:pt idx="12">
                  <c:v>34042.647599999997</c:v>
                </c:pt>
                <c:pt idx="13">
                  <c:v>34265.873599999999</c:v>
                </c:pt>
                <c:pt idx="14">
                  <c:v>34823.669099999999</c:v>
                </c:pt>
                <c:pt idx="15">
                  <c:v>34384.594100000002</c:v>
                </c:pt>
                <c:pt idx="16">
                  <c:v>33171.309399999998</c:v>
                </c:pt>
                <c:pt idx="17">
                  <c:v>33587.114999999998</c:v>
                </c:pt>
                <c:pt idx="18">
                  <c:v>34006.7353</c:v>
                </c:pt>
                <c:pt idx="19">
                  <c:v>35909.148699999998</c:v>
                </c:pt>
                <c:pt idx="20">
                  <c:v>35080.518400000001</c:v>
                </c:pt>
                <c:pt idx="21">
                  <c:v>35293.647799999999</c:v>
                </c:pt>
                <c:pt idx="22">
                  <c:v>35517.459900000002</c:v>
                </c:pt>
                <c:pt idx="23">
                  <c:v>34063.691500000001</c:v>
                </c:pt>
                <c:pt idx="24">
                  <c:v>34180.610099999998</c:v>
                </c:pt>
                <c:pt idx="25">
                  <c:v>34446.071799999998</c:v>
                </c:pt>
                <c:pt idx="26">
                  <c:v>34734.378199999999</c:v>
                </c:pt>
                <c:pt idx="27">
                  <c:v>35563.193700000003</c:v>
                </c:pt>
                <c:pt idx="28">
                  <c:v>35168.074699999997</c:v>
                </c:pt>
                <c:pt idx="29">
                  <c:v>35845.152900000001</c:v>
                </c:pt>
                <c:pt idx="30">
                  <c:v>34415.936300000001</c:v>
                </c:pt>
                <c:pt idx="31">
                  <c:v>34817.287799999998</c:v>
                </c:pt>
                <c:pt idx="32">
                  <c:v>34162.050900000002</c:v>
                </c:pt>
                <c:pt idx="33">
                  <c:v>34922.044399999999</c:v>
                </c:pt>
                <c:pt idx="34">
                  <c:v>35389.383000000002</c:v>
                </c:pt>
                <c:pt idx="35">
                  <c:v>35604.402000000002</c:v>
                </c:pt>
                <c:pt idx="36">
                  <c:v>35991.079899999997</c:v>
                </c:pt>
                <c:pt idx="37">
                  <c:v>34936.332600000002</c:v>
                </c:pt>
                <c:pt idx="38">
                  <c:v>35150.0101</c:v>
                </c:pt>
                <c:pt idx="39">
                  <c:v>35469.873699999996</c:v>
                </c:pt>
                <c:pt idx="40">
                  <c:v>35017.988299999997</c:v>
                </c:pt>
                <c:pt idx="41">
                  <c:v>34766.664700000001</c:v>
                </c:pt>
                <c:pt idx="42">
                  <c:v>34614.379300000001</c:v>
                </c:pt>
                <c:pt idx="43">
                  <c:v>36488.153899999998</c:v>
                </c:pt>
                <c:pt idx="44">
                  <c:v>34660.322999999997</c:v>
                </c:pt>
                <c:pt idx="45">
                  <c:v>34178.509899999997</c:v>
                </c:pt>
                <c:pt idx="46">
                  <c:v>32912.168700000002</c:v>
                </c:pt>
                <c:pt idx="47">
                  <c:v>35107.2736</c:v>
                </c:pt>
                <c:pt idx="48">
                  <c:v>36292.730600000003</c:v>
                </c:pt>
                <c:pt idx="49">
                  <c:v>35939.614200000004</c:v>
                </c:pt>
                <c:pt idx="50">
                  <c:v>35873.769999999997</c:v>
                </c:pt>
                <c:pt idx="51">
                  <c:v>35440.160199999998</c:v>
                </c:pt>
                <c:pt idx="52">
                  <c:v>35163.291799999999</c:v>
                </c:pt>
                <c:pt idx="53">
                  <c:v>35383.9084</c:v>
                </c:pt>
                <c:pt idx="54">
                  <c:v>35736.8626</c:v>
                </c:pt>
                <c:pt idx="55">
                  <c:v>35839.091999999997</c:v>
                </c:pt>
                <c:pt idx="56">
                  <c:v>35856.331899999997</c:v>
                </c:pt>
                <c:pt idx="57">
                  <c:v>36010.428200000002</c:v>
                </c:pt>
                <c:pt idx="58">
                  <c:v>35779.984600000003</c:v>
                </c:pt>
                <c:pt idx="59">
                  <c:v>35041.220999999998</c:v>
                </c:pt>
                <c:pt idx="60">
                  <c:v>35163.773099999999</c:v>
                </c:pt>
                <c:pt idx="61">
                  <c:v>35093.402999999998</c:v>
                </c:pt>
                <c:pt idx="62">
                  <c:v>35218.436399999999</c:v>
                </c:pt>
                <c:pt idx="63">
                  <c:v>35534.840799999998</c:v>
                </c:pt>
                <c:pt idx="64">
                  <c:v>36077.635399999999</c:v>
                </c:pt>
                <c:pt idx="65">
                  <c:v>34659.072399999997</c:v>
                </c:pt>
                <c:pt idx="66">
                  <c:v>34067.495199999998</c:v>
                </c:pt>
                <c:pt idx="67">
                  <c:v>34699.852899999998</c:v>
                </c:pt>
                <c:pt idx="68">
                  <c:v>34846.4447</c:v>
                </c:pt>
                <c:pt idx="69">
                  <c:v>35500.347399999999</c:v>
                </c:pt>
                <c:pt idx="70">
                  <c:v>35332.3364</c:v>
                </c:pt>
                <c:pt idx="71">
                  <c:v>36001.530700000003</c:v>
                </c:pt>
                <c:pt idx="72">
                  <c:v>34310.282899999998</c:v>
                </c:pt>
                <c:pt idx="73">
                  <c:v>34153.807200000003</c:v>
                </c:pt>
                <c:pt idx="74">
                  <c:v>35080.920899999997</c:v>
                </c:pt>
                <c:pt idx="75">
                  <c:v>35029.277499999997</c:v>
                </c:pt>
                <c:pt idx="76">
                  <c:v>36415.784399999997</c:v>
                </c:pt>
                <c:pt idx="77">
                  <c:v>35614.686000000002</c:v>
                </c:pt>
                <c:pt idx="78">
                  <c:v>36234.736499999999</c:v>
                </c:pt>
                <c:pt idx="79">
                  <c:v>34612.631600000001</c:v>
                </c:pt>
                <c:pt idx="80">
                  <c:v>34859.823499999999</c:v>
                </c:pt>
                <c:pt idx="81">
                  <c:v>34336.482799999998</c:v>
                </c:pt>
                <c:pt idx="82">
                  <c:v>34843.090799999998</c:v>
                </c:pt>
                <c:pt idx="83">
                  <c:v>35476.239800000003</c:v>
                </c:pt>
                <c:pt idx="84">
                  <c:v>36949.002500000002</c:v>
                </c:pt>
                <c:pt idx="85">
                  <c:v>37384.351600000002</c:v>
                </c:pt>
                <c:pt idx="86">
                  <c:v>35588.631800000003</c:v>
                </c:pt>
                <c:pt idx="87">
                  <c:v>35261.323499999999</c:v>
                </c:pt>
                <c:pt idx="88">
                  <c:v>35621.019200000002</c:v>
                </c:pt>
                <c:pt idx="89">
                  <c:v>36172.499400000001</c:v>
                </c:pt>
                <c:pt idx="90">
                  <c:v>36848.8151</c:v>
                </c:pt>
                <c:pt idx="91">
                  <c:v>37250.413999999997</c:v>
                </c:pt>
                <c:pt idx="92">
                  <c:v>37473.400600000001</c:v>
                </c:pt>
                <c:pt idx="93">
                  <c:v>35491.9185</c:v>
                </c:pt>
                <c:pt idx="94">
                  <c:v>35823.328800000003</c:v>
                </c:pt>
                <c:pt idx="95">
                  <c:v>35575.106</c:v>
                </c:pt>
                <c:pt idx="96">
                  <c:v>35170.117299999998</c:v>
                </c:pt>
                <c:pt idx="97">
                  <c:v>36703.214099999997</c:v>
                </c:pt>
                <c:pt idx="98">
                  <c:v>37215.709799999997</c:v>
                </c:pt>
                <c:pt idx="99">
                  <c:v>37423.784099999997</c:v>
                </c:pt>
                <c:pt idx="100">
                  <c:v>35514.923300000002</c:v>
                </c:pt>
                <c:pt idx="101">
                  <c:v>35390.019200000002</c:v>
                </c:pt>
                <c:pt idx="102">
                  <c:v>35265.439700000003</c:v>
                </c:pt>
                <c:pt idx="103">
                  <c:v>36092.870000000003</c:v>
                </c:pt>
                <c:pt idx="104">
                  <c:v>37002.606099999997</c:v>
                </c:pt>
                <c:pt idx="105">
                  <c:v>36078.597000000002</c:v>
                </c:pt>
                <c:pt idx="106">
                  <c:v>37547.936699999998</c:v>
                </c:pt>
                <c:pt idx="107">
                  <c:v>36854.601000000002</c:v>
                </c:pt>
                <c:pt idx="108">
                  <c:v>35409.304400000001</c:v>
                </c:pt>
                <c:pt idx="109">
                  <c:v>36342.142800000001</c:v>
                </c:pt>
                <c:pt idx="110">
                  <c:v>35914.734400000001</c:v>
                </c:pt>
                <c:pt idx="111">
                  <c:v>36194.474099999999</c:v>
                </c:pt>
                <c:pt idx="112">
                  <c:v>37328.273000000001</c:v>
                </c:pt>
                <c:pt idx="113">
                  <c:v>37803.163200000003</c:v>
                </c:pt>
                <c:pt idx="114">
                  <c:v>35766.243999999999</c:v>
                </c:pt>
                <c:pt idx="115">
                  <c:v>35886.5533</c:v>
                </c:pt>
                <c:pt idx="116">
                  <c:v>35809.922400000003</c:v>
                </c:pt>
                <c:pt idx="117">
                  <c:v>35861.285900000003</c:v>
                </c:pt>
                <c:pt idx="118">
                  <c:v>36448.165099999998</c:v>
                </c:pt>
                <c:pt idx="119">
                  <c:v>37445.070500000002</c:v>
                </c:pt>
                <c:pt idx="120">
                  <c:v>37361.179100000001</c:v>
                </c:pt>
                <c:pt idx="121">
                  <c:v>38295.531900000002</c:v>
                </c:pt>
                <c:pt idx="122">
                  <c:v>37182.337399999997</c:v>
                </c:pt>
                <c:pt idx="123">
                  <c:v>35865.609299999996</c:v>
                </c:pt>
                <c:pt idx="124">
                  <c:v>36656.3413</c:v>
                </c:pt>
                <c:pt idx="125">
                  <c:v>36659.638200000001</c:v>
                </c:pt>
                <c:pt idx="126">
                  <c:v>36995.946100000001</c:v>
                </c:pt>
                <c:pt idx="127">
                  <c:v>37449.376400000001</c:v>
                </c:pt>
                <c:pt idx="128">
                  <c:v>35904.827700000002</c:v>
                </c:pt>
                <c:pt idx="129">
                  <c:v>38768.227700000003</c:v>
                </c:pt>
                <c:pt idx="130">
                  <c:v>39141.352400000003</c:v>
                </c:pt>
                <c:pt idx="131">
                  <c:v>39483.889000000003</c:v>
                </c:pt>
                <c:pt idx="132">
                  <c:v>40326.666700000002</c:v>
                </c:pt>
                <c:pt idx="133">
                  <c:v>40609.929600000003</c:v>
                </c:pt>
                <c:pt idx="134">
                  <c:v>40930.084499999997</c:v>
                </c:pt>
                <c:pt idx="135">
                  <c:v>38903.128599999996</c:v>
                </c:pt>
                <c:pt idx="136">
                  <c:v>39561.407299999999</c:v>
                </c:pt>
                <c:pt idx="137">
                  <c:v>41091.183700000001</c:v>
                </c:pt>
                <c:pt idx="138">
                  <c:v>39318.383099999999</c:v>
                </c:pt>
                <c:pt idx="139">
                  <c:v>39397.695699999997</c:v>
                </c:pt>
                <c:pt idx="140">
                  <c:v>40227.393499999998</c:v>
                </c:pt>
                <c:pt idx="141">
                  <c:v>40260.760699999999</c:v>
                </c:pt>
                <c:pt idx="142">
                  <c:v>38572.913</c:v>
                </c:pt>
                <c:pt idx="143">
                  <c:v>39323.761100000003</c:v>
                </c:pt>
                <c:pt idx="144">
                  <c:v>39472.060599999997</c:v>
                </c:pt>
                <c:pt idx="145">
                  <c:v>39566.089099999997</c:v>
                </c:pt>
                <c:pt idx="146">
                  <c:v>41221.578600000001</c:v>
                </c:pt>
                <c:pt idx="147">
                  <c:v>40164.827400000002</c:v>
                </c:pt>
                <c:pt idx="148">
                  <c:v>41114.882700000002</c:v>
                </c:pt>
                <c:pt idx="149">
                  <c:v>38846.857199999999</c:v>
                </c:pt>
                <c:pt idx="150">
                  <c:v>39410.702400000002</c:v>
                </c:pt>
                <c:pt idx="151">
                  <c:v>39563.308799999999</c:v>
                </c:pt>
                <c:pt idx="152">
                  <c:v>40538.715600000003</c:v>
                </c:pt>
                <c:pt idx="153">
                  <c:v>40879.995900000002</c:v>
                </c:pt>
                <c:pt idx="154">
                  <c:v>40762.115400000002</c:v>
                </c:pt>
                <c:pt idx="155">
                  <c:v>40877.0694</c:v>
                </c:pt>
                <c:pt idx="156">
                  <c:v>39658.959000000003</c:v>
                </c:pt>
                <c:pt idx="157">
                  <c:v>41073.814100000003</c:v>
                </c:pt>
                <c:pt idx="158">
                  <c:v>39940.503900000003</c:v>
                </c:pt>
                <c:pt idx="159">
                  <c:v>37597.951399999998</c:v>
                </c:pt>
                <c:pt idx="160">
                  <c:v>29394.9133</c:v>
                </c:pt>
                <c:pt idx="161">
                  <c:v>30576.507399999999</c:v>
                </c:pt>
                <c:pt idx="162">
                  <c:v>34750.137199999997</c:v>
                </c:pt>
                <c:pt idx="163">
                  <c:v>38892.020100000002</c:v>
                </c:pt>
                <c:pt idx="164">
                  <c:v>37501.578300000001</c:v>
                </c:pt>
                <c:pt idx="165">
                  <c:v>40906.335800000001</c:v>
                </c:pt>
                <c:pt idx="166">
                  <c:v>41925.019999999997</c:v>
                </c:pt>
                <c:pt idx="167">
                  <c:v>40934.6132</c:v>
                </c:pt>
                <c:pt idx="168">
                  <c:v>40906.3871</c:v>
                </c:pt>
                <c:pt idx="169">
                  <c:v>43450.1158</c:v>
                </c:pt>
                <c:pt idx="170">
                  <c:v>42254.847300000001</c:v>
                </c:pt>
                <c:pt idx="171">
                  <c:v>41392.484299999996</c:v>
                </c:pt>
                <c:pt idx="172">
                  <c:v>41985.800999999999</c:v>
                </c:pt>
                <c:pt idx="173">
                  <c:v>42458.604099999997</c:v>
                </c:pt>
                <c:pt idx="174">
                  <c:v>42892.767599999999</c:v>
                </c:pt>
                <c:pt idx="175">
                  <c:v>43065.989300000001</c:v>
                </c:pt>
                <c:pt idx="176">
                  <c:v>42656.167699999998</c:v>
                </c:pt>
                <c:pt idx="177">
                  <c:v>41345.111599999997</c:v>
                </c:pt>
                <c:pt idx="178">
                  <c:v>41388.392599999999</c:v>
                </c:pt>
                <c:pt idx="179">
                  <c:v>42214.531600000002</c:v>
                </c:pt>
                <c:pt idx="180">
                  <c:v>41994.451399999998</c:v>
                </c:pt>
                <c:pt idx="181">
                  <c:v>42695.213400000001</c:v>
                </c:pt>
                <c:pt idx="182">
                  <c:v>42612.821100000001</c:v>
                </c:pt>
                <c:pt idx="183">
                  <c:v>42824.9781</c:v>
                </c:pt>
                <c:pt idx="184">
                  <c:v>41213.9519</c:v>
                </c:pt>
                <c:pt idx="185">
                  <c:v>41989.73</c:v>
                </c:pt>
                <c:pt idx="186">
                  <c:v>41680.768799999998</c:v>
                </c:pt>
                <c:pt idx="187">
                  <c:v>43215.412100000001</c:v>
                </c:pt>
                <c:pt idx="188">
                  <c:v>43415.398000000001</c:v>
                </c:pt>
                <c:pt idx="189">
                  <c:v>43404.6607</c:v>
                </c:pt>
                <c:pt idx="190">
                  <c:v>43503.563800000004</c:v>
                </c:pt>
                <c:pt idx="191">
                  <c:v>42384.116199999997</c:v>
                </c:pt>
                <c:pt idx="192">
                  <c:v>41263.341999999997</c:v>
                </c:pt>
                <c:pt idx="193">
                  <c:v>40696.388500000001</c:v>
                </c:pt>
                <c:pt idx="194">
                  <c:v>42057.746299999999</c:v>
                </c:pt>
                <c:pt idx="195">
                  <c:v>41106.600599999998</c:v>
                </c:pt>
                <c:pt idx="196">
                  <c:v>41130.224699999999</c:v>
                </c:pt>
                <c:pt idx="197">
                  <c:v>41557.291899999997</c:v>
                </c:pt>
                <c:pt idx="198">
                  <c:v>40172.409299999999</c:v>
                </c:pt>
                <c:pt idx="199">
                  <c:v>40730.1774</c:v>
                </c:pt>
                <c:pt idx="200">
                  <c:v>40068.149599999997</c:v>
                </c:pt>
                <c:pt idx="201">
                  <c:v>41322.055099999998</c:v>
                </c:pt>
                <c:pt idx="202">
                  <c:v>42096.544500000004</c:v>
                </c:pt>
                <c:pt idx="203">
                  <c:v>38536.271200000003</c:v>
                </c:pt>
                <c:pt idx="204">
                  <c:v>42864.155599999998</c:v>
                </c:pt>
                <c:pt idx="205">
                  <c:v>42016.157800000001</c:v>
                </c:pt>
                <c:pt idx="206">
                  <c:v>41381.519</c:v>
                </c:pt>
                <c:pt idx="207">
                  <c:v>42300.105499999998</c:v>
                </c:pt>
                <c:pt idx="208">
                  <c:v>43267.931299999997</c:v>
                </c:pt>
                <c:pt idx="209">
                  <c:v>42427.176500000001</c:v>
                </c:pt>
                <c:pt idx="210">
                  <c:v>42232.834300000002</c:v>
                </c:pt>
                <c:pt idx="211">
                  <c:v>42335.051399999997</c:v>
                </c:pt>
                <c:pt idx="212">
                  <c:v>41276.177600000003</c:v>
                </c:pt>
                <c:pt idx="213">
                  <c:v>40669.330999999998</c:v>
                </c:pt>
                <c:pt idx="214">
                  <c:v>40716.818800000001</c:v>
                </c:pt>
                <c:pt idx="215">
                  <c:v>39553.662600000003</c:v>
                </c:pt>
                <c:pt idx="216">
                  <c:v>41715.309699999998</c:v>
                </c:pt>
                <c:pt idx="217">
                  <c:v>41975.0075</c:v>
                </c:pt>
                <c:pt idx="218">
                  <c:v>42995.333500000001</c:v>
                </c:pt>
                <c:pt idx="219">
                  <c:v>40646.972399999999</c:v>
                </c:pt>
                <c:pt idx="220">
                  <c:v>41069.532800000001</c:v>
                </c:pt>
                <c:pt idx="221">
                  <c:v>40936.2598</c:v>
                </c:pt>
                <c:pt idx="222">
                  <c:v>41243.553099999997</c:v>
                </c:pt>
                <c:pt idx="223">
                  <c:v>43710.938800000004</c:v>
                </c:pt>
                <c:pt idx="224">
                  <c:v>42947.840400000001</c:v>
                </c:pt>
                <c:pt idx="225">
                  <c:v>42323.356200000002</c:v>
                </c:pt>
                <c:pt idx="226">
                  <c:v>39625.095099999999</c:v>
                </c:pt>
                <c:pt idx="227">
                  <c:v>40330.401899999997</c:v>
                </c:pt>
                <c:pt idx="228">
                  <c:v>42838.8603</c:v>
                </c:pt>
                <c:pt idx="229">
                  <c:v>41336.266000000003</c:v>
                </c:pt>
                <c:pt idx="230">
                  <c:v>43061.388400000003</c:v>
                </c:pt>
                <c:pt idx="231">
                  <c:v>42596.883999999998</c:v>
                </c:pt>
                <c:pt idx="232">
                  <c:v>42574.454899999997</c:v>
                </c:pt>
                <c:pt idx="233">
                  <c:v>38781.677900000002</c:v>
                </c:pt>
                <c:pt idx="234">
                  <c:v>40124.649299999997</c:v>
                </c:pt>
                <c:pt idx="235">
                  <c:v>40684.816800000001</c:v>
                </c:pt>
                <c:pt idx="236">
                  <c:v>42343.496800000001</c:v>
                </c:pt>
                <c:pt idx="237">
                  <c:v>42730.717700000001</c:v>
                </c:pt>
                <c:pt idx="238">
                  <c:v>43641.708599999998</c:v>
                </c:pt>
                <c:pt idx="239">
                  <c:v>42906.599600000001</c:v>
                </c:pt>
                <c:pt idx="240">
                  <c:v>42146.463400000001</c:v>
                </c:pt>
                <c:pt idx="241">
                  <c:v>43341.536800000002</c:v>
                </c:pt>
                <c:pt idx="242">
                  <c:v>42905.0501</c:v>
                </c:pt>
                <c:pt idx="243">
                  <c:v>42845.145100000002</c:v>
                </c:pt>
                <c:pt idx="244">
                  <c:v>41814.050999999999</c:v>
                </c:pt>
                <c:pt idx="245">
                  <c:v>42209.054799999998</c:v>
                </c:pt>
                <c:pt idx="246">
                  <c:v>42980.299800000001</c:v>
                </c:pt>
                <c:pt idx="247">
                  <c:v>41493.9202</c:v>
                </c:pt>
                <c:pt idx="248">
                  <c:v>41708.730499999998</c:v>
                </c:pt>
                <c:pt idx="249">
                  <c:v>41564.397799999999</c:v>
                </c:pt>
                <c:pt idx="250">
                  <c:v>42556.301200000002</c:v>
                </c:pt>
                <c:pt idx="251">
                  <c:v>43136.806700000001</c:v>
                </c:pt>
                <c:pt idx="252">
                  <c:v>42727.504800000002</c:v>
                </c:pt>
                <c:pt idx="253">
                  <c:v>43187.529399999999</c:v>
                </c:pt>
                <c:pt idx="254">
                  <c:v>41502.804400000001</c:v>
                </c:pt>
                <c:pt idx="255">
                  <c:v>42587.479200000002</c:v>
                </c:pt>
                <c:pt idx="256">
                  <c:v>41830.7958</c:v>
                </c:pt>
                <c:pt idx="257">
                  <c:v>42346.844100000002</c:v>
                </c:pt>
                <c:pt idx="258">
                  <c:v>43013.1728</c:v>
                </c:pt>
                <c:pt idx="259">
                  <c:v>43437.334900000002</c:v>
                </c:pt>
                <c:pt idx="260">
                  <c:v>43797.673199999997</c:v>
                </c:pt>
                <c:pt idx="261">
                  <c:v>41488.397199999999</c:v>
                </c:pt>
                <c:pt idx="262">
                  <c:v>38024.189299999998</c:v>
                </c:pt>
                <c:pt idx="263">
                  <c:v>42269.972300000001</c:v>
                </c:pt>
                <c:pt idx="264">
                  <c:v>42172.023699999998</c:v>
                </c:pt>
                <c:pt idx="265">
                  <c:v>42967.782700000003</c:v>
                </c:pt>
                <c:pt idx="266">
                  <c:v>43368.517</c:v>
                </c:pt>
                <c:pt idx="267">
                  <c:v>43888.962699999996</c:v>
                </c:pt>
                <c:pt idx="268">
                  <c:v>42113.574999999997</c:v>
                </c:pt>
                <c:pt idx="269">
                  <c:v>42157.175000000003</c:v>
                </c:pt>
                <c:pt idx="270">
                  <c:v>44008.286099999998</c:v>
                </c:pt>
                <c:pt idx="271">
                  <c:v>42821.092299999997</c:v>
                </c:pt>
                <c:pt idx="272">
                  <c:v>43803.606099999997</c:v>
                </c:pt>
                <c:pt idx="273">
                  <c:v>44705.1924</c:v>
                </c:pt>
                <c:pt idx="274">
                  <c:v>43683.813600000001</c:v>
                </c:pt>
                <c:pt idx="275">
                  <c:v>42191.0815</c:v>
                </c:pt>
                <c:pt idx="276">
                  <c:v>42463.010999999999</c:v>
                </c:pt>
                <c:pt idx="277">
                  <c:v>37972.0141</c:v>
                </c:pt>
                <c:pt idx="278">
                  <c:v>42640.431199999999</c:v>
                </c:pt>
                <c:pt idx="279">
                  <c:v>42714.801700000004</c:v>
                </c:pt>
                <c:pt idx="280">
                  <c:v>43246.959799999997</c:v>
                </c:pt>
                <c:pt idx="281">
                  <c:v>43766.998399999997</c:v>
                </c:pt>
                <c:pt idx="282">
                  <c:v>39680.150600000001</c:v>
                </c:pt>
                <c:pt idx="283">
                  <c:v>41627.5821</c:v>
                </c:pt>
                <c:pt idx="284">
                  <c:v>43352.618699999999</c:v>
                </c:pt>
                <c:pt idx="285">
                  <c:v>41684.913</c:v>
                </c:pt>
                <c:pt idx="286">
                  <c:v>44125.058100000002</c:v>
                </c:pt>
                <c:pt idx="287">
                  <c:v>43200.845999999998</c:v>
                </c:pt>
                <c:pt idx="288">
                  <c:v>43924.976900000001</c:v>
                </c:pt>
                <c:pt idx="289">
                  <c:v>40309.075900000003</c:v>
                </c:pt>
                <c:pt idx="290">
                  <c:v>41985.983099999998</c:v>
                </c:pt>
                <c:pt idx="291">
                  <c:v>42551.273800000003</c:v>
                </c:pt>
                <c:pt idx="292">
                  <c:v>40721.7857</c:v>
                </c:pt>
                <c:pt idx="293">
                  <c:v>42911.323100000001</c:v>
                </c:pt>
                <c:pt idx="294">
                  <c:v>44096.744200000001</c:v>
                </c:pt>
                <c:pt idx="295">
                  <c:v>43937.820399999997</c:v>
                </c:pt>
                <c:pt idx="296">
                  <c:v>43804.089899999999</c:v>
                </c:pt>
                <c:pt idx="297">
                  <c:v>44383.274799999999</c:v>
                </c:pt>
                <c:pt idx="298">
                  <c:v>44618.9519</c:v>
                </c:pt>
                <c:pt idx="299">
                  <c:v>45050.4738</c:v>
                </c:pt>
                <c:pt idx="300">
                  <c:v>44580.077599999997</c:v>
                </c:pt>
                <c:pt idx="301">
                  <c:v>44945.767399999997</c:v>
                </c:pt>
                <c:pt idx="302">
                  <c:v>43718.106800000001</c:v>
                </c:pt>
                <c:pt idx="303">
                  <c:v>42613.35</c:v>
                </c:pt>
                <c:pt idx="304">
                  <c:v>43068.334999999999</c:v>
                </c:pt>
                <c:pt idx="305">
                  <c:v>43247.148099999999</c:v>
                </c:pt>
                <c:pt idx="306">
                  <c:v>43291.529900000001</c:v>
                </c:pt>
                <c:pt idx="307">
                  <c:v>44370.684099999999</c:v>
                </c:pt>
                <c:pt idx="308">
                  <c:v>44093.703000000001</c:v>
                </c:pt>
                <c:pt idx="309">
                  <c:v>44808.959600000002</c:v>
                </c:pt>
                <c:pt idx="310">
                  <c:v>42671.877899999999</c:v>
                </c:pt>
                <c:pt idx="311">
                  <c:v>43005.212599999999</c:v>
                </c:pt>
                <c:pt idx="312">
                  <c:v>42970.325799999999</c:v>
                </c:pt>
                <c:pt idx="313">
                  <c:v>43120.784899999999</c:v>
                </c:pt>
                <c:pt idx="314">
                  <c:v>45100.246500000001</c:v>
                </c:pt>
                <c:pt idx="315">
                  <c:v>44733.473299999998</c:v>
                </c:pt>
                <c:pt idx="316">
                  <c:v>44433.472099999999</c:v>
                </c:pt>
                <c:pt idx="317">
                  <c:v>43384.991699999999</c:v>
                </c:pt>
                <c:pt idx="318">
                  <c:v>42790.563900000001</c:v>
                </c:pt>
                <c:pt idx="319">
                  <c:v>43083.367599999998</c:v>
                </c:pt>
                <c:pt idx="320">
                  <c:v>42759.955900000001</c:v>
                </c:pt>
                <c:pt idx="321">
                  <c:v>43646.338100000001</c:v>
                </c:pt>
                <c:pt idx="322">
                  <c:v>43241.673900000002</c:v>
                </c:pt>
                <c:pt idx="323">
                  <c:v>44766.947399999997</c:v>
                </c:pt>
                <c:pt idx="324">
                  <c:v>42273.455000000002</c:v>
                </c:pt>
                <c:pt idx="325">
                  <c:v>42947.279199999997</c:v>
                </c:pt>
                <c:pt idx="326">
                  <c:v>42589.692900000002</c:v>
                </c:pt>
                <c:pt idx="327">
                  <c:v>43936.135799999996</c:v>
                </c:pt>
                <c:pt idx="328">
                  <c:v>43838.970699999998</c:v>
                </c:pt>
                <c:pt idx="329">
                  <c:v>44762.166799999999</c:v>
                </c:pt>
                <c:pt idx="330">
                  <c:v>44748.1014</c:v>
                </c:pt>
                <c:pt idx="331">
                  <c:v>43125.584999999999</c:v>
                </c:pt>
                <c:pt idx="332">
                  <c:v>42463.839899999999</c:v>
                </c:pt>
                <c:pt idx="333">
                  <c:v>42964.1633</c:v>
                </c:pt>
                <c:pt idx="334">
                  <c:v>43102.487200000003</c:v>
                </c:pt>
                <c:pt idx="335">
                  <c:v>43705.437400000003</c:v>
                </c:pt>
                <c:pt idx="336">
                  <c:v>43266.5556</c:v>
                </c:pt>
                <c:pt idx="337">
                  <c:v>44205.333100000003</c:v>
                </c:pt>
                <c:pt idx="338">
                  <c:v>42696.889499999997</c:v>
                </c:pt>
                <c:pt idx="339">
                  <c:v>42865.608099999998</c:v>
                </c:pt>
                <c:pt idx="340">
                  <c:v>43741.404300000002</c:v>
                </c:pt>
                <c:pt idx="341">
                  <c:v>45233.478499999997</c:v>
                </c:pt>
                <c:pt idx="342">
                  <c:v>44617.257299999997</c:v>
                </c:pt>
                <c:pt idx="343">
                  <c:v>43949.0461</c:v>
                </c:pt>
                <c:pt idx="344">
                  <c:v>45078.769500000002</c:v>
                </c:pt>
                <c:pt idx="345">
                  <c:v>43571.3266</c:v>
                </c:pt>
                <c:pt idx="346">
                  <c:v>42848.069300000003</c:v>
                </c:pt>
                <c:pt idx="347">
                  <c:v>43465.225899999998</c:v>
                </c:pt>
                <c:pt idx="348">
                  <c:v>42896.021399999998</c:v>
                </c:pt>
                <c:pt idx="349">
                  <c:v>44194.504000000001</c:v>
                </c:pt>
                <c:pt idx="350">
                  <c:v>44249.472399999999</c:v>
                </c:pt>
                <c:pt idx="351">
                  <c:v>44554.851000000002</c:v>
                </c:pt>
                <c:pt idx="352">
                  <c:v>42760.091099999998</c:v>
                </c:pt>
                <c:pt idx="353">
                  <c:v>43087.868000000002</c:v>
                </c:pt>
                <c:pt idx="354">
                  <c:v>43126.027099999999</c:v>
                </c:pt>
                <c:pt idx="355">
                  <c:v>43011.839800000002</c:v>
                </c:pt>
                <c:pt idx="356">
                  <c:v>44873.284899999999</c:v>
                </c:pt>
                <c:pt idx="357">
                  <c:v>44762.088000000003</c:v>
                </c:pt>
                <c:pt idx="358">
                  <c:v>45533.152699999999</c:v>
                </c:pt>
                <c:pt idx="359">
                  <c:v>43697.712299999999</c:v>
                </c:pt>
                <c:pt idx="360">
                  <c:v>42838.222000000002</c:v>
                </c:pt>
                <c:pt idx="361">
                  <c:v>43720.092799999999</c:v>
                </c:pt>
                <c:pt idx="362">
                  <c:v>42663.818500000001</c:v>
                </c:pt>
                <c:pt idx="363">
                  <c:v>44178.210400000004</c:v>
                </c:pt>
                <c:pt idx="364">
                  <c:v>44302.501900000003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6-A936-4D26-9E10-287659F92F38}"/>
            </c:ext>
          </c:extLst>
        </c:ser>
        <c:ser>
          <c:idx val="7"/>
          <c:order val="7"/>
          <c:tx>
            <c:strRef>
              <c:f>'4G Data'!$I$1</c:f>
              <c:strCache>
                <c:ptCount val="1"/>
                <c:pt idx="0">
                  <c:v>Trincomalee</c:v>
                </c:pt>
              </c:strCache>
            </c:strRef>
          </c:tx>
          <c:spPr>
            <a:ln w="28575" cap="rnd">
              <a:solidFill>
                <a:schemeClr val="accent2">
                  <a:lumMod val="60000"/>
                </a:schemeClr>
              </a:solidFill>
              <a:round/>
            </a:ln>
            <a:effectLst/>
          </c:spPr>
          <c:marker>
            <c:symbol val="none"/>
          </c:marker>
          <c:cat>
            <c:numRef>
              <c:f>'4G Data'!$A$2:$A$366</c:f>
              <c:numCache>
                <c:formatCode>m/d/yyyy</c:formatCode>
                <c:ptCount val="365"/>
                <c:pt idx="0">
                  <c:v>45829</c:v>
                </c:pt>
                <c:pt idx="1">
                  <c:v>45830</c:v>
                </c:pt>
                <c:pt idx="2">
                  <c:v>45831</c:v>
                </c:pt>
                <c:pt idx="3">
                  <c:v>45832</c:v>
                </c:pt>
                <c:pt idx="4">
                  <c:v>45833</c:v>
                </c:pt>
                <c:pt idx="5">
                  <c:v>45834</c:v>
                </c:pt>
                <c:pt idx="6">
                  <c:v>45835</c:v>
                </c:pt>
                <c:pt idx="7">
                  <c:v>45836</c:v>
                </c:pt>
                <c:pt idx="8">
                  <c:v>45837</c:v>
                </c:pt>
                <c:pt idx="9">
                  <c:v>45838</c:v>
                </c:pt>
                <c:pt idx="10">
                  <c:v>45839</c:v>
                </c:pt>
                <c:pt idx="11">
                  <c:v>45840</c:v>
                </c:pt>
                <c:pt idx="12">
                  <c:v>45841</c:v>
                </c:pt>
                <c:pt idx="13">
                  <c:v>45842</c:v>
                </c:pt>
                <c:pt idx="14">
                  <c:v>45843</c:v>
                </c:pt>
                <c:pt idx="15">
                  <c:v>45844</c:v>
                </c:pt>
                <c:pt idx="16">
                  <c:v>45845</c:v>
                </c:pt>
                <c:pt idx="17">
                  <c:v>45846</c:v>
                </c:pt>
                <c:pt idx="18">
                  <c:v>45847</c:v>
                </c:pt>
                <c:pt idx="19">
                  <c:v>45848</c:v>
                </c:pt>
                <c:pt idx="20">
                  <c:v>45849</c:v>
                </c:pt>
                <c:pt idx="21">
                  <c:v>45850</c:v>
                </c:pt>
                <c:pt idx="22">
                  <c:v>45851</c:v>
                </c:pt>
                <c:pt idx="23">
                  <c:v>45852</c:v>
                </c:pt>
                <c:pt idx="24">
                  <c:v>45853</c:v>
                </c:pt>
                <c:pt idx="25">
                  <c:v>45854</c:v>
                </c:pt>
                <c:pt idx="26">
                  <c:v>45855</c:v>
                </c:pt>
                <c:pt idx="27">
                  <c:v>45856</c:v>
                </c:pt>
                <c:pt idx="28">
                  <c:v>45857</c:v>
                </c:pt>
                <c:pt idx="29">
                  <c:v>45858</c:v>
                </c:pt>
                <c:pt idx="30">
                  <c:v>45859</c:v>
                </c:pt>
                <c:pt idx="31">
                  <c:v>45860</c:v>
                </c:pt>
                <c:pt idx="32">
                  <c:v>45861</c:v>
                </c:pt>
                <c:pt idx="33">
                  <c:v>45862</c:v>
                </c:pt>
                <c:pt idx="34">
                  <c:v>45863</c:v>
                </c:pt>
                <c:pt idx="35">
                  <c:v>45864</c:v>
                </c:pt>
                <c:pt idx="36">
                  <c:v>45865</c:v>
                </c:pt>
                <c:pt idx="37">
                  <c:v>45866</c:v>
                </c:pt>
                <c:pt idx="38">
                  <c:v>45867</c:v>
                </c:pt>
                <c:pt idx="39">
                  <c:v>45868</c:v>
                </c:pt>
                <c:pt idx="40">
                  <c:v>45869</c:v>
                </c:pt>
                <c:pt idx="41">
                  <c:v>45870</c:v>
                </c:pt>
                <c:pt idx="42">
                  <c:v>45871</c:v>
                </c:pt>
                <c:pt idx="43">
                  <c:v>45872</c:v>
                </c:pt>
                <c:pt idx="44">
                  <c:v>45873</c:v>
                </c:pt>
                <c:pt idx="45">
                  <c:v>45874</c:v>
                </c:pt>
                <c:pt idx="46">
                  <c:v>45875</c:v>
                </c:pt>
                <c:pt idx="47">
                  <c:v>45876</c:v>
                </c:pt>
                <c:pt idx="48">
                  <c:v>45877</c:v>
                </c:pt>
                <c:pt idx="49">
                  <c:v>45878</c:v>
                </c:pt>
                <c:pt idx="50">
                  <c:v>45879</c:v>
                </c:pt>
                <c:pt idx="51">
                  <c:v>45880</c:v>
                </c:pt>
                <c:pt idx="52">
                  <c:v>45881</c:v>
                </c:pt>
                <c:pt idx="53">
                  <c:v>45882</c:v>
                </c:pt>
                <c:pt idx="54">
                  <c:v>45883</c:v>
                </c:pt>
                <c:pt idx="55">
                  <c:v>45884</c:v>
                </c:pt>
                <c:pt idx="56">
                  <c:v>45885</c:v>
                </c:pt>
                <c:pt idx="57">
                  <c:v>45886</c:v>
                </c:pt>
                <c:pt idx="58">
                  <c:v>45887</c:v>
                </c:pt>
                <c:pt idx="59">
                  <c:v>45888</c:v>
                </c:pt>
                <c:pt idx="60">
                  <c:v>45889</c:v>
                </c:pt>
                <c:pt idx="61">
                  <c:v>45890</c:v>
                </c:pt>
                <c:pt idx="62">
                  <c:v>45891</c:v>
                </c:pt>
                <c:pt idx="63">
                  <c:v>45892</c:v>
                </c:pt>
                <c:pt idx="64">
                  <c:v>45893</c:v>
                </c:pt>
                <c:pt idx="65">
                  <c:v>45894</c:v>
                </c:pt>
                <c:pt idx="66">
                  <c:v>45895</c:v>
                </c:pt>
                <c:pt idx="67">
                  <c:v>45896</c:v>
                </c:pt>
                <c:pt idx="68">
                  <c:v>45897</c:v>
                </c:pt>
                <c:pt idx="69">
                  <c:v>45898</c:v>
                </c:pt>
                <c:pt idx="70">
                  <c:v>45899</c:v>
                </c:pt>
                <c:pt idx="71">
                  <c:v>45900</c:v>
                </c:pt>
                <c:pt idx="72">
                  <c:v>45901</c:v>
                </c:pt>
                <c:pt idx="73">
                  <c:v>45902</c:v>
                </c:pt>
                <c:pt idx="74">
                  <c:v>45903</c:v>
                </c:pt>
                <c:pt idx="75">
                  <c:v>45904</c:v>
                </c:pt>
                <c:pt idx="76">
                  <c:v>45905</c:v>
                </c:pt>
                <c:pt idx="77">
                  <c:v>45906</c:v>
                </c:pt>
                <c:pt idx="78">
                  <c:v>45907</c:v>
                </c:pt>
                <c:pt idx="79">
                  <c:v>45908</c:v>
                </c:pt>
                <c:pt idx="80">
                  <c:v>45909</c:v>
                </c:pt>
                <c:pt idx="81">
                  <c:v>45910</c:v>
                </c:pt>
                <c:pt idx="82">
                  <c:v>45911</c:v>
                </c:pt>
                <c:pt idx="83">
                  <c:v>45912</c:v>
                </c:pt>
                <c:pt idx="84">
                  <c:v>45913</c:v>
                </c:pt>
                <c:pt idx="85">
                  <c:v>45914</c:v>
                </c:pt>
                <c:pt idx="86">
                  <c:v>45915</c:v>
                </c:pt>
                <c:pt idx="87">
                  <c:v>45916</c:v>
                </c:pt>
                <c:pt idx="88">
                  <c:v>45917</c:v>
                </c:pt>
                <c:pt idx="89">
                  <c:v>45918</c:v>
                </c:pt>
                <c:pt idx="90">
                  <c:v>45919</c:v>
                </c:pt>
                <c:pt idx="91">
                  <c:v>45920</c:v>
                </c:pt>
                <c:pt idx="92">
                  <c:v>45921</c:v>
                </c:pt>
                <c:pt idx="93">
                  <c:v>45922</c:v>
                </c:pt>
                <c:pt idx="94">
                  <c:v>45923</c:v>
                </c:pt>
                <c:pt idx="95">
                  <c:v>45924</c:v>
                </c:pt>
                <c:pt idx="96">
                  <c:v>45925</c:v>
                </c:pt>
                <c:pt idx="97">
                  <c:v>45926</c:v>
                </c:pt>
                <c:pt idx="98">
                  <c:v>45927</c:v>
                </c:pt>
                <c:pt idx="99">
                  <c:v>45928</c:v>
                </c:pt>
                <c:pt idx="100">
                  <c:v>45929</c:v>
                </c:pt>
                <c:pt idx="101">
                  <c:v>45930</c:v>
                </c:pt>
                <c:pt idx="102">
                  <c:v>45931</c:v>
                </c:pt>
                <c:pt idx="103">
                  <c:v>45932</c:v>
                </c:pt>
                <c:pt idx="104">
                  <c:v>45933</c:v>
                </c:pt>
                <c:pt idx="105">
                  <c:v>45934</c:v>
                </c:pt>
                <c:pt idx="106">
                  <c:v>45935</c:v>
                </c:pt>
                <c:pt idx="107">
                  <c:v>45936</c:v>
                </c:pt>
                <c:pt idx="108">
                  <c:v>45937</c:v>
                </c:pt>
                <c:pt idx="109">
                  <c:v>45938</c:v>
                </c:pt>
                <c:pt idx="110">
                  <c:v>45939</c:v>
                </c:pt>
                <c:pt idx="111">
                  <c:v>45940</c:v>
                </c:pt>
                <c:pt idx="112">
                  <c:v>45941</c:v>
                </c:pt>
                <c:pt idx="113">
                  <c:v>45942</c:v>
                </c:pt>
                <c:pt idx="114">
                  <c:v>45943</c:v>
                </c:pt>
                <c:pt idx="115">
                  <c:v>45944</c:v>
                </c:pt>
                <c:pt idx="116">
                  <c:v>45945</c:v>
                </c:pt>
                <c:pt idx="117">
                  <c:v>45946</c:v>
                </c:pt>
                <c:pt idx="118">
                  <c:v>45947</c:v>
                </c:pt>
                <c:pt idx="119">
                  <c:v>45948</c:v>
                </c:pt>
                <c:pt idx="120">
                  <c:v>45949</c:v>
                </c:pt>
                <c:pt idx="121">
                  <c:v>45950</c:v>
                </c:pt>
                <c:pt idx="122">
                  <c:v>45951</c:v>
                </c:pt>
                <c:pt idx="123">
                  <c:v>45952</c:v>
                </c:pt>
                <c:pt idx="124">
                  <c:v>45953</c:v>
                </c:pt>
                <c:pt idx="125">
                  <c:v>45954</c:v>
                </c:pt>
                <c:pt idx="126">
                  <c:v>45955</c:v>
                </c:pt>
                <c:pt idx="127">
                  <c:v>45956</c:v>
                </c:pt>
                <c:pt idx="128">
                  <c:v>45957</c:v>
                </c:pt>
                <c:pt idx="129">
                  <c:v>45958</c:v>
                </c:pt>
                <c:pt idx="130">
                  <c:v>45959</c:v>
                </c:pt>
                <c:pt idx="131">
                  <c:v>45960</c:v>
                </c:pt>
                <c:pt idx="132">
                  <c:v>45961</c:v>
                </c:pt>
                <c:pt idx="133">
                  <c:v>45962</c:v>
                </c:pt>
                <c:pt idx="134">
                  <c:v>45963</c:v>
                </c:pt>
                <c:pt idx="135">
                  <c:v>45964</c:v>
                </c:pt>
                <c:pt idx="136">
                  <c:v>45965</c:v>
                </c:pt>
                <c:pt idx="137">
                  <c:v>45966</c:v>
                </c:pt>
                <c:pt idx="138">
                  <c:v>45967</c:v>
                </c:pt>
                <c:pt idx="139">
                  <c:v>45968</c:v>
                </c:pt>
                <c:pt idx="140">
                  <c:v>45969</c:v>
                </c:pt>
                <c:pt idx="141">
                  <c:v>45970</c:v>
                </c:pt>
                <c:pt idx="142">
                  <c:v>45971</c:v>
                </c:pt>
                <c:pt idx="143">
                  <c:v>45972</c:v>
                </c:pt>
                <c:pt idx="144">
                  <c:v>45973</c:v>
                </c:pt>
                <c:pt idx="145">
                  <c:v>45974</c:v>
                </c:pt>
                <c:pt idx="146">
                  <c:v>45975</c:v>
                </c:pt>
                <c:pt idx="147">
                  <c:v>45976</c:v>
                </c:pt>
                <c:pt idx="148">
                  <c:v>45977</c:v>
                </c:pt>
                <c:pt idx="149">
                  <c:v>45978</c:v>
                </c:pt>
                <c:pt idx="150">
                  <c:v>45979</c:v>
                </c:pt>
                <c:pt idx="151">
                  <c:v>45980</c:v>
                </c:pt>
                <c:pt idx="152">
                  <c:v>45981</c:v>
                </c:pt>
                <c:pt idx="153">
                  <c:v>45982</c:v>
                </c:pt>
                <c:pt idx="154">
                  <c:v>45983</c:v>
                </c:pt>
                <c:pt idx="155">
                  <c:v>45984</c:v>
                </c:pt>
                <c:pt idx="156">
                  <c:v>45985</c:v>
                </c:pt>
                <c:pt idx="157">
                  <c:v>45986</c:v>
                </c:pt>
                <c:pt idx="158">
                  <c:v>45987</c:v>
                </c:pt>
                <c:pt idx="159">
                  <c:v>45988</c:v>
                </c:pt>
                <c:pt idx="160">
                  <c:v>45989</c:v>
                </c:pt>
                <c:pt idx="161">
                  <c:v>45990</c:v>
                </c:pt>
                <c:pt idx="162">
                  <c:v>45991</c:v>
                </c:pt>
                <c:pt idx="163">
                  <c:v>45992</c:v>
                </c:pt>
                <c:pt idx="164">
                  <c:v>45993</c:v>
                </c:pt>
                <c:pt idx="165">
                  <c:v>45994</c:v>
                </c:pt>
                <c:pt idx="166">
                  <c:v>45995</c:v>
                </c:pt>
                <c:pt idx="167">
                  <c:v>45996</c:v>
                </c:pt>
                <c:pt idx="168">
                  <c:v>45997</c:v>
                </c:pt>
                <c:pt idx="169">
                  <c:v>45998</c:v>
                </c:pt>
                <c:pt idx="170">
                  <c:v>45999</c:v>
                </c:pt>
                <c:pt idx="171">
                  <c:v>46000</c:v>
                </c:pt>
                <c:pt idx="172">
                  <c:v>46001</c:v>
                </c:pt>
                <c:pt idx="173">
                  <c:v>46002</c:v>
                </c:pt>
                <c:pt idx="174">
                  <c:v>46003</c:v>
                </c:pt>
                <c:pt idx="175">
                  <c:v>46004</c:v>
                </c:pt>
                <c:pt idx="176">
                  <c:v>46005</c:v>
                </c:pt>
                <c:pt idx="177">
                  <c:v>46006</c:v>
                </c:pt>
                <c:pt idx="178">
                  <c:v>46007</c:v>
                </c:pt>
                <c:pt idx="179">
                  <c:v>46008</c:v>
                </c:pt>
                <c:pt idx="180">
                  <c:v>46009</c:v>
                </c:pt>
                <c:pt idx="181">
                  <c:v>46010</c:v>
                </c:pt>
                <c:pt idx="182">
                  <c:v>46011</c:v>
                </c:pt>
                <c:pt idx="183">
                  <c:v>46012</c:v>
                </c:pt>
                <c:pt idx="184">
                  <c:v>46013</c:v>
                </c:pt>
                <c:pt idx="185">
                  <c:v>46014</c:v>
                </c:pt>
                <c:pt idx="186">
                  <c:v>46015</c:v>
                </c:pt>
                <c:pt idx="187">
                  <c:v>46016</c:v>
                </c:pt>
                <c:pt idx="188">
                  <c:v>46017</c:v>
                </c:pt>
                <c:pt idx="189">
                  <c:v>46018</c:v>
                </c:pt>
                <c:pt idx="190">
                  <c:v>46019</c:v>
                </c:pt>
                <c:pt idx="191">
                  <c:v>46020</c:v>
                </c:pt>
                <c:pt idx="192">
                  <c:v>46021</c:v>
                </c:pt>
                <c:pt idx="193">
                  <c:v>46022</c:v>
                </c:pt>
                <c:pt idx="194">
                  <c:v>46023</c:v>
                </c:pt>
                <c:pt idx="195">
                  <c:v>46024</c:v>
                </c:pt>
                <c:pt idx="196">
                  <c:v>46025</c:v>
                </c:pt>
                <c:pt idx="197">
                  <c:v>46026</c:v>
                </c:pt>
                <c:pt idx="198">
                  <c:v>46027</c:v>
                </c:pt>
                <c:pt idx="199">
                  <c:v>46028</c:v>
                </c:pt>
                <c:pt idx="200">
                  <c:v>46029</c:v>
                </c:pt>
                <c:pt idx="201">
                  <c:v>46030</c:v>
                </c:pt>
                <c:pt idx="202">
                  <c:v>46031</c:v>
                </c:pt>
                <c:pt idx="203">
                  <c:v>46032</c:v>
                </c:pt>
                <c:pt idx="204">
                  <c:v>46033</c:v>
                </c:pt>
                <c:pt idx="205">
                  <c:v>46034</c:v>
                </c:pt>
                <c:pt idx="206">
                  <c:v>46035</c:v>
                </c:pt>
                <c:pt idx="207">
                  <c:v>46036</c:v>
                </c:pt>
                <c:pt idx="208">
                  <c:v>46037</c:v>
                </c:pt>
                <c:pt idx="209">
                  <c:v>46038</c:v>
                </c:pt>
                <c:pt idx="210">
                  <c:v>46039</c:v>
                </c:pt>
                <c:pt idx="211">
                  <c:v>46040</c:v>
                </c:pt>
                <c:pt idx="212">
                  <c:v>46041</c:v>
                </c:pt>
                <c:pt idx="213">
                  <c:v>46042</c:v>
                </c:pt>
                <c:pt idx="214">
                  <c:v>46043</c:v>
                </c:pt>
                <c:pt idx="215">
                  <c:v>46044</c:v>
                </c:pt>
                <c:pt idx="216">
                  <c:v>46045</c:v>
                </c:pt>
                <c:pt idx="217">
                  <c:v>46046</c:v>
                </c:pt>
                <c:pt idx="218">
                  <c:v>46047</c:v>
                </c:pt>
                <c:pt idx="219">
                  <c:v>46048</c:v>
                </c:pt>
                <c:pt idx="220">
                  <c:v>46049</c:v>
                </c:pt>
                <c:pt idx="221">
                  <c:v>46050</c:v>
                </c:pt>
                <c:pt idx="222">
                  <c:v>46051</c:v>
                </c:pt>
                <c:pt idx="223">
                  <c:v>46052</c:v>
                </c:pt>
                <c:pt idx="224">
                  <c:v>46053</c:v>
                </c:pt>
                <c:pt idx="225">
                  <c:v>46054</c:v>
                </c:pt>
                <c:pt idx="226">
                  <c:v>46055</c:v>
                </c:pt>
                <c:pt idx="227">
                  <c:v>46056</c:v>
                </c:pt>
                <c:pt idx="228">
                  <c:v>46057</c:v>
                </c:pt>
                <c:pt idx="229">
                  <c:v>46058</c:v>
                </c:pt>
                <c:pt idx="230">
                  <c:v>46059</c:v>
                </c:pt>
                <c:pt idx="231">
                  <c:v>46060</c:v>
                </c:pt>
                <c:pt idx="232">
                  <c:v>46061</c:v>
                </c:pt>
                <c:pt idx="233">
                  <c:v>46062</c:v>
                </c:pt>
                <c:pt idx="234">
                  <c:v>46063</c:v>
                </c:pt>
                <c:pt idx="235">
                  <c:v>46064</c:v>
                </c:pt>
                <c:pt idx="236">
                  <c:v>46065</c:v>
                </c:pt>
                <c:pt idx="237">
                  <c:v>46066</c:v>
                </c:pt>
                <c:pt idx="238">
                  <c:v>46067</c:v>
                </c:pt>
                <c:pt idx="239">
                  <c:v>46068</c:v>
                </c:pt>
                <c:pt idx="240">
                  <c:v>46069</c:v>
                </c:pt>
                <c:pt idx="241">
                  <c:v>46070</c:v>
                </c:pt>
                <c:pt idx="242">
                  <c:v>46071</c:v>
                </c:pt>
                <c:pt idx="243">
                  <c:v>46072</c:v>
                </c:pt>
                <c:pt idx="244">
                  <c:v>46073</c:v>
                </c:pt>
                <c:pt idx="245">
                  <c:v>46074</c:v>
                </c:pt>
                <c:pt idx="246">
                  <c:v>46075</c:v>
                </c:pt>
                <c:pt idx="247">
                  <c:v>46076</c:v>
                </c:pt>
                <c:pt idx="248">
                  <c:v>46077</c:v>
                </c:pt>
                <c:pt idx="249">
                  <c:v>46078</c:v>
                </c:pt>
                <c:pt idx="250">
                  <c:v>46079</c:v>
                </c:pt>
                <c:pt idx="251">
                  <c:v>46080</c:v>
                </c:pt>
                <c:pt idx="252">
                  <c:v>46081</c:v>
                </c:pt>
                <c:pt idx="253">
                  <c:v>46082</c:v>
                </c:pt>
                <c:pt idx="254">
                  <c:v>46083</c:v>
                </c:pt>
                <c:pt idx="255">
                  <c:v>46084</c:v>
                </c:pt>
                <c:pt idx="256">
                  <c:v>46085</c:v>
                </c:pt>
                <c:pt idx="257">
                  <c:v>46086</c:v>
                </c:pt>
                <c:pt idx="258">
                  <c:v>46087</c:v>
                </c:pt>
                <c:pt idx="259">
                  <c:v>46088</c:v>
                </c:pt>
                <c:pt idx="260">
                  <c:v>46089</c:v>
                </c:pt>
                <c:pt idx="261">
                  <c:v>46090</c:v>
                </c:pt>
                <c:pt idx="262">
                  <c:v>46091</c:v>
                </c:pt>
                <c:pt idx="263">
                  <c:v>46092</c:v>
                </c:pt>
                <c:pt idx="264">
                  <c:v>46093</c:v>
                </c:pt>
                <c:pt idx="265">
                  <c:v>46094</c:v>
                </c:pt>
                <c:pt idx="266">
                  <c:v>46095</c:v>
                </c:pt>
                <c:pt idx="267">
                  <c:v>46096</c:v>
                </c:pt>
                <c:pt idx="268">
                  <c:v>46097</c:v>
                </c:pt>
                <c:pt idx="269">
                  <c:v>46098</c:v>
                </c:pt>
                <c:pt idx="270">
                  <c:v>46099</c:v>
                </c:pt>
                <c:pt idx="271">
                  <c:v>46100</c:v>
                </c:pt>
                <c:pt idx="272">
                  <c:v>46101</c:v>
                </c:pt>
                <c:pt idx="273">
                  <c:v>46102</c:v>
                </c:pt>
                <c:pt idx="274">
                  <c:v>46103</c:v>
                </c:pt>
                <c:pt idx="275">
                  <c:v>46104</c:v>
                </c:pt>
                <c:pt idx="276">
                  <c:v>46105</c:v>
                </c:pt>
                <c:pt idx="277">
                  <c:v>46106</c:v>
                </c:pt>
                <c:pt idx="278">
                  <c:v>46107</c:v>
                </c:pt>
                <c:pt idx="279">
                  <c:v>46108</c:v>
                </c:pt>
                <c:pt idx="280">
                  <c:v>46109</c:v>
                </c:pt>
                <c:pt idx="281">
                  <c:v>46110</c:v>
                </c:pt>
                <c:pt idx="282">
                  <c:v>46111</c:v>
                </c:pt>
                <c:pt idx="283">
                  <c:v>46112</c:v>
                </c:pt>
                <c:pt idx="284">
                  <c:v>46113</c:v>
                </c:pt>
                <c:pt idx="285">
                  <c:v>46114</c:v>
                </c:pt>
                <c:pt idx="286">
                  <c:v>46115</c:v>
                </c:pt>
                <c:pt idx="287">
                  <c:v>46116</c:v>
                </c:pt>
                <c:pt idx="288">
                  <c:v>46117</c:v>
                </c:pt>
                <c:pt idx="289">
                  <c:v>46118</c:v>
                </c:pt>
                <c:pt idx="290">
                  <c:v>46119</c:v>
                </c:pt>
                <c:pt idx="291">
                  <c:v>46120</c:v>
                </c:pt>
                <c:pt idx="292">
                  <c:v>46121</c:v>
                </c:pt>
                <c:pt idx="293">
                  <c:v>46122</c:v>
                </c:pt>
                <c:pt idx="294">
                  <c:v>46123</c:v>
                </c:pt>
                <c:pt idx="295">
                  <c:v>46124</c:v>
                </c:pt>
                <c:pt idx="296">
                  <c:v>46125</c:v>
                </c:pt>
                <c:pt idx="297">
                  <c:v>46126</c:v>
                </c:pt>
                <c:pt idx="298">
                  <c:v>46127</c:v>
                </c:pt>
                <c:pt idx="299">
                  <c:v>46128</c:v>
                </c:pt>
                <c:pt idx="300">
                  <c:v>46129</c:v>
                </c:pt>
                <c:pt idx="301">
                  <c:v>46130</c:v>
                </c:pt>
                <c:pt idx="302">
                  <c:v>46131</c:v>
                </c:pt>
                <c:pt idx="303">
                  <c:v>46132</c:v>
                </c:pt>
                <c:pt idx="304">
                  <c:v>46133</c:v>
                </c:pt>
                <c:pt idx="305">
                  <c:v>46134</c:v>
                </c:pt>
                <c:pt idx="306">
                  <c:v>46135</c:v>
                </c:pt>
                <c:pt idx="307">
                  <c:v>46136</c:v>
                </c:pt>
                <c:pt idx="308">
                  <c:v>46137</c:v>
                </c:pt>
                <c:pt idx="309">
                  <c:v>46138</c:v>
                </c:pt>
                <c:pt idx="310">
                  <c:v>46139</c:v>
                </c:pt>
                <c:pt idx="311">
                  <c:v>46140</c:v>
                </c:pt>
                <c:pt idx="312">
                  <c:v>46141</c:v>
                </c:pt>
                <c:pt idx="313">
                  <c:v>46142</c:v>
                </c:pt>
                <c:pt idx="314">
                  <c:v>46143</c:v>
                </c:pt>
                <c:pt idx="315">
                  <c:v>46144</c:v>
                </c:pt>
                <c:pt idx="316">
                  <c:v>46145</c:v>
                </c:pt>
                <c:pt idx="317">
                  <c:v>46146</c:v>
                </c:pt>
                <c:pt idx="318">
                  <c:v>46147</c:v>
                </c:pt>
                <c:pt idx="319">
                  <c:v>46148</c:v>
                </c:pt>
                <c:pt idx="320">
                  <c:v>46149</c:v>
                </c:pt>
                <c:pt idx="321">
                  <c:v>46150</c:v>
                </c:pt>
                <c:pt idx="322">
                  <c:v>46151</c:v>
                </c:pt>
                <c:pt idx="323">
                  <c:v>46152</c:v>
                </c:pt>
                <c:pt idx="324">
                  <c:v>46153</c:v>
                </c:pt>
                <c:pt idx="325">
                  <c:v>46154</c:v>
                </c:pt>
                <c:pt idx="326">
                  <c:v>46155</c:v>
                </c:pt>
                <c:pt idx="327">
                  <c:v>46156</c:v>
                </c:pt>
                <c:pt idx="328">
                  <c:v>46157</c:v>
                </c:pt>
                <c:pt idx="329">
                  <c:v>46158</c:v>
                </c:pt>
                <c:pt idx="330">
                  <c:v>46159</c:v>
                </c:pt>
                <c:pt idx="331">
                  <c:v>46160</c:v>
                </c:pt>
                <c:pt idx="332">
                  <c:v>46161</c:v>
                </c:pt>
                <c:pt idx="333">
                  <c:v>46162</c:v>
                </c:pt>
                <c:pt idx="334">
                  <c:v>46163</c:v>
                </c:pt>
                <c:pt idx="335">
                  <c:v>46164</c:v>
                </c:pt>
                <c:pt idx="336">
                  <c:v>46165</c:v>
                </c:pt>
                <c:pt idx="337">
                  <c:v>46166</c:v>
                </c:pt>
                <c:pt idx="338">
                  <c:v>46167</c:v>
                </c:pt>
                <c:pt idx="339">
                  <c:v>46168</c:v>
                </c:pt>
                <c:pt idx="340">
                  <c:v>46169</c:v>
                </c:pt>
                <c:pt idx="341">
                  <c:v>46170</c:v>
                </c:pt>
                <c:pt idx="342">
                  <c:v>46171</c:v>
                </c:pt>
                <c:pt idx="343">
                  <c:v>46172</c:v>
                </c:pt>
                <c:pt idx="344">
                  <c:v>46173</c:v>
                </c:pt>
                <c:pt idx="345">
                  <c:v>46174</c:v>
                </c:pt>
                <c:pt idx="346">
                  <c:v>46175</c:v>
                </c:pt>
                <c:pt idx="347">
                  <c:v>46176</c:v>
                </c:pt>
                <c:pt idx="348">
                  <c:v>46177</c:v>
                </c:pt>
                <c:pt idx="349">
                  <c:v>46178</c:v>
                </c:pt>
                <c:pt idx="350">
                  <c:v>46179</c:v>
                </c:pt>
                <c:pt idx="351">
                  <c:v>46180</c:v>
                </c:pt>
                <c:pt idx="352">
                  <c:v>46181</c:v>
                </c:pt>
                <c:pt idx="353">
                  <c:v>46182</c:v>
                </c:pt>
                <c:pt idx="354">
                  <c:v>46183</c:v>
                </c:pt>
                <c:pt idx="355">
                  <c:v>46184</c:v>
                </c:pt>
                <c:pt idx="356">
                  <c:v>46185</c:v>
                </c:pt>
                <c:pt idx="357">
                  <c:v>46186</c:v>
                </c:pt>
                <c:pt idx="358">
                  <c:v>46187</c:v>
                </c:pt>
                <c:pt idx="359">
                  <c:v>46188</c:v>
                </c:pt>
                <c:pt idx="360">
                  <c:v>46189</c:v>
                </c:pt>
                <c:pt idx="361">
                  <c:v>46190</c:v>
                </c:pt>
                <c:pt idx="362">
                  <c:v>46191</c:v>
                </c:pt>
                <c:pt idx="363">
                  <c:v>46192</c:v>
                </c:pt>
                <c:pt idx="364">
                  <c:v>46193</c:v>
                </c:pt>
              </c:numCache>
            </c:numRef>
          </c:cat>
          <c:val>
            <c:numRef>
              <c:f>'4G Data'!$I$2:$I$366</c:f>
              <c:numCache>
                <c:formatCode>General</c:formatCode>
                <c:ptCount val="365"/>
                <c:pt idx="0">
                  <c:v>31036.480500000001</c:v>
                </c:pt>
                <c:pt idx="1">
                  <c:v>31499.303100000001</c:v>
                </c:pt>
                <c:pt idx="2">
                  <c:v>30089.3259</c:v>
                </c:pt>
                <c:pt idx="3">
                  <c:v>29839.4123</c:v>
                </c:pt>
                <c:pt idx="4">
                  <c:v>30353.372599999999</c:v>
                </c:pt>
                <c:pt idx="5">
                  <c:v>30628.2376</c:v>
                </c:pt>
                <c:pt idx="6">
                  <c:v>30978.690600000002</c:v>
                </c:pt>
                <c:pt idx="7">
                  <c:v>31238.842700000001</c:v>
                </c:pt>
                <c:pt idx="8">
                  <c:v>32018.531999999999</c:v>
                </c:pt>
                <c:pt idx="9">
                  <c:v>30334.443599999999</c:v>
                </c:pt>
                <c:pt idx="10">
                  <c:v>30503.5874</c:v>
                </c:pt>
                <c:pt idx="11">
                  <c:v>30585.871899999998</c:v>
                </c:pt>
                <c:pt idx="12">
                  <c:v>30195.577099999999</c:v>
                </c:pt>
                <c:pt idx="13">
                  <c:v>30963.233400000001</c:v>
                </c:pt>
                <c:pt idx="14">
                  <c:v>31164.6158</c:v>
                </c:pt>
                <c:pt idx="15">
                  <c:v>31218.1548</c:v>
                </c:pt>
                <c:pt idx="16">
                  <c:v>29843.266800000001</c:v>
                </c:pt>
                <c:pt idx="17">
                  <c:v>30977.039799999999</c:v>
                </c:pt>
                <c:pt idx="18">
                  <c:v>30876.5141</c:v>
                </c:pt>
                <c:pt idx="19">
                  <c:v>32730.732199999999</c:v>
                </c:pt>
                <c:pt idx="20">
                  <c:v>31347.201300000001</c:v>
                </c:pt>
                <c:pt idx="21">
                  <c:v>31690.095099999999</c:v>
                </c:pt>
                <c:pt idx="22">
                  <c:v>31895.478899999998</c:v>
                </c:pt>
                <c:pt idx="23">
                  <c:v>30633.7984</c:v>
                </c:pt>
                <c:pt idx="24">
                  <c:v>30367.4951</c:v>
                </c:pt>
                <c:pt idx="25">
                  <c:v>30456.5972</c:v>
                </c:pt>
                <c:pt idx="26">
                  <c:v>30459.543099999999</c:v>
                </c:pt>
                <c:pt idx="27">
                  <c:v>30913.569800000001</c:v>
                </c:pt>
                <c:pt idx="28">
                  <c:v>31378.1188</c:v>
                </c:pt>
                <c:pt idx="29">
                  <c:v>31429.610100000002</c:v>
                </c:pt>
                <c:pt idx="30">
                  <c:v>29955.132699999998</c:v>
                </c:pt>
                <c:pt idx="31">
                  <c:v>30739.918699999998</c:v>
                </c:pt>
                <c:pt idx="32">
                  <c:v>29951.2703</c:v>
                </c:pt>
                <c:pt idx="33">
                  <c:v>30533.873800000001</c:v>
                </c:pt>
                <c:pt idx="34">
                  <c:v>31072.955300000001</c:v>
                </c:pt>
                <c:pt idx="35">
                  <c:v>31774.955300000001</c:v>
                </c:pt>
                <c:pt idx="36">
                  <c:v>32102.3253</c:v>
                </c:pt>
                <c:pt idx="37">
                  <c:v>30777.378100000002</c:v>
                </c:pt>
                <c:pt idx="38">
                  <c:v>30706.4715</c:v>
                </c:pt>
                <c:pt idx="39">
                  <c:v>31328.627799999998</c:v>
                </c:pt>
                <c:pt idx="40">
                  <c:v>31205.2045</c:v>
                </c:pt>
                <c:pt idx="41">
                  <c:v>30540.6358</c:v>
                </c:pt>
                <c:pt idx="42">
                  <c:v>31428.215899999999</c:v>
                </c:pt>
                <c:pt idx="43">
                  <c:v>32729.336899999998</c:v>
                </c:pt>
                <c:pt idx="44">
                  <c:v>30933.106500000002</c:v>
                </c:pt>
                <c:pt idx="45">
                  <c:v>30324.234799999998</c:v>
                </c:pt>
                <c:pt idx="46">
                  <c:v>30115.022700000001</c:v>
                </c:pt>
                <c:pt idx="47">
                  <c:v>31752.979899999998</c:v>
                </c:pt>
                <c:pt idx="48">
                  <c:v>33161.052300000003</c:v>
                </c:pt>
                <c:pt idx="49">
                  <c:v>32578.1787</c:v>
                </c:pt>
                <c:pt idx="50">
                  <c:v>32659.3832</c:v>
                </c:pt>
                <c:pt idx="51">
                  <c:v>31656.761399999999</c:v>
                </c:pt>
                <c:pt idx="52">
                  <c:v>31721.959599999998</c:v>
                </c:pt>
                <c:pt idx="53">
                  <c:v>32030.304199999999</c:v>
                </c:pt>
                <c:pt idx="54">
                  <c:v>31995.624400000001</c:v>
                </c:pt>
                <c:pt idx="55">
                  <c:v>32363.0501</c:v>
                </c:pt>
                <c:pt idx="56">
                  <c:v>32693.2925</c:v>
                </c:pt>
                <c:pt idx="57">
                  <c:v>32822.294999999998</c:v>
                </c:pt>
                <c:pt idx="58">
                  <c:v>32164.976299999998</c:v>
                </c:pt>
                <c:pt idx="59">
                  <c:v>31774.785100000001</c:v>
                </c:pt>
                <c:pt idx="60">
                  <c:v>32390.344799999999</c:v>
                </c:pt>
                <c:pt idx="61">
                  <c:v>32364.147000000001</c:v>
                </c:pt>
                <c:pt idx="62">
                  <c:v>31812.362799999999</c:v>
                </c:pt>
                <c:pt idx="63">
                  <c:v>32315.018100000001</c:v>
                </c:pt>
                <c:pt idx="64">
                  <c:v>32926.266199999998</c:v>
                </c:pt>
                <c:pt idx="65">
                  <c:v>31578.0854</c:v>
                </c:pt>
                <c:pt idx="66">
                  <c:v>31337.766299999999</c:v>
                </c:pt>
                <c:pt idx="67">
                  <c:v>31835.779299999998</c:v>
                </c:pt>
                <c:pt idx="68">
                  <c:v>31746.750100000001</c:v>
                </c:pt>
                <c:pt idx="69">
                  <c:v>32168.104599999999</c:v>
                </c:pt>
                <c:pt idx="70">
                  <c:v>32504.438699999999</c:v>
                </c:pt>
                <c:pt idx="71">
                  <c:v>32982.931799999998</c:v>
                </c:pt>
                <c:pt idx="72">
                  <c:v>31309.151000000002</c:v>
                </c:pt>
                <c:pt idx="73">
                  <c:v>30904.3076</c:v>
                </c:pt>
                <c:pt idx="74">
                  <c:v>31260.054400000001</c:v>
                </c:pt>
                <c:pt idx="75">
                  <c:v>32112.359700000001</c:v>
                </c:pt>
                <c:pt idx="76">
                  <c:v>33399.173300000002</c:v>
                </c:pt>
                <c:pt idx="77">
                  <c:v>33711.664199999999</c:v>
                </c:pt>
                <c:pt idx="78">
                  <c:v>33284.822399999997</c:v>
                </c:pt>
                <c:pt idx="79">
                  <c:v>31756.6718</c:v>
                </c:pt>
                <c:pt idx="80">
                  <c:v>32356.898499999999</c:v>
                </c:pt>
                <c:pt idx="81">
                  <c:v>32299.310399999998</c:v>
                </c:pt>
                <c:pt idx="82">
                  <c:v>32216.538700000001</c:v>
                </c:pt>
                <c:pt idx="83">
                  <c:v>32794.938699999999</c:v>
                </c:pt>
                <c:pt idx="84">
                  <c:v>33644.330499999996</c:v>
                </c:pt>
                <c:pt idx="85">
                  <c:v>33689.404399999999</c:v>
                </c:pt>
                <c:pt idx="86">
                  <c:v>31874.009399999999</c:v>
                </c:pt>
                <c:pt idx="87">
                  <c:v>32675.4074</c:v>
                </c:pt>
                <c:pt idx="88">
                  <c:v>33258.542300000001</c:v>
                </c:pt>
                <c:pt idx="89">
                  <c:v>33415.3747</c:v>
                </c:pt>
                <c:pt idx="90">
                  <c:v>33539.3724</c:v>
                </c:pt>
                <c:pt idx="91">
                  <c:v>34078.543400000002</c:v>
                </c:pt>
                <c:pt idx="92">
                  <c:v>33810.268300000003</c:v>
                </c:pt>
                <c:pt idx="93">
                  <c:v>31886.275699999998</c:v>
                </c:pt>
                <c:pt idx="94">
                  <c:v>32328.932499999999</c:v>
                </c:pt>
                <c:pt idx="95">
                  <c:v>31708.352500000001</c:v>
                </c:pt>
                <c:pt idx="96">
                  <c:v>31052.257799999999</c:v>
                </c:pt>
                <c:pt idx="97">
                  <c:v>33330.920899999997</c:v>
                </c:pt>
                <c:pt idx="98">
                  <c:v>33617.181100000002</c:v>
                </c:pt>
                <c:pt idx="99">
                  <c:v>34129.511100000003</c:v>
                </c:pt>
                <c:pt idx="100">
                  <c:v>32354.595000000001</c:v>
                </c:pt>
                <c:pt idx="101">
                  <c:v>32297.1315</c:v>
                </c:pt>
                <c:pt idx="102">
                  <c:v>32680.235100000002</c:v>
                </c:pt>
                <c:pt idx="103">
                  <c:v>33171.784500000002</c:v>
                </c:pt>
                <c:pt idx="104">
                  <c:v>33902.503900000003</c:v>
                </c:pt>
                <c:pt idx="105">
                  <c:v>33700.563399999999</c:v>
                </c:pt>
                <c:pt idx="106">
                  <c:v>34440.065199999997</c:v>
                </c:pt>
                <c:pt idx="107">
                  <c:v>34153.919000000002</c:v>
                </c:pt>
                <c:pt idx="108">
                  <c:v>32422.1531</c:v>
                </c:pt>
                <c:pt idx="109">
                  <c:v>32493.766</c:v>
                </c:pt>
                <c:pt idx="110">
                  <c:v>31911.315600000002</c:v>
                </c:pt>
                <c:pt idx="111">
                  <c:v>33106.796199999997</c:v>
                </c:pt>
                <c:pt idx="112">
                  <c:v>33580.9421</c:v>
                </c:pt>
                <c:pt idx="113">
                  <c:v>33670.222800000003</c:v>
                </c:pt>
                <c:pt idx="114">
                  <c:v>32536.7981</c:v>
                </c:pt>
                <c:pt idx="115">
                  <c:v>32632.072400000001</c:v>
                </c:pt>
                <c:pt idx="116">
                  <c:v>32402.701799999999</c:v>
                </c:pt>
                <c:pt idx="117">
                  <c:v>33092.587</c:v>
                </c:pt>
                <c:pt idx="118">
                  <c:v>33569.452400000002</c:v>
                </c:pt>
                <c:pt idx="119">
                  <c:v>34387.556900000003</c:v>
                </c:pt>
                <c:pt idx="120">
                  <c:v>34657.245799999997</c:v>
                </c:pt>
                <c:pt idx="121">
                  <c:v>35354.989000000001</c:v>
                </c:pt>
                <c:pt idx="122">
                  <c:v>33207.729899999998</c:v>
                </c:pt>
                <c:pt idx="123">
                  <c:v>32645.831699999999</c:v>
                </c:pt>
                <c:pt idx="124">
                  <c:v>33119.012900000002</c:v>
                </c:pt>
                <c:pt idx="125">
                  <c:v>33860.8753</c:v>
                </c:pt>
                <c:pt idx="126">
                  <c:v>34315.977800000001</c:v>
                </c:pt>
                <c:pt idx="127">
                  <c:v>34199.991900000001</c:v>
                </c:pt>
                <c:pt idx="128">
                  <c:v>32575.1872</c:v>
                </c:pt>
                <c:pt idx="129">
                  <c:v>34435.520600000003</c:v>
                </c:pt>
                <c:pt idx="130">
                  <c:v>35479.061099999999</c:v>
                </c:pt>
                <c:pt idx="131">
                  <c:v>34785.277300000002</c:v>
                </c:pt>
                <c:pt idx="132">
                  <c:v>35866.654300000002</c:v>
                </c:pt>
                <c:pt idx="133">
                  <c:v>36606.732199999999</c:v>
                </c:pt>
                <c:pt idx="134">
                  <c:v>36862.5121</c:v>
                </c:pt>
                <c:pt idx="135">
                  <c:v>35101.106899999999</c:v>
                </c:pt>
                <c:pt idx="136">
                  <c:v>35691.986299999997</c:v>
                </c:pt>
                <c:pt idx="137">
                  <c:v>37147.910000000003</c:v>
                </c:pt>
                <c:pt idx="138">
                  <c:v>35761.5913</c:v>
                </c:pt>
                <c:pt idx="139">
                  <c:v>36434.781799999997</c:v>
                </c:pt>
                <c:pt idx="140">
                  <c:v>36562.602099999996</c:v>
                </c:pt>
                <c:pt idx="141">
                  <c:v>36368.755299999997</c:v>
                </c:pt>
                <c:pt idx="142">
                  <c:v>35550.082799999996</c:v>
                </c:pt>
                <c:pt idx="143">
                  <c:v>36393.210899999998</c:v>
                </c:pt>
                <c:pt idx="144">
                  <c:v>36071.542800000003</c:v>
                </c:pt>
                <c:pt idx="145">
                  <c:v>36884.372600000002</c:v>
                </c:pt>
                <c:pt idx="146">
                  <c:v>36575.798300000002</c:v>
                </c:pt>
                <c:pt idx="147">
                  <c:v>36632.138500000001</c:v>
                </c:pt>
                <c:pt idx="148">
                  <c:v>38107.123500000002</c:v>
                </c:pt>
                <c:pt idx="149">
                  <c:v>35841.2215</c:v>
                </c:pt>
                <c:pt idx="150">
                  <c:v>36204.5075</c:v>
                </c:pt>
                <c:pt idx="151">
                  <c:v>36076.838900000002</c:v>
                </c:pt>
                <c:pt idx="152">
                  <c:v>37561.822800000002</c:v>
                </c:pt>
                <c:pt idx="153">
                  <c:v>36741.889900000002</c:v>
                </c:pt>
                <c:pt idx="154">
                  <c:v>37538.020900000003</c:v>
                </c:pt>
                <c:pt idx="155">
                  <c:v>36979.213799999998</c:v>
                </c:pt>
                <c:pt idx="156">
                  <c:v>35826.976600000002</c:v>
                </c:pt>
                <c:pt idx="157">
                  <c:v>37064.978999999999</c:v>
                </c:pt>
                <c:pt idx="158">
                  <c:v>37098.224399999999</c:v>
                </c:pt>
                <c:pt idx="159">
                  <c:v>33175.577299999997</c:v>
                </c:pt>
                <c:pt idx="160">
                  <c:v>23720.1659</c:v>
                </c:pt>
                <c:pt idx="161">
                  <c:v>33271.545400000003</c:v>
                </c:pt>
                <c:pt idx="162">
                  <c:v>38059.976300000002</c:v>
                </c:pt>
                <c:pt idx="163">
                  <c:v>38227.1273</c:v>
                </c:pt>
                <c:pt idx="164">
                  <c:v>36437.605600000003</c:v>
                </c:pt>
                <c:pt idx="165">
                  <c:v>39076.9591</c:v>
                </c:pt>
                <c:pt idx="166">
                  <c:v>39714.675600000002</c:v>
                </c:pt>
                <c:pt idx="167">
                  <c:v>38912.681700000001</c:v>
                </c:pt>
                <c:pt idx="168">
                  <c:v>39146.793400000002</c:v>
                </c:pt>
                <c:pt idx="169">
                  <c:v>39882.451200000003</c:v>
                </c:pt>
                <c:pt idx="170">
                  <c:v>38144.682500000003</c:v>
                </c:pt>
                <c:pt idx="171">
                  <c:v>40326.257100000003</c:v>
                </c:pt>
                <c:pt idx="172">
                  <c:v>38365.655200000001</c:v>
                </c:pt>
                <c:pt idx="173">
                  <c:v>40105.123899999999</c:v>
                </c:pt>
                <c:pt idx="174">
                  <c:v>38714.4833</c:v>
                </c:pt>
                <c:pt idx="175">
                  <c:v>39493.118399999999</c:v>
                </c:pt>
                <c:pt idx="176">
                  <c:v>38890.270100000002</c:v>
                </c:pt>
                <c:pt idx="177">
                  <c:v>37441.720999999998</c:v>
                </c:pt>
                <c:pt idx="178">
                  <c:v>38276.9182</c:v>
                </c:pt>
                <c:pt idx="179">
                  <c:v>38172.8177</c:v>
                </c:pt>
                <c:pt idx="180">
                  <c:v>38254.8249</c:v>
                </c:pt>
                <c:pt idx="181">
                  <c:v>38569.304600000003</c:v>
                </c:pt>
                <c:pt idx="182">
                  <c:v>38741.941899999998</c:v>
                </c:pt>
                <c:pt idx="183">
                  <c:v>38973.582900000001</c:v>
                </c:pt>
                <c:pt idx="184">
                  <c:v>37835.192300000002</c:v>
                </c:pt>
                <c:pt idx="185">
                  <c:v>38729.806299999997</c:v>
                </c:pt>
                <c:pt idx="186">
                  <c:v>38356.123800000001</c:v>
                </c:pt>
                <c:pt idx="187">
                  <c:v>39420.776299999998</c:v>
                </c:pt>
                <c:pt idx="188">
                  <c:v>38970.699399999998</c:v>
                </c:pt>
                <c:pt idx="189">
                  <c:v>39400.674599999998</c:v>
                </c:pt>
                <c:pt idx="190">
                  <c:v>38973.778599999998</c:v>
                </c:pt>
                <c:pt idx="191">
                  <c:v>38047.416899999997</c:v>
                </c:pt>
                <c:pt idx="192">
                  <c:v>38200.726600000002</c:v>
                </c:pt>
                <c:pt idx="193">
                  <c:v>37339.328399999999</c:v>
                </c:pt>
                <c:pt idx="194">
                  <c:v>38666.303</c:v>
                </c:pt>
                <c:pt idx="195">
                  <c:v>37515.563000000002</c:v>
                </c:pt>
                <c:pt idx="196">
                  <c:v>38063.3416</c:v>
                </c:pt>
                <c:pt idx="197">
                  <c:v>37383.665699999998</c:v>
                </c:pt>
                <c:pt idx="198">
                  <c:v>35794.556900000003</c:v>
                </c:pt>
                <c:pt idx="199">
                  <c:v>37047.067000000003</c:v>
                </c:pt>
                <c:pt idx="200">
                  <c:v>36460.201999999997</c:v>
                </c:pt>
                <c:pt idx="201">
                  <c:v>37278.854899999998</c:v>
                </c:pt>
                <c:pt idx="202">
                  <c:v>38337.573700000001</c:v>
                </c:pt>
                <c:pt idx="203">
                  <c:v>38661.99</c:v>
                </c:pt>
                <c:pt idx="204">
                  <c:v>39146.116000000002</c:v>
                </c:pt>
                <c:pt idx="205">
                  <c:v>38111.272400000002</c:v>
                </c:pt>
                <c:pt idx="206">
                  <c:v>37165.0003</c:v>
                </c:pt>
                <c:pt idx="207">
                  <c:v>38201.057200000003</c:v>
                </c:pt>
                <c:pt idx="208">
                  <c:v>39388.613400000002</c:v>
                </c:pt>
                <c:pt idx="209">
                  <c:v>38202.349399999999</c:v>
                </c:pt>
                <c:pt idx="210">
                  <c:v>37917.943500000001</c:v>
                </c:pt>
                <c:pt idx="211">
                  <c:v>38459.830399999999</c:v>
                </c:pt>
                <c:pt idx="212">
                  <c:v>36909.6777</c:v>
                </c:pt>
                <c:pt idx="213">
                  <c:v>36689.277800000003</c:v>
                </c:pt>
                <c:pt idx="214">
                  <c:v>36559.685599999997</c:v>
                </c:pt>
                <c:pt idx="215">
                  <c:v>36049.503900000003</c:v>
                </c:pt>
                <c:pt idx="216">
                  <c:v>37824.722300000001</c:v>
                </c:pt>
                <c:pt idx="217">
                  <c:v>39230.907399999996</c:v>
                </c:pt>
                <c:pt idx="218">
                  <c:v>38238.704299999998</c:v>
                </c:pt>
                <c:pt idx="219">
                  <c:v>36397.466</c:v>
                </c:pt>
                <c:pt idx="220">
                  <c:v>37159.145600000003</c:v>
                </c:pt>
                <c:pt idx="221">
                  <c:v>36416.2143</c:v>
                </c:pt>
                <c:pt idx="222">
                  <c:v>37060.816500000001</c:v>
                </c:pt>
                <c:pt idx="223">
                  <c:v>37867.763099999996</c:v>
                </c:pt>
                <c:pt idx="224">
                  <c:v>40693.992599999998</c:v>
                </c:pt>
                <c:pt idx="225">
                  <c:v>39818.752899999999</c:v>
                </c:pt>
                <c:pt idx="226">
                  <c:v>36486.824500000002</c:v>
                </c:pt>
                <c:pt idx="227">
                  <c:v>37093.296999999999</c:v>
                </c:pt>
                <c:pt idx="228">
                  <c:v>39640.663999999997</c:v>
                </c:pt>
                <c:pt idx="229">
                  <c:v>37056.508999999998</c:v>
                </c:pt>
                <c:pt idx="230">
                  <c:v>38224.071499999998</c:v>
                </c:pt>
                <c:pt idx="231">
                  <c:v>38924.898800000003</c:v>
                </c:pt>
                <c:pt idx="232">
                  <c:v>38353.082399999999</c:v>
                </c:pt>
                <c:pt idx="233">
                  <c:v>36426.215700000001</c:v>
                </c:pt>
                <c:pt idx="234">
                  <c:v>36657.874199999998</c:v>
                </c:pt>
                <c:pt idx="235">
                  <c:v>37249.148999999998</c:v>
                </c:pt>
                <c:pt idx="236">
                  <c:v>38624.954700000002</c:v>
                </c:pt>
                <c:pt idx="237">
                  <c:v>38702.999300000003</c:v>
                </c:pt>
                <c:pt idx="238">
                  <c:v>39880.601000000002</c:v>
                </c:pt>
                <c:pt idx="239">
                  <c:v>39721.932399999998</c:v>
                </c:pt>
                <c:pt idx="240">
                  <c:v>38802.6512</c:v>
                </c:pt>
                <c:pt idx="241">
                  <c:v>38604.523000000001</c:v>
                </c:pt>
                <c:pt idx="242">
                  <c:v>39197.767899999999</c:v>
                </c:pt>
                <c:pt idx="243">
                  <c:v>39448.868399999999</c:v>
                </c:pt>
                <c:pt idx="244">
                  <c:v>38073.031000000003</c:v>
                </c:pt>
                <c:pt idx="245">
                  <c:v>39456.668799999999</c:v>
                </c:pt>
                <c:pt idx="246">
                  <c:v>40555.6083</c:v>
                </c:pt>
                <c:pt idx="247">
                  <c:v>38594.3033</c:v>
                </c:pt>
                <c:pt idx="248">
                  <c:v>39115.538999999997</c:v>
                </c:pt>
                <c:pt idx="249">
                  <c:v>38784.7048</c:v>
                </c:pt>
                <c:pt idx="250">
                  <c:v>39133.051399999997</c:v>
                </c:pt>
                <c:pt idx="251">
                  <c:v>39752.102400000003</c:v>
                </c:pt>
                <c:pt idx="252">
                  <c:v>39872.424200000001</c:v>
                </c:pt>
                <c:pt idx="253">
                  <c:v>41076.5648</c:v>
                </c:pt>
                <c:pt idx="254">
                  <c:v>40132.260900000001</c:v>
                </c:pt>
                <c:pt idx="255">
                  <c:v>39035.621299999999</c:v>
                </c:pt>
                <c:pt idx="256">
                  <c:v>39608.252999999997</c:v>
                </c:pt>
                <c:pt idx="257">
                  <c:v>40080.547299999998</c:v>
                </c:pt>
                <c:pt idx="258">
                  <c:v>40243.2048</c:v>
                </c:pt>
                <c:pt idx="259">
                  <c:v>40427.4617</c:v>
                </c:pt>
                <c:pt idx="260">
                  <c:v>40562.364999999998</c:v>
                </c:pt>
                <c:pt idx="261">
                  <c:v>39315.3099</c:v>
                </c:pt>
                <c:pt idx="262">
                  <c:v>39547.1342</c:v>
                </c:pt>
                <c:pt idx="263">
                  <c:v>39896.082499999997</c:v>
                </c:pt>
                <c:pt idx="264">
                  <c:v>40018.702499999999</c:v>
                </c:pt>
                <c:pt idx="265">
                  <c:v>40491.583299999998</c:v>
                </c:pt>
                <c:pt idx="266">
                  <c:v>41019.842799999999</c:v>
                </c:pt>
                <c:pt idx="267">
                  <c:v>40451.469899999996</c:v>
                </c:pt>
                <c:pt idx="268">
                  <c:v>39271.890700000004</c:v>
                </c:pt>
                <c:pt idx="269">
                  <c:v>39749.497600000002</c:v>
                </c:pt>
                <c:pt idx="270">
                  <c:v>41085.404399999999</c:v>
                </c:pt>
                <c:pt idx="271">
                  <c:v>40558.3554</c:v>
                </c:pt>
                <c:pt idx="272">
                  <c:v>40703.077899999997</c:v>
                </c:pt>
                <c:pt idx="273">
                  <c:v>41185.546000000002</c:v>
                </c:pt>
                <c:pt idx="274">
                  <c:v>40278.473100000003</c:v>
                </c:pt>
                <c:pt idx="275">
                  <c:v>39985.166400000002</c:v>
                </c:pt>
                <c:pt idx="276">
                  <c:v>40196.667200000004</c:v>
                </c:pt>
                <c:pt idx="277">
                  <c:v>39421.155200000001</c:v>
                </c:pt>
                <c:pt idx="278">
                  <c:v>39967.525300000001</c:v>
                </c:pt>
                <c:pt idx="279">
                  <c:v>40137.954299999998</c:v>
                </c:pt>
                <c:pt idx="280">
                  <c:v>41007.178</c:v>
                </c:pt>
                <c:pt idx="281">
                  <c:v>40757.118900000001</c:v>
                </c:pt>
                <c:pt idx="282">
                  <c:v>39980.896000000001</c:v>
                </c:pt>
                <c:pt idx="283">
                  <c:v>40257.512900000002</c:v>
                </c:pt>
                <c:pt idx="284">
                  <c:v>41457.2183</c:v>
                </c:pt>
                <c:pt idx="285">
                  <c:v>39720.012799999997</c:v>
                </c:pt>
                <c:pt idx="286">
                  <c:v>40221.6132</c:v>
                </c:pt>
                <c:pt idx="287">
                  <c:v>41229.232000000004</c:v>
                </c:pt>
                <c:pt idx="288">
                  <c:v>41758.216800000002</c:v>
                </c:pt>
                <c:pt idx="289">
                  <c:v>39389.926500000001</c:v>
                </c:pt>
                <c:pt idx="290">
                  <c:v>39007.085099999997</c:v>
                </c:pt>
                <c:pt idx="291">
                  <c:v>40386.048600000002</c:v>
                </c:pt>
                <c:pt idx="292">
                  <c:v>39780.266600000003</c:v>
                </c:pt>
                <c:pt idx="293">
                  <c:v>40891.476300000002</c:v>
                </c:pt>
                <c:pt idx="294">
                  <c:v>41391.968500000003</c:v>
                </c:pt>
                <c:pt idx="295">
                  <c:v>40929.977099999996</c:v>
                </c:pt>
                <c:pt idx="296">
                  <c:v>40788.165800000002</c:v>
                </c:pt>
                <c:pt idx="297">
                  <c:v>41491.257799999999</c:v>
                </c:pt>
                <c:pt idx="298">
                  <c:v>41904.082999999999</c:v>
                </c:pt>
                <c:pt idx="299">
                  <c:v>41969.176899999999</c:v>
                </c:pt>
                <c:pt idx="300">
                  <c:v>42220.7857</c:v>
                </c:pt>
                <c:pt idx="301">
                  <c:v>41758.248200000002</c:v>
                </c:pt>
                <c:pt idx="302">
                  <c:v>40921.833599999998</c:v>
                </c:pt>
                <c:pt idx="303">
                  <c:v>39762.377200000003</c:v>
                </c:pt>
                <c:pt idx="304">
                  <c:v>40387.072</c:v>
                </c:pt>
                <c:pt idx="305">
                  <c:v>40645.290500000003</c:v>
                </c:pt>
                <c:pt idx="306">
                  <c:v>41618.521699999998</c:v>
                </c:pt>
                <c:pt idx="307">
                  <c:v>41556.350100000003</c:v>
                </c:pt>
                <c:pt idx="308">
                  <c:v>41257.493499999997</c:v>
                </c:pt>
                <c:pt idx="309">
                  <c:v>42029.733200000002</c:v>
                </c:pt>
                <c:pt idx="310">
                  <c:v>39660.942999999999</c:v>
                </c:pt>
                <c:pt idx="311">
                  <c:v>40327.766199999998</c:v>
                </c:pt>
                <c:pt idx="312">
                  <c:v>40677.652099999999</c:v>
                </c:pt>
                <c:pt idx="313">
                  <c:v>40493.922899999998</c:v>
                </c:pt>
                <c:pt idx="314">
                  <c:v>42713.980600000003</c:v>
                </c:pt>
                <c:pt idx="315">
                  <c:v>42191.006099999999</c:v>
                </c:pt>
                <c:pt idx="316">
                  <c:v>41779.861199999999</c:v>
                </c:pt>
                <c:pt idx="317">
                  <c:v>40126.093699999998</c:v>
                </c:pt>
                <c:pt idx="318">
                  <c:v>40257.641600000003</c:v>
                </c:pt>
                <c:pt idx="319">
                  <c:v>40384.355000000003</c:v>
                </c:pt>
                <c:pt idx="320">
                  <c:v>40336.613499999999</c:v>
                </c:pt>
                <c:pt idx="321">
                  <c:v>40777.468800000002</c:v>
                </c:pt>
                <c:pt idx="322">
                  <c:v>41559.953699999998</c:v>
                </c:pt>
                <c:pt idx="323">
                  <c:v>42577.062599999997</c:v>
                </c:pt>
                <c:pt idx="324">
                  <c:v>40790.723400000003</c:v>
                </c:pt>
                <c:pt idx="325">
                  <c:v>41127.538099999998</c:v>
                </c:pt>
                <c:pt idx="326">
                  <c:v>40770.705800000003</c:v>
                </c:pt>
                <c:pt idx="327">
                  <c:v>41399.422599999998</c:v>
                </c:pt>
                <c:pt idx="328">
                  <c:v>41670.855900000002</c:v>
                </c:pt>
                <c:pt idx="329">
                  <c:v>42122.155700000003</c:v>
                </c:pt>
                <c:pt idx="330">
                  <c:v>41900.194600000003</c:v>
                </c:pt>
                <c:pt idx="331">
                  <c:v>39942.158499999998</c:v>
                </c:pt>
                <c:pt idx="332">
                  <c:v>39918.655599999998</c:v>
                </c:pt>
                <c:pt idx="333">
                  <c:v>39659.9234</c:v>
                </c:pt>
                <c:pt idx="334">
                  <c:v>39441.983200000002</c:v>
                </c:pt>
                <c:pt idx="335">
                  <c:v>40427.9133</c:v>
                </c:pt>
                <c:pt idx="336">
                  <c:v>40878.771200000003</c:v>
                </c:pt>
                <c:pt idx="337">
                  <c:v>41202.447800000002</c:v>
                </c:pt>
                <c:pt idx="338">
                  <c:v>38798.982900000003</c:v>
                </c:pt>
                <c:pt idx="339">
                  <c:v>38962.2664</c:v>
                </c:pt>
                <c:pt idx="340">
                  <c:v>39775.849800000004</c:v>
                </c:pt>
                <c:pt idx="341">
                  <c:v>41529.151700000002</c:v>
                </c:pt>
                <c:pt idx="342">
                  <c:v>40466.729599999999</c:v>
                </c:pt>
                <c:pt idx="343">
                  <c:v>41020.943200000002</c:v>
                </c:pt>
                <c:pt idx="344">
                  <c:v>41704.592700000001</c:v>
                </c:pt>
                <c:pt idx="345">
                  <c:v>39718.688499999997</c:v>
                </c:pt>
                <c:pt idx="346">
                  <c:v>40187.299800000001</c:v>
                </c:pt>
                <c:pt idx="347">
                  <c:v>40682.849300000002</c:v>
                </c:pt>
                <c:pt idx="348">
                  <c:v>40130.158499999998</c:v>
                </c:pt>
                <c:pt idx="349">
                  <c:v>40736.950499999999</c:v>
                </c:pt>
                <c:pt idx="350">
                  <c:v>41146.858399999997</c:v>
                </c:pt>
                <c:pt idx="351">
                  <c:v>40930.068800000001</c:v>
                </c:pt>
                <c:pt idx="352">
                  <c:v>39352.592900000003</c:v>
                </c:pt>
                <c:pt idx="353">
                  <c:v>39672.286500000002</c:v>
                </c:pt>
                <c:pt idx="354">
                  <c:v>39909.5075</c:v>
                </c:pt>
                <c:pt idx="355">
                  <c:v>39953.490700000002</c:v>
                </c:pt>
                <c:pt idx="356">
                  <c:v>41438.136299999998</c:v>
                </c:pt>
                <c:pt idx="357">
                  <c:v>41571.842600000004</c:v>
                </c:pt>
                <c:pt idx="358">
                  <c:v>42539.974499999997</c:v>
                </c:pt>
                <c:pt idx="359">
                  <c:v>40773.786699999997</c:v>
                </c:pt>
                <c:pt idx="360">
                  <c:v>40442.621299999999</c:v>
                </c:pt>
                <c:pt idx="361">
                  <c:v>40391.9012</c:v>
                </c:pt>
                <c:pt idx="362">
                  <c:v>40526.195699999997</c:v>
                </c:pt>
                <c:pt idx="363">
                  <c:v>41156.808900000004</c:v>
                </c:pt>
                <c:pt idx="364">
                  <c:v>41403.595099999999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7-A936-4D26-9E10-287659F92F3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7851407"/>
        <c:axId val="207861967"/>
      </c:lineChart>
      <c:lineChart>
        <c:grouping val="standard"/>
        <c:varyColors val="0"/>
        <c:ser>
          <c:idx val="8"/>
          <c:order val="8"/>
          <c:tx>
            <c:strRef>
              <c:f>'4G Data'!$J$1</c:f>
              <c:strCache>
                <c:ptCount val="1"/>
                <c:pt idx="0">
                  <c:v>Network</c:v>
                </c:pt>
              </c:strCache>
            </c:strRef>
          </c:tx>
          <c:spPr>
            <a:ln w="28575" cap="rnd">
              <a:solidFill>
                <a:schemeClr val="accent3">
                  <a:lumMod val="60000"/>
                </a:schemeClr>
              </a:solidFill>
              <a:round/>
            </a:ln>
            <a:effectLst/>
          </c:spPr>
          <c:marker>
            <c:symbol val="none"/>
          </c:marker>
          <c:cat>
            <c:numRef>
              <c:f>'4G Data'!$A$2:$A$366</c:f>
              <c:numCache>
                <c:formatCode>m/d/yyyy</c:formatCode>
                <c:ptCount val="365"/>
                <c:pt idx="0">
                  <c:v>45829</c:v>
                </c:pt>
                <c:pt idx="1">
                  <c:v>45830</c:v>
                </c:pt>
                <c:pt idx="2">
                  <c:v>45831</c:v>
                </c:pt>
                <c:pt idx="3">
                  <c:v>45832</c:v>
                </c:pt>
                <c:pt idx="4">
                  <c:v>45833</c:v>
                </c:pt>
                <c:pt idx="5">
                  <c:v>45834</c:v>
                </c:pt>
                <c:pt idx="6">
                  <c:v>45835</c:v>
                </c:pt>
                <c:pt idx="7">
                  <c:v>45836</c:v>
                </c:pt>
                <c:pt idx="8">
                  <c:v>45837</c:v>
                </c:pt>
                <c:pt idx="9">
                  <c:v>45838</c:v>
                </c:pt>
                <c:pt idx="10">
                  <c:v>45839</c:v>
                </c:pt>
                <c:pt idx="11">
                  <c:v>45840</c:v>
                </c:pt>
                <c:pt idx="12">
                  <c:v>45841</c:v>
                </c:pt>
                <c:pt idx="13">
                  <c:v>45842</c:v>
                </c:pt>
                <c:pt idx="14">
                  <c:v>45843</c:v>
                </c:pt>
                <c:pt idx="15">
                  <c:v>45844</c:v>
                </c:pt>
                <c:pt idx="16">
                  <c:v>45845</c:v>
                </c:pt>
                <c:pt idx="17">
                  <c:v>45846</c:v>
                </c:pt>
                <c:pt idx="18">
                  <c:v>45847</c:v>
                </c:pt>
                <c:pt idx="19">
                  <c:v>45848</c:v>
                </c:pt>
                <c:pt idx="20">
                  <c:v>45849</c:v>
                </c:pt>
                <c:pt idx="21">
                  <c:v>45850</c:v>
                </c:pt>
                <c:pt idx="22">
                  <c:v>45851</c:v>
                </c:pt>
                <c:pt idx="23">
                  <c:v>45852</c:v>
                </c:pt>
                <c:pt idx="24">
                  <c:v>45853</c:v>
                </c:pt>
                <c:pt idx="25">
                  <c:v>45854</c:v>
                </c:pt>
                <c:pt idx="26">
                  <c:v>45855</c:v>
                </c:pt>
                <c:pt idx="27">
                  <c:v>45856</c:v>
                </c:pt>
                <c:pt idx="28">
                  <c:v>45857</c:v>
                </c:pt>
                <c:pt idx="29">
                  <c:v>45858</c:v>
                </c:pt>
                <c:pt idx="30">
                  <c:v>45859</c:v>
                </c:pt>
                <c:pt idx="31">
                  <c:v>45860</c:v>
                </c:pt>
                <c:pt idx="32">
                  <c:v>45861</c:v>
                </c:pt>
                <c:pt idx="33">
                  <c:v>45862</c:v>
                </c:pt>
                <c:pt idx="34">
                  <c:v>45863</c:v>
                </c:pt>
                <c:pt idx="35">
                  <c:v>45864</c:v>
                </c:pt>
                <c:pt idx="36">
                  <c:v>45865</c:v>
                </c:pt>
                <c:pt idx="37">
                  <c:v>45866</c:v>
                </c:pt>
                <c:pt idx="38">
                  <c:v>45867</c:v>
                </c:pt>
                <c:pt idx="39">
                  <c:v>45868</c:v>
                </c:pt>
                <c:pt idx="40">
                  <c:v>45869</c:v>
                </c:pt>
                <c:pt idx="41">
                  <c:v>45870</c:v>
                </c:pt>
                <c:pt idx="42">
                  <c:v>45871</c:v>
                </c:pt>
                <c:pt idx="43">
                  <c:v>45872</c:v>
                </c:pt>
                <c:pt idx="44">
                  <c:v>45873</c:v>
                </c:pt>
                <c:pt idx="45">
                  <c:v>45874</c:v>
                </c:pt>
                <c:pt idx="46">
                  <c:v>45875</c:v>
                </c:pt>
                <c:pt idx="47">
                  <c:v>45876</c:v>
                </c:pt>
                <c:pt idx="48">
                  <c:v>45877</c:v>
                </c:pt>
                <c:pt idx="49">
                  <c:v>45878</c:v>
                </c:pt>
                <c:pt idx="50">
                  <c:v>45879</c:v>
                </c:pt>
                <c:pt idx="51">
                  <c:v>45880</c:v>
                </c:pt>
                <c:pt idx="52">
                  <c:v>45881</c:v>
                </c:pt>
                <c:pt idx="53">
                  <c:v>45882</c:v>
                </c:pt>
                <c:pt idx="54">
                  <c:v>45883</c:v>
                </c:pt>
                <c:pt idx="55">
                  <c:v>45884</c:v>
                </c:pt>
                <c:pt idx="56">
                  <c:v>45885</c:v>
                </c:pt>
                <c:pt idx="57">
                  <c:v>45886</c:v>
                </c:pt>
                <c:pt idx="58">
                  <c:v>45887</c:v>
                </c:pt>
                <c:pt idx="59">
                  <c:v>45888</c:v>
                </c:pt>
                <c:pt idx="60">
                  <c:v>45889</c:v>
                </c:pt>
                <c:pt idx="61">
                  <c:v>45890</c:v>
                </c:pt>
                <c:pt idx="62">
                  <c:v>45891</c:v>
                </c:pt>
                <c:pt idx="63">
                  <c:v>45892</c:v>
                </c:pt>
                <c:pt idx="64">
                  <c:v>45893</c:v>
                </c:pt>
                <c:pt idx="65">
                  <c:v>45894</c:v>
                </c:pt>
                <c:pt idx="66">
                  <c:v>45895</c:v>
                </c:pt>
                <c:pt idx="67">
                  <c:v>45896</c:v>
                </c:pt>
                <c:pt idx="68">
                  <c:v>45897</c:v>
                </c:pt>
                <c:pt idx="69">
                  <c:v>45898</c:v>
                </c:pt>
                <c:pt idx="70">
                  <c:v>45899</c:v>
                </c:pt>
                <c:pt idx="71">
                  <c:v>45900</c:v>
                </c:pt>
                <c:pt idx="72">
                  <c:v>45901</c:v>
                </c:pt>
                <c:pt idx="73">
                  <c:v>45902</c:v>
                </c:pt>
                <c:pt idx="74">
                  <c:v>45903</c:v>
                </c:pt>
                <c:pt idx="75">
                  <c:v>45904</c:v>
                </c:pt>
                <c:pt idx="76">
                  <c:v>45905</c:v>
                </c:pt>
                <c:pt idx="77">
                  <c:v>45906</c:v>
                </c:pt>
                <c:pt idx="78">
                  <c:v>45907</c:v>
                </c:pt>
                <c:pt idx="79">
                  <c:v>45908</c:v>
                </c:pt>
                <c:pt idx="80">
                  <c:v>45909</c:v>
                </c:pt>
                <c:pt idx="81">
                  <c:v>45910</c:v>
                </c:pt>
                <c:pt idx="82">
                  <c:v>45911</c:v>
                </c:pt>
                <c:pt idx="83">
                  <c:v>45912</c:v>
                </c:pt>
                <c:pt idx="84">
                  <c:v>45913</c:v>
                </c:pt>
                <c:pt idx="85">
                  <c:v>45914</c:v>
                </c:pt>
                <c:pt idx="86">
                  <c:v>45915</c:v>
                </c:pt>
                <c:pt idx="87">
                  <c:v>45916</c:v>
                </c:pt>
                <c:pt idx="88">
                  <c:v>45917</c:v>
                </c:pt>
                <c:pt idx="89">
                  <c:v>45918</c:v>
                </c:pt>
                <c:pt idx="90">
                  <c:v>45919</c:v>
                </c:pt>
                <c:pt idx="91">
                  <c:v>45920</c:v>
                </c:pt>
                <c:pt idx="92">
                  <c:v>45921</c:v>
                </c:pt>
                <c:pt idx="93">
                  <c:v>45922</c:v>
                </c:pt>
                <c:pt idx="94">
                  <c:v>45923</c:v>
                </c:pt>
                <c:pt idx="95">
                  <c:v>45924</c:v>
                </c:pt>
                <c:pt idx="96">
                  <c:v>45925</c:v>
                </c:pt>
                <c:pt idx="97">
                  <c:v>45926</c:v>
                </c:pt>
                <c:pt idx="98">
                  <c:v>45927</c:v>
                </c:pt>
                <c:pt idx="99">
                  <c:v>45928</c:v>
                </c:pt>
                <c:pt idx="100">
                  <c:v>45929</c:v>
                </c:pt>
                <c:pt idx="101">
                  <c:v>45930</c:v>
                </c:pt>
                <c:pt idx="102">
                  <c:v>45931</c:v>
                </c:pt>
                <c:pt idx="103">
                  <c:v>45932</c:v>
                </c:pt>
                <c:pt idx="104">
                  <c:v>45933</c:v>
                </c:pt>
                <c:pt idx="105">
                  <c:v>45934</c:v>
                </c:pt>
                <c:pt idx="106">
                  <c:v>45935</c:v>
                </c:pt>
                <c:pt idx="107">
                  <c:v>45936</c:v>
                </c:pt>
                <c:pt idx="108">
                  <c:v>45937</c:v>
                </c:pt>
                <c:pt idx="109">
                  <c:v>45938</c:v>
                </c:pt>
                <c:pt idx="110">
                  <c:v>45939</c:v>
                </c:pt>
                <c:pt idx="111">
                  <c:v>45940</c:v>
                </c:pt>
                <c:pt idx="112">
                  <c:v>45941</c:v>
                </c:pt>
                <c:pt idx="113">
                  <c:v>45942</c:v>
                </c:pt>
                <c:pt idx="114">
                  <c:v>45943</c:v>
                </c:pt>
                <c:pt idx="115">
                  <c:v>45944</c:v>
                </c:pt>
                <c:pt idx="116">
                  <c:v>45945</c:v>
                </c:pt>
                <c:pt idx="117">
                  <c:v>45946</c:v>
                </c:pt>
                <c:pt idx="118">
                  <c:v>45947</c:v>
                </c:pt>
                <c:pt idx="119">
                  <c:v>45948</c:v>
                </c:pt>
                <c:pt idx="120">
                  <c:v>45949</c:v>
                </c:pt>
                <c:pt idx="121">
                  <c:v>45950</c:v>
                </c:pt>
                <c:pt idx="122">
                  <c:v>45951</c:v>
                </c:pt>
                <c:pt idx="123">
                  <c:v>45952</c:v>
                </c:pt>
                <c:pt idx="124">
                  <c:v>45953</c:v>
                </c:pt>
                <c:pt idx="125">
                  <c:v>45954</c:v>
                </c:pt>
                <c:pt idx="126">
                  <c:v>45955</c:v>
                </c:pt>
                <c:pt idx="127">
                  <c:v>45956</c:v>
                </c:pt>
                <c:pt idx="128">
                  <c:v>45957</c:v>
                </c:pt>
                <c:pt idx="129">
                  <c:v>45958</c:v>
                </c:pt>
                <c:pt idx="130">
                  <c:v>45959</c:v>
                </c:pt>
                <c:pt idx="131">
                  <c:v>45960</c:v>
                </c:pt>
                <c:pt idx="132">
                  <c:v>45961</c:v>
                </c:pt>
                <c:pt idx="133">
                  <c:v>45962</c:v>
                </c:pt>
                <c:pt idx="134">
                  <c:v>45963</c:v>
                </c:pt>
                <c:pt idx="135">
                  <c:v>45964</c:v>
                </c:pt>
                <c:pt idx="136">
                  <c:v>45965</c:v>
                </c:pt>
                <c:pt idx="137">
                  <c:v>45966</c:v>
                </c:pt>
                <c:pt idx="138">
                  <c:v>45967</c:v>
                </c:pt>
                <c:pt idx="139">
                  <c:v>45968</c:v>
                </c:pt>
                <c:pt idx="140">
                  <c:v>45969</c:v>
                </c:pt>
                <c:pt idx="141">
                  <c:v>45970</c:v>
                </c:pt>
                <c:pt idx="142">
                  <c:v>45971</c:v>
                </c:pt>
                <c:pt idx="143">
                  <c:v>45972</c:v>
                </c:pt>
                <c:pt idx="144">
                  <c:v>45973</c:v>
                </c:pt>
                <c:pt idx="145">
                  <c:v>45974</c:v>
                </c:pt>
                <c:pt idx="146">
                  <c:v>45975</c:v>
                </c:pt>
                <c:pt idx="147">
                  <c:v>45976</c:v>
                </c:pt>
                <c:pt idx="148">
                  <c:v>45977</c:v>
                </c:pt>
                <c:pt idx="149">
                  <c:v>45978</c:v>
                </c:pt>
                <c:pt idx="150">
                  <c:v>45979</c:v>
                </c:pt>
                <c:pt idx="151">
                  <c:v>45980</c:v>
                </c:pt>
                <c:pt idx="152">
                  <c:v>45981</c:v>
                </c:pt>
                <c:pt idx="153">
                  <c:v>45982</c:v>
                </c:pt>
                <c:pt idx="154">
                  <c:v>45983</c:v>
                </c:pt>
                <c:pt idx="155">
                  <c:v>45984</c:v>
                </c:pt>
                <c:pt idx="156">
                  <c:v>45985</c:v>
                </c:pt>
                <c:pt idx="157">
                  <c:v>45986</c:v>
                </c:pt>
                <c:pt idx="158">
                  <c:v>45987</c:v>
                </c:pt>
                <c:pt idx="159">
                  <c:v>45988</c:v>
                </c:pt>
                <c:pt idx="160">
                  <c:v>45989</c:v>
                </c:pt>
                <c:pt idx="161">
                  <c:v>45990</c:v>
                </c:pt>
                <c:pt idx="162">
                  <c:v>45991</c:v>
                </c:pt>
                <c:pt idx="163">
                  <c:v>45992</c:v>
                </c:pt>
                <c:pt idx="164">
                  <c:v>45993</c:v>
                </c:pt>
                <c:pt idx="165">
                  <c:v>45994</c:v>
                </c:pt>
                <c:pt idx="166">
                  <c:v>45995</c:v>
                </c:pt>
                <c:pt idx="167">
                  <c:v>45996</c:v>
                </c:pt>
                <c:pt idx="168">
                  <c:v>45997</c:v>
                </c:pt>
                <c:pt idx="169">
                  <c:v>45998</c:v>
                </c:pt>
                <c:pt idx="170">
                  <c:v>45999</c:v>
                </c:pt>
                <c:pt idx="171">
                  <c:v>46000</c:v>
                </c:pt>
                <c:pt idx="172">
                  <c:v>46001</c:v>
                </c:pt>
                <c:pt idx="173">
                  <c:v>46002</c:v>
                </c:pt>
                <c:pt idx="174">
                  <c:v>46003</c:v>
                </c:pt>
                <c:pt idx="175">
                  <c:v>46004</c:v>
                </c:pt>
                <c:pt idx="176">
                  <c:v>46005</c:v>
                </c:pt>
                <c:pt idx="177">
                  <c:v>46006</c:v>
                </c:pt>
                <c:pt idx="178">
                  <c:v>46007</c:v>
                </c:pt>
                <c:pt idx="179">
                  <c:v>46008</c:v>
                </c:pt>
                <c:pt idx="180">
                  <c:v>46009</c:v>
                </c:pt>
                <c:pt idx="181">
                  <c:v>46010</c:v>
                </c:pt>
                <c:pt idx="182">
                  <c:v>46011</c:v>
                </c:pt>
                <c:pt idx="183">
                  <c:v>46012</c:v>
                </c:pt>
                <c:pt idx="184">
                  <c:v>46013</c:v>
                </c:pt>
                <c:pt idx="185">
                  <c:v>46014</c:v>
                </c:pt>
                <c:pt idx="186">
                  <c:v>46015</c:v>
                </c:pt>
                <c:pt idx="187">
                  <c:v>46016</c:v>
                </c:pt>
                <c:pt idx="188">
                  <c:v>46017</c:v>
                </c:pt>
                <c:pt idx="189">
                  <c:v>46018</c:v>
                </c:pt>
                <c:pt idx="190">
                  <c:v>46019</c:v>
                </c:pt>
                <c:pt idx="191">
                  <c:v>46020</c:v>
                </c:pt>
                <c:pt idx="192">
                  <c:v>46021</c:v>
                </c:pt>
                <c:pt idx="193">
                  <c:v>46022</c:v>
                </c:pt>
                <c:pt idx="194">
                  <c:v>46023</c:v>
                </c:pt>
                <c:pt idx="195">
                  <c:v>46024</c:v>
                </c:pt>
                <c:pt idx="196">
                  <c:v>46025</c:v>
                </c:pt>
                <c:pt idx="197">
                  <c:v>46026</c:v>
                </c:pt>
                <c:pt idx="198">
                  <c:v>46027</c:v>
                </c:pt>
                <c:pt idx="199">
                  <c:v>46028</c:v>
                </c:pt>
                <c:pt idx="200">
                  <c:v>46029</c:v>
                </c:pt>
                <c:pt idx="201">
                  <c:v>46030</c:v>
                </c:pt>
                <c:pt idx="202">
                  <c:v>46031</c:v>
                </c:pt>
                <c:pt idx="203">
                  <c:v>46032</c:v>
                </c:pt>
                <c:pt idx="204">
                  <c:v>46033</c:v>
                </c:pt>
                <c:pt idx="205">
                  <c:v>46034</c:v>
                </c:pt>
                <c:pt idx="206">
                  <c:v>46035</c:v>
                </c:pt>
                <c:pt idx="207">
                  <c:v>46036</c:v>
                </c:pt>
                <c:pt idx="208">
                  <c:v>46037</c:v>
                </c:pt>
                <c:pt idx="209">
                  <c:v>46038</c:v>
                </c:pt>
                <c:pt idx="210">
                  <c:v>46039</c:v>
                </c:pt>
                <c:pt idx="211">
                  <c:v>46040</c:v>
                </c:pt>
                <c:pt idx="212">
                  <c:v>46041</c:v>
                </c:pt>
                <c:pt idx="213">
                  <c:v>46042</c:v>
                </c:pt>
                <c:pt idx="214">
                  <c:v>46043</c:v>
                </c:pt>
                <c:pt idx="215">
                  <c:v>46044</c:v>
                </c:pt>
                <c:pt idx="216">
                  <c:v>46045</c:v>
                </c:pt>
                <c:pt idx="217">
                  <c:v>46046</c:v>
                </c:pt>
                <c:pt idx="218">
                  <c:v>46047</c:v>
                </c:pt>
                <c:pt idx="219">
                  <c:v>46048</c:v>
                </c:pt>
                <c:pt idx="220">
                  <c:v>46049</c:v>
                </c:pt>
                <c:pt idx="221">
                  <c:v>46050</c:v>
                </c:pt>
                <c:pt idx="222">
                  <c:v>46051</c:v>
                </c:pt>
                <c:pt idx="223">
                  <c:v>46052</c:v>
                </c:pt>
                <c:pt idx="224">
                  <c:v>46053</c:v>
                </c:pt>
                <c:pt idx="225">
                  <c:v>46054</c:v>
                </c:pt>
                <c:pt idx="226">
                  <c:v>46055</c:v>
                </c:pt>
                <c:pt idx="227">
                  <c:v>46056</c:v>
                </c:pt>
                <c:pt idx="228">
                  <c:v>46057</c:v>
                </c:pt>
                <c:pt idx="229">
                  <c:v>46058</c:v>
                </c:pt>
                <c:pt idx="230">
                  <c:v>46059</c:v>
                </c:pt>
                <c:pt idx="231">
                  <c:v>46060</c:v>
                </c:pt>
                <c:pt idx="232">
                  <c:v>46061</c:v>
                </c:pt>
                <c:pt idx="233">
                  <c:v>46062</c:v>
                </c:pt>
                <c:pt idx="234">
                  <c:v>46063</c:v>
                </c:pt>
                <c:pt idx="235">
                  <c:v>46064</c:v>
                </c:pt>
                <c:pt idx="236">
                  <c:v>46065</c:v>
                </c:pt>
                <c:pt idx="237">
                  <c:v>46066</c:v>
                </c:pt>
                <c:pt idx="238">
                  <c:v>46067</c:v>
                </c:pt>
                <c:pt idx="239">
                  <c:v>46068</c:v>
                </c:pt>
                <c:pt idx="240">
                  <c:v>46069</c:v>
                </c:pt>
                <c:pt idx="241">
                  <c:v>46070</c:v>
                </c:pt>
                <c:pt idx="242">
                  <c:v>46071</c:v>
                </c:pt>
                <c:pt idx="243">
                  <c:v>46072</c:v>
                </c:pt>
                <c:pt idx="244">
                  <c:v>46073</c:v>
                </c:pt>
                <c:pt idx="245">
                  <c:v>46074</c:v>
                </c:pt>
                <c:pt idx="246">
                  <c:v>46075</c:v>
                </c:pt>
                <c:pt idx="247">
                  <c:v>46076</c:v>
                </c:pt>
                <c:pt idx="248">
                  <c:v>46077</c:v>
                </c:pt>
                <c:pt idx="249">
                  <c:v>46078</c:v>
                </c:pt>
                <c:pt idx="250">
                  <c:v>46079</c:v>
                </c:pt>
                <c:pt idx="251">
                  <c:v>46080</c:v>
                </c:pt>
                <c:pt idx="252">
                  <c:v>46081</c:v>
                </c:pt>
                <c:pt idx="253">
                  <c:v>46082</c:v>
                </c:pt>
                <c:pt idx="254">
                  <c:v>46083</c:v>
                </c:pt>
                <c:pt idx="255">
                  <c:v>46084</c:v>
                </c:pt>
                <c:pt idx="256">
                  <c:v>46085</c:v>
                </c:pt>
                <c:pt idx="257">
                  <c:v>46086</c:v>
                </c:pt>
                <c:pt idx="258">
                  <c:v>46087</c:v>
                </c:pt>
                <c:pt idx="259">
                  <c:v>46088</c:v>
                </c:pt>
                <c:pt idx="260">
                  <c:v>46089</c:v>
                </c:pt>
                <c:pt idx="261">
                  <c:v>46090</c:v>
                </c:pt>
                <c:pt idx="262">
                  <c:v>46091</c:v>
                </c:pt>
                <c:pt idx="263">
                  <c:v>46092</c:v>
                </c:pt>
                <c:pt idx="264">
                  <c:v>46093</c:v>
                </c:pt>
                <c:pt idx="265">
                  <c:v>46094</c:v>
                </c:pt>
                <c:pt idx="266">
                  <c:v>46095</c:v>
                </c:pt>
                <c:pt idx="267">
                  <c:v>46096</c:v>
                </c:pt>
                <c:pt idx="268">
                  <c:v>46097</c:v>
                </c:pt>
                <c:pt idx="269">
                  <c:v>46098</c:v>
                </c:pt>
                <c:pt idx="270">
                  <c:v>46099</c:v>
                </c:pt>
                <c:pt idx="271">
                  <c:v>46100</c:v>
                </c:pt>
                <c:pt idx="272">
                  <c:v>46101</c:v>
                </c:pt>
                <c:pt idx="273">
                  <c:v>46102</c:v>
                </c:pt>
                <c:pt idx="274">
                  <c:v>46103</c:v>
                </c:pt>
                <c:pt idx="275">
                  <c:v>46104</c:v>
                </c:pt>
                <c:pt idx="276">
                  <c:v>46105</c:v>
                </c:pt>
                <c:pt idx="277">
                  <c:v>46106</c:v>
                </c:pt>
                <c:pt idx="278">
                  <c:v>46107</c:v>
                </c:pt>
                <c:pt idx="279">
                  <c:v>46108</c:v>
                </c:pt>
                <c:pt idx="280">
                  <c:v>46109</c:v>
                </c:pt>
                <c:pt idx="281">
                  <c:v>46110</c:v>
                </c:pt>
                <c:pt idx="282">
                  <c:v>46111</c:v>
                </c:pt>
                <c:pt idx="283">
                  <c:v>46112</c:v>
                </c:pt>
                <c:pt idx="284">
                  <c:v>46113</c:v>
                </c:pt>
                <c:pt idx="285">
                  <c:v>46114</c:v>
                </c:pt>
                <c:pt idx="286">
                  <c:v>46115</c:v>
                </c:pt>
                <c:pt idx="287">
                  <c:v>46116</c:v>
                </c:pt>
                <c:pt idx="288">
                  <c:v>46117</c:v>
                </c:pt>
                <c:pt idx="289">
                  <c:v>46118</c:v>
                </c:pt>
                <c:pt idx="290">
                  <c:v>46119</c:v>
                </c:pt>
                <c:pt idx="291">
                  <c:v>46120</c:v>
                </c:pt>
                <c:pt idx="292">
                  <c:v>46121</c:v>
                </c:pt>
                <c:pt idx="293">
                  <c:v>46122</c:v>
                </c:pt>
                <c:pt idx="294">
                  <c:v>46123</c:v>
                </c:pt>
                <c:pt idx="295">
                  <c:v>46124</c:v>
                </c:pt>
                <c:pt idx="296">
                  <c:v>46125</c:v>
                </c:pt>
                <c:pt idx="297">
                  <c:v>46126</c:v>
                </c:pt>
                <c:pt idx="298">
                  <c:v>46127</c:v>
                </c:pt>
                <c:pt idx="299">
                  <c:v>46128</c:v>
                </c:pt>
                <c:pt idx="300">
                  <c:v>46129</c:v>
                </c:pt>
                <c:pt idx="301">
                  <c:v>46130</c:v>
                </c:pt>
                <c:pt idx="302">
                  <c:v>46131</c:v>
                </c:pt>
                <c:pt idx="303">
                  <c:v>46132</c:v>
                </c:pt>
                <c:pt idx="304">
                  <c:v>46133</c:v>
                </c:pt>
                <c:pt idx="305">
                  <c:v>46134</c:v>
                </c:pt>
                <c:pt idx="306">
                  <c:v>46135</c:v>
                </c:pt>
                <c:pt idx="307">
                  <c:v>46136</c:v>
                </c:pt>
                <c:pt idx="308">
                  <c:v>46137</c:v>
                </c:pt>
                <c:pt idx="309">
                  <c:v>46138</c:v>
                </c:pt>
                <c:pt idx="310">
                  <c:v>46139</c:v>
                </c:pt>
                <c:pt idx="311">
                  <c:v>46140</c:v>
                </c:pt>
                <c:pt idx="312">
                  <c:v>46141</c:v>
                </c:pt>
                <c:pt idx="313">
                  <c:v>46142</c:v>
                </c:pt>
                <c:pt idx="314">
                  <c:v>46143</c:v>
                </c:pt>
                <c:pt idx="315">
                  <c:v>46144</c:v>
                </c:pt>
                <c:pt idx="316">
                  <c:v>46145</c:v>
                </c:pt>
                <c:pt idx="317">
                  <c:v>46146</c:v>
                </c:pt>
                <c:pt idx="318">
                  <c:v>46147</c:v>
                </c:pt>
                <c:pt idx="319">
                  <c:v>46148</c:v>
                </c:pt>
                <c:pt idx="320">
                  <c:v>46149</c:v>
                </c:pt>
                <c:pt idx="321">
                  <c:v>46150</c:v>
                </c:pt>
                <c:pt idx="322">
                  <c:v>46151</c:v>
                </c:pt>
                <c:pt idx="323">
                  <c:v>46152</c:v>
                </c:pt>
                <c:pt idx="324">
                  <c:v>46153</c:v>
                </c:pt>
                <c:pt idx="325">
                  <c:v>46154</c:v>
                </c:pt>
                <c:pt idx="326">
                  <c:v>46155</c:v>
                </c:pt>
                <c:pt idx="327">
                  <c:v>46156</c:v>
                </c:pt>
                <c:pt idx="328">
                  <c:v>46157</c:v>
                </c:pt>
                <c:pt idx="329">
                  <c:v>46158</c:v>
                </c:pt>
                <c:pt idx="330">
                  <c:v>46159</c:v>
                </c:pt>
                <c:pt idx="331">
                  <c:v>46160</c:v>
                </c:pt>
                <c:pt idx="332">
                  <c:v>46161</c:v>
                </c:pt>
                <c:pt idx="333">
                  <c:v>46162</c:v>
                </c:pt>
                <c:pt idx="334">
                  <c:v>46163</c:v>
                </c:pt>
                <c:pt idx="335">
                  <c:v>46164</c:v>
                </c:pt>
                <c:pt idx="336">
                  <c:v>46165</c:v>
                </c:pt>
                <c:pt idx="337">
                  <c:v>46166</c:v>
                </c:pt>
                <c:pt idx="338">
                  <c:v>46167</c:v>
                </c:pt>
                <c:pt idx="339">
                  <c:v>46168</c:v>
                </c:pt>
                <c:pt idx="340">
                  <c:v>46169</c:v>
                </c:pt>
                <c:pt idx="341">
                  <c:v>46170</c:v>
                </c:pt>
                <c:pt idx="342">
                  <c:v>46171</c:v>
                </c:pt>
                <c:pt idx="343">
                  <c:v>46172</c:v>
                </c:pt>
                <c:pt idx="344">
                  <c:v>46173</c:v>
                </c:pt>
                <c:pt idx="345">
                  <c:v>46174</c:v>
                </c:pt>
                <c:pt idx="346">
                  <c:v>46175</c:v>
                </c:pt>
                <c:pt idx="347">
                  <c:v>46176</c:v>
                </c:pt>
                <c:pt idx="348">
                  <c:v>46177</c:v>
                </c:pt>
                <c:pt idx="349">
                  <c:v>46178</c:v>
                </c:pt>
                <c:pt idx="350">
                  <c:v>46179</c:v>
                </c:pt>
                <c:pt idx="351">
                  <c:v>46180</c:v>
                </c:pt>
                <c:pt idx="352">
                  <c:v>46181</c:v>
                </c:pt>
                <c:pt idx="353">
                  <c:v>46182</c:v>
                </c:pt>
                <c:pt idx="354">
                  <c:v>46183</c:v>
                </c:pt>
                <c:pt idx="355">
                  <c:v>46184</c:v>
                </c:pt>
                <c:pt idx="356">
                  <c:v>46185</c:v>
                </c:pt>
                <c:pt idx="357">
                  <c:v>46186</c:v>
                </c:pt>
                <c:pt idx="358">
                  <c:v>46187</c:v>
                </c:pt>
                <c:pt idx="359">
                  <c:v>46188</c:v>
                </c:pt>
                <c:pt idx="360">
                  <c:v>46189</c:v>
                </c:pt>
                <c:pt idx="361">
                  <c:v>46190</c:v>
                </c:pt>
                <c:pt idx="362">
                  <c:v>46191</c:v>
                </c:pt>
                <c:pt idx="363">
                  <c:v>46192</c:v>
                </c:pt>
                <c:pt idx="364">
                  <c:v>46193</c:v>
                </c:pt>
              </c:numCache>
            </c:numRef>
          </c:cat>
          <c:val>
            <c:numRef>
              <c:f>'4G Data'!$J$2:$J$366</c:f>
              <c:numCache>
                <c:formatCode>General</c:formatCode>
                <c:ptCount val="365"/>
                <c:pt idx="0">
                  <c:v>1330382.1155999999</c:v>
                </c:pt>
                <c:pt idx="1">
                  <c:v>1345272.1783</c:v>
                </c:pt>
                <c:pt idx="2">
                  <c:v>1266875.9389</c:v>
                </c:pt>
                <c:pt idx="3">
                  <c:v>1284094.8059</c:v>
                </c:pt>
                <c:pt idx="4">
                  <c:v>1288066.9256</c:v>
                </c:pt>
                <c:pt idx="5">
                  <c:v>1300020.5777</c:v>
                </c:pt>
                <c:pt idx="6">
                  <c:v>1314542.463</c:v>
                </c:pt>
                <c:pt idx="7">
                  <c:v>1349257.9550000001</c:v>
                </c:pt>
                <c:pt idx="8">
                  <c:v>1357171.2307</c:v>
                </c:pt>
                <c:pt idx="9">
                  <c:v>1275322.335</c:v>
                </c:pt>
                <c:pt idx="10">
                  <c:v>1292997.6643999999</c:v>
                </c:pt>
                <c:pt idx="11">
                  <c:v>1301046.1207000001</c:v>
                </c:pt>
                <c:pt idx="12">
                  <c:v>1292366.0205999999</c:v>
                </c:pt>
                <c:pt idx="13">
                  <c:v>1298363.1122000001</c:v>
                </c:pt>
                <c:pt idx="14">
                  <c:v>1349352.1466999999</c:v>
                </c:pt>
                <c:pt idx="15">
                  <c:v>1335277.0741999999</c:v>
                </c:pt>
                <c:pt idx="16">
                  <c:v>1267017.1756</c:v>
                </c:pt>
                <c:pt idx="17">
                  <c:v>1299633.2383000001</c:v>
                </c:pt>
                <c:pt idx="18">
                  <c:v>1281845.2131000001</c:v>
                </c:pt>
                <c:pt idx="19">
                  <c:v>1395702.7117000001</c:v>
                </c:pt>
                <c:pt idx="20">
                  <c:v>1303001.9746999999</c:v>
                </c:pt>
                <c:pt idx="21">
                  <c:v>1342337.2893000001</c:v>
                </c:pt>
                <c:pt idx="22">
                  <c:v>1363963.1392999999</c:v>
                </c:pt>
                <c:pt idx="23">
                  <c:v>1278039.078</c:v>
                </c:pt>
                <c:pt idx="24">
                  <c:v>1289577.1436999999</c:v>
                </c:pt>
                <c:pt idx="25">
                  <c:v>1297646.6891999999</c:v>
                </c:pt>
                <c:pt idx="26">
                  <c:v>1294538.0249000001</c:v>
                </c:pt>
                <c:pt idx="27">
                  <c:v>1306357.7709999999</c:v>
                </c:pt>
                <c:pt idx="28">
                  <c:v>1343588.0131999999</c:v>
                </c:pt>
                <c:pt idx="29">
                  <c:v>1369266.9402999999</c:v>
                </c:pt>
                <c:pt idx="30">
                  <c:v>1297025.9909000001</c:v>
                </c:pt>
                <c:pt idx="31">
                  <c:v>1309131.2566</c:v>
                </c:pt>
                <c:pt idx="32">
                  <c:v>1283605.1928999999</c:v>
                </c:pt>
                <c:pt idx="33">
                  <c:v>1304845.3663000001</c:v>
                </c:pt>
                <c:pt idx="34">
                  <c:v>1324117.9051000001</c:v>
                </c:pt>
                <c:pt idx="35">
                  <c:v>1361666.8006</c:v>
                </c:pt>
                <c:pt idx="36">
                  <c:v>1378672.7217999999</c:v>
                </c:pt>
                <c:pt idx="37">
                  <c:v>1312095.297</c:v>
                </c:pt>
                <c:pt idx="38">
                  <c:v>1322717.5360999999</c:v>
                </c:pt>
                <c:pt idx="39">
                  <c:v>1347912.2224000001</c:v>
                </c:pt>
                <c:pt idx="40">
                  <c:v>1335598.2583999999</c:v>
                </c:pt>
                <c:pt idx="41">
                  <c:v>1316258.2242000001</c:v>
                </c:pt>
                <c:pt idx="42">
                  <c:v>1367825.8695</c:v>
                </c:pt>
                <c:pt idx="43">
                  <c:v>1412540.9269000001</c:v>
                </c:pt>
                <c:pt idx="44">
                  <c:v>1314524.9868000001</c:v>
                </c:pt>
                <c:pt idx="45">
                  <c:v>1295110.828</c:v>
                </c:pt>
                <c:pt idx="46">
                  <c:v>1257497.5458</c:v>
                </c:pt>
                <c:pt idx="47">
                  <c:v>1329648.5837000001</c:v>
                </c:pt>
                <c:pt idx="48">
                  <c:v>1440166.1133999999</c:v>
                </c:pt>
                <c:pt idx="49">
                  <c:v>1392315.5932</c:v>
                </c:pt>
                <c:pt idx="50">
                  <c:v>1397787.0730999999</c:v>
                </c:pt>
                <c:pt idx="51">
                  <c:v>1360227.0869</c:v>
                </c:pt>
                <c:pt idx="52">
                  <c:v>1353916.0385</c:v>
                </c:pt>
                <c:pt idx="53">
                  <c:v>1369442.7905999999</c:v>
                </c:pt>
                <c:pt idx="54">
                  <c:v>1370005.4580999999</c:v>
                </c:pt>
                <c:pt idx="55">
                  <c:v>1379272.2955</c:v>
                </c:pt>
                <c:pt idx="56">
                  <c:v>1395897.8631</c:v>
                </c:pt>
                <c:pt idx="57">
                  <c:v>1416233.4027</c:v>
                </c:pt>
                <c:pt idx="58">
                  <c:v>1345539.5999</c:v>
                </c:pt>
                <c:pt idx="59">
                  <c:v>1342210.1324</c:v>
                </c:pt>
                <c:pt idx="60">
                  <c:v>1344699.4434</c:v>
                </c:pt>
                <c:pt idx="61">
                  <c:v>1351174.3099</c:v>
                </c:pt>
                <c:pt idx="62">
                  <c:v>1349666.2246999999</c:v>
                </c:pt>
                <c:pt idx="63">
                  <c:v>1401207.7764000001</c:v>
                </c:pt>
                <c:pt idx="64">
                  <c:v>1412190.2496</c:v>
                </c:pt>
                <c:pt idx="65">
                  <c:v>1329056.8658</c:v>
                </c:pt>
                <c:pt idx="66">
                  <c:v>1351316.6802000001</c:v>
                </c:pt>
                <c:pt idx="67">
                  <c:v>1336530.6850000001</c:v>
                </c:pt>
                <c:pt idx="68">
                  <c:v>1347716.0377</c:v>
                </c:pt>
                <c:pt idx="69">
                  <c:v>1369497.5292</c:v>
                </c:pt>
                <c:pt idx="70">
                  <c:v>1407905.8647</c:v>
                </c:pt>
                <c:pt idx="71">
                  <c:v>1432376.415</c:v>
                </c:pt>
                <c:pt idx="72">
                  <c:v>1330927.9998999999</c:v>
                </c:pt>
                <c:pt idx="73">
                  <c:v>1322458.4101</c:v>
                </c:pt>
                <c:pt idx="74">
                  <c:v>1344700.1033000001</c:v>
                </c:pt>
                <c:pt idx="75">
                  <c:v>1343931.5190999999</c:v>
                </c:pt>
                <c:pt idx="76">
                  <c:v>1428669.446</c:v>
                </c:pt>
                <c:pt idx="77">
                  <c:v>1400545.9565000001</c:v>
                </c:pt>
                <c:pt idx="78">
                  <c:v>1448713.3259000001</c:v>
                </c:pt>
                <c:pt idx="79">
                  <c:v>1338530.4006000001</c:v>
                </c:pt>
                <c:pt idx="80">
                  <c:v>1345651.98</c:v>
                </c:pt>
                <c:pt idx="81">
                  <c:v>1356876.3994</c:v>
                </c:pt>
                <c:pt idx="82">
                  <c:v>1368395.2546000001</c:v>
                </c:pt>
                <c:pt idx="83">
                  <c:v>1385546.3722999999</c:v>
                </c:pt>
                <c:pt idx="84">
                  <c:v>1454128.4790000001</c:v>
                </c:pt>
                <c:pt idx="85">
                  <c:v>1453019.8914999999</c:v>
                </c:pt>
                <c:pt idx="86">
                  <c:v>1380957.3640999999</c:v>
                </c:pt>
                <c:pt idx="87">
                  <c:v>1387113.0296</c:v>
                </c:pt>
                <c:pt idx="88">
                  <c:v>1403740.9512</c:v>
                </c:pt>
                <c:pt idx="89">
                  <c:v>1427400.8785000001</c:v>
                </c:pt>
                <c:pt idx="90">
                  <c:v>1414423.9284000001</c:v>
                </c:pt>
                <c:pt idx="91">
                  <c:v>1474769.1801</c:v>
                </c:pt>
                <c:pt idx="92">
                  <c:v>1468572.2546000001</c:v>
                </c:pt>
                <c:pt idx="93">
                  <c:v>1357789.7023</c:v>
                </c:pt>
                <c:pt idx="94">
                  <c:v>1386543.7664999999</c:v>
                </c:pt>
                <c:pt idx="95">
                  <c:v>1395403.3049999999</c:v>
                </c:pt>
                <c:pt idx="96">
                  <c:v>1353018.3899000001</c:v>
                </c:pt>
                <c:pt idx="97">
                  <c:v>1428955.9953000001</c:v>
                </c:pt>
                <c:pt idx="98">
                  <c:v>1451040.1302</c:v>
                </c:pt>
                <c:pt idx="99">
                  <c:v>1469190.3669</c:v>
                </c:pt>
                <c:pt idx="100">
                  <c:v>1373970.277</c:v>
                </c:pt>
                <c:pt idx="101">
                  <c:v>1379955.6254</c:v>
                </c:pt>
                <c:pt idx="102">
                  <c:v>1383006.2638999999</c:v>
                </c:pt>
                <c:pt idx="103">
                  <c:v>1389448.0360000001</c:v>
                </c:pt>
                <c:pt idx="104">
                  <c:v>1405972.1006</c:v>
                </c:pt>
                <c:pt idx="105">
                  <c:v>1443614.5115</c:v>
                </c:pt>
                <c:pt idx="106">
                  <c:v>1449044.0024999999</c:v>
                </c:pt>
                <c:pt idx="107">
                  <c:v>1462647.9013</c:v>
                </c:pt>
                <c:pt idx="108">
                  <c:v>1382128.2307</c:v>
                </c:pt>
                <c:pt idx="109">
                  <c:v>1387002.3646</c:v>
                </c:pt>
                <c:pt idx="110">
                  <c:v>1353173.3788999999</c:v>
                </c:pt>
                <c:pt idx="111">
                  <c:v>1392248.8861</c:v>
                </c:pt>
                <c:pt idx="112">
                  <c:v>1470777.7844</c:v>
                </c:pt>
                <c:pt idx="113">
                  <c:v>1469867.0238000001</c:v>
                </c:pt>
                <c:pt idx="114">
                  <c:v>1373051.8840999999</c:v>
                </c:pt>
                <c:pt idx="115">
                  <c:v>1386264.0952999999</c:v>
                </c:pt>
                <c:pt idx="116">
                  <c:v>1393241.4386</c:v>
                </c:pt>
                <c:pt idx="117">
                  <c:v>1384543.7161999999</c:v>
                </c:pt>
                <c:pt idx="118">
                  <c:v>1403821.6266999999</c:v>
                </c:pt>
                <c:pt idx="119">
                  <c:v>1445236.3744999999</c:v>
                </c:pt>
                <c:pt idx="120">
                  <c:v>1475781.7519</c:v>
                </c:pt>
                <c:pt idx="121">
                  <c:v>1467213.4393</c:v>
                </c:pt>
                <c:pt idx="122">
                  <c:v>1422530.0367000001</c:v>
                </c:pt>
                <c:pt idx="123">
                  <c:v>1410653.2971999999</c:v>
                </c:pt>
                <c:pt idx="124">
                  <c:v>1407533.4787999999</c:v>
                </c:pt>
                <c:pt idx="125">
                  <c:v>1426690.1151999999</c:v>
                </c:pt>
                <c:pt idx="126">
                  <c:v>1490518.0929</c:v>
                </c:pt>
                <c:pt idx="127">
                  <c:v>1473227.6118000001</c:v>
                </c:pt>
                <c:pt idx="128">
                  <c:v>1382252.0978999999</c:v>
                </c:pt>
                <c:pt idx="129">
                  <c:v>1421393.5972</c:v>
                </c:pt>
                <c:pt idx="130">
                  <c:v>1436130.2759</c:v>
                </c:pt>
                <c:pt idx="131">
                  <c:v>1444152.1943999999</c:v>
                </c:pt>
                <c:pt idx="132">
                  <c:v>1454937.4871</c:v>
                </c:pt>
                <c:pt idx="133">
                  <c:v>1490185.5484</c:v>
                </c:pt>
                <c:pt idx="134">
                  <c:v>1511205.1621000001</c:v>
                </c:pt>
                <c:pt idx="135">
                  <c:v>1424368.4993</c:v>
                </c:pt>
                <c:pt idx="136">
                  <c:v>1447171.1198</c:v>
                </c:pt>
                <c:pt idx="137">
                  <c:v>1560802.9794000001</c:v>
                </c:pt>
                <c:pt idx="138">
                  <c:v>1388488.7748</c:v>
                </c:pt>
                <c:pt idx="139">
                  <c:v>1478266.9698000001</c:v>
                </c:pt>
                <c:pt idx="140">
                  <c:v>1495924.8788999999</c:v>
                </c:pt>
                <c:pt idx="141">
                  <c:v>1508442.5218</c:v>
                </c:pt>
                <c:pt idx="142">
                  <c:v>1443584.2686999999</c:v>
                </c:pt>
                <c:pt idx="143">
                  <c:v>1468919.3419999999</c:v>
                </c:pt>
                <c:pt idx="144">
                  <c:v>1472255.6111999999</c:v>
                </c:pt>
                <c:pt idx="145">
                  <c:v>1474051.2971000001</c:v>
                </c:pt>
                <c:pt idx="146">
                  <c:v>1511327.3296000001</c:v>
                </c:pt>
                <c:pt idx="147">
                  <c:v>1493460.9742999999</c:v>
                </c:pt>
                <c:pt idx="148">
                  <c:v>1552456.8529999999</c:v>
                </c:pt>
                <c:pt idx="149">
                  <c:v>1483116.7080000001</c:v>
                </c:pt>
                <c:pt idx="150">
                  <c:v>1500601.7819000001</c:v>
                </c:pt>
                <c:pt idx="151">
                  <c:v>1496458.1187</c:v>
                </c:pt>
                <c:pt idx="152">
                  <c:v>1532253.5390999999</c:v>
                </c:pt>
                <c:pt idx="153">
                  <c:v>1520758.5448</c:v>
                </c:pt>
                <c:pt idx="154">
                  <c:v>1546535.1995000001</c:v>
                </c:pt>
                <c:pt idx="155">
                  <c:v>1569757.13</c:v>
                </c:pt>
                <c:pt idx="156">
                  <c:v>1492672.3998</c:v>
                </c:pt>
                <c:pt idx="157">
                  <c:v>1522339.2830000001</c:v>
                </c:pt>
                <c:pt idx="158">
                  <c:v>1505005.8562</c:v>
                </c:pt>
                <c:pt idx="159">
                  <c:v>1411531.6842</c:v>
                </c:pt>
                <c:pt idx="160">
                  <c:v>1087779.1143</c:v>
                </c:pt>
                <c:pt idx="161">
                  <c:v>1149220.5769</c:v>
                </c:pt>
                <c:pt idx="162">
                  <c:v>1270294.1819</c:v>
                </c:pt>
                <c:pt idx="163">
                  <c:v>1352013.1942</c:v>
                </c:pt>
                <c:pt idx="164">
                  <c:v>1380530.6679</c:v>
                </c:pt>
                <c:pt idx="165">
                  <c:v>1446672.1862999999</c:v>
                </c:pt>
                <c:pt idx="166">
                  <c:v>1537242.9387999999</c:v>
                </c:pt>
                <c:pt idx="167">
                  <c:v>1475448.0493999999</c:v>
                </c:pt>
                <c:pt idx="168">
                  <c:v>1524687.4302000001</c:v>
                </c:pt>
                <c:pt idx="169">
                  <c:v>1562880.4531</c:v>
                </c:pt>
                <c:pt idx="170">
                  <c:v>1518401.5433</c:v>
                </c:pt>
                <c:pt idx="171">
                  <c:v>1549469.4436000001</c:v>
                </c:pt>
                <c:pt idx="172">
                  <c:v>1556150.4154999999</c:v>
                </c:pt>
                <c:pt idx="173">
                  <c:v>1571872.2696</c:v>
                </c:pt>
                <c:pt idx="174">
                  <c:v>1565644.4447999999</c:v>
                </c:pt>
                <c:pt idx="175">
                  <c:v>1589805.7463</c:v>
                </c:pt>
                <c:pt idx="176">
                  <c:v>1608744.7527999999</c:v>
                </c:pt>
                <c:pt idx="177">
                  <c:v>1532669.9262000001</c:v>
                </c:pt>
                <c:pt idx="178">
                  <c:v>1543604.8141000001</c:v>
                </c:pt>
                <c:pt idx="179">
                  <c:v>1563626.997</c:v>
                </c:pt>
                <c:pt idx="180">
                  <c:v>1582652.686</c:v>
                </c:pt>
                <c:pt idx="181">
                  <c:v>1586656.5427999999</c:v>
                </c:pt>
                <c:pt idx="182">
                  <c:v>1601094.7566</c:v>
                </c:pt>
                <c:pt idx="183">
                  <c:v>1613719.6705</c:v>
                </c:pt>
                <c:pt idx="184">
                  <c:v>1539394.108</c:v>
                </c:pt>
                <c:pt idx="185">
                  <c:v>1552515.0459</c:v>
                </c:pt>
                <c:pt idx="186">
                  <c:v>1556083.9694999999</c:v>
                </c:pt>
                <c:pt idx="187">
                  <c:v>1624472.4495000001</c:v>
                </c:pt>
                <c:pt idx="188">
                  <c:v>1587987.0737999999</c:v>
                </c:pt>
                <c:pt idx="189">
                  <c:v>1588981.6924000001</c:v>
                </c:pt>
                <c:pt idx="190">
                  <c:v>1587704.1237000001</c:v>
                </c:pt>
                <c:pt idx="191">
                  <c:v>1553143.1887000001</c:v>
                </c:pt>
                <c:pt idx="192">
                  <c:v>1554034.9151999999</c:v>
                </c:pt>
                <c:pt idx="193">
                  <c:v>1523798.0159</c:v>
                </c:pt>
                <c:pt idx="194">
                  <c:v>1605040.3488</c:v>
                </c:pt>
                <c:pt idx="195">
                  <c:v>1525984.1897</c:v>
                </c:pt>
                <c:pt idx="196">
                  <c:v>1584569.5599</c:v>
                </c:pt>
                <c:pt idx="197">
                  <c:v>1543144.8887</c:v>
                </c:pt>
                <c:pt idx="198">
                  <c:v>1475052.7838999999</c:v>
                </c:pt>
                <c:pt idx="199">
                  <c:v>1499004.9672999999</c:v>
                </c:pt>
                <c:pt idx="200">
                  <c:v>1489758.8034999999</c:v>
                </c:pt>
                <c:pt idx="201">
                  <c:v>1509253.7307</c:v>
                </c:pt>
                <c:pt idx="202">
                  <c:v>1534891.0256000001</c:v>
                </c:pt>
                <c:pt idx="203">
                  <c:v>1565471.6732000001</c:v>
                </c:pt>
                <c:pt idx="204">
                  <c:v>1612511.1743999999</c:v>
                </c:pt>
                <c:pt idx="205">
                  <c:v>1552558.4010999999</c:v>
                </c:pt>
                <c:pt idx="206">
                  <c:v>1535541.5411</c:v>
                </c:pt>
                <c:pt idx="207">
                  <c:v>1570415.1083</c:v>
                </c:pt>
                <c:pt idx="208">
                  <c:v>1617521.2039000001</c:v>
                </c:pt>
                <c:pt idx="209">
                  <c:v>1575763.993</c:v>
                </c:pt>
                <c:pt idx="210">
                  <c:v>1592227.8288</c:v>
                </c:pt>
                <c:pt idx="211">
                  <c:v>1623045.8552999999</c:v>
                </c:pt>
                <c:pt idx="212">
                  <c:v>1553759.0286000001</c:v>
                </c:pt>
                <c:pt idx="213">
                  <c:v>1541193.4069000001</c:v>
                </c:pt>
                <c:pt idx="214">
                  <c:v>1517462.3100999999</c:v>
                </c:pt>
                <c:pt idx="215">
                  <c:v>1534136.1477000001</c:v>
                </c:pt>
                <c:pt idx="216">
                  <c:v>1546406.8177</c:v>
                </c:pt>
                <c:pt idx="217">
                  <c:v>1612216.5482999999</c:v>
                </c:pt>
                <c:pt idx="218">
                  <c:v>1618584.4791999999</c:v>
                </c:pt>
                <c:pt idx="219">
                  <c:v>1542217.6865999999</c:v>
                </c:pt>
                <c:pt idx="220">
                  <c:v>1576422.5889999999</c:v>
                </c:pt>
                <c:pt idx="221">
                  <c:v>1543181.2523000001</c:v>
                </c:pt>
                <c:pt idx="222">
                  <c:v>1553873.0393000001</c:v>
                </c:pt>
                <c:pt idx="223">
                  <c:v>1589820.5022</c:v>
                </c:pt>
                <c:pt idx="224">
                  <c:v>1634721.8901</c:v>
                </c:pt>
                <c:pt idx="225">
                  <c:v>1690233.855</c:v>
                </c:pt>
                <c:pt idx="226">
                  <c:v>1523954.5974000001</c:v>
                </c:pt>
                <c:pt idx="227">
                  <c:v>1552840.6163999999</c:v>
                </c:pt>
                <c:pt idx="228">
                  <c:v>1682256.0922000001</c:v>
                </c:pt>
                <c:pt idx="229">
                  <c:v>1553886.0007</c:v>
                </c:pt>
                <c:pt idx="230">
                  <c:v>1583331.1743000001</c:v>
                </c:pt>
                <c:pt idx="231">
                  <c:v>1637269.8896000001</c:v>
                </c:pt>
                <c:pt idx="232">
                  <c:v>1666278.6385999999</c:v>
                </c:pt>
                <c:pt idx="233">
                  <c:v>1536429.1926</c:v>
                </c:pt>
                <c:pt idx="234">
                  <c:v>1531100.9761000001</c:v>
                </c:pt>
                <c:pt idx="235">
                  <c:v>1556587.2492</c:v>
                </c:pt>
                <c:pt idx="236">
                  <c:v>1602865.8854</c:v>
                </c:pt>
                <c:pt idx="237">
                  <c:v>1606020.2459</c:v>
                </c:pt>
                <c:pt idx="238">
                  <c:v>1675932.5811000001</c:v>
                </c:pt>
                <c:pt idx="239">
                  <c:v>1695807.3917</c:v>
                </c:pt>
                <c:pt idx="240">
                  <c:v>1632357.0626000001</c:v>
                </c:pt>
                <c:pt idx="241">
                  <c:v>1614525.6170999999</c:v>
                </c:pt>
                <c:pt idx="242">
                  <c:v>1616201.7196</c:v>
                </c:pt>
                <c:pt idx="243">
                  <c:v>1649121.6828999999</c:v>
                </c:pt>
                <c:pt idx="244">
                  <c:v>1615787.6137999999</c:v>
                </c:pt>
                <c:pt idx="245">
                  <c:v>1637758.2265000001</c:v>
                </c:pt>
                <c:pt idx="246">
                  <c:v>1714206.3977999999</c:v>
                </c:pt>
                <c:pt idx="247">
                  <c:v>1601911.8296000001</c:v>
                </c:pt>
                <c:pt idx="248">
                  <c:v>1614758.7213999999</c:v>
                </c:pt>
                <c:pt idx="249">
                  <c:v>1619635.8851000001</c:v>
                </c:pt>
                <c:pt idx="250">
                  <c:v>1629234.7169999999</c:v>
                </c:pt>
                <c:pt idx="251">
                  <c:v>1636819.7655</c:v>
                </c:pt>
                <c:pt idx="252">
                  <c:v>1662189.3456999999</c:v>
                </c:pt>
                <c:pt idx="253">
                  <c:v>1667328.7918</c:v>
                </c:pt>
                <c:pt idx="254">
                  <c:v>1676840.3344000001</c:v>
                </c:pt>
                <c:pt idx="255">
                  <c:v>1595550.7349</c:v>
                </c:pt>
                <c:pt idx="256">
                  <c:v>1608730.3293999999</c:v>
                </c:pt>
                <c:pt idx="257">
                  <c:v>1612366.1137000001</c:v>
                </c:pt>
                <c:pt idx="258">
                  <c:v>1622837.7010999999</c:v>
                </c:pt>
                <c:pt idx="259">
                  <c:v>1667977.1529999999</c:v>
                </c:pt>
                <c:pt idx="260">
                  <c:v>1691569.686</c:v>
                </c:pt>
                <c:pt idx="261">
                  <c:v>1588800.7697000001</c:v>
                </c:pt>
                <c:pt idx="262">
                  <c:v>1569050.5604000001</c:v>
                </c:pt>
                <c:pt idx="263">
                  <c:v>1577141.0970000001</c:v>
                </c:pt>
                <c:pt idx="264">
                  <c:v>1612123.0088</c:v>
                </c:pt>
                <c:pt idx="265">
                  <c:v>1622636.4698000001</c:v>
                </c:pt>
                <c:pt idx="266">
                  <c:v>1668850.8343</c:v>
                </c:pt>
                <c:pt idx="267">
                  <c:v>1680496.0889999999</c:v>
                </c:pt>
                <c:pt idx="268">
                  <c:v>1597880.4927999999</c:v>
                </c:pt>
                <c:pt idx="269">
                  <c:v>1603034.6932999999</c:v>
                </c:pt>
                <c:pt idx="270">
                  <c:v>1683332.7779999999</c:v>
                </c:pt>
                <c:pt idx="271">
                  <c:v>1628365.6821999999</c:v>
                </c:pt>
                <c:pt idx="272">
                  <c:v>1650832.3953</c:v>
                </c:pt>
                <c:pt idx="273">
                  <c:v>1709840.0644</c:v>
                </c:pt>
                <c:pt idx="274">
                  <c:v>1706696.7794999999</c:v>
                </c:pt>
                <c:pt idx="275">
                  <c:v>1627329.4512</c:v>
                </c:pt>
                <c:pt idx="276">
                  <c:v>1655116.9164</c:v>
                </c:pt>
                <c:pt idx="277">
                  <c:v>1681363.9837</c:v>
                </c:pt>
                <c:pt idx="278">
                  <c:v>1639974.7549000001</c:v>
                </c:pt>
                <c:pt idx="279">
                  <c:v>1649558.2867999999</c:v>
                </c:pt>
                <c:pt idx="280">
                  <c:v>1702072.1773000001</c:v>
                </c:pt>
                <c:pt idx="281">
                  <c:v>1720568.0501999999</c:v>
                </c:pt>
                <c:pt idx="282">
                  <c:v>1619284.7261000001</c:v>
                </c:pt>
                <c:pt idx="283">
                  <c:v>1634790.6694</c:v>
                </c:pt>
                <c:pt idx="284">
                  <c:v>1743984.4109</c:v>
                </c:pt>
                <c:pt idx="285">
                  <c:v>1638323.9955</c:v>
                </c:pt>
                <c:pt idx="286">
                  <c:v>1702996.9273000001</c:v>
                </c:pt>
                <c:pt idx="287">
                  <c:v>1701849.7934999999</c:v>
                </c:pt>
                <c:pt idx="288">
                  <c:v>1714426.9131</c:v>
                </c:pt>
                <c:pt idx="289">
                  <c:v>1611883.3243</c:v>
                </c:pt>
                <c:pt idx="290">
                  <c:v>1619623.8041000001</c:v>
                </c:pt>
                <c:pt idx="291">
                  <c:v>1656114.3202</c:v>
                </c:pt>
                <c:pt idx="292">
                  <c:v>1620966.8997</c:v>
                </c:pt>
                <c:pt idx="293">
                  <c:v>1635057.1428</c:v>
                </c:pt>
                <c:pt idx="294">
                  <c:v>1656973.2498999999</c:v>
                </c:pt>
                <c:pt idx="295">
                  <c:v>1647378.4568</c:v>
                </c:pt>
                <c:pt idx="296">
                  <c:v>1671683.4942999999</c:v>
                </c:pt>
                <c:pt idx="297">
                  <c:v>1705149.2568000001</c:v>
                </c:pt>
                <c:pt idx="298">
                  <c:v>1653123.8954</c:v>
                </c:pt>
                <c:pt idx="299">
                  <c:v>1668574.8023000001</c:v>
                </c:pt>
                <c:pt idx="300">
                  <c:v>1696392.2442999999</c:v>
                </c:pt>
                <c:pt idx="301">
                  <c:v>1698341.9785</c:v>
                </c:pt>
                <c:pt idx="302">
                  <c:v>1675852.9872000001</c:v>
                </c:pt>
                <c:pt idx="303">
                  <c:v>1628598.2004</c:v>
                </c:pt>
                <c:pt idx="304">
                  <c:v>1645510.2256</c:v>
                </c:pt>
                <c:pt idx="305">
                  <c:v>1657614.2616999999</c:v>
                </c:pt>
                <c:pt idx="306">
                  <c:v>1670526.0023000001</c:v>
                </c:pt>
                <c:pt idx="307">
                  <c:v>1702234.8074</c:v>
                </c:pt>
                <c:pt idx="308">
                  <c:v>1729924.9065</c:v>
                </c:pt>
                <c:pt idx="309">
                  <c:v>1730614.0086000001</c:v>
                </c:pt>
                <c:pt idx="310">
                  <c:v>1659737.7973</c:v>
                </c:pt>
                <c:pt idx="311">
                  <c:v>1668900.3618000001</c:v>
                </c:pt>
                <c:pt idx="312">
                  <c:v>1664857.7916999999</c:v>
                </c:pt>
                <c:pt idx="313">
                  <c:v>1650006.2933</c:v>
                </c:pt>
                <c:pt idx="314">
                  <c:v>1806320.4791999999</c:v>
                </c:pt>
                <c:pt idx="315">
                  <c:v>1746750.9513999999</c:v>
                </c:pt>
                <c:pt idx="316">
                  <c:v>1727940.9471</c:v>
                </c:pt>
                <c:pt idx="317">
                  <c:v>1643167.7779999999</c:v>
                </c:pt>
                <c:pt idx="318">
                  <c:v>1642528.9452</c:v>
                </c:pt>
                <c:pt idx="319">
                  <c:v>1645079.534</c:v>
                </c:pt>
                <c:pt idx="320">
                  <c:v>1640106.9206000001</c:v>
                </c:pt>
                <c:pt idx="321">
                  <c:v>1663936.9354999999</c:v>
                </c:pt>
                <c:pt idx="322">
                  <c:v>1725413.747</c:v>
                </c:pt>
                <c:pt idx="323">
                  <c:v>1762162.8195</c:v>
                </c:pt>
                <c:pt idx="324">
                  <c:v>1663285.162</c:v>
                </c:pt>
                <c:pt idx="325">
                  <c:v>1673888.8149999999</c:v>
                </c:pt>
                <c:pt idx="326">
                  <c:v>1739402.6303999999</c:v>
                </c:pt>
                <c:pt idx="327">
                  <c:v>1692621.7842999999</c:v>
                </c:pt>
                <c:pt idx="328">
                  <c:v>1716228.0822999999</c:v>
                </c:pt>
                <c:pt idx="329">
                  <c:v>1772062.9406000001</c:v>
                </c:pt>
                <c:pt idx="330">
                  <c:v>1763097.5263</c:v>
                </c:pt>
                <c:pt idx="331">
                  <c:v>1659545.6618999999</c:v>
                </c:pt>
                <c:pt idx="332">
                  <c:v>1664809.9291000001</c:v>
                </c:pt>
                <c:pt idx="333">
                  <c:v>1659760.3033</c:v>
                </c:pt>
                <c:pt idx="334">
                  <c:v>1652229.0788</c:v>
                </c:pt>
                <c:pt idx="335">
                  <c:v>1707689.5807</c:v>
                </c:pt>
                <c:pt idx="336">
                  <c:v>1744684.7276999999</c:v>
                </c:pt>
                <c:pt idx="337">
                  <c:v>1755243.2579999999</c:v>
                </c:pt>
                <c:pt idx="338">
                  <c:v>1640617.3861</c:v>
                </c:pt>
                <c:pt idx="339">
                  <c:v>1641307.753</c:v>
                </c:pt>
                <c:pt idx="340">
                  <c:v>1675769.4676000001</c:v>
                </c:pt>
                <c:pt idx="341">
                  <c:v>1736916.5615000001</c:v>
                </c:pt>
                <c:pt idx="342">
                  <c:v>1681603.2860999999</c:v>
                </c:pt>
                <c:pt idx="343">
                  <c:v>1646469.3622999999</c:v>
                </c:pt>
                <c:pt idx="344">
                  <c:v>1749097.3008999999</c:v>
                </c:pt>
                <c:pt idx="345">
                  <c:v>1699507.1299000001</c:v>
                </c:pt>
                <c:pt idx="346">
                  <c:v>1684168.5316000001</c:v>
                </c:pt>
                <c:pt idx="347">
                  <c:v>1690626.1292999999</c:v>
                </c:pt>
                <c:pt idx="348">
                  <c:v>1676972.5358</c:v>
                </c:pt>
                <c:pt idx="349">
                  <c:v>1688114.5083000001</c:v>
                </c:pt>
                <c:pt idx="350">
                  <c:v>1741731.6909</c:v>
                </c:pt>
                <c:pt idx="351">
                  <c:v>1760116.7169999999</c:v>
                </c:pt>
                <c:pt idx="352">
                  <c:v>1661630.4827000001</c:v>
                </c:pt>
                <c:pt idx="353">
                  <c:v>1668669.4262000001</c:v>
                </c:pt>
                <c:pt idx="354">
                  <c:v>1676985.7966</c:v>
                </c:pt>
                <c:pt idx="355">
                  <c:v>1669688.3565</c:v>
                </c:pt>
                <c:pt idx="356">
                  <c:v>1702767.3123000001</c:v>
                </c:pt>
                <c:pt idx="357">
                  <c:v>1757645.8827</c:v>
                </c:pt>
                <c:pt idx="358">
                  <c:v>1795606.2805000001</c:v>
                </c:pt>
                <c:pt idx="359">
                  <c:v>1696683.9197</c:v>
                </c:pt>
                <c:pt idx="360">
                  <c:v>1678829.0079999999</c:v>
                </c:pt>
                <c:pt idx="361">
                  <c:v>1685079.6518000001</c:v>
                </c:pt>
                <c:pt idx="362">
                  <c:v>1712122.4021999999</c:v>
                </c:pt>
                <c:pt idx="363">
                  <c:v>1709294.4557</c:v>
                </c:pt>
                <c:pt idx="364">
                  <c:v>1743125.3983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8-A936-4D26-9E10-287659F92F3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97703999"/>
        <c:axId val="97696319"/>
      </c:lineChart>
      <c:dateAx>
        <c:axId val="207851407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Date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m/d/yyyy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7861967"/>
        <c:crosses val="autoZero"/>
        <c:auto val="1"/>
        <c:lblOffset val="100"/>
        <c:baseTimeUnit val="days"/>
      </c:dateAx>
      <c:valAx>
        <c:axId val="20786196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000" b="0" i="0" u="none" strike="noStrike" kern="1200" baseline="0" dirty="0">
                    <a:solidFill>
                      <a:prstClr val="black">
                        <a:lumMod val="65000"/>
                        <a:lumOff val="35000"/>
                      </a:prstClr>
                    </a:solidFill>
                  </a:rPr>
                  <a:t>Data Traffic (TB)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0.00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7851407"/>
        <c:crosses val="autoZero"/>
        <c:crossBetween val="between"/>
        <c:dispUnits>
          <c:builtInUnit val="thousands"/>
        </c:dispUnits>
      </c:valAx>
      <c:valAx>
        <c:axId val="97696319"/>
        <c:scaling>
          <c:orientation val="minMax"/>
        </c:scaling>
        <c:delete val="0"/>
        <c:axPos val="r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000" b="0" i="0" u="none" strike="noStrike" kern="1200" baseline="0" dirty="0">
                    <a:solidFill>
                      <a:sysClr val="windowText" lastClr="000000">
                        <a:lumMod val="65000"/>
                        <a:lumOff val="35000"/>
                      </a:sysClr>
                    </a:solidFill>
                  </a:rPr>
                  <a:t>Data Traffic (TB)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0.00" sourceLinked="0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7703999"/>
        <c:crosses val="max"/>
        <c:crossBetween val="between"/>
        <c:dispUnits>
          <c:builtInUnit val="thousands"/>
        </c:dispUnits>
      </c:valAx>
      <c:dateAx>
        <c:axId val="97703999"/>
        <c:scaling>
          <c:orientation val="minMax"/>
        </c:scaling>
        <c:delete val="1"/>
        <c:axPos val="b"/>
        <c:numFmt formatCode="m/d/yyyy" sourceLinked="1"/>
        <c:majorTickMark val="out"/>
        <c:minorTickMark val="none"/>
        <c:tickLblPos val="nextTo"/>
        <c:crossAx val="97696319"/>
        <c:crosses val="autoZero"/>
        <c:auto val="1"/>
        <c:lblOffset val="100"/>
        <c:baseTimeUnit val="days"/>
      </c:date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400" b="1" dirty="0">
                <a:solidFill>
                  <a:srgbClr val="002060"/>
                </a:solidFill>
              </a:rPr>
              <a:t>3G Data Traffic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'3G Data'!$B$1</c:f>
              <c:strCache>
                <c:ptCount val="1"/>
                <c:pt idx="0">
                  <c:v>Jaffna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'3G Data'!$A$2:$A$366</c:f>
              <c:numCache>
                <c:formatCode>m/d/yyyy</c:formatCode>
                <c:ptCount val="365"/>
                <c:pt idx="0">
                  <c:v>45829</c:v>
                </c:pt>
                <c:pt idx="1">
                  <c:v>45830</c:v>
                </c:pt>
                <c:pt idx="2">
                  <c:v>45831</c:v>
                </c:pt>
                <c:pt idx="3">
                  <c:v>45832</c:v>
                </c:pt>
                <c:pt idx="4">
                  <c:v>45833</c:v>
                </c:pt>
                <c:pt idx="5">
                  <c:v>45834</c:v>
                </c:pt>
                <c:pt idx="6">
                  <c:v>45835</c:v>
                </c:pt>
                <c:pt idx="7">
                  <c:v>45836</c:v>
                </c:pt>
                <c:pt idx="8">
                  <c:v>45837</c:v>
                </c:pt>
                <c:pt idx="9">
                  <c:v>45838</c:v>
                </c:pt>
                <c:pt idx="10">
                  <c:v>45839</c:v>
                </c:pt>
                <c:pt idx="11">
                  <c:v>45840</c:v>
                </c:pt>
                <c:pt idx="12">
                  <c:v>45841</c:v>
                </c:pt>
                <c:pt idx="13">
                  <c:v>45842</c:v>
                </c:pt>
                <c:pt idx="14">
                  <c:v>45843</c:v>
                </c:pt>
                <c:pt idx="15">
                  <c:v>45844</c:v>
                </c:pt>
                <c:pt idx="16">
                  <c:v>45845</c:v>
                </c:pt>
                <c:pt idx="17">
                  <c:v>45846</c:v>
                </c:pt>
                <c:pt idx="18">
                  <c:v>45847</c:v>
                </c:pt>
                <c:pt idx="19">
                  <c:v>45848</c:v>
                </c:pt>
                <c:pt idx="20">
                  <c:v>45849</c:v>
                </c:pt>
                <c:pt idx="21">
                  <c:v>45850</c:v>
                </c:pt>
                <c:pt idx="22">
                  <c:v>45851</c:v>
                </c:pt>
                <c:pt idx="23">
                  <c:v>45852</c:v>
                </c:pt>
                <c:pt idx="24">
                  <c:v>45853</c:v>
                </c:pt>
                <c:pt idx="25">
                  <c:v>45854</c:v>
                </c:pt>
                <c:pt idx="26">
                  <c:v>45855</c:v>
                </c:pt>
                <c:pt idx="27">
                  <c:v>45856</c:v>
                </c:pt>
                <c:pt idx="28">
                  <c:v>45857</c:v>
                </c:pt>
                <c:pt idx="29">
                  <c:v>45858</c:v>
                </c:pt>
                <c:pt idx="30">
                  <c:v>45859</c:v>
                </c:pt>
                <c:pt idx="31">
                  <c:v>45860</c:v>
                </c:pt>
                <c:pt idx="32">
                  <c:v>45861</c:v>
                </c:pt>
                <c:pt idx="33">
                  <c:v>45862</c:v>
                </c:pt>
                <c:pt idx="34">
                  <c:v>45863</c:v>
                </c:pt>
                <c:pt idx="35">
                  <c:v>45864</c:v>
                </c:pt>
                <c:pt idx="36">
                  <c:v>45865</c:v>
                </c:pt>
                <c:pt idx="37">
                  <c:v>45866</c:v>
                </c:pt>
                <c:pt idx="38">
                  <c:v>45867</c:v>
                </c:pt>
                <c:pt idx="39">
                  <c:v>45868</c:v>
                </c:pt>
                <c:pt idx="40">
                  <c:v>45869</c:v>
                </c:pt>
                <c:pt idx="41">
                  <c:v>45870</c:v>
                </c:pt>
                <c:pt idx="42">
                  <c:v>45871</c:v>
                </c:pt>
                <c:pt idx="43">
                  <c:v>45872</c:v>
                </c:pt>
                <c:pt idx="44">
                  <c:v>45873</c:v>
                </c:pt>
                <c:pt idx="45">
                  <c:v>45874</c:v>
                </c:pt>
                <c:pt idx="46">
                  <c:v>45875</c:v>
                </c:pt>
                <c:pt idx="47">
                  <c:v>45876</c:v>
                </c:pt>
                <c:pt idx="48">
                  <c:v>45877</c:v>
                </c:pt>
                <c:pt idx="49">
                  <c:v>45878</c:v>
                </c:pt>
                <c:pt idx="50">
                  <c:v>45879</c:v>
                </c:pt>
                <c:pt idx="51">
                  <c:v>45880</c:v>
                </c:pt>
                <c:pt idx="52">
                  <c:v>45881</c:v>
                </c:pt>
                <c:pt idx="53">
                  <c:v>45882</c:v>
                </c:pt>
                <c:pt idx="54">
                  <c:v>45883</c:v>
                </c:pt>
                <c:pt idx="55">
                  <c:v>45884</c:v>
                </c:pt>
                <c:pt idx="56">
                  <c:v>45885</c:v>
                </c:pt>
                <c:pt idx="57">
                  <c:v>45886</c:v>
                </c:pt>
                <c:pt idx="58">
                  <c:v>45887</c:v>
                </c:pt>
                <c:pt idx="59">
                  <c:v>45888</c:v>
                </c:pt>
                <c:pt idx="60">
                  <c:v>45889</c:v>
                </c:pt>
                <c:pt idx="61">
                  <c:v>45890</c:v>
                </c:pt>
                <c:pt idx="62">
                  <c:v>45891</c:v>
                </c:pt>
                <c:pt idx="63">
                  <c:v>45892</c:v>
                </c:pt>
                <c:pt idx="64">
                  <c:v>45893</c:v>
                </c:pt>
                <c:pt idx="65">
                  <c:v>45894</c:v>
                </c:pt>
                <c:pt idx="66">
                  <c:v>45895</c:v>
                </c:pt>
                <c:pt idx="67">
                  <c:v>45896</c:v>
                </c:pt>
                <c:pt idx="68">
                  <c:v>45897</c:v>
                </c:pt>
                <c:pt idx="69">
                  <c:v>45898</c:v>
                </c:pt>
                <c:pt idx="70">
                  <c:v>45899</c:v>
                </c:pt>
                <c:pt idx="71">
                  <c:v>45900</c:v>
                </c:pt>
                <c:pt idx="72">
                  <c:v>45901</c:v>
                </c:pt>
                <c:pt idx="73">
                  <c:v>45902</c:v>
                </c:pt>
                <c:pt idx="74">
                  <c:v>45903</c:v>
                </c:pt>
                <c:pt idx="75">
                  <c:v>45904</c:v>
                </c:pt>
                <c:pt idx="76">
                  <c:v>45905</c:v>
                </c:pt>
                <c:pt idx="77">
                  <c:v>45906</c:v>
                </c:pt>
                <c:pt idx="78">
                  <c:v>45907</c:v>
                </c:pt>
                <c:pt idx="79">
                  <c:v>45908</c:v>
                </c:pt>
                <c:pt idx="80">
                  <c:v>45909</c:v>
                </c:pt>
                <c:pt idx="81">
                  <c:v>45910</c:v>
                </c:pt>
                <c:pt idx="82">
                  <c:v>45911</c:v>
                </c:pt>
                <c:pt idx="83">
                  <c:v>45912</c:v>
                </c:pt>
                <c:pt idx="84">
                  <c:v>45913</c:v>
                </c:pt>
                <c:pt idx="85">
                  <c:v>45914</c:v>
                </c:pt>
                <c:pt idx="86">
                  <c:v>45915</c:v>
                </c:pt>
                <c:pt idx="87">
                  <c:v>45916</c:v>
                </c:pt>
                <c:pt idx="88">
                  <c:v>45917</c:v>
                </c:pt>
                <c:pt idx="89">
                  <c:v>45918</c:v>
                </c:pt>
                <c:pt idx="90">
                  <c:v>45919</c:v>
                </c:pt>
                <c:pt idx="91">
                  <c:v>45920</c:v>
                </c:pt>
                <c:pt idx="92">
                  <c:v>45921</c:v>
                </c:pt>
                <c:pt idx="93">
                  <c:v>45922</c:v>
                </c:pt>
                <c:pt idx="94">
                  <c:v>45923</c:v>
                </c:pt>
                <c:pt idx="95">
                  <c:v>45924</c:v>
                </c:pt>
                <c:pt idx="96">
                  <c:v>45925</c:v>
                </c:pt>
                <c:pt idx="97">
                  <c:v>45926</c:v>
                </c:pt>
                <c:pt idx="98">
                  <c:v>45927</c:v>
                </c:pt>
                <c:pt idx="99">
                  <c:v>45928</c:v>
                </c:pt>
                <c:pt idx="100">
                  <c:v>45929</c:v>
                </c:pt>
                <c:pt idx="101">
                  <c:v>45930</c:v>
                </c:pt>
                <c:pt idx="102">
                  <c:v>45931</c:v>
                </c:pt>
                <c:pt idx="103">
                  <c:v>45932</c:v>
                </c:pt>
                <c:pt idx="104">
                  <c:v>45933</c:v>
                </c:pt>
                <c:pt idx="105">
                  <c:v>45934</c:v>
                </c:pt>
                <c:pt idx="106">
                  <c:v>45935</c:v>
                </c:pt>
                <c:pt idx="107">
                  <c:v>45936</c:v>
                </c:pt>
                <c:pt idx="108">
                  <c:v>45937</c:v>
                </c:pt>
                <c:pt idx="109">
                  <c:v>45938</c:v>
                </c:pt>
                <c:pt idx="110">
                  <c:v>45939</c:v>
                </c:pt>
                <c:pt idx="111">
                  <c:v>45940</c:v>
                </c:pt>
                <c:pt idx="112">
                  <c:v>45941</c:v>
                </c:pt>
                <c:pt idx="113">
                  <c:v>45942</c:v>
                </c:pt>
                <c:pt idx="114">
                  <c:v>45943</c:v>
                </c:pt>
                <c:pt idx="115">
                  <c:v>45944</c:v>
                </c:pt>
                <c:pt idx="116">
                  <c:v>45945</c:v>
                </c:pt>
                <c:pt idx="117">
                  <c:v>45946</c:v>
                </c:pt>
                <c:pt idx="118">
                  <c:v>45947</c:v>
                </c:pt>
                <c:pt idx="119">
                  <c:v>45948</c:v>
                </c:pt>
                <c:pt idx="120">
                  <c:v>45949</c:v>
                </c:pt>
                <c:pt idx="121">
                  <c:v>45950</c:v>
                </c:pt>
                <c:pt idx="122">
                  <c:v>45951</c:v>
                </c:pt>
                <c:pt idx="123">
                  <c:v>45952</c:v>
                </c:pt>
                <c:pt idx="124">
                  <c:v>45953</c:v>
                </c:pt>
                <c:pt idx="125">
                  <c:v>45954</c:v>
                </c:pt>
                <c:pt idx="126">
                  <c:v>45955</c:v>
                </c:pt>
                <c:pt idx="127">
                  <c:v>45956</c:v>
                </c:pt>
                <c:pt idx="128">
                  <c:v>45957</c:v>
                </c:pt>
                <c:pt idx="129">
                  <c:v>45958</c:v>
                </c:pt>
                <c:pt idx="130">
                  <c:v>45959</c:v>
                </c:pt>
                <c:pt idx="131">
                  <c:v>45960</c:v>
                </c:pt>
                <c:pt idx="132">
                  <c:v>45961</c:v>
                </c:pt>
                <c:pt idx="133">
                  <c:v>45962</c:v>
                </c:pt>
                <c:pt idx="134">
                  <c:v>45963</c:v>
                </c:pt>
                <c:pt idx="135">
                  <c:v>45964</c:v>
                </c:pt>
                <c:pt idx="136">
                  <c:v>45965</c:v>
                </c:pt>
                <c:pt idx="137">
                  <c:v>45966</c:v>
                </c:pt>
                <c:pt idx="138">
                  <c:v>45967</c:v>
                </c:pt>
                <c:pt idx="139">
                  <c:v>45968</c:v>
                </c:pt>
                <c:pt idx="140">
                  <c:v>45969</c:v>
                </c:pt>
                <c:pt idx="141">
                  <c:v>45970</c:v>
                </c:pt>
                <c:pt idx="142">
                  <c:v>45971</c:v>
                </c:pt>
                <c:pt idx="143">
                  <c:v>45972</c:v>
                </c:pt>
                <c:pt idx="144">
                  <c:v>45973</c:v>
                </c:pt>
                <c:pt idx="145">
                  <c:v>45974</c:v>
                </c:pt>
                <c:pt idx="146">
                  <c:v>45975</c:v>
                </c:pt>
                <c:pt idx="147">
                  <c:v>45976</c:v>
                </c:pt>
                <c:pt idx="148">
                  <c:v>45977</c:v>
                </c:pt>
                <c:pt idx="149">
                  <c:v>45978</c:v>
                </c:pt>
                <c:pt idx="150">
                  <c:v>45979</c:v>
                </c:pt>
                <c:pt idx="151">
                  <c:v>45980</c:v>
                </c:pt>
                <c:pt idx="152">
                  <c:v>45981</c:v>
                </c:pt>
                <c:pt idx="153">
                  <c:v>45982</c:v>
                </c:pt>
                <c:pt idx="154">
                  <c:v>45983</c:v>
                </c:pt>
                <c:pt idx="155">
                  <c:v>45984</c:v>
                </c:pt>
                <c:pt idx="156">
                  <c:v>45985</c:v>
                </c:pt>
                <c:pt idx="157">
                  <c:v>45986</c:v>
                </c:pt>
                <c:pt idx="158">
                  <c:v>45987</c:v>
                </c:pt>
                <c:pt idx="159">
                  <c:v>45988</c:v>
                </c:pt>
                <c:pt idx="160">
                  <c:v>45989</c:v>
                </c:pt>
                <c:pt idx="161">
                  <c:v>45990</c:v>
                </c:pt>
                <c:pt idx="162">
                  <c:v>45991</c:v>
                </c:pt>
                <c:pt idx="163">
                  <c:v>45992</c:v>
                </c:pt>
                <c:pt idx="164">
                  <c:v>45993</c:v>
                </c:pt>
                <c:pt idx="165">
                  <c:v>45994</c:v>
                </c:pt>
                <c:pt idx="166">
                  <c:v>45995</c:v>
                </c:pt>
                <c:pt idx="167">
                  <c:v>45996</c:v>
                </c:pt>
                <c:pt idx="168">
                  <c:v>45997</c:v>
                </c:pt>
                <c:pt idx="169">
                  <c:v>45998</c:v>
                </c:pt>
                <c:pt idx="170">
                  <c:v>45999</c:v>
                </c:pt>
                <c:pt idx="171">
                  <c:v>46000</c:v>
                </c:pt>
                <c:pt idx="172">
                  <c:v>46001</c:v>
                </c:pt>
                <c:pt idx="173">
                  <c:v>46002</c:v>
                </c:pt>
                <c:pt idx="174">
                  <c:v>46003</c:v>
                </c:pt>
                <c:pt idx="175">
                  <c:v>46004</c:v>
                </c:pt>
                <c:pt idx="176">
                  <c:v>46005</c:v>
                </c:pt>
                <c:pt idx="177">
                  <c:v>46006</c:v>
                </c:pt>
                <c:pt idx="178">
                  <c:v>46007</c:v>
                </c:pt>
                <c:pt idx="179">
                  <c:v>46008</c:v>
                </c:pt>
                <c:pt idx="180">
                  <c:v>46009</c:v>
                </c:pt>
                <c:pt idx="181">
                  <c:v>46010</c:v>
                </c:pt>
                <c:pt idx="182">
                  <c:v>46011</c:v>
                </c:pt>
                <c:pt idx="183">
                  <c:v>46012</c:v>
                </c:pt>
                <c:pt idx="184">
                  <c:v>46013</c:v>
                </c:pt>
                <c:pt idx="185">
                  <c:v>46014</c:v>
                </c:pt>
                <c:pt idx="186">
                  <c:v>46015</c:v>
                </c:pt>
                <c:pt idx="187">
                  <c:v>46016</c:v>
                </c:pt>
                <c:pt idx="188">
                  <c:v>46017</c:v>
                </c:pt>
                <c:pt idx="189">
                  <c:v>46018</c:v>
                </c:pt>
                <c:pt idx="190">
                  <c:v>46019</c:v>
                </c:pt>
                <c:pt idx="191">
                  <c:v>46020</c:v>
                </c:pt>
                <c:pt idx="192">
                  <c:v>46021</c:v>
                </c:pt>
                <c:pt idx="193">
                  <c:v>46022</c:v>
                </c:pt>
                <c:pt idx="194">
                  <c:v>46023</c:v>
                </c:pt>
                <c:pt idx="195">
                  <c:v>46024</c:v>
                </c:pt>
                <c:pt idx="196">
                  <c:v>46025</c:v>
                </c:pt>
                <c:pt idx="197">
                  <c:v>46026</c:v>
                </c:pt>
                <c:pt idx="198">
                  <c:v>46027</c:v>
                </c:pt>
                <c:pt idx="199">
                  <c:v>46028</c:v>
                </c:pt>
                <c:pt idx="200">
                  <c:v>46029</c:v>
                </c:pt>
                <c:pt idx="201">
                  <c:v>46030</c:v>
                </c:pt>
                <c:pt idx="202">
                  <c:v>46031</c:v>
                </c:pt>
                <c:pt idx="203">
                  <c:v>46032</c:v>
                </c:pt>
                <c:pt idx="204">
                  <c:v>46033</c:v>
                </c:pt>
                <c:pt idx="205">
                  <c:v>46034</c:v>
                </c:pt>
                <c:pt idx="206">
                  <c:v>46035</c:v>
                </c:pt>
                <c:pt idx="207">
                  <c:v>46036</c:v>
                </c:pt>
                <c:pt idx="208">
                  <c:v>46037</c:v>
                </c:pt>
                <c:pt idx="209">
                  <c:v>46038</c:v>
                </c:pt>
                <c:pt idx="210">
                  <c:v>46039</c:v>
                </c:pt>
                <c:pt idx="211">
                  <c:v>46040</c:v>
                </c:pt>
                <c:pt idx="212">
                  <c:v>46041</c:v>
                </c:pt>
                <c:pt idx="213">
                  <c:v>46042</c:v>
                </c:pt>
                <c:pt idx="214">
                  <c:v>46043</c:v>
                </c:pt>
                <c:pt idx="215">
                  <c:v>46044</c:v>
                </c:pt>
                <c:pt idx="216">
                  <c:v>46045</c:v>
                </c:pt>
                <c:pt idx="217">
                  <c:v>46046</c:v>
                </c:pt>
                <c:pt idx="218">
                  <c:v>46047</c:v>
                </c:pt>
                <c:pt idx="219">
                  <c:v>46048</c:v>
                </c:pt>
                <c:pt idx="220">
                  <c:v>46049</c:v>
                </c:pt>
                <c:pt idx="221">
                  <c:v>46050</c:v>
                </c:pt>
                <c:pt idx="222">
                  <c:v>46051</c:v>
                </c:pt>
                <c:pt idx="223">
                  <c:v>46052</c:v>
                </c:pt>
                <c:pt idx="224">
                  <c:v>46053</c:v>
                </c:pt>
                <c:pt idx="225">
                  <c:v>46054</c:v>
                </c:pt>
                <c:pt idx="226">
                  <c:v>46055</c:v>
                </c:pt>
                <c:pt idx="227">
                  <c:v>46056</c:v>
                </c:pt>
                <c:pt idx="228">
                  <c:v>46057</c:v>
                </c:pt>
                <c:pt idx="229">
                  <c:v>46058</c:v>
                </c:pt>
                <c:pt idx="230">
                  <c:v>46059</c:v>
                </c:pt>
                <c:pt idx="231">
                  <c:v>46060</c:v>
                </c:pt>
                <c:pt idx="232">
                  <c:v>46061</c:v>
                </c:pt>
                <c:pt idx="233">
                  <c:v>46062</c:v>
                </c:pt>
                <c:pt idx="234">
                  <c:v>46063</c:v>
                </c:pt>
                <c:pt idx="235">
                  <c:v>46064</c:v>
                </c:pt>
                <c:pt idx="236">
                  <c:v>46065</c:v>
                </c:pt>
                <c:pt idx="237">
                  <c:v>46066</c:v>
                </c:pt>
                <c:pt idx="238">
                  <c:v>46067</c:v>
                </c:pt>
                <c:pt idx="239">
                  <c:v>46068</c:v>
                </c:pt>
                <c:pt idx="240">
                  <c:v>46069</c:v>
                </c:pt>
                <c:pt idx="241">
                  <c:v>46070</c:v>
                </c:pt>
                <c:pt idx="242">
                  <c:v>46071</c:v>
                </c:pt>
                <c:pt idx="243">
                  <c:v>46072</c:v>
                </c:pt>
                <c:pt idx="244">
                  <c:v>46073</c:v>
                </c:pt>
                <c:pt idx="245">
                  <c:v>46074</c:v>
                </c:pt>
                <c:pt idx="246">
                  <c:v>46075</c:v>
                </c:pt>
                <c:pt idx="247">
                  <c:v>46076</c:v>
                </c:pt>
                <c:pt idx="248">
                  <c:v>46077</c:v>
                </c:pt>
                <c:pt idx="249">
                  <c:v>46078</c:v>
                </c:pt>
                <c:pt idx="250">
                  <c:v>46079</c:v>
                </c:pt>
                <c:pt idx="251">
                  <c:v>46080</c:v>
                </c:pt>
                <c:pt idx="252">
                  <c:v>46081</c:v>
                </c:pt>
                <c:pt idx="253">
                  <c:v>46082</c:v>
                </c:pt>
                <c:pt idx="254">
                  <c:v>46083</c:v>
                </c:pt>
                <c:pt idx="255">
                  <c:v>46084</c:v>
                </c:pt>
                <c:pt idx="256">
                  <c:v>46085</c:v>
                </c:pt>
                <c:pt idx="257">
                  <c:v>46086</c:v>
                </c:pt>
                <c:pt idx="258">
                  <c:v>46087</c:v>
                </c:pt>
                <c:pt idx="259">
                  <c:v>46088</c:v>
                </c:pt>
                <c:pt idx="260">
                  <c:v>46089</c:v>
                </c:pt>
                <c:pt idx="261">
                  <c:v>46090</c:v>
                </c:pt>
                <c:pt idx="262">
                  <c:v>46091</c:v>
                </c:pt>
                <c:pt idx="263">
                  <c:v>46092</c:v>
                </c:pt>
                <c:pt idx="264">
                  <c:v>46093</c:v>
                </c:pt>
                <c:pt idx="265">
                  <c:v>46094</c:v>
                </c:pt>
                <c:pt idx="266">
                  <c:v>46095</c:v>
                </c:pt>
                <c:pt idx="267">
                  <c:v>46096</c:v>
                </c:pt>
                <c:pt idx="268">
                  <c:v>46097</c:v>
                </c:pt>
                <c:pt idx="269">
                  <c:v>46098</c:v>
                </c:pt>
                <c:pt idx="270">
                  <c:v>46099</c:v>
                </c:pt>
                <c:pt idx="271">
                  <c:v>46100</c:v>
                </c:pt>
                <c:pt idx="272">
                  <c:v>46101</c:v>
                </c:pt>
                <c:pt idx="273">
                  <c:v>46102</c:v>
                </c:pt>
                <c:pt idx="274">
                  <c:v>46103</c:v>
                </c:pt>
                <c:pt idx="275">
                  <c:v>46104</c:v>
                </c:pt>
                <c:pt idx="276">
                  <c:v>46105</c:v>
                </c:pt>
                <c:pt idx="277">
                  <c:v>46106</c:v>
                </c:pt>
                <c:pt idx="278">
                  <c:v>46107</c:v>
                </c:pt>
                <c:pt idx="279">
                  <c:v>46108</c:v>
                </c:pt>
                <c:pt idx="280">
                  <c:v>46109</c:v>
                </c:pt>
                <c:pt idx="281">
                  <c:v>46110</c:v>
                </c:pt>
                <c:pt idx="282">
                  <c:v>46111</c:v>
                </c:pt>
                <c:pt idx="283">
                  <c:v>46112</c:v>
                </c:pt>
                <c:pt idx="284">
                  <c:v>46113</c:v>
                </c:pt>
                <c:pt idx="285">
                  <c:v>46114</c:v>
                </c:pt>
                <c:pt idx="286">
                  <c:v>46115</c:v>
                </c:pt>
                <c:pt idx="287">
                  <c:v>46116</c:v>
                </c:pt>
                <c:pt idx="288">
                  <c:v>46117</c:v>
                </c:pt>
                <c:pt idx="289">
                  <c:v>46118</c:v>
                </c:pt>
                <c:pt idx="290">
                  <c:v>46119</c:v>
                </c:pt>
                <c:pt idx="291">
                  <c:v>46120</c:v>
                </c:pt>
                <c:pt idx="292">
                  <c:v>46121</c:v>
                </c:pt>
                <c:pt idx="293">
                  <c:v>46122</c:v>
                </c:pt>
                <c:pt idx="294">
                  <c:v>46123</c:v>
                </c:pt>
                <c:pt idx="295">
                  <c:v>46124</c:v>
                </c:pt>
                <c:pt idx="296">
                  <c:v>46125</c:v>
                </c:pt>
                <c:pt idx="297">
                  <c:v>46126</c:v>
                </c:pt>
                <c:pt idx="298">
                  <c:v>46127</c:v>
                </c:pt>
                <c:pt idx="299">
                  <c:v>46128</c:v>
                </c:pt>
                <c:pt idx="300">
                  <c:v>46129</c:v>
                </c:pt>
                <c:pt idx="301">
                  <c:v>46130</c:v>
                </c:pt>
                <c:pt idx="302">
                  <c:v>46131</c:v>
                </c:pt>
                <c:pt idx="303">
                  <c:v>46132</c:v>
                </c:pt>
                <c:pt idx="304">
                  <c:v>46133</c:v>
                </c:pt>
                <c:pt idx="305">
                  <c:v>46134</c:v>
                </c:pt>
                <c:pt idx="306">
                  <c:v>46135</c:v>
                </c:pt>
                <c:pt idx="307">
                  <c:v>46136</c:v>
                </c:pt>
                <c:pt idx="308">
                  <c:v>46137</c:v>
                </c:pt>
                <c:pt idx="309">
                  <c:v>46138</c:v>
                </c:pt>
                <c:pt idx="310">
                  <c:v>46139</c:v>
                </c:pt>
                <c:pt idx="311">
                  <c:v>46140</c:v>
                </c:pt>
                <c:pt idx="312">
                  <c:v>46141</c:v>
                </c:pt>
                <c:pt idx="313">
                  <c:v>46142</c:v>
                </c:pt>
                <c:pt idx="314">
                  <c:v>46143</c:v>
                </c:pt>
                <c:pt idx="315">
                  <c:v>46144</c:v>
                </c:pt>
                <c:pt idx="316">
                  <c:v>46145</c:v>
                </c:pt>
                <c:pt idx="317">
                  <c:v>46146</c:v>
                </c:pt>
                <c:pt idx="318">
                  <c:v>46147</c:v>
                </c:pt>
                <c:pt idx="319">
                  <c:v>46148</c:v>
                </c:pt>
                <c:pt idx="320">
                  <c:v>46149</c:v>
                </c:pt>
                <c:pt idx="321">
                  <c:v>46150</c:v>
                </c:pt>
                <c:pt idx="322">
                  <c:v>46151</c:v>
                </c:pt>
                <c:pt idx="323">
                  <c:v>46152</c:v>
                </c:pt>
                <c:pt idx="324">
                  <c:v>46153</c:v>
                </c:pt>
                <c:pt idx="325">
                  <c:v>46154</c:v>
                </c:pt>
                <c:pt idx="326">
                  <c:v>46155</c:v>
                </c:pt>
                <c:pt idx="327">
                  <c:v>46156</c:v>
                </c:pt>
                <c:pt idx="328">
                  <c:v>46157</c:v>
                </c:pt>
                <c:pt idx="329">
                  <c:v>46158</c:v>
                </c:pt>
                <c:pt idx="330">
                  <c:v>46159</c:v>
                </c:pt>
                <c:pt idx="331">
                  <c:v>46160</c:v>
                </c:pt>
                <c:pt idx="332">
                  <c:v>46161</c:v>
                </c:pt>
                <c:pt idx="333">
                  <c:v>46162</c:v>
                </c:pt>
                <c:pt idx="334">
                  <c:v>46163</c:v>
                </c:pt>
                <c:pt idx="335">
                  <c:v>46164</c:v>
                </c:pt>
                <c:pt idx="336">
                  <c:v>46165</c:v>
                </c:pt>
                <c:pt idx="337">
                  <c:v>46166</c:v>
                </c:pt>
                <c:pt idx="338">
                  <c:v>46167</c:v>
                </c:pt>
                <c:pt idx="339">
                  <c:v>46168</c:v>
                </c:pt>
                <c:pt idx="340">
                  <c:v>46169</c:v>
                </c:pt>
                <c:pt idx="341">
                  <c:v>46170</c:v>
                </c:pt>
                <c:pt idx="342">
                  <c:v>46171</c:v>
                </c:pt>
                <c:pt idx="343">
                  <c:v>46172</c:v>
                </c:pt>
                <c:pt idx="344">
                  <c:v>46173</c:v>
                </c:pt>
                <c:pt idx="345">
                  <c:v>46174</c:v>
                </c:pt>
                <c:pt idx="346">
                  <c:v>46175</c:v>
                </c:pt>
                <c:pt idx="347">
                  <c:v>46176</c:v>
                </c:pt>
                <c:pt idx="348">
                  <c:v>46177</c:v>
                </c:pt>
                <c:pt idx="349">
                  <c:v>46178</c:v>
                </c:pt>
                <c:pt idx="350">
                  <c:v>46179</c:v>
                </c:pt>
                <c:pt idx="351">
                  <c:v>46180</c:v>
                </c:pt>
                <c:pt idx="352">
                  <c:v>46181</c:v>
                </c:pt>
                <c:pt idx="353">
                  <c:v>46182</c:v>
                </c:pt>
                <c:pt idx="354">
                  <c:v>46183</c:v>
                </c:pt>
                <c:pt idx="355">
                  <c:v>46184</c:v>
                </c:pt>
                <c:pt idx="356">
                  <c:v>46185</c:v>
                </c:pt>
                <c:pt idx="357">
                  <c:v>46186</c:v>
                </c:pt>
                <c:pt idx="358">
                  <c:v>46187</c:v>
                </c:pt>
                <c:pt idx="359">
                  <c:v>46188</c:v>
                </c:pt>
                <c:pt idx="360">
                  <c:v>46189</c:v>
                </c:pt>
                <c:pt idx="361">
                  <c:v>46190</c:v>
                </c:pt>
                <c:pt idx="362">
                  <c:v>46191</c:v>
                </c:pt>
                <c:pt idx="363">
                  <c:v>46192</c:v>
                </c:pt>
                <c:pt idx="364">
                  <c:v>46193</c:v>
                </c:pt>
              </c:numCache>
            </c:numRef>
          </c:cat>
          <c:val>
            <c:numRef>
              <c:f>'3G Data'!$B$2:$B$366</c:f>
              <c:numCache>
                <c:formatCode>General</c:formatCode>
                <c:ptCount val="365"/>
                <c:pt idx="0">
                  <c:v>907.64359400000001</c:v>
                </c:pt>
                <c:pt idx="1">
                  <c:v>835.410708</c:v>
                </c:pt>
                <c:pt idx="2">
                  <c:v>896.35921499999995</c:v>
                </c:pt>
                <c:pt idx="3">
                  <c:v>938.53385900000001</c:v>
                </c:pt>
                <c:pt idx="4">
                  <c:v>878.43963099999996</c:v>
                </c:pt>
                <c:pt idx="5">
                  <c:v>910.27764000000002</c:v>
                </c:pt>
                <c:pt idx="6">
                  <c:v>936.89058199999999</c:v>
                </c:pt>
                <c:pt idx="7">
                  <c:v>935.52666199999999</c:v>
                </c:pt>
                <c:pt idx="8">
                  <c:v>963.13210300000003</c:v>
                </c:pt>
                <c:pt idx="9">
                  <c:v>897.96956499999999</c:v>
                </c:pt>
                <c:pt idx="10">
                  <c:v>874.15641500000004</c:v>
                </c:pt>
                <c:pt idx="11">
                  <c:v>872.82693200000006</c:v>
                </c:pt>
                <c:pt idx="12">
                  <c:v>874.146976</c:v>
                </c:pt>
                <c:pt idx="13">
                  <c:v>884.63208799999995</c:v>
                </c:pt>
                <c:pt idx="14">
                  <c:v>897.08076600000004</c:v>
                </c:pt>
                <c:pt idx="15">
                  <c:v>922.85352</c:v>
                </c:pt>
                <c:pt idx="16">
                  <c:v>835.38801599999999</c:v>
                </c:pt>
                <c:pt idx="17">
                  <c:v>843.25859100000002</c:v>
                </c:pt>
                <c:pt idx="18">
                  <c:v>872.42693999999995</c:v>
                </c:pt>
                <c:pt idx="19">
                  <c:v>861.303719</c:v>
                </c:pt>
                <c:pt idx="20">
                  <c:v>862.42036599999994</c:v>
                </c:pt>
                <c:pt idx="21">
                  <c:v>858.24728600000003</c:v>
                </c:pt>
                <c:pt idx="22">
                  <c:v>821.27461500000004</c:v>
                </c:pt>
                <c:pt idx="23">
                  <c:v>831.11098900000002</c:v>
                </c:pt>
                <c:pt idx="24">
                  <c:v>828.62581299999999</c:v>
                </c:pt>
                <c:pt idx="25">
                  <c:v>830.10117200000002</c:v>
                </c:pt>
                <c:pt idx="26">
                  <c:v>862.20852600000001</c:v>
                </c:pt>
                <c:pt idx="27">
                  <c:v>859.82197299999996</c:v>
                </c:pt>
                <c:pt idx="28">
                  <c:v>870.11744499999998</c:v>
                </c:pt>
                <c:pt idx="29">
                  <c:v>922.08885699999996</c:v>
                </c:pt>
                <c:pt idx="30">
                  <c:v>843.55964600000004</c:v>
                </c:pt>
                <c:pt idx="31">
                  <c:v>869.77906499999995</c:v>
                </c:pt>
                <c:pt idx="32">
                  <c:v>878.93843300000003</c:v>
                </c:pt>
                <c:pt idx="33">
                  <c:v>907.28947100000005</c:v>
                </c:pt>
                <c:pt idx="34">
                  <c:v>875.371847</c:v>
                </c:pt>
                <c:pt idx="35">
                  <c:v>929.38764300000003</c:v>
                </c:pt>
                <c:pt idx="36">
                  <c:v>904.74020499999995</c:v>
                </c:pt>
                <c:pt idx="37">
                  <c:v>825.52320099999997</c:v>
                </c:pt>
                <c:pt idx="38">
                  <c:v>860.55064400000003</c:v>
                </c:pt>
                <c:pt idx="39">
                  <c:v>883.966903</c:v>
                </c:pt>
                <c:pt idx="40">
                  <c:v>881.70346900000004</c:v>
                </c:pt>
                <c:pt idx="41">
                  <c:v>914.84192499999995</c:v>
                </c:pt>
                <c:pt idx="42">
                  <c:v>894.86653999999999</c:v>
                </c:pt>
                <c:pt idx="43">
                  <c:v>912.59219900000005</c:v>
                </c:pt>
                <c:pt idx="44">
                  <c:v>799.09232799999995</c:v>
                </c:pt>
                <c:pt idx="45">
                  <c:v>831.98047499999996</c:v>
                </c:pt>
                <c:pt idx="46">
                  <c:v>928.883017</c:v>
                </c:pt>
                <c:pt idx="47">
                  <c:v>863.64849900000002</c:v>
                </c:pt>
                <c:pt idx="48">
                  <c:v>887.12161900000001</c:v>
                </c:pt>
                <c:pt idx="49">
                  <c:v>897.31712500000003</c:v>
                </c:pt>
                <c:pt idx="50">
                  <c:v>915.035933</c:v>
                </c:pt>
                <c:pt idx="51">
                  <c:v>951.95378300000004</c:v>
                </c:pt>
                <c:pt idx="52">
                  <c:v>911.64053699999999</c:v>
                </c:pt>
                <c:pt idx="53">
                  <c:v>886.26839199999995</c:v>
                </c:pt>
                <c:pt idx="54">
                  <c:v>857.86899600000004</c:v>
                </c:pt>
                <c:pt idx="55">
                  <c:v>905.97109399999999</c:v>
                </c:pt>
                <c:pt idx="56">
                  <c:v>872.88651300000004</c:v>
                </c:pt>
                <c:pt idx="57">
                  <c:v>915.71898499999998</c:v>
                </c:pt>
                <c:pt idx="58">
                  <c:v>896.122975</c:v>
                </c:pt>
                <c:pt idx="59">
                  <c:v>823.44094399999994</c:v>
                </c:pt>
                <c:pt idx="60">
                  <c:v>851.10641199999998</c:v>
                </c:pt>
                <c:pt idx="61">
                  <c:v>884.06596500000001</c:v>
                </c:pt>
                <c:pt idx="62">
                  <c:v>881.29526199999998</c:v>
                </c:pt>
                <c:pt idx="63">
                  <c:v>863.08465699999999</c:v>
                </c:pt>
                <c:pt idx="64">
                  <c:v>882.38004599999999</c:v>
                </c:pt>
                <c:pt idx="65">
                  <c:v>804.14376200000004</c:v>
                </c:pt>
                <c:pt idx="66">
                  <c:v>812.63241400000004</c:v>
                </c:pt>
                <c:pt idx="67">
                  <c:v>845.30134599999997</c:v>
                </c:pt>
                <c:pt idx="68">
                  <c:v>839.73307499999999</c:v>
                </c:pt>
                <c:pt idx="69">
                  <c:v>855.48581200000001</c:v>
                </c:pt>
                <c:pt idx="70">
                  <c:v>864.86124099999995</c:v>
                </c:pt>
                <c:pt idx="71">
                  <c:v>821.16249800000003</c:v>
                </c:pt>
                <c:pt idx="72">
                  <c:v>818.67100500000004</c:v>
                </c:pt>
                <c:pt idx="73">
                  <c:v>780.67608600000005</c:v>
                </c:pt>
                <c:pt idx="74">
                  <c:v>827.83076500000004</c:v>
                </c:pt>
                <c:pt idx="75">
                  <c:v>861.54778399999998</c:v>
                </c:pt>
                <c:pt idx="76">
                  <c:v>845.26713600000005</c:v>
                </c:pt>
                <c:pt idx="77">
                  <c:v>850.553901</c:v>
                </c:pt>
                <c:pt idx="78">
                  <c:v>857.12712299999998</c:v>
                </c:pt>
                <c:pt idx="79">
                  <c:v>768.89284599999996</c:v>
                </c:pt>
                <c:pt idx="80">
                  <c:v>789.209383</c:v>
                </c:pt>
                <c:pt idx="81">
                  <c:v>829.20844699999998</c:v>
                </c:pt>
                <c:pt idx="82">
                  <c:v>853.41707099999996</c:v>
                </c:pt>
                <c:pt idx="83">
                  <c:v>859.73576600000001</c:v>
                </c:pt>
                <c:pt idx="84">
                  <c:v>860.23401799999999</c:v>
                </c:pt>
                <c:pt idx="85">
                  <c:v>879.66943000000003</c:v>
                </c:pt>
                <c:pt idx="86">
                  <c:v>818.22546199999999</c:v>
                </c:pt>
                <c:pt idx="87">
                  <c:v>814.38290500000005</c:v>
                </c:pt>
                <c:pt idx="88">
                  <c:v>853.36333100000002</c:v>
                </c:pt>
                <c:pt idx="89">
                  <c:v>872.56831899999997</c:v>
                </c:pt>
                <c:pt idx="90">
                  <c:v>915.81599400000005</c:v>
                </c:pt>
                <c:pt idx="91">
                  <c:v>938.032918</c:v>
                </c:pt>
                <c:pt idx="92">
                  <c:v>960.38572399999998</c:v>
                </c:pt>
                <c:pt idx="93">
                  <c:v>825.14498500000002</c:v>
                </c:pt>
                <c:pt idx="94">
                  <c:v>834.83449199999995</c:v>
                </c:pt>
                <c:pt idx="95">
                  <c:v>847.26636099999996</c:v>
                </c:pt>
                <c:pt idx="96">
                  <c:v>826.56161999999995</c:v>
                </c:pt>
                <c:pt idx="97">
                  <c:v>884.47821299999998</c:v>
                </c:pt>
                <c:pt idx="98">
                  <c:v>822.17476999999997</c:v>
                </c:pt>
                <c:pt idx="99">
                  <c:v>906.12183500000003</c:v>
                </c:pt>
                <c:pt idx="100">
                  <c:v>833.25711799999999</c:v>
                </c:pt>
                <c:pt idx="101">
                  <c:v>839.95362699999998</c:v>
                </c:pt>
                <c:pt idx="102">
                  <c:v>815.731987</c:v>
                </c:pt>
                <c:pt idx="103">
                  <c:v>872.02488600000004</c:v>
                </c:pt>
                <c:pt idx="104">
                  <c:v>866.53835100000003</c:v>
                </c:pt>
                <c:pt idx="105">
                  <c:v>908.80250000000001</c:v>
                </c:pt>
                <c:pt idx="106">
                  <c:v>910.21534399999996</c:v>
                </c:pt>
                <c:pt idx="107">
                  <c:v>844.35539000000006</c:v>
                </c:pt>
                <c:pt idx="108">
                  <c:v>802.60013500000002</c:v>
                </c:pt>
                <c:pt idx="109">
                  <c:v>845.64651700000002</c:v>
                </c:pt>
                <c:pt idx="110">
                  <c:v>931.41300000000001</c:v>
                </c:pt>
                <c:pt idx="111">
                  <c:v>870.97095100000001</c:v>
                </c:pt>
                <c:pt idx="112">
                  <c:v>857.79038000000003</c:v>
                </c:pt>
                <c:pt idx="113">
                  <c:v>867.02093200000002</c:v>
                </c:pt>
                <c:pt idx="114">
                  <c:v>827.96697099999994</c:v>
                </c:pt>
                <c:pt idx="115">
                  <c:v>839.92112399999996</c:v>
                </c:pt>
                <c:pt idx="116">
                  <c:v>861.28643799999998</c:v>
                </c:pt>
                <c:pt idx="117">
                  <c:v>851.95915100000002</c:v>
                </c:pt>
                <c:pt idx="118">
                  <c:v>886.07951200000002</c:v>
                </c:pt>
                <c:pt idx="119">
                  <c:v>884.57529699999998</c:v>
                </c:pt>
                <c:pt idx="120">
                  <c:v>931.08707300000003</c:v>
                </c:pt>
                <c:pt idx="121">
                  <c:v>943.46383900000001</c:v>
                </c:pt>
                <c:pt idx="122">
                  <c:v>935.67940199999998</c:v>
                </c:pt>
                <c:pt idx="123">
                  <c:v>909.34511699999996</c:v>
                </c:pt>
                <c:pt idx="124">
                  <c:v>882.32973300000003</c:v>
                </c:pt>
                <c:pt idx="125">
                  <c:v>936.440337</c:v>
                </c:pt>
                <c:pt idx="126">
                  <c:v>883.29212299999995</c:v>
                </c:pt>
                <c:pt idx="127">
                  <c:v>476.80851000000001</c:v>
                </c:pt>
                <c:pt idx="128">
                  <c:v>916.05041300000005</c:v>
                </c:pt>
                <c:pt idx="129">
                  <c:v>857.02297799999997</c:v>
                </c:pt>
                <c:pt idx="130">
                  <c:v>883.31129599999997</c:v>
                </c:pt>
                <c:pt idx="131">
                  <c:v>797.55510600000002</c:v>
                </c:pt>
                <c:pt idx="132">
                  <c:v>821.04415100000006</c:v>
                </c:pt>
                <c:pt idx="133">
                  <c:v>842.23626000000002</c:v>
                </c:pt>
                <c:pt idx="134">
                  <c:v>979.241174</c:v>
                </c:pt>
                <c:pt idx="135">
                  <c:v>810.86044400000003</c:v>
                </c:pt>
                <c:pt idx="136">
                  <c:v>812.14791200000002</c:v>
                </c:pt>
                <c:pt idx="137">
                  <c:v>904.59761900000001</c:v>
                </c:pt>
                <c:pt idx="139">
                  <c:v>1002.812379</c:v>
                </c:pt>
                <c:pt idx="140">
                  <c:v>827.38654399999996</c:v>
                </c:pt>
                <c:pt idx="141">
                  <c:v>883.63523399999997</c:v>
                </c:pt>
                <c:pt idx="142">
                  <c:v>817.14869499999998</c:v>
                </c:pt>
                <c:pt idx="143">
                  <c:v>826.014546</c:v>
                </c:pt>
                <c:pt idx="144">
                  <c:v>859.90046800000005</c:v>
                </c:pt>
                <c:pt idx="145">
                  <c:v>884.88458000000003</c:v>
                </c:pt>
                <c:pt idx="146">
                  <c:v>884.68526099999997</c:v>
                </c:pt>
                <c:pt idx="147">
                  <c:v>927.03824999999995</c:v>
                </c:pt>
                <c:pt idx="148">
                  <c:v>1020.954124</c:v>
                </c:pt>
                <c:pt idx="149">
                  <c:v>936.97254099999998</c:v>
                </c:pt>
                <c:pt idx="150">
                  <c:v>924.21148300000004</c:v>
                </c:pt>
                <c:pt idx="151">
                  <c:v>897.62633800000003</c:v>
                </c:pt>
                <c:pt idx="152">
                  <c:v>887.70080299999995</c:v>
                </c:pt>
                <c:pt idx="153">
                  <c:v>942.91261699999995</c:v>
                </c:pt>
                <c:pt idx="154">
                  <c:v>962.49532299999998</c:v>
                </c:pt>
                <c:pt idx="155">
                  <c:v>961.50883999999996</c:v>
                </c:pt>
                <c:pt idx="156">
                  <c:v>959.74399500000004</c:v>
                </c:pt>
                <c:pt idx="157">
                  <c:v>897.83436200000006</c:v>
                </c:pt>
                <c:pt idx="158">
                  <c:v>917.80432399999995</c:v>
                </c:pt>
                <c:pt idx="159">
                  <c:v>996.34050400000001</c:v>
                </c:pt>
                <c:pt idx="160">
                  <c:v>808.80957899999999</c:v>
                </c:pt>
                <c:pt idx="161">
                  <c:v>1012.46489</c:v>
                </c:pt>
                <c:pt idx="162">
                  <c:v>1149.8508569999999</c:v>
                </c:pt>
                <c:pt idx="163">
                  <c:v>984.080017</c:v>
                </c:pt>
                <c:pt idx="164">
                  <c:v>952.98485600000004</c:v>
                </c:pt>
                <c:pt idx="165">
                  <c:v>968.84438899999998</c:v>
                </c:pt>
                <c:pt idx="166">
                  <c:v>997.75223900000003</c:v>
                </c:pt>
                <c:pt idx="167">
                  <c:v>970.045345</c:v>
                </c:pt>
                <c:pt idx="168">
                  <c:v>964.919849</c:v>
                </c:pt>
                <c:pt idx="169">
                  <c:v>1034.134742</c:v>
                </c:pt>
                <c:pt idx="170">
                  <c:v>980.19049800000005</c:v>
                </c:pt>
                <c:pt idx="171">
                  <c:v>1008.288416</c:v>
                </c:pt>
                <c:pt idx="172">
                  <c:v>1101.2154419999999</c:v>
                </c:pt>
                <c:pt idx="173">
                  <c:v>1020.725779</c:v>
                </c:pt>
                <c:pt idx="174">
                  <c:v>1052.482317</c:v>
                </c:pt>
                <c:pt idx="175">
                  <c:v>999.54155500000002</c:v>
                </c:pt>
                <c:pt idx="176">
                  <c:v>913.72600899999998</c:v>
                </c:pt>
                <c:pt idx="177">
                  <c:v>895.92707499999995</c:v>
                </c:pt>
                <c:pt idx="178">
                  <c:v>975.76486899999998</c:v>
                </c:pt>
                <c:pt idx="179">
                  <c:v>964.08511799999997</c:v>
                </c:pt>
                <c:pt idx="180">
                  <c:v>910.57210999999995</c:v>
                </c:pt>
                <c:pt idx="181">
                  <c:v>914.85520499999996</c:v>
                </c:pt>
                <c:pt idx="182">
                  <c:v>897.44964500000003</c:v>
                </c:pt>
                <c:pt idx="183">
                  <c:v>922.92619999999999</c:v>
                </c:pt>
                <c:pt idx="184">
                  <c:v>896.76819499999999</c:v>
                </c:pt>
                <c:pt idx="185">
                  <c:v>888.19793400000003</c:v>
                </c:pt>
                <c:pt idx="186">
                  <c:v>873.075962</c:v>
                </c:pt>
                <c:pt idx="187">
                  <c:v>931.13593900000001</c:v>
                </c:pt>
                <c:pt idx="188">
                  <c:v>968.94230800000003</c:v>
                </c:pt>
                <c:pt idx="189">
                  <c:v>885.75537599999996</c:v>
                </c:pt>
                <c:pt idx="190">
                  <c:v>905.15362000000005</c:v>
                </c:pt>
                <c:pt idx="191">
                  <c:v>864.56651799999997</c:v>
                </c:pt>
                <c:pt idx="192">
                  <c:v>860.54977599999995</c:v>
                </c:pt>
                <c:pt idx="193">
                  <c:v>882.35819500000002</c:v>
                </c:pt>
                <c:pt idx="194">
                  <c:v>887.29528900000003</c:v>
                </c:pt>
                <c:pt idx="195">
                  <c:v>837.66559900000004</c:v>
                </c:pt>
                <c:pt idx="196">
                  <c:v>878.51741300000003</c:v>
                </c:pt>
                <c:pt idx="197">
                  <c:v>880.66090999999994</c:v>
                </c:pt>
                <c:pt idx="198">
                  <c:v>832.628198</c:v>
                </c:pt>
                <c:pt idx="199">
                  <c:v>845.60200099999997</c:v>
                </c:pt>
                <c:pt idx="200">
                  <c:v>843.841813</c:v>
                </c:pt>
                <c:pt idx="201">
                  <c:v>813.93168900000001</c:v>
                </c:pt>
                <c:pt idx="202">
                  <c:v>908.09936300000004</c:v>
                </c:pt>
                <c:pt idx="203">
                  <c:v>1079.8383690000001</c:v>
                </c:pt>
                <c:pt idx="204">
                  <c:v>1043.403311</c:v>
                </c:pt>
                <c:pt idx="205">
                  <c:v>946.21150699999998</c:v>
                </c:pt>
                <c:pt idx="206">
                  <c:v>909.38942399999996</c:v>
                </c:pt>
                <c:pt idx="207">
                  <c:v>831.97882800000002</c:v>
                </c:pt>
                <c:pt idx="208">
                  <c:v>907.05550700000003</c:v>
                </c:pt>
                <c:pt idx="209">
                  <c:v>882.66302399999995</c:v>
                </c:pt>
                <c:pt idx="210">
                  <c:v>863.92164400000001</c:v>
                </c:pt>
                <c:pt idx="211">
                  <c:v>900.51342</c:v>
                </c:pt>
                <c:pt idx="212">
                  <c:v>817.64303900000004</c:v>
                </c:pt>
                <c:pt idx="213">
                  <c:v>798.50324599999999</c:v>
                </c:pt>
                <c:pt idx="214">
                  <c:v>786.317904</c:v>
                </c:pt>
                <c:pt idx="215">
                  <c:v>786.19335699999999</c:v>
                </c:pt>
                <c:pt idx="216">
                  <c:v>840.10873100000003</c:v>
                </c:pt>
                <c:pt idx="217">
                  <c:v>954.570742</c:v>
                </c:pt>
                <c:pt idx="218">
                  <c:v>934.03046200000006</c:v>
                </c:pt>
                <c:pt idx="219">
                  <c:v>822.64611500000001</c:v>
                </c:pt>
                <c:pt idx="220">
                  <c:v>783.15744299999994</c:v>
                </c:pt>
                <c:pt idx="221">
                  <c:v>839.56654000000003</c:v>
                </c:pt>
                <c:pt idx="222">
                  <c:v>900.51496899999995</c:v>
                </c:pt>
                <c:pt idx="223">
                  <c:v>840.87897899999996</c:v>
                </c:pt>
                <c:pt idx="224">
                  <c:v>901.484556</c:v>
                </c:pt>
                <c:pt idx="225">
                  <c:v>1010.585026</c:v>
                </c:pt>
                <c:pt idx="226">
                  <c:v>833.43482700000004</c:v>
                </c:pt>
                <c:pt idx="227">
                  <c:v>840.55803900000001</c:v>
                </c:pt>
                <c:pt idx="228">
                  <c:v>882.07630600000005</c:v>
                </c:pt>
                <c:pt idx="229">
                  <c:v>879.94963900000005</c:v>
                </c:pt>
                <c:pt idx="230">
                  <c:v>844.32157900000004</c:v>
                </c:pt>
                <c:pt idx="231">
                  <c:v>862.24544000000003</c:v>
                </c:pt>
                <c:pt idx="232">
                  <c:v>905.235184</c:v>
                </c:pt>
                <c:pt idx="233">
                  <c:v>779.47771399999999</c:v>
                </c:pt>
                <c:pt idx="234">
                  <c:v>786.80770500000006</c:v>
                </c:pt>
                <c:pt idx="235">
                  <c:v>783.98663099999999</c:v>
                </c:pt>
                <c:pt idx="236">
                  <c:v>832.31993599999998</c:v>
                </c:pt>
                <c:pt idx="237">
                  <c:v>895.35458100000005</c:v>
                </c:pt>
                <c:pt idx="238">
                  <c:v>904.35763099999997</c:v>
                </c:pt>
                <c:pt idx="239">
                  <c:v>851.55939999999998</c:v>
                </c:pt>
                <c:pt idx="240">
                  <c:v>826.16811199999995</c:v>
                </c:pt>
                <c:pt idx="241">
                  <c:v>803.95326999999997</c:v>
                </c:pt>
                <c:pt idx="242">
                  <c:v>823.77331800000002</c:v>
                </c:pt>
                <c:pt idx="243">
                  <c:v>861.38082899999995</c:v>
                </c:pt>
                <c:pt idx="244">
                  <c:v>847.82440899999995</c:v>
                </c:pt>
                <c:pt idx="245">
                  <c:v>956.96172100000001</c:v>
                </c:pt>
                <c:pt idx="246">
                  <c:v>987.38768700000003</c:v>
                </c:pt>
                <c:pt idx="247">
                  <c:v>890.41944100000001</c:v>
                </c:pt>
                <c:pt idx="248">
                  <c:v>870.16081299999996</c:v>
                </c:pt>
                <c:pt idx="249">
                  <c:v>846.56037500000002</c:v>
                </c:pt>
                <c:pt idx="250">
                  <c:v>866.90440000000001</c:v>
                </c:pt>
                <c:pt idx="251">
                  <c:v>873.83851000000004</c:v>
                </c:pt>
                <c:pt idx="252">
                  <c:v>866.48683300000005</c:v>
                </c:pt>
                <c:pt idx="253">
                  <c:v>881.08096799999998</c:v>
                </c:pt>
                <c:pt idx="254">
                  <c:v>796.56011000000001</c:v>
                </c:pt>
                <c:pt idx="255">
                  <c:v>776.84453699999995</c:v>
                </c:pt>
                <c:pt idx="256">
                  <c:v>795.94495800000004</c:v>
                </c:pt>
                <c:pt idx="257">
                  <c:v>810.96718899999996</c:v>
                </c:pt>
                <c:pt idx="258">
                  <c:v>870.30663700000002</c:v>
                </c:pt>
                <c:pt idx="259">
                  <c:v>872.87482699999998</c:v>
                </c:pt>
                <c:pt idx="260">
                  <c:v>891.10278600000004</c:v>
                </c:pt>
                <c:pt idx="261">
                  <c:v>825.47180400000002</c:v>
                </c:pt>
                <c:pt idx="262">
                  <c:v>864.16323999999997</c:v>
                </c:pt>
                <c:pt idx="263">
                  <c:v>842.287736</c:v>
                </c:pt>
                <c:pt idx="264">
                  <c:v>848.44088399999998</c:v>
                </c:pt>
                <c:pt idx="265">
                  <c:v>837.053404</c:v>
                </c:pt>
                <c:pt idx="266">
                  <c:v>871.05268000000001</c:v>
                </c:pt>
                <c:pt idx="267">
                  <c:v>871.41533400000003</c:v>
                </c:pt>
                <c:pt idx="268">
                  <c:v>847.90552400000001</c:v>
                </c:pt>
                <c:pt idx="269">
                  <c:v>837.10967200000005</c:v>
                </c:pt>
                <c:pt idx="270">
                  <c:v>897.58125500000006</c:v>
                </c:pt>
                <c:pt idx="271">
                  <c:v>872.60470299999997</c:v>
                </c:pt>
                <c:pt idx="272">
                  <c:v>893.07179900000006</c:v>
                </c:pt>
                <c:pt idx="273">
                  <c:v>909.34822199999996</c:v>
                </c:pt>
                <c:pt idx="274">
                  <c:v>918.94474300000002</c:v>
                </c:pt>
                <c:pt idx="275">
                  <c:v>855.20301600000005</c:v>
                </c:pt>
                <c:pt idx="276">
                  <c:v>854.50089300000002</c:v>
                </c:pt>
                <c:pt idx="277">
                  <c:v>883.36161500000003</c:v>
                </c:pt>
                <c:pt idx="278">
                  <c:v>855.847173</c:v>
                </c:pt>
                <c:pt idx="279">
                  <c:v>859.39612399999999</c:v>
                </c:pt>
                <c:pt idx="280">
                  <c:v>868.74782900000002</c:v>
                </c:pt>
                <c:pt idx="281">
                  <c:v>847.48504500000001</c:v>
                </c:pt>
                <c:pt idx="282">
                  <c:v>837.91477099999997</c:v>
                </c:pt>
                <c:pt idx="283">
                  <c:v>823.86122399999999</c:v>
                </c:pt>
                <c:pt idx="284">
                  <c:v>827.20073200000002</c:v>
                </c:pt>
                <c:pt idx="285">
                  <c:v>813.79765799999996</c:v>
                </c:pt>
                <c:pt idx="286">
                  <c:v>867.98133600000006</c:v>
                </c:pt>
                <c:pt idx="287">
                  <c:v>892.65931599999999</c:v>
                </c:pt>
                <c:pt idx="288">
                  <c:v>870.51553999999999</c:v>
                </c:pt>
                <c:pt idx="289">
                  <c:v>826.87895500000002</c:v>
                </c:pt>
                <c:pt idx="290">
                  <c:v>823.70359199999996</c:v>
                </c:pt>
                <c:pt idx="291">
                  <c:v>814.57957699999997</c:v>
                </c:pt>
                <c:pt idx="292">
                  <c:v>829.52876700000002</c:v>
                </c:pt>
                <c:pt idx="293">
                  <c:v>840.70829700000002</c:v>
                </c:pt>
                <c:pt idx="294">
                  <c:v>838.69979999999998</c:v>
                </c:pt>
                <c:pt idx="295">
                  <c:v>819.35101099999997</c:v>
                </c:pt>
                <c:pt idx="296">
                  <c:v>805.69260199999997</c:v>
                </c:pt>
                <c:pt idx="297">
                  <c:v>837.89564399999995</c:v>
                </c:pt>
                <c:pt idx="298">
                  <c:v>834.65932099999998</c:v>
                </c:pt>
                <c:pt idx="299">
                  <c:v>846.60897</c:v>
                </c:pt>
                <c:pt idx="300">
                  <c:v>853.294802</c:v>
                </c:pt>
                <c:pt idx="301">
                  <c:v>851.11418900000001</c:v>
                </c:pt>
                <c:pt idx="302">
                  <c:v>844.13503500000002</c:v>
                </c:pt>
                <c:pt idx="303">
                  <c:v>807.62910399999998</c:v>
                </c:pt>
                <c:pt idx="304">
                  <c:v>817.36455799999999</c:v>
                </c:pt>
                <c:pt idx="305">
                  <c:v>809.48450000000003</c:v>
                </c:pt>
                <c:pt idx="306">
                  <c:v>855.86685299999999</c:v>
                </c:pt>
                <c:pt idx="307">
                  <c:v>867.03236200000003</c:v>
                </c:pt>
                <c:pt idx="308">
                  <c:v>874.56261600000005</c:v>
                </c:pt>
                <c:pt idx="309">
                  <c:v>867.07814299999995</c:v>
                </c:pt>
                <c:pt idx="310">
                  <c:v>821.85322900000006</c:v>
                </c:pt>
                <c:pt idx="311">
                  <c:v>840.18135400000006</c:v>
                </c:pt>
                <c:pt idx="312">
                  <c:v>860.51359400000001</c:v>
                </c:pt>
                <c:pt idx="313">
                  <c:v>906.09346800000003</c:v>
                </c:pt>
                <c:pt idx="314">
                  <c:v>1002.039868</c:v>
                </c:pt>
                <c:pt idx="315">
                  <c:v>933.77670000000001</c:v>
                </c:pt>
                <c:pt idx="316">
                  <c:v>952.48487299999999</c:v>
                </c:pt>
                <c:pt idx="317">
                  <c:v>925.12388099999998</c:v>
                </c:pt>
                <c:pt idx="318">
                  <c:v>899.46280200000001</c:v>
                </c:pt>
                <c:pt idx="319">
                  <c:v>914.59374600000001</c:v>
                </c:pt>
                <c:pt idx="320">
                  <c:v>940.09211700000003</c:v>
                </c:pt>
                <c:pt idx="321">
                  <c:v>935.28406099999995</c:v>
                </c:pt>
                <c:pt idx="322">
                  <c:v>988.48197800000003</c:v>
                </c:pt>
                <c:pt idx="323">
                  <c:v>1063.897614</c:v>
                </c:pt>
                <c:pt idx="324">
                  <c:v>967.206727</c:v>
                </c:pt>
                <c:pt idx="325">
                  <c:v>992.06833900000004</c:v>
                </c:pt>
                <c:pt idx="326">
                  <c:v>1020.500357</c:v>
                </c:pt>
                <c:pt idx="327">
                  <c:v>1076.150807</c:v>
                </c:pt>
                <c:pt idx="328">
                  <c:v>1094.1561429999999</c:v>
                </c:pt>
                <c:pt idx="329">
                  <c:v>1038.7836930000001</c:v>
                </c:pt>
                <c:pt idx="330">
                  <c:v>1066.602304</c:v>
                </c:pt>
                <c:pt idx="331">
                  <c:v>979.30667200000005</c:v>
                </c:pt>
                <c:pt idx="332">
                  <c:v>944.46520999999996</c:v>
                </c:pt>
                <c:pt idx="333">
                  <c:v>985.37046199999997</c:v>
                </c:pt>
                <c:pt idx="334">
                  <c:v>951.670207</c:v>
                </c:pt>
                <c:pt idx="335">
                  <c:v>975.37254700000005</c:v>
                </c:pt>
                <c:pt idx="336">
                  <c:v>960.38036099999999</c:v>
                </c:pt>
                <c:pt idx="337">
                  <c:v>959.61987399999998</c:v>
                </c:pt>
                <c:pt idx="338">
                  <c:v>888.45816000000002</c:v>
                </c:pt>
                <c:pt idx="339">
                  <c:v>923.52961400000004</c:v>
                </c:pt>
                <c:pt idx="340">
                  <c:v>934.419534</c:v>
                </c:pt>
                <c:pt idx="341">
                  <c:v>927.76842899999997</c:v>
                </c:pt>
                <c:pt idx="342">
                  <c:v>916.76070900000002</c:v>
                </c:pt>
                <c:pt idx="343">
                  <c:v>925.46890900000005</c:v>
                </c:pt>
                <c:pt idx="344">
                  <c:v>980.19910000000004</c:v>
                </c:pt>
                <c:pt idx="345">
                  <c:v>898.12122199999999</c:v>
                </c:pt>
                <c:pt idx="346">
                  <c:v>900.88359800000001</c:v>
                </c:pt>
                <c:pt idx="347">
                  <c:v>911.11991499999999</c:v>
                </c:pt>
                <c:pt idx="348">
                  <c:v>903.37996499999997</c:v>
                </c:pt>
                <c:pt idx="349">
                  <c:v>910.67089999999996</c:v>
                </c:pt>
                <c:pt idx="350">
                  <c:v>921.24676799999997</c:v>
                </c:pt>
                <c:pt idx="351">
                  <c:v>985.942362</c:v>
                </c:pt>
                <c:pt idx="352">
                  <c:v>904.72778700000003</c:v>
                </c:pt>
                <c:pt idx="353">
                  <c:v>934.76840200000004</c:v>
                </c:pt>
                <c:pt idx="354">
                  <c:v>969.39140199999997</c:v>
                </c:pt>
                <c:pt idx="355">
                  <c:v>939.35779400000001</c:v>
                </c:pt>
                <c:pt idx="356">
                  <c:v>923.43073600000002</c:v>
                </c:pt>
                <c:pt idx="357">
                  <c:v>976.85339699999997</c:v>
                </c:pt>
                <c:pt idx="358">
                  <c:v>1033.22956</c:v>
                </c:pt>
                <c:pt idx="359">
                  <c:v>954.72848499999998</c:v>
                </c:pt>
                <c:pt idx="360">
                  <c:v>970.70151499999997</c:v>
                </c:pt>
                <c:pt idx="361">
                  <c:v>930.86869999999999</c:v>
                </c:pt>
                <c:pt idx="362">
                  <c:v>928.20752400000003</c:v>
                </c:pt>
                <c:pt idx="363">
                  <c:v>940.89105700000005</c:v>
                </c:pt>
                <c:pt idx="364">
                  <c:v>933.84726799999999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FA5F-4BBE-94A3-81A36868AD19}"/>
            </c:ext>
          </c:extLst>
        </c:ser>
        <c:ser>
          <c:idx val="1"/>
          <c:order val="1"/>
          <c:tx>
            <c:strRef>
              <c:f>'3G Data'!$C$1</c:f>
              <c:strCache>
                <c:ptCount val="1"/>
                <c:pt idx="0">
                  <c:v>Kilinochchi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Ref>
              <c:f>'3G Data'!$A$2:$A$366</c:f>
              <c:numCache>
                <c:formatCode>m/d/yyyy</c:formatCode>
                <c:ptCount val="365"/>
                <c:pt idx="0">
                  <c:v>45829</c:v>
                </c:pt>
                <c:pt idx="1">
                  <c:v>45830</c:v>
                </c:pt>
                <c:pt idx="2">
                  <c:v>45831</c:v>
                </c:pt>
                <c:pt idx="3">
                  <c:v>45832</c:v>
                </c:pt>
                <c:pt idx="4">
                  <c:v>45833</c:v>
                </c:pt>
                <c:pt idx="5">
                  <c:v>45834</c:v>
                </c:pt>
                <c:pt idx="6">
                  <c:v>45835</c:v>
                </c:pt>
                <c:pt idx="7">
                  <c:v>45836</c:v>
                </c:pt>
                <c:pt idx="8">
                  <c:v>45837</c:v>
                </c:pt>
                <c:pt idx="9">
                  <c:v>45838</c:v>
                </c:pt>
                <c:pt idx="10">
                  <c:v>45839</c:v>
                </c:pt>
                <c:pt idx="11">
                  <c:v>45840</c:v>
                </c:pt>
                <c:pt idx="12">
                  <c:v>45841</c:v>
                </c:pt>
                <c:pt idx="13">
                  <c:v>45842</c:v>
                </c:pt>
                <c:pt idx="14">
                  <c:v>45843</c:v>
                </c:pt>
                <c:pt idx="15">
                  <c:v>45844</c:v>
                </c:pt>
                <c:pt idx="16">
                  <c:v>45845</c:v>
                </c:pt>
                <c:pt idx="17">
                  <c:v>45846</c:v>
                </c:pt>
                <c:pt idx="18">
                  <c:v>45847</c:v>
                </c:pt>
                <c:pt idx="19">
                  <c:v>45848</c:v>
                </c:pt>
                <c:pt idx="20">
                  <c:v>45849</c:v>
                </c:pt>
                <c:pt idx="21">
                  <c:v>45850</c:v>
                </c:pt>
                <c:pt idx="22">
                  <c:v>45851</c:v>
                </c:pt>
                <c:pt idx="23">
                  <c:v>45852</c:v>
                </c:pt>
                <c:pt idx="24">
                  <c:v>45853</c:v>
                </c:pt>
                <c:pt idx="25">
                  <c:v>45854</c:v>
                </c:pt>
                <c:pt idx="26">
                  <c:v>45855</c:v>
                </c:pt>
                <c:pt idx="27">
                  <c:v>45856</c:v>
                </c:pt>
                <c:pt idx="28">
                  <c:v>45857</c:v>
                </c:pt>
                <c:pt idx="29">
                  <c:v>45858</c:v>
                </c:pt>
                <c:pt idx="30">
                  <c:v>45859</c:v>
                </c:pt>
                <c:pt idx="31">
                  <c:v>45860</c:v>
                </c:pt>
                <c:pt idx="32">
                  <c:v>45861</c:v>
                </c:pt>
                <c:pt idx="33">
                  <c:v>45862</c:v>
                </c:pt>
                <c:pt idx="34">
                  <c:v>45863</c:v>
                </c:pt>
                <c:pt idx="35">
                  <c:v>45864</c:v>
                </c:pt>
                <c:pt idx="36">
                  <c:v>45865</c:v>
                </c:pt>
                <c:pt idx="37">
                  <c:v>45866</c:v>
                </c:pt>
                <c:pt idx="38">
                  <c:v>45867</c:v>
                </c:pt>
                <c:pt idx="39">
                  <c:v>45868</c:v>
                </c:pt>
                <c:pt idx="40">
                  <c:v>45869</c:v>
                </c:pt>
                <c:pt idx="41">
                  <c:v>45870</c:v>
                </c:pt>
                <c:pt idx="42">
                  <c:v>45871</c:v>
                </c:pt>
                <c:pt idx="43">
                  <c:v>45872</c:v>
                </c:pt>
                <c:pt idx="44">
                  <c:v>45873</c:v>
                </c:pt>
                <c:pt idx="45">
                  <c:v>45874</c:v>
                </c:pt>
                <c:pt idx="46">
                  <c:v>45875</c:v>
                </c:pt>
                <c:pt idx="47">
                  <c:v>45876</c:v>
                </c:pt>
                <c:pt idx="48">
                  <c:v>45877</c:v>
                </c:pt>
                <c:pt idx="49">
                  <c:v>45878</c:v>
                </c:pt>
                <c:pt idx="50">
                  <c:v>45879</c:v>
                </c:pt>
                <c:pt idx="51">
                  <c:v>45880</c:v>
                </c:pt>
                <c:pt idx="52">
                  <c:v>45881</c:v>
                </c:pt>
                <c:pt idx="53">
                  <c:v>45882</c:v>
                </c:pt>
                <c:pt idx="54">
                  <c:v>45883</c:v>
                </c:pt>
                <c:pt idx="55">
                  <c:v>45884</c:v>
                </c:pt>
                <c:pt idx="56">
                  <c:v>45885</c:v>
                </c:pt>
                <c:pt idx="57">
                  <c:v>45886</c:v>
                </c:pt>
                <c:pt idx="58">
                  <c:v>45887</c:v>
                </c:pt>
                <c:pt idx="59">
                  <c:v>45888</c:v>
                </c:pt>
                <c:pt idx="60">
                  <c:v>45889</c:v>
                </c:pt>
                <c:pt idx="61">
                  <c:v>45890</c:v>
                </c:pt>
                <c:pt idx="62">
                  <c:v>45891</c:v>
                </c:pt>
                <c:pt idx="63">
                  <c:v>45892</c:v>
                </c:pt>
                <c:pt idx="64">
                  <c:v>45893</c:v>
                </c:pt>
                <c:pt idx="65">
                  <c:v>45894</c:v>
                </c:pt>
                <c:pt idx="66">
                  <c:v>45895</c:v>
                </c:pt>
                <c:pt idx="67">
                  <c:v>45896</c:v>
                </c:pt>
                <c:pt idx="68">
                  <c:v>45897</c:v>
                </c:pt>
                <c:pt idx="69">
                  <c:v>45898</c:v>
                </c:pt>
                <c:pt idx="70">
                  <c:v>45899</c:v>
                </c:pt>
                <c:pt idx="71">
                  <c:v>45900</c:v>
                </c:pt>
                <c:pt idx="72">
                  <c:v>45901</c:v>
                </c:pt>
                <c:pt idx="73">
                  <c:v>45902</c:v>
                </c:pt>
                <c:pt idx="74">
                  <c:v>45903</c:v>
                </c:pt>
                <c:pt idx="75">
                  <c:v>45904</c:v>
                </c:pt>
                <c:pt idx="76">
                  <c:v>45905</c:v>
                </c:pt>
                <c:pt idx="77">
                  <c:v>45906</c:v>
                </c:pt>
                <c:pt idx="78">
                  <c:v>45907</c:v>
                </c:pt>
                <c:pt idx="79">
                  <c:v>45908</c:v>
                </c:pt>
                <c:pt idx="80">
                  <c:v>45909</c:v>
                </c:pt>
                <c:pt idx="81">
                  <c:v>45910</c:v>
                </c:pt>
                <c:pt idx="82">
                  <c:v>45911</c:v>
                </c:pt>
                <c:pt idx="83">
                  <c:v>45912</c:v>
                </c:pt>
                <c:pt idx="84">
                  <c:v>45913</c:v>
                </c:pt>
                <c:pt idx="85">
                  <c:v>45914</c:v>
                </c:pt>
                <c:pt idx="86">
                  <c:v>45915</c:v>
                </c:pt>
                <c:pt idx="87">
                  <c:v>45916</c:v>
                </c:pt>
                <c:pt idx="88">
                  <c:v>45917</c:v>
                </c:pt>
                <c:pt idx="89">
                  <c:v>45918</c:v>
                </c:pt>
                <c:pt idx="90">
                  <c:v>45919</c:v>
                </c:pt>
                <c:pt idx="91">
                  <c:v>45920</c:v>
                </c:pt>
                <c:pt idx="92">
                  <c:v>45921</c:v>
                </c:pt>
                <c:pt idx="93">
                  <c:v>45922</c:v>
                </c:pt>
                <c:pt idx="94">
                  <c:v>45923</c:v>
                </c:pt>
                <c:pt idx="95">
                  <c:v>45924</c:v>
                </c:pt>
                <c:pt idx="96">
                  <c:v>45925</c:v>
                </c:pt>
                <c:pt idx="97">
                  <c:v>45926</c:v>
                </c:pt>
                <c:pt idx="98">
                  <c:v>45927</c:v>
                </c:pt>
                <c:pt idx="99">
                  <c:v>45928</c:v>
                </c:pt>
                <c:pt idx="100">
                  <c:v>45929</c:v>
                </c:pt>
                <c:pt idx="101">
                  <c:v>45930</c:v>
                </c:pt>
                <c:pt idx="102">
                  <c:v>45931</c:v>
                </c:pt>
                <c:pt idx="103">
                  <c:v>45932</c:v>
                </c:pt>
                <c:pt idx="104">
                  <c:v>45933</c:v>
                </c:pt>
                <c:pt idx="105">
                  <c:v>45934</c:v>
                </c:pt>
                <c:pt idx="106">
                  <c:v>45935</c:v>
                </c:pt>
                <c:pt idx="107">
                  <c:v>45936</c:v>
                </c:pt>
                <c:pt idx="108">
                  <c:v>45937</c:v>
                </c:pt>
                <c:pt idx="109">
                  <c:v>45938</c:v>
                </c:pt>
                <c:pt idx="110">
                  <c:v>45939</c:v>
                </c:pt>
                <c:pt idx="111">
                  <c:v>45940</c:v>
                </c:pt>
                <c:pt idx="112">
                  <c:v>45941</c:v>
                </c:pt>
                <c:pt idx="113">
                  <c:v>45942</c:v>
                </c:pt>
                <c:pt idx="114">
                  <c:v>45943</c:v>
                </c:pt>
                <c:pt idx="115">
                  <c:v>45944</c:v>
                </c:pt>
                <c:pt idx="116">
                  <c:v>45945</c:v>
                </c:pt>
                <c:pt idx="117">
                  <c:v>45946</c:v>
                </c:pt>
                <c:pt idx="118">
                  <c:v>45947</c:v>
                </c:pt>
                <c:pt idx="119">
                  <c:v>45948</c:v>
                </c:pt>
                <c:pt idx="120">
                  <c:v>45949</c:v>
                </c:pt>
                <c:pt idx="121">
                  <c:v>45950</c:v>
                </c:pt>
                <c:pt idx="122">
                  <c:v>45951</c:v>
                </c:pt>
                <c:pt idx="123">
                  <c:v>45952</c:v>
                </c:pt>
                <c:pt idx="124">
                  <c:v>45953</c:v>
                </c:pt>
                <c:pt idx="125">
                  <c:v>45954</c:v>
                </c:pt>
                <c:pt idx="126">
                  <c:v>45955</c:v>
                </c:pt>
                <c:pt idx="127">
                  <c:v>45956</c:v>
                </c:pt>
                <c:pt idx="128">
                  <c:v>45957</c:v>
                </c:pt>
                <c:pt idx="129">
                  <c:v>45958</c:v>
                </c:pt>
                <c:pt idx="130">
                  <c:v>45959</c:v>
                </c:pt>
                <c:pt idx="131">
                  <c:v>45960</c:v>
                </c:pt>
                <c:pt idx="132">
                  <c:v>45961</c:v>
                </c:pt>
                <c:pt idx="133">
                  <c:v>45962</c:v>
                </c:pt>
                <c:pt idx="134">
                  <c:v>45963</c:v>
                </c:pt>
                <c:pt idx="135">
                  <c:v>45964</c:v>
                </c:pt>
                <c:pt idx="136">
                  <c:v>45965</c:v>
                </c:pt>
                <c:pt idx="137">
                  <c:v>45966</c:v>
                </c:pt>
                <c:pt idx="138">
                  <c:v>45967</c:v>
                </c:pt>
                <c:pt idx="139">
                  <c:v>45968</c:v>
                </c:pt>
                <c:pt idx="140">
                  <c:v>45969</c:v>
                </c:pt>
                <c:pt idx="141">
                  <c:v>45970</c:v>
                </c:pt>
                <c:pt idx="142">
                  <c:v>45971</c:v>
                </c:pt>
                <c:pt idx="143">
                  <c:v>45972</c:v>
                </c:pt>
                <c:pt idx="144">
                  <c:v>45973</c:v>
                </c:pt>
                <c:pt idx="145">
                  <c:v>45974</c:v>
                </c:pt>
                <c:pt idx="146">
                  <c:v>45975</c:v>
                </c:pt>
                <c:pt idx="147">
                  <c:v>45976</c:v>
                </c:pt>
                <c:pt idx="148">
                  <c:v>45977</c:v>
                </c:pt>
                <c:pt idx="149">
                  <c:v>45978</c:v>
                </c:pt>
                <c:pt idx="150">
                  <c:v>45979</c:v>
                </c:pt>
                <c:pt idx="151">
                  <c:v>45980</c:v>
                </c:pt>
                <c:pt idx="152">
                  <c:v>45981</c:v>
                </c:pt>
                <c:pt idx="153">
                  <c:v>45982</c:v>
                </c:pt>
                <c:pt idx="154">
                  <c:v>45983</c:v>
                </c:pt>
                <c:pt idx="155">
                  <c:v>45984</c:v>
                </c:pt>
                <c:pt idx="156">
                  <c:v>45985</c:v>
                </c:pt>
                <c:pt idx="157">
                  <c:v>45986</c:v>
                </c:pt>
                <c:pt idx="158">
                  <c:v>45987</c:v>
                </c:pt>
                <c:pt idx="159">
                  <c:v>45988</c:v>
                </c:pt>
                <c:pt idx="160">
                  <c:v>45989</c:v>
                </c:pt>
                <c:pt idx="161">
                  <c:v>45990</c:v>
                </c:pt>
                <c:pt idx="162">
                  <c:v>45991</c:v>
                </c:pt>
                <c:pt idx="163">
                  <c:v>45992</c:v>
                </c:pt>
                <c:pt idx="164">
                  <c:v>45993</c:v>
                </c:pt>
                <c:pt idx="165">
                  <c:v>45994</c:v>
                </c:pt>
                <c:pt idx="166">
                  <c:v>45995</c:v>
                </c:pt>
                <c:pt idx="167">
                  <c:v>45996</c:v>
                </c:pt>
                <c:pt idx="168">
                  <c:v>45997</c:v>
                </c:pt>
                <c:pt idx="169">
                  <c:v>45998</c:v>
                </c:pt>
                <c:pt idx="170">
                  <c:v>45999</c:v>
                </c:pt>
                <c:pt idx="171">
                  <c:v>46000</c:v>
                </c:pt>
                <c:pt idx="172">
                  <c:v>46001</c:v>
                </c:pt>
                <c:pt idx="173">
                  <c:v>46002</c:v>
                </c:pt>
                <c:pt idx="174">
                  <c:v>46003</c:v>
                </c:pt>
                <c:pt idx="175">
                  <c:v>46004</c:v>
                </c:pt>
                <c:pt idx="176">
                  <c:v>46005</c:v>
                </c:pt>
                <c:pt idx="177">
                  <c:v>46006</c:v>
                </c:pt>
                <c:pt idx="178">
                  <c:v>46007</c:v>
                </c:pt>
                <c:pt idx="179">
                  <c:v>46008</c:v>
                </c:pt>
                <c:pt idx="180">
                  <c:v>46009</c:v>
                </c:pt>
                <c:pt idx="181">
                  <c:v>46010</c:v>
                </c:pt>
                <c:pt idx="182">
                  <c:v>46011</c:v>
                </c:pt>
                <c:pt idx="183">
                  <c:v>46012</c:v>
                </c:pt>
                <c:pt idx="184">
                  <c:v>46013</c:v>
                </c:pt>
                <c:pt idx="185">
                  <c:v>46014</c:v>
                </c:pt>
                <c:pt idx="186">
                  <c:v>46015</c:v>
                </c:pt>
                <c:pt idx="187">
                  <c:v>46016</c:v>
                </c:pt>
                <c:pt idx="188">
                  <c:v>46017</c:v>
                </c:pt>
                <c:pt idx="189">
                  <c:v>46018</c:v>
                </c:pt>
                <c:pt idx="190">
                  <c:v>46019</c:v>
                </c:pt>
                <c:pt idx="191">
                  <c:v>46020</c:v>
                </c:pt>
                <c:pt idx="192">
                  <c:v>46021</c:v>
                </c:pt>
                <c:pt idx="193">
                  <c:v>46022</c:v>
                </c:pt>
                <c:pt idx="194">
                  <c:v>46023</c:v>
                </c:pt>
                <c:pt idx="195">
                  <c:v>46024</c:v>
                </c:pt>
                <c:pt idx="196">
                  <c:v>46025</c:v>
                </c:pt>
                <c:pt idx="197">
                  <c:v>46026</c:v>
                </c:pt>
                <c:pt idx="198">
                  <c:v>46027</c:v>
                </c:pt>
                <c:pt idx="199">
                  <c:v>46028</c:v>
                </c:pt>
                <c:pt idx="200">
                  <c:v>46029</c:v>
                </c:pt>
                <c:pt idx="201">
                  <c:v>46030</c:v>
                </c:pt>
                <c:pt idx="202">
                  <c:v>46031</c:v>
                </c:pt>
                <c:pt idx="203">
                  <c:v>46032</c:v>
                </c:pt>
                <c:pt idx="204">
                  <c:v>46033</c:v>
                </c:pt>
                <c:pt idx="205">
                  <c:v>46034</c:v>
                </c:pt>
                <c:pt idx="206">
                  <c:v>46035</c:v>
                </c:pt>
                <c:pt idx="207">
                  <c:v>46036</c:v>
                </c:pt>
                <c:pt idx="208">
                  <c:v>46037</c:v>
                </c:pt>
                <c:pt idx="209">
                  <c:v>46038</c:v>
                </c:pt>
                <c:pt idx="210">
                  <c:v>46039</c:v>
                </c:pt>
                <c:pt idx="211">
                  <c:v>46040</c:v>
                </c:pt>
                <c:pt idx="212">
                  <c:v>46041</c:v>
                </c:pt>
                <c:pt idx="213">
                  <c:v>46042</c:v>
                </c:pt>
                <c:pt idx="214">
                  <c:v>46043</c:v>
                </c:pt>
                <c:pt idx="215">
                  <c:v>46044</c:v>
                </c:pt>
                <c:pt idx="216">
                  <c:v>46045</c:v>
                </c:pt>
                <c:pt idx="217">
                  <c:v>46046</c:v>
                </c:pt>
                <c:pt idx="218">
                  <c:v>46047</c:v>
                </c:pt>
                <c:pt idx="219">
                  <c:v>46048</c:v>
                </c:pt>
                <c:pt idx="220">
                  <c:v>46049</c:v>
                </c:pt>
                <c:pt idx="221">
                  <c:v>46050</c:v>
                </c:pt>
                <c:pt idx="222">
                  <c:v>46051</c:v>
                </c:pt>
                <c:pt idx="223">
                  <c:v>46052</c:v>
                </c:pt>
                <c:pt idx="224">
                  <c:v>46053</c:v>
                </c:pt>
                <c:pt idx="225">
                  <c:v>46054</c:v>
                </c:pt>
                <c:pt idx="226">
                  <c:v>46055</c:v>
                </c:pt>
                <c:pt idx="227">
                  <c:v>46056</c:v>
                </c:pt>
                <c:pt idx="228">
                  <c:v>46057</c:v>
                </c:pt>
                <c:pt idx="229">
                  <c:v>46058</c:v>
                </c:pt>
                <c:pt idx="230">
                  <c:v>46059</c:v>
                </c:pt>
                <c:pt idx="231">
                  <c:v>46060</c:v>
                </c:pt>
                <c:pt idx="232">
                  <c:v>46061</c:v>
                </c:pt>
                <c:pt idx="233">
                  <c:v>46062</c:v>
                </c:pt>
                <c:pt idx="234">
                  <c:v>46063</c:v>
                </c:pt>
                <c:pt idx="235">
                  <c:v>46064</c:v>
                </c:pt>
                <c:pt idx="236">
                  <c:v>46065</c:v>
                </c:pt>
                <c:pt idx="237">
                  <c:v>46066</c:v>
                </c:pt>
                <c:pt idx="238">
                  <c:v>46067</c:v>
                </c:pt>
                <c:pt idx="239">
                  <c:v>46068</c:v>
                </c:pt>
                <c:pt idx="240">
                  <c:v>46069</c:v>
                </c:pt>
                <c:pt idx="241">
                  <c:v>46070</c:v>
                </c:pt>
                <c:pt idx="242">
                  <c:v>46071</c:v>
                </c:pt>
                <c:pt idx="243">
                  <c:v>46072</c:v>
                </c:pt>
                <c:pt idx="244">
                  <c:v>46073</c:v>
                </c:pt>
                <c:pt idx="245">
                  <c:v>46074</c:v>
                </c:pt>
                <c:pt idx="246">
                  <c:v>46075</c:v>
                </c:pt>
                <c:pt idx="247">
                  <c:v>46076</c:v>
                </c:pt>
                <c:pt idx="248">
                  <c:v>46077</c:v>
                </c:pt>
                <c:pt idx="249">
                  <c:v>46078</c:v>
                </c:pt>
                <c:pt idx="250">
                  <c:v>46079</c:v>
                </c:pt>
                <c:pt idx="251">
                  <c:v>46080</c:v>
                </c:pt>
                <c:pt idx="252">
                  <c:v>46081</c:v>
                </c:pt>
                <c:pt idx="253">
                  <c:v>46082</c:v>
                </c:pt>
                <c:pt idx="254">
                  <c:v>46083</c:v>
                </c:pt>
                <c:pt idx="255">
                  <c:v>46084</c:v>
                </c:pt>
                <c:pt idx="256">
                  <c:v>46085</c:v>
                </c:pt>
                <c:pt idx="257">
                  <c:v>46086</c:v>
                </c:pt>
                <c:pt idx="258">
                  <c:v>46087</c:v>
                </c:pt>
                <c:pt idx="259">
                  <c:v>46088</c:v>
                </c:pt>
                <c:pt idx="260">
                  <c:v>46089</c:v>
                </c:pt>
                <c:pt idx="261">
                  <c:v>46090</c:v>
                </c:pt>
                <c:pt idx="262">
                  <c:v>46091</c:v>
                </c:pt>
                <c:pt idx="263">
                  <c:v>46092</c:v>
                </c:pt>
                <c:pt idx="264">
                  <c:v>46093</c:v>
                </c:pt>
                <c:pt idx="265">
                  <c:v>46094</c:v>
                </c:pt>
                <c:pt idx="266">
                  <c:v>46095</c:v>
                </c:pt>
                <c:pt idx="267">
                  <c:v>46096</c:v>
                </c:pt>
                <c:pt idx="268">
                  <c:v>46097</c:v>
                </c:pt>
                <c:pt idx="269">
                  <c:v>46098</c:v>
                </c:pt>
                <c:pt idx="270">
                  <c:v>46099</c:v>
                </c:pt>
                <c:pt idx="271">
                  <c:v>46100</c:v>
                </c:pt>
                <c:pt idx="272">
                  <c:v>46101</c:v>
                </c:pt>
                <c:pt idx="273">
                  <c:v>46102</c:v>
                </c:pt>
                <c:pt idx="274">
                  <c:v>46103</c:v>
                </c:pt>
                <c:pt idx="275">
                  <c:v>46104</c:v>
                </c:pt>
                <c:pt idx="276">
                  <c:v>46105</c:v>
                </c:pt>
                <c:pt idx="277">
                  <c:v>46106</c:v>
                </c:pt>
                <c:pt idx="278">
                  <c:v>46107</c:v>
                </c:pt>
                <c:pt idx="279">
                  <c:v>46108</c:v>
                </c:pt>
                <c:pt idx="280">
                  <c:v>46109</c:v>
                </c:pt>
                <c:pt idx="281">
                  <c:v>46110</c:v>
                </c:pt>
                <c:pt idx="282">
                  <c:v>46111</c:v>
                </c:pt>
                <c:pt idx="283">
                  <c:v>46112</c:v>
                </c:pt>
                <c:pt idx="284">
                  <c:v>46113</c:v>
                </c:pt>
                <c:pt idx="285">
                  <c:v>46114</c:v>
                </c:pt>
                <c:pt idx="286">
                  <c:v>46115</c:v>
                </c:pt>
                <c:pt idx="287">
                  <c:v>46116</c:v>
                </c:pt>
                <c:pt idx="288">
                  <c:v>46117</c:v>
                </c:pt>
                <c:pt idx="289">
                  <c:v>46118</c:v>
                </c:pt>
                <c:pt idx="290">
                  <c:v>46119</c:v>
                </c:pt>
                <c:pt idx="291">
                  <c:v>46120</c:v>
                </c:pt>
                <c:pt idx="292">
                  <c:v>46121</c:v>
                </c:pt>
                <c:pt idx="293">
                  <c:v>46122</c:v>
                </c:pt>
                <c:pt idx="294">
                  <c:v>46123</c:v>
                </c:pt>
                <c:pt idx="295">
                  <c:v>46124</c:v>
                </c:pt>
                <c:pt idx="296">
                  <c:v>46125</c:v>
                </c:pt>
                <c:pt idx="297">
                  <c:v>46126</c:v>
                </c:pt>
                <c:pt idx="298">
                  <c:v>46127</c:v>
                </c:pt>
                <c:pt idx="299">
                  <c:v>46128</c:v>
                </c:pt>
                <c:pt idx="300">
                  <c:v>46129</c:v>
                </c:pt>
                <c:pt idx="301">
                  <c:v>46130</c:v>
                </c:pt>
                <c:pt idx="302">
                  <c:v>46131</c:v>
                </c:pt>
                <c:pt idx="303">
                  <c:v>46132</c:v>
                </c:pt>
                <c:pt idx="304">
                  <c:v>46133</c:v>
                </c:pt>
                <c:pt idx="305">
                  <c:v>46134</c:v>
                </c:pt>
                <c:pt idx="306">
                  <c:v>46135</c:v>
                </c:pt>
                <c:pt idx="307">
                  <c:v>46136</c:v>
                </c:pt>
                <c:pt idx="308">
                  <c:v>46137</c:v>
                </c:pt>
                <c:pt idx="309">
                  <c:v>46138</c:v>
                </c:pt>
                <c:pt idx="310">
                  <c:v>46139</c:v>
                </c:pt>
                <c:pt idx="311">
                  <c:v>46140</c:v>
                </c:pt>
                <c:pt idx="312">
                  <c:v>46141</c:v>
                </c:pt>
                <c:pt idx="313">
                  <c:v>46142</c:v>
                </c:pt>
                <c:pt idx="314">
                  <c:v>46143</c:v>
                </c:pt>
                <c:pt idx="315">
                  <c:v>46144</c:v>
                </c:pt>
                <c:pt idx="316">
                  <c:v>46145</c:v>
                </c:pt>
                <c:pt idx="317">
                  <c:v>46146</c:v>
                </c:pt>
                <c:pt idx="318">
                  <c:v>46147</c:v>
                </c:pt>
                <c:pt idx="319">
                  <c:v>46148</c:v>
                </c:pt>
                <c:pt idx="320">
                  <c:v>46149</c:v>
                </c:pt>
                <c:pt idx="321">
                  <c:v>46150</c:v>
                </c:pt>
                <c:pt idx="322">
                  <c:v>46151</c:v>
                </c:pt>
                <c:pt idx="323">
                  <c:v>46152</c:v>
                </c:pt>
                <c:pt idx="324">
                  <c:v>46153</c:v>
                </c:pt>
                <c:pt idx="325">
                  <c:v>46154</c:v>
                </c:pt>
                <c:pt idx="326">
                  <c:v>46155</c:v>
                </c:pt>
                <c:pt idx="327">
                  <c:v>46156</c:v>
                </c:pt>
                <c:pt idx="328">
                  <c:v>46157</c:v>
                </c:pt>
                <c:pt idx="329">
                  <c:v>46158</c:v>
                </c:pt>
                <c:pt idx="330">
                  <c:v>46159</c:v>
                </c:pt>
                <c:pt idx="331">
                  <c:v>46160</c:v>
                </c:pt>
                <c:pt idx="332">
                  <c:v>46161</c:v>
                </c:pt>
                <c:pt idx="333">
                  <c:v>46162</c:v>
                </c:pt>
                <c:pt idx="334">
                  <c:v>46163</c:v>
                </c:pt>
                <c:pt idx="335">
                  <c:v>46164</c:v>
                </c:pt>
                <c:pt idx="336">
                  <c:v>46165</c:v>
                </c:pt>
                <c:pt idx="337">
                  <c:v>46166</c:v>
                </c:pt>
                <c:pt idx="338">
                  <c:v>46167</c:v>
                </c:pt>
                <c:pt idx="339">
                  <c:v>46168</c:v>
                </c:pt>
                <c:pt idx="340">
                  <c:v>46169</c:v>
                </c:pt>
                <c:pt idx="341">
                  <c:v>46170</c:v>
                </c:pt>
                <c:pt idx="342">
                  <c:v>46171</c:v>
                </c:pt>
                <c:pt idx="343">
                  <c:v>46172</c:v>
                </c:pt>
                <c:pt idx="344">
                  <c:v>46173</c:v>
                </c:pt>
                <c:pt idx="345">
                  <c:v>46174</c:v>
                </c:pt>
                <c:pt idx="346">
                  <c:v>46175</c:v>
                </c:pt>
                <c:pt idx="347">
                  <c:v>46176</c:v>
                </c:pt>
                <c:pt idx="348">
                  <c:v>46177</c:v>
                </c:pt>
                <c:pt idx="349">
                  <c:v>46178</c:v>
                </c:pt>
                <c:pt idx="350">
                  <c:v>46179</c:v>
                </c:pt>
                <c:pt idx="351">
                  <c:v>46180</c:v>
                </c:pt>
                <c:pt idx="352">
                  <c:v>46181</c:v>
                </c:pt>
                <c:pt idx="353">
                  <c:v>46182</c:v>
                </c:pt>
                <c:pt idx="354">
                  <c:v>46183</c:v>
                </c:pt>
                <c:pt idx="355">
                  <c:v>46184</c:v>
                </c:pt>
                <c:pt idx="356">
                  <c:v>46185</c:v>
                </c:pt>
                <c:pt idx="357">
                  <c:v>46186</c:v>
                </c:pt>
                <c:pt idx="358">
                  <c:v>46187</c:v>
                </c:pt>
                <c:pt idx="359">
                  <c:v>46188</c:v>
                </c:pt>
                <c:pt idx="360">
                  <c:v>46189</c:v>
                </c:pt>
                <c:pt idx="361">
                  <c:v>46190</c:v>
                </c:pt>
                <c:pt idx="362">
                  <c:v>46191</c:v>
                </c:pt>
                <c:pt idx="363">
                  <c:v>46192</c:v>
                </c:pt>
                <c:pt idx="364">
                  <c:v>46193</c:v>
                </c:pt>
              </c:numCache>
            </c:numRef>
          </c:cat>
          <c:val>
            <c:numRef>
              <c:f>'3G Data'!$C$2:$C$366</c:f>
              <c:numCache>
                <c:formatCode>General</c:formatCode>
                <c:ptCount val="365"/>
                <c:pt idx="0">
                  <c:v>94.880628000000002</c:v>
                </c:pt>
                <c:pt idx="1">
                  <c:v>103.513499</c:v>
                </c:pt>
                <c:pt idx="2">
                  <c:v>117.42396100000001</c:v>
                </c:pt>
                <c:pt idx="3">
                  <c:v>119.61521399999999</c:v>
                </c:pt>
                <c:pt idx="4">
                  <c:v>118.298265</c:v>
                </c:pt>
                <c:pt idx="5">
                  <c:v>114.872134</c:v>
                </c:pt>
                <c:pt idx="6">
                  <c:v>110.158377</c:v>
                </c:pt>
                <c:pt idx="7">
                  <c:v>112.924378</c:v>
                </c:pt>
                <c:pt idx="8">
                  <c:v>126.924297</c:v>
                </c:pt>
                <c:pt idx="9">
                  <c:v>124.68262</c:v>
                </c:pt>
                <c:pt idx="10">
                  <c:v>117.48008</c:v>
                </c:pt>
                <c:pt idx="11">
                  <c:v>114.46762200000001</c:v>
                </c:pt>
                <c:pt idx="12">
                  <c:v>106.036106</c:v>
                </c:pt>
                <c:pt idx="13">
                  <c:v>113.653633</c:v>
                </c:pt>
                <c:pt idx="14">
                  <c:v>124.311323</c:v>
                </c:pt>
                <c:pt idx="15">
                  <c:v>120.114625</c:v>
                </c:pt>
                <c:pt idx="16">
                  <c:v>108.26050499999999</c:v>
                </c:pt>
                <c:pt idx="17">
                  <c:v>127.13485799999999</c:v>
                </c:pt>
                <c:pt idx="18">
                  <c:v>119.224339</c:v>
                </c:pt>
                <c:pt idx="19">
                  <c:v>118.030934</c:v>
                </c:pt>
                <c:pt idx="20">
                  <c:v>109.00662699999999</c:v>
                </c:pt>
                <c:pt idx="21">
                  <c:v>103.141671</c:v>
                </c:pt>
                <c:pt idx="22">
                  <c:v>110.16268599999999</c:v>
                </c:pt>
                <c:pt idx="23">
                  <c:v>102.59569</c:v>
                </c:pt>
                <c:pt idx="24">
                  <c:v>107.312628</c:v>
                </c:pt>
                <c:pt idx="25">
                  <c:v>106.442466</c:v>
                </c:pt>
                <c:pt idx="26">
                  <c:v>104.26673599999999</c:v>
                </c:pt>
                <c:pt idx="27">
                  <c:v>118.649353</c:v>
                </c:pt>
                <c:pt idx="28">
                  <c:v>113.249004</c:v>
                </c:pt>
                <c:pt idx="29">
                  <c:v>127.290656</c:v>
                </c:pt>
                <c:pt idx="30">
                  <c:v>118.130668</c:v>
                </c:pt>
                <c:pt idx="31">
                  <c:v>122.638274</c:v>
                </c:pt>
                <c:pt idx="32">
                  <c:v>118.358101</c:v>
                </c:pt>
                <c:pt idx="33">
                  <c:v>116.44219099999999</c:v>
                </c:pt>
                <c:pt idx="34">
                  <c:v>113.250922</c:v>
                </c:pt>
                <c:pt idx="35">
                  <c:v>119.54141199999999</c:v>
                </c:pt>
                <c:pt idx="36">
                  <c:v>120.19427</c:v>
                </c:pt>
                <c:pt idx="37">
                  <c:v>111.54793600000001</c:v>
                </c:pt>
                <c:pt idx="38">
                  <c:v>113.028273</c:v>
                </c:pt>
                <c:pt idx="39">
                  <c:v>118.316266</c:v>
                </c:pt>
                <c:pt idx="40">
                  <c:v>115.038162</c:v>
                </c:pt>
                <c:pt idx="41">
                  <c:v>139.24037100000001</c:v>
                </c:pt>
                <c:pt idx="42">
                  <c:v>120.94868700000001</c:v>
                </c:pt>
                <c:pt idx="43">
                  <c:v>128.71660199999999</c:v>
                </c:pt>
                <c:pt idx="44">
                  <c:v>134.119193</c:v>
                </c:pt>
                <c:pt idx="45">
                  <c:v>114.711327</c:v>
                </c:pt>
                <c:pt idx="46">
                  <c:v>112.20227300000001</c:v>
                </c:pt>
                <c:pt idx="47">
                  <c:v>112.096541</c:v>
                </c:pt>
                <c:pt idx="48">
                  <c:v>117.41387899999999</c:v>
                </c:pt>
                <c:pt idx="49">
                  <c:v>117.235547</c:v>
                </c:pt>
                <c:pt idx="50">
                  <c:v>123.58360999999999</c:v>
                </c:pt>
                <c:pt idx="51">
                  <c:v>134.98917700000001</c:v>
                </c:pt>
                <c:pt idx="52">
                  <c:v>113.516531</c:v>
                </c:pt>
                <c:pt idx="53">
                  <c:v>120.93867899999999</c:v>
                </c:pt>
                <c:pt idx="54">
                  <c:v>123.799122</c:v>
                </c:pt>
                <c:pt idx="55">
                  <c:v>112.820865</c:v>
                </c:pt>
                <c:pt idx="56">
                  <c:v>114.99312500000001</c:v>
                </c:pt>
                <c:pt idx="57">
                  <c:v>122.594441</c:v>
                </c:pt>
                <c:pt idx="58">
                  <c:v>112.134941</c:v>
                </c:pt>
                <c:pt idx="59">
                  <c:v>111.597691</c:v>
                </c:pt>
                <c:pt idx="60">
                  <c:v>105.71126599999999</c:v>
                </c:pt>
                <c:pt idx="61">
                  <c:v>116.07925299999999</c:v>
                </c:pt>
                <c:pt idx="62">
                  <c:v>120.06659999999999</c:v>
                </c:pt>
                <c:pt idx="63">
                  <c:v>121.822079</c:v>
                </c:pt>
                <c:pt idx="64">
                  <c:v>118.397481</c:v>
                </c:pt>
                <c:pt idx="65">
                  <c:v>113.54215000000001</c:v>
                </c:pt>
                <c:pt idx="66">
                  <c:v>106.346377</c:v>
                </c:pt>
                <c:pt idx="67">
                  <c:v>124.104893</c:v>
                </c:pt>
                <c:pt idx="68">
                  <c:v>111.872309</c:v>
                </c:pt>
                <c:pt idx="69">
                  <c:v>131.18882500000001</c:v>
                </c:pt>
                <c:pt idx="70">
                  <c:v>125.69298499999999</c:v>
                </c:pt>
                <c:pt idx="71">
                  <c:v>116.638727</c:v>
                </c:pt>
                <c:pt idx="72">
                  <c:v>112.747207</c:v>
                </c:pt>
                <c:pt idx="73">
                  <c:v>104.814587</c:v>
                </c:pt>
                <c:pt idx="74">
                  <c:v>117.36090900000001</c:v>
                </c:pt>
                <c:pt idx="75">
                  <c:v>117.145882</c:v>
                </c:pt>
                <c:pt idx="76">
                  <c:v>122.92277300000001</c:v>
                </c:pt>
                <c:pt idx="77">
                  <c:v>118.03197900000001</c:v>
                </c:pt>
                <c:pt idx="78">
                  <c:v>104.035369</c:v>
                </c:pt>
                <c:pt idx="79">
                  <c:v>106.482125</c:v>
                </c:pt>
                <c:pt idx="80">
                  <c:v>120.008117</c:v>
                </c:pt>
                <c:pt idx="81">
                  <c:v>123.073189</c:v>
                </c:pt>
                <c:pt idx="82">
                  <c:v>127.192797</c:v>
                </c:pt>
                <c:pt idx="83">
                  <c:v>124.57117599999999</c:v>
                </c:pt>
                <c:pt idx="84">
                  <c:v>131.427573</c:v>
                </c:pt>
                <c:pt idx="85">
                  <c:v>124.600335</c:v>
                </c:pt>
                <c:pt idx="86">
                  <c:v>103.54065</c:v>
                </c:pt>
                <c:pt idx="87">
                  <c:v>114.71259999999999</c:v>
                </c:pt>
                <c:pt idx="88">
                  <c:v>112.001963</c:v>
                </c:pt>
                <c:pt idx="89">
                  <c:v>120.31297000000001</c:v>
                </c:pt>
                <c:pt idx="90">
                  <c:v>119.50424099999999</c:v>
                </c:pt>
                <c:pt idx="91">
                  <c:v>123.989986</c:v>
                </c:pt>
                <c:pt idx="92">
                  <c:v>114.095789</c:v>
                </c:pt>
                <c:pt idx="93">
                  <c:v>117.41827499999999</c:v>
                </c:pt>
                <c:pt idx="94">
                  <c:v>129.74818500000001</c:v>
                </c:pt>
                <c:pt idx="95">
                  <c:v>110.499892</c:v>
                </c:pt>
                <c:pt idx="96">
                  <c:v>110.86054</c:v>
                </c:pt>
                <c:pt idx="97">
                  <c:v>113.882268</c:v>
                </c:pt>
                <c:pt idx="98">
                  <c:v>104.02075499999999</c:v>
                </c:pt>
                <c:pt idx="99">
                  <c:v>120.734498</c:v>
                </c:pt>
                <c:pt idx="100">
                  <c:v>107.006688</c:v>
                </c:pt>
                <c:pt idx="101">
                  <c:v>97.172978999999998</c:v>
                </c:pt>
                <c:pt idx="102">
                  <c:v>102.78657800000001</c:v>
                </c:pt>
                <c:pt idx="103">
                  <c:v>107.887455</c:v>
                </c:pt>
                <c:pt idx="104">
                  <c:v>108.700975</c:v>
                </c:pt>
                <c:pt idx="105">
                  <c:v>107.483341</c:v>
                </c:pt>
                <c:pt idx="106">
                  <c:v>103.533253</c:v>
                </c:pt>
                <c:pt idx="107">
                  <c:v>124.147522</c:v>
                </c:pt>
                <c:pt idx="108">
                  <c:v>112.181065</c:v>
                </c:pt>
                <c:pt idx="109">
                  <c:v>102.910572</c:v>
                </c:pt>
                <c:pt idx="110">
                  <c:v>108.780001</c:v>
                </c:pt>
                <c:pt idx="111">
                  <c:v>118.617718</c:v>
                </c:pt>
                <c:pt idx="112">
                  <c:v>122.187245</c:v>
                </c:pt>
                <c:pt idx="113">
                  <c:v>117.72495600000001</c:v>
                </c:pt>
                <c:pt idx="114">
                  <c:v>116.051216</c:v>
                </c:pt>
                <c:pt idx="115">
                  <c:v>120.663158</c:v>
                </c:pt>
                <c:pt idx="116">
                  <c:v>111.238091</c:v>
                </c:pt>
                <c:pt idx="117">
                  <c:v>103.863867</c:v>
                </c:pt>
                <c:pt idx="118">
                  <c:v>112.344246</c:v>
                </c:pt>
                <c:pt idx="119">
                  <c:v>123.09218</c:v>
                </c:pt>
                <c:pt idx="120">
                  <c:v>133.304224</c:v>
                </c:pt>
                <c:pt idx="121">
                  <c:v>137.910968</c:v>
                </c:pt>
                <c:pt idx="122">
                  <c:v>139.979108</c:v>
                </c:pt>
                <c:pt idx="123">
                  <c:v>122.327943</c:v>
                </c:pt>
                <c:pt idx="124">
                  <c:v>115.44137000000001</c:v>
                </c:pt>
                <c:pt idx="125">
                  <c:v>131.86403799999999</c:v>
                </c:pt>
                <c:pt idx="126">
                  <c:v>123.623537</c:v>
                </c:pt>
                <c:pt idx="127">
                  <c:v>53.462792</c:v>
                </c:pt>
                <c:pt idx="128">
                  <c:v>140.11500899999999</c:v>
                </c:pt>
                <c:pt idx="129">
                  <c:v>110.242482</c:v>
                </c:pt>
                <c:pt idx="130">
                  <c:v>121.60026499999999</c:v>
                </c:pt>
                <c:pt idx="131">
                  <c:v>104.690935</c:v>
                </c:pt>
                <c:pt idx="132">
                  <c:v>116.5864</c:v>
                </c:pt>
                <c:pt idx="133">
                  <c:v>109.255449</c:v>
                </c:pt>
                <c:pt idx="134">
                  <c:v>118.834012</c:v>
                </c:pt>
                <c:pt idx="135">
                  <c:v>96.473473999999996</c:v>
                </c:pt>
                <c:pt idx="136">
                  <c:v>109.38508400000001</c:v>
                </c:pt>
                <c:pt idx="137">
                  <c:v>121.241272</c:v>
                </c:pt>
                <c:pt idx="139">
                  <c:v>139.13197500000001</c:v>
                </c:pt>
                <c:pt idx="140">
                  <c:v>114.535696</c:v>
                </c:pt>
                <c:pt idx="141">
                  <c:v>108.083467</c:v>
                </c:pt>
                <c:pt idx="142">
                  <c:v>96.595811999999995</c:v>
                </c:pt>
                <c:pt idx="143">
                  <c:v>102.787437</c:v>
                </c:pt>
                <c:pt idx="144">
                  <c:v>113.602368</c:v>
                </c:pt>
                <c:pt idx="145">
                  <c:v>118.96612</c:v>
                </c:pt>
                <c:pt idx="146">
                  <c:v>106.631985</c:v>
                </c:pt>
                <c:pt idx="147">
                  <c:v>112.007758</c:v>
                </c:pt>
                <c:pt idx="148">
                  <c:v>125.383724</c:v>
                </c:pt>
                <c:pt idx="149">
                  <c:v>128.84308300000001</c:v>
                </c:pt>
                <c:pt idx="150">
                  <c:v>119.671306</c:v>
                </c:pt>
                <c:pt idx="151">
                  <c:v>125.21501000000001</c:v>
                </c:pt>
                <c:pt idx="152">
                  <c:v>110.95134400000001</c:v>
                </c:pt>
                <c:pt idx="153">
                  <c:v>128.55689799999999</c:v>
                </c:pt>
                <c:pt idx="154">
                  <c:v>132.10446400000001</c:v>
                </c:pt>
                <c:pt idx="155">
                  <c:v>119.598039</c:v>
                </c:pt>
                <c:pt idx="156">
                  <c:v>136.11395200000001</c:v>
                </c:pt>
                <c:pt idx="157">
                  <c:v>136.48653100000001</c:v>
                </c:pt>
                <c:pt idx="158">
                  <c:v>126.897487</c:v>
                </c:pt>
                <c:pt idx="159">
                  <c:v>126.229146</c:v>
                </c:pt>
                <c:pt idx="160">
                  <c:v>91.492396999999997</c:v>
                </c:pt>
                <c:pt idx="161">
                  <c:v>100.648411</c:v>
                </c:pt>
                <c:pt idx="162">
                  <c:v>144.92013700000001</c:v>
                </c:pt>
                <c:pt idx="163">
                  <c:v>152.56859900000001</c:v>
                </c:pt>
                <c:pt idx="164">
                  <c:v>141.04125500000001</c:v>
                </c:pt>
                <c:pt idx="165">
                  <c:v>141.80015900000001</c:v>
                </c:pt>
                <c:pt idx="166">
                  <c:v>128.64236600000001</c:v>
                </c:pt>
                <c:pt idx="167">
                  <c:v>141.45907</c:v>
                </c:pt>
                <c:pt idx="168">
                  <c:v>131.96114600000001</c:v>
                </c:pt>
                <c:pt idx="169">
                  <c:v>153.81345400000001</c:v>
                </c:pt>
                <c:pt idx="170">
                  <c:v>136.10419200000001</c:v>
                </c:pt>
                <c:pt idx="171">
                  <c:v>130.645117</c:v>
                </c:pt>
                <c:pt idx="172">
                  <c:v>155.16188600000001</c:v>
                </c:pt>
                <c:pt idx="173">
                  <c:v>145.914962</c:v>
                </c:pt>
                <c:pt idx="174">
                  <c:v>149.48605499999999</c:v>
                </c:pt>
                <c:pt idx="175">
                  <c:v>138.121298</c:v>
                </c:pt>
                <c:pt idx="176">
                  <c:v>148.504783</c:v>
                </c:pt>
                <c:pt idx="177">
                  <c:v>137.76196200000001</c:v>
                </c:pt>
                <c:pt idx="178">
                  <c:v>122.375252</c:v>
                </c:pt>
                <c:pt idx="179">
                  <c:v>136.8997</c:v>
                </c:pt>
                <c:pt idx="180">
                  <c:v>139.13151199999999</c:v>
                </c:pt>
                <c:pt idx="181">
                  <c:v>110.477542</c:v>
                </c:pt>
                <c:pt idx="182">
                  <c:v>121.618188</c:v>
                </c:pt>
                <c:pt idx="183">
                  <c:v>126.870957</c:v>
                </c:pt>
                <c:pt idx="184">
                  <c:v>116.71907299999999</c:v>
                </c:pt>
                <c:pt idx="185">
                  <c:v>122.31319499999999</c:v>
                </c:pt>
                <c:pt idx="186">
                  <c:v>127.700356</c:v>
                </c:pt>
                <c:pt idx="187">
                  <c:v>117.62755</c:v>
                </c:pt>
                <c:pt idx="188">
                  <c:v>115.089062</c:v>
                </c:pt>
                <c:pt idx="189">
                  <c:v>121.775375</c:v>
                </c:pt>
                <c:pt idx="190">
                  <c:v>104.842883</c:v>
                </c:pt>
                <c:pt idx="191">
                  <c:v>112.53311100000001</c:v>
                </c:pt>
                <c:pt idx="192">
                  <c:v>106.290622</c:v>
                </c:pt>
                <c:pt idx="193">
                  <c:v>110.617074</c:v>
                </c:pt>
                <c:pt idx="194">
                  <c:v>109.83443200000001</c:v>
                </c:pt>
                <c:pt idx="195">
                  <c:v>114.908652</c:v>
                </c:pt>
                <c:pt idx="196">
                  <c:v>116.01333099999999</c:v>
                </c:pt>
                <c:pt idx="197">
                  <c:v>106.606129</c:v>
                </c:pt>
                <c:pt idx="198">
                  <c:v>107.431854</c:v>
                </c:pt>
                <c:pt idx="199">
                  <c:v>115.977896</c:v>
                </c:pt>
                <c:pt idx="200">
                  <c:v>101.386698</c:v>
                </c:pt>
                <c:pt idx="201">
                  <c:v>114.54088299999999</c:v>
                </c:pt>
                <c:pt idx="202">
                  <c:v>123.96469999999999</c:v>
                </c:pt>
                <c:pt idx="203">
                  <c:v>159.885952</c:v>
                </c:pt>
                <c:pt idx="204">
                  <c:v>132.62655599999999</c:v>
                </c:pt>
                <c:pt idx="205">
                  <c:v>114.573457</c:v>
                </c:pt>
                <c:pt idx="206">
                  <c:v>111.17773699999999</c:v>
                </c:pt>
                <c:pt idx="207">
                  <c:v>116.42184899999999</c:v>
                </c:pt>
                <c:pt idx="208">
                  <c:v>137.933053</c:v>
                </c:pt>
                <c:pt idx="209">
                  <c:v>95.104420000000005</c:v>
                </c:pt>
                <c:pt idx="210">
                  <c:v>86.933055999999993</c:v>
                </c:pt>
                <c:pt idx="211">
                  <c:v>87.339614999999995</c:v>
                </c:pt>
                <c:pt idx="212">
                  <c:v>65.918790999999999</c:v>
                </c:pt>
                <c:pt idx="213">
                  <c:v>56.111556</c:v>
                </c:pt>
                <c:pt idx="214">
                  <c:v>51.273324000000002</c:v>
                </c:pt>
                <c:pt idx="215">
                  <c:v>57.990524000000001</c:v>
                </c:pt>
                <c:pt idx="216">
                  <c:v>56.654761000000001</c:v>
                </c:pt>
                <c:pt idx="217">
                  <c:v>56.923819999999999</c:v>
                </c:pt>
                <c:pt idx="218">
                  <c:v>53.046221000000003</c:v>
                </c:pt>
                <c:pt idx="219">
                  <c:v>53.572130999999999</c:v>
                </c:pt>
                <c:pt idx="220">
                  <c:v>49.524921999999997</c:v>
                </c:pt>
                <c:pt idx="221">
                  <c:v>51.328898000000002</c:v>
                </c:pt>
                <c:pt idx="222">
                  <c:v>61.271273000000001</c:v>
                </c:pt>
                <c:pt idx="223">
                  <c:v>66.464978000000002</c:v>
                </c:pt>
                <c:pt idx="224">
                  <c:v>71.090699000000001</c:v>
                </c:pt>
                <c:pt idx="225">
                  <c:v>72.948402000000002</c:v>
                </c:pt>
                <c:pt idx="226">
                  <c:v>57.002560000000003</c:v>
                </c:pt>
                <c:pt idx="227">
                  <c:v>56.404753999999997</c:v>
                </c:pt>
                <c:pt idx="228">
                  <c:v>54.272922000000001</c:v>
                </c:pt>
                <c:pt idx="229">
                  <c:v>63.205770000000001</c:v>
                </c:pt>
                <c:pt idx="230">
                  <c:v>72.236897999999997</c:v>
                </c:pt>
                <c:pt idx="231">
                  <c:v>63.091009</c:v>
                </c:pt>
                <c:pt idx="232">
                  <c:v>64.595646000000002</c:v>
                </c:pt>
                <c:pt idx="233">
                  <c:v>55.676288999999997</c:v>
                </c:pt>
                <c:pt idx="234">
                  <c:v>46.550719999999998</c:v>
                </c:pt>
                <c:pt idx="235">
                  <c:v>52.310049999999997</c:v>
                </c:pt>
                <c:pt idx="236">
                  <c:v>51.258747</c:v>
                </c:pt>
                <c:pt idx="237">
                  <c:v>62.217356000000002</c:v>
                </c:pt>
                <c:pt idx="238">
                  <c:v>52.657670000000003</c:v>
                </c:pt>
                <c:pt idx="239">
                  <c:v>53.936191000000001</c:v>
                </c:pt>
                <c:pt idx="240">
                  <c:v>54.486637999999999</c:v>
                </c:pt>
                <c:pt idx="241">
                  <c:v>64.201419000000001</c:v>
                </c:pt>
                <c:pt idx="242">
                  <c:v>55.322225000000003</c:v>
                </c:pt>
                <c:pt idx="243">
                  <c:v>58.188594000000002</c:v>
                </c:pt>
                <c:pt idx="244">
                  <c:v>63.881379000000003</c:v>
                </c:pt>
                <c:pt idx="245">
                  <c:v>65.180088999999995</c:v>
                </c:pt>
                <c:pt idx="246">
                  <c:v>63.243526000000003</c:v>
                </c:pt>
                <c:pt idx="247">
                  <c:v>61.512269000000003</c:v>
                </c:pt>
                <c:pt idx="248">
                  <c:v>55.820447000000001</c:v>
                </c:pt>
                <c:pt idx="249">
                  <c:v>52.348830999999997</c:v>
                </c:pt>
                <c:pt idx="250">
                  <c:v>55.649307999999998</c:v>
                </c:pt>
                <c:pt idx="251">
                  <c:v>60.994188999999999</c:v>
                </c:pt>
                <c:pt idx="252">
                  <c:v>57.300747999999999</c:v>
                </c:pt>
                <c:pt idx="253">
                  <c:v>58.358719999999998</c:v>
                </c:pt>
                <c:pt idx="254">
                  <c:v>60.296536000000003</c:v>
                </c:pt>
                <c:pt idx="255">
                  <c:v>55.965727999999999</c:v>
                </c:pt>
                <c:pt idx="256">
                  <c:v>56.679037999999998</c:v>
                </c:pt>
                <c:pt idx="257">
                  <c:v>67.666200000000003</c:v>
                </c:pt>
                <c:pt idx="258">
                  <c:v>52.696596</c:v>
                </c:pt>
                <c:pt idx="259">
                  <c:v>60.447811999999999</c:v>
                </c:pt>
                <c:pt idx="260">
                  <c:v>60.155391000000002</c:v>
                </c:pt>
                <c:pt idx="261">
                  <c:v>47.025899000000003</c:v>
                </c:pt>
                <c:pt idx="262">
                  <c:v>56.046723</c:v>
                </c:pt>
                <c:pt idx="263">
                  <c:v>66.102378999999999</c:v>
                </c:pt>
                <c:pt idx="264">
                  <c:v>52.860658000000001</c:v>
                </c:pt>
                <c:pt idx="265">
                  <c:v>56.634247999999999</c:v>
                </c:pt>
                <c:pt idx="266">
                  <c:v>60.905560000000001</c:v>
                </c:pt>
                <c:pt idx="267">
                  <c:v>61.287045999999997</c:v>
                </c:pt>
                <c:pt idx="268">
                  <c:v>54.793481</c:v>
                </c:pt>
                <c:pt idx="269">
                  <c:v>60.658732999999998</c:v>
                </c:pt>
                <c:pt idx="270">
                  <c:v>60.156077000000003</c:v>
                </c:pt>
                <c:pt idx="271">
                  <c:v>47.131659999999997</c:v>
                </c:pt>
                <c:pt idx="272">
                  <c:v>49.698833</c:v>
                </c:pt>
                <c:pt idx="273">
                  <c:v>57.987020000000001</c:v>
                </c:pt>
                <c:pt idx="274">
                  <c:v>66.026814999999999</c:v>
                </c:pt>
                <c:pt idx="275">
                  <c:v>56.457076999999998</c:v>
                </c:pt>
                <c:pt idx="276">
                  <c:v>59.416454000000002</c:v>
                </c:pt>
                <c:pt idx="277">
                  <c:v>51.559472999999997</c:v>
                </c:pt>
                <c:pt idx="278">
                  <c:v>54.557389999999998</c:v>
                </c:pt>
                <c:pt idx="279">
                  <c:v>53.719541</c:v>
                </c:pt>
                <c:pt idx="280">
                  <c:v>54.118944999999997</c:v>
                </c:pt>
                <c:pt idx="281">
                  <c:v>57.274766999999997</c:v>
                </c:pt>
                <c:pt idx="282">
                  <c:v>61.093217000000003</c:v>
                </c:pt>
                <c:pt idx="283">
                  <c:v>64.418419</c:v>
                </c:pt>
                <c:pt idx="284">
                  <c:v>59.600386</c:v>
                </c:pt>
                <c:pt idx="285">
                  <c:v>58.072938999999998</c:v>
                </c:pt>
                <c:pt idx="286">
                  <c:v>60.437573</c:v>
                </c:pt>
                <c:pt idx="287">
                  <c:v>56.553739</c:v>
                </c:pt>
                <c:pt idx="288">
                  <c:v>66.806933000000001</c:v>
                </c:pt>
                <c:pt idx="289">
                  <c:v>60.791567000000001</c:v>
                </c:pt>
                <c:pt idx="290">
                  <c:v>60.376528</c:v>
                </c:pt>
                <c:pt idx="291">
                  <c:v>54.447003000000002</c:v>
                </c:pt>
                <c:pt idx="292">
                  <c:v>54.38494</c:v>
                </c:pt>
                <c:pt idx="293">
                  <c:v>59.877426999999997</c:v>
                </c:pt>
                <c:pt idx="294">
                  <c:v>67.117670000000004</c:v>
                </c:pt>
                <c:pt idx="295">
                  <c:v>54.295954000000002</c:v>
                </c:pt>
                <c:pt idx="296">
                  <c:v>63.294195999999999</c:v>
                </c:pt>
                <c:pt idx="297">
                  <c:v>65.251610999999997</c:v>
                </c:pt>
                <c:pt idx="298">
                  <c:v>66.423528000000005</c:v>
                </c:pt>
                <c:pt idx="299">
                  <c:v>60.048532000000002</c:v>
                </c:pt>
                <c:pt idx="300">
                  <c:v>66.629543999999996</c:v>
                </c:pt>
                <c:pt idx="301">
                  <c:v>58.232244999999999</c:v>
                </c:pt>
                <c:pt idx="302">
                  <c:v>68.069911000000005</c:v>
                </c:pt>
                <c:pt idx="303">
                  <c:v>61.838939000000003</c:v>
                </c:pt>
                <c:pt idx="304">
                  <c:v>59.689469000000003</c:v>
                </c:pt>
                <c:pt idx="305">
                  <c:v>60.311681</c:v>
                </c:pt>
                <c:pt idx="306">
                  <c:v>65.100656000000001</c:v>
                </c:pt>
                <c:pt idx="307">
                  <c:v>59.601618000000002</c:v>
                </c:pt>
                <c:pt idx="308">
                  <c:v>62.040064999999998</c:v>
                </c:pt>
                <c:pt idx="309">
                  <c:v>61.695611</c:v>
                </c:pt>
                <c:pt idx="310">
                  <c:v>64.493195</c:v>
                </c:pt>
                <c:pt idx="311">
                  <c:v>50.131855999999999</c:v>
                </c:pt>
                <c:pt idx="312">
                  <c:v>59.358483999999997</c:v>
                </c:pt>
                <c:pt idx="313">
                  <c:v>59.685513999999998</c:v>
                </c:pt>
                <c:pt idx="314">
                  <c:v>71.097019000000003</c:v>
                </c:pt>
                <c:pt idx="315">
                  <c:v>56.964604999999999</c:v>
                </c:pt>
                <c:pt idx="316">
                  <c:v>61.817538999999996</c:v>
                </c:pt>
                <c:pt idx="317">
                  <c:v>63.421044999999999</c:v>
                </c:pt>
                <c:pt idx="318">
                  <c:v>56.464711000000001</c:v>
                </c:pt>
                <c:pt idx="319">
                  <c:v>73.744910000000004</c:v>
                </c:pt>
                <c:pt idx="320">
                  <c:v>65.931273000000004</c:v>
                </c:pt>
                <c:pt idx="321">
                  <c:v>65.489125000000001</c:v>
                </c:pt>
                <c:pt idx="322">
                  <c:v>70.13937</c:v>
                </c:pt>
                <c:pt idx="323">
                  <c:v>64.302407000000002</c:v>
                </c:pt>
                <c:pt idx="324">
                  <c:v>71.845177000000007</c:v>
                </c:pt>
                <c:pt idx="325">
                  <c:v>67.726845999999995</c:v>
                </c:pt>
                <c:pt idx="326">
                  <c:v>63.411436999999999</c:v>
                </c:pt>
                <c:pt idx="327">
                  <c:v>72.796321000000006</c:v>
                </c:pt>
                <c:pt idx="328">
                  <c:v>68.486714000000006</c:v>
                </c:pt>
                <c:pt idx="329">
                  <c:v>66.253945999999999</c:v>
                </c:pt>
                <c:pt idx="330">
                  <c:v>64.684298999999996</c:v>
                </c:pt>
                <c:pt idx="331">
                  <c:v>66.409475</c:v>
                </c:pt>
                <c:pt idx="332">
                  <c:v>60.498308999999999</c:v>
                </c:pt>
                <c:pt idx="333">
                  <c:v>62.319451999999998</c:v>
                </c:pt>
                <c:pt idx="334">
                  <c:v>62.509476999999997</c:v>
                </c:pt>
                <c:pt idx="335">
                  <c:v>71.023651000000001</c:v>
                </c:pt>
                <c:pt idx="336">
                  <c:v>67.458348999999998</c:v>
                </c:pt>
                <c:pt idx="337">
                  <c:v>68.637366</c:v>
                </c:pt>
                <c:pt idx="338">
                  <c:v>63.914710999999997</c:v>
                </c:pt>
                <c:pt idx="339">
                  <c:v>53.714126</c:v>
                </c:pt>
                <c:pt idx="340">
                  <c:v>61.921680000000002</c:v>
                </c:pt>
                <c:pt idx="341">
                  <c:v>64.984819000000002</c:v>
                </c:pt>
                <c:pt idx="342">
                  <c:v>60.202264</c:v>
                </c:pt>
                <c:pt idx="343">
                  <c:v>52.509312000000001</c:v>
                </c:pt>
                <c:pt idx="344">
                  <c:v>61.534756999999999</c:v>
                </c:pt>
                <c:pt idx="345">
                  <c:v>57.542484999999999</c:v>
                </c:pt>
                <c:pt idx="346">
                  <c:v>55.869998000000002</c:v>
                </c:pt>
                <c:pt idx="347">
                  <c:v>59.889648000000001</c:v>
                </c:pt>
                <c:pt idx="348">
                  <c:v>57.249702999999997</c:v>
                </c:pt>
                <c:pt idx="349">
                  <c:v>65.332451000000006</c:v>
                </c:pt>
                <c:pt idx="350">
                  <c:v>68.754705999999999</c:v>
                </c:pt>
                <c:pt idx="351">
                  <c:v>66.150295999999997</c:v>
                </c:pt>
                <c:pt idx="352">
                  <c:v>57.611854000000001</c:v>
                </c:pt>
                <c:pt idx="353">
                  <c:v>65.698677000000004</c:v>
                </c:pt>
                <c:pt idx="354">
                  <c:v>59.261149000000003</c:v>
                </c:pt>
                <c:pt idx="355">
                  <c:v>58.066034000000002</c:v>
                </c:pt>
                <c:pt idx="356">
                  <c:v>63.916935000000002</c:v>
                </c:pt>
                <c:pt idx="357">
                  <c:v>57.544746000000004</c:v>
                </c:pt>
                <c:pt idx="358">
                  <c:v>54.852252</c:v>
                </c:pt>
                <c:pt idx="359">
                  <c:v>62.433700000000002</c:v>
                </c:pt>
                <c:pt idx="360">
                  <c:v>57.453288000000001</c:v>
                </c:pt>
                <c:pt idx="361">
                  <c:v>52.034126999999998</c:v>
                </c:pt>
                <c:pt idx="362">
                  <c:v>54.588608000000001</c:v>
                </c:pt>
                <c:pt idx="363">
                  <c:v>66.987801000000005</c:v>
                </c:pt>
                <c:pt idx="364">
                  <c:v>62.831007999999997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FA5F-4BBE-94A3-81A36868AD19}"/>
            </c:ext>
          </c:extLst>
        </c:ser>
        <c:ser>
          <c:idx val="2"/>
          <c:order val="2"/>
          <c:tx>
            <c:strRef>
              <c:f>'3G Data'!$D$1</c:f>
              <c:strCache>
                <c:ptCount val="1"/>
                <c:pt idx="0">
                  <c:v>Mannar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cat>
            <c:numRef>
              <c:f>'3G Data'!$A$2:$A$366</c:f>
              <c:numCache>
                <c:formatCode>m/d/yyyy</c:formatCode>
                <c:ptCount val="365"/>
                <c:pt idx="0">
                  <c:v>45829</c:v>
                </c:pt>
                <c:pt idx="1">
                  <c:v>45830</c:v>
                </c:pt>
                <c:pt idx="2">
                  <c:v>45831</c:v>
                </c:pt>
                <c:pt idx="3">
                  <c:v>45832</c:v>
                </c:pt>
                <c:pt idx="4">
                  <c:v>45833</c:v>
                </c:pt>
                <c:pt idx="5">
                  <c:v>45834</c:v>
                </c:pt>
                <c:pt idx="6">
                  <c:v>45835</c:v>
                </c:pt>
                <c:pt idx="7">
                  <c:v>45836</c:v>
                </c:pt>
                <c:pt idx="8">
                  <c:v>45837</c:v>
                </c:pt>
                <c:pt idx="9">
                  <c:v>45838</c:v>
                </c:pt>
                <c:pt idx="10">
                  <c:v>45839</c:v>
                </c:pt>
                <c:pt idx="11">
                  <c:v>45840</c:v>
                </c:pt>
                <c:pt idx="12">
                  <c:v>45841</c:v>
                </c:pt>
                <c:pt idx="13">
                  <c:v>45842</c:v>
                </c:pt>
                <c:pt idx="14">
                  <c:v>45843</c:v>
                </c:pt>
                <c:pt idx="15">
                  <c:v>45844</c:v>
                </c:pt>
                <c:pt idx="16">
                  <c:v>45845</c:v>
                </c:pt>
                <c:pt idx="17">
                  <c:v>45846</c:v>
                </c:pt>
                <c:pt idx="18">
                  <c:v>45847</c:v>
                </c:pt>
                <c:pt idx="19">
                  <c:v>45848</c:v>
                </c:pt>
                <c:pt idx="20">
                  <c:v>45849</c:v>
                </c:pt>
                <c:pt idx="21">
                  <c:v>45850</c:v>
                </c:pt>
                <c:pt idx="22">
                  <c:v>45851</c:v>
                </c:pt>
                <c:pt idx="23">
                  <c:v>45852</c:v>
                </c:pt>
                <c:pt idx="24">
                  <c:v>45853</c:v>
                </c:pt>
                <c:pt idx="25">
                  <c:v>45854</c:v>
                </c:pt>
                <c:pt idx="26">
                  <c:v>45855</c:v>
                </c:pt>
                <c:pt idx="27">
                  <c:v>45856</c:v>
                </c:pt>
                <c:pt idx="28">
                  <c:v>45857</c:v>
                </c:pt>
                <c:pt idx="29">
                  <c:v>45858</c:v>
                </c:pt>
                <c:pt idx="30">
                  <c:v>45859</c:v>
                </c:pt>
                <c:pt idx="31">
                  <c:v>45860</c:v>
                </c:pt>
                <c:pt idx="32">
                  <c:v>45861</c:v>
                </c:pt>
                <c:pt idx="33">
                  <c:v>45862</c:v>
                </c:pt>
                <c:pt idx="34">
                  <c:v>45863</c:v>
                </c:pt>
                <c:pt idx="35">
                  <c:v>45864</c:v>
                </c:pt>
                <c:pt idx="36">
                  <c:v>45865</c:v>
                </c:pt>
                <c:pt idx="37">
                  <c:v>45866</c:v>
                </c:pt>
                <c:pt idx="38">
                  <c:v>45867</c:v>
                </c:pt>
                <c:pt idx="39">
                  <c:v>45868</c:v>
                </c:pt>
                <c:pt idx="40">
                  <c:v>45869</c:v>
                </c:pt>
                <c:pt idx="41">
                  <c:v>45870</c:v>
                </c:pt>
                <c:pt idx="42">
                  <c:v>45871</c:v>
                </c:pt>
                <c:pt idx="43">
                  <c:v>45872</c:v>
                </c:pt>
                <c:pt idx="44">
                  <c:v>45873</c:v>
                </c:pt>
                <c:pt idx="45">
                  <c:v>45874</c:v>
                </c:pt>
                <c:pt idx="46">
                  <c:v>45875</c:v>
                </c:pt>
                <c:pt idx="47">
                  <c:v>45876</c:v>
                </c:pt>
                <c:pt idx="48">
                  <c:v>45877</c:v>
                </c:pt>
                <c:pt idx="49">
                  <c:v>45878</c:v>
                </c:pt>
                <c:pt idx="50">
                  <c:v>45879</c:v>
                </c:pt>
                <c:pt idx="51">
                  <c:v>45880</c:v>
                </c:pt>
                <c:pt idx="52">
                  <c:v>45881</c:v>
                </c:pt>
                <c:pt idx="53">
                  <c:v>45882</c:v>
                </c:pt>
                <c:pt idx="54">
                  <c:v>45883</c:v>
                </c:pt>
                <c:pt idx="55">
                  <c:v>45884</c:v>
                </c:pt>
                <c:pt idx="56">
                  <c:v>45885</c:v>
                </c:pt>
                <c:pt idx="57">
                  <c:v>45886</c:v>
                </c:pt>
                <c:pt idx="58">
                  <c:v>45887</c:v>
                </c:pt>
                <c:pt idx="59">
                  <c:v>45888</c:v>
                </c:pt>
                <c:pt idx="60">
                  <c:v>45889</c:v>
                </c:pt>
                <c:pt idx="61">
                  <c:v>45890</c:v>
                </c:pt>
                <c:pt idx="62">
                  <c:v>45891</c:v>
                </c:pt>
                <c:pt idx="63">
                  <c:v>45892</c:v>
                </c:pt>
                <c:pt idx="64">
                  <c:v>45893</c:v>
                </c:pt>
                <c:pt idx="65">
                  <c:v>45894</c:v>
                </c:pt>
                <c:pt idx="66">
                  <c:v>45895</c:v>
                </c:pt>
                <c:pt idx="67">
                  <c:v>45896</c:v>
                </c:pt>
                <c:pt idx="68">
                  <c:v>45897</c:v>
                </c:pt>
                <c:pt idx="69">
                  <c:v>45898</c:v>
                </c:pt>
                <c:pt idx="70">
                  <c:v>45899</c:v>
                </c:pt>
                <c:pt idx="71">
                  <c:v>45900</c:v>
                </c:pt>
                <c:pt idx="72">
                  <c:v>45901</c:v>
                </c:pt>
                <c:pt idx="73">
                  <c:v>45902</c:v>
                </c:pt>
                <c:pt idx="74">
                  <c:v>45903</c:v>
                </c:pt>
                <c:pt idx="75">
                  <c:v>45904</c:v>
                </c:pt>
                <c:pt idx="76">
                  <c:v>45905</c:v>
                </c:pt>
                <c:pt idx="77">
                  <c:v>45906</c:v>
                </c:pt>
                <c:pt idx="78">
                  <c:v>45907</c:v>
                </c:pt>
                <c:pt idx="79">
                  <c:v>45908</c:v>
                </c:pt>
                <c:pt idx="80">
                  <c:v>45909</c:v>
                </c:pt>
                <c:pt idx="81">
                  <c:v>45910</c:v>
                </c:pt>
                <c:pt idx="82">
                  <c:v>45911</c:v>
                </c:pt>
                <c:pt idx="83">
                  <c:v>45912</c:v>
                </c:pt>
                <c:pt idx="84">
                  <c:v>45913</c:v>
                </c:pt>
                <c:pt idx="85">
                  <c:v>45914</c:v>
                </c:pt>
                <c:pt idx="86">
                  <c:v>45915</c:v>
                </c:pt>
                <c:pt idx="87">
                  <c:v>45916</c:v>
                </c:pt>
                <c:pt idx="88">
                  <c:v>45917</c:v>
                </c:pt>
                <c:pt idx="89">
                  <c:v>45918</c:v>
                </c:pt>
                <c:pt idx="90">
                  <c:v>45919</c:v>
                </c:pt>
                <c:pt idx="91">
                  <c:v>45920</c:v>
                </c:pt>
                <c:pt idx="92">
                  <c:v>45921</c:v>
                </c:pt>
                <c:pt idx="93">
                  <c:v>45922</c:v>
                </c:pt>
                <c:pt idx="94">
                  <c:v>45923</c:v>
                </c:pt>
                <c:pt idx="95">
                  <c:v>45924</c:v>
                </c:pt>
                <c:pt idx="96">
                  <c:v>45925</c:v>
                </c:pt>
                <c:pt idx="97">
                  <c:v>45926</c:v>
                </c:pt>
                <c:pt idx="98">
                  <c:v>45927</c:v>
                </c:pt>
                <c:pt idx="99">
                  <c:v>45928</c:v>
                </c:pt>
                <c:pt idx="100">
                  <c:v>45929</c:v>
                </c:pt>
                <c:pt idx="101">
                  <c:v>45930</c:v>
                </c:pt>
                <c:pt idx="102">
                  <c:v>45931</c:v>
                </c:pt>
                <c:pt idx="103">
                  <c:v>45932</c:v>
                </c:pt>
                <c:pt idx="104">
                  <c:v>45933</c:v>
                </c:pt>
                <c:pt idx="105">
                  <c:v>45934</c:v>
                </c:pt>
                <c:pt idx="106">
                  <c:v>45935</c:v>
                </c:pt>
                <c:pt idx="107">
                  <c:v>45936</c:v>
                </c:pt>
                <c:pt idx="108">
                  <c:v>45937</c:v>
                </c:pt>
                <c:pt idx="109">
                  <c:v>45938</c:v>
                </c:pt>
                <c:pt idx="110">
                  <c:v>45939</c:v>
                </c:pt>
                <c:pt idx="111">
                  <c:v>45940</c:v>
                </c:pt>
                <c:pt idx="112">
                  <c:v>45941</c:v>
                </c:pt>
                <c:pt idx="113">
                  <c:v>45942</c:v>
                </c:pt>
                <c:pt idx="114">
                  <c:v>45943</c:v>
                </c:pt>
                <c:pt idx="115">
                  <c:v>45944</c:v>
                </c:pt>
                <c:pt idx="116">
                  <c:v>45945</c:v>
                </c:pt>
                <c:pt idx="117">
                  <c:v>45946</c:v>
                </c:pt>
                <c:pt idx="118">
                  <c:v>45947</c:v>
                </c:pt>
                <c:pt idx="119">
                  <c:v>45948</c:v>
                </c:pt>
                <c:pt idx="120">
                  <c:v>45949</c:v>
                </c:pt>
                <c:pt idx="121">
                  <c:v>45950</c:v>
                </c:pt>
                <c:pt idx="122">
                  <c:v>45951</c:v>
                </c:pt>
                <c:pt idx="123">
                  <c:v>45952</c:v>
                </c:pt>
                <c:pt idx="124">
                  <c:v>45953</c:v>
                </c:pt>
                <c:pt idx="125">
                  <c:v>45954</c:v>
                </c:pt>
                <c:pt idx="126">
                  <c:v>45955</c:v>
                </c:pt>
                <c:pt idx="127">
                  <c:v>45956</c:v>
                </c:pt>
                <c:pt idx="128">
                  <c:v>45957</c:v>
                </c:pt>
                <c:pt idx="129">
                  <c:v>45958</c:v>
                </c:pt>
                <c:pt idx="130">
                  <c:v>45959</c:v>
                </c:pt>
                <c:pt idx="131">
                  <c:v>45960</c:v>
                </c:pt>
                <c:pt idx="132">
                  <c:v>45961</c:v>
                </c:pt>
                <c:pt idx="133">
                  <c:v>45962</c:v>
                </c:pt>
                <c:pt idx="134">
                  <c:v>45963</c:v>
                </c:pt>
                <c:pt idx="135">
                  <c:v>45964</c:v>
                </c:pt>
                <c:pt idx="136">
                  <c:v>45965</c:v>
                </c:pt>
                <c:pt idx="137">
                  <c:v>45966</c:v>
                </c:pt>
                <c:pt idx="138">
                  <c:v>45967</c:v>
                </c:pt>
                <c:pt idx="139">
                  <c:v>45968</c:v>
                </c:pt>
                <c:pt idx="140">
                  <c:v>45969</c:v>
                </c:pt>
                <c:pt idx="141">
                  <c:v>45970</c:v>
                </c:pt>
                <c:pt idx="142">
                  <c:v>45971</c:v>
                </c:pt>
                <c:pt idx="143">
                  <c:v>45972</c:v>
                </c:pt>
                <c:pt idx="144">
                  <c:v>45973</c:v>
                </c:pt>
                <c:pt idx="145">
                  <c:v>45974</c:v>
                </c:pt>
                <c:pt idx="146">
                  <c:v>45975</c:v>
                </c:pt>
                <c:pt idx="147">
                  <c:v>45976</c:v>
                </c:pt>
                <c:pt idx="148">
                  <c:v>45977</c:v>
                </c:pt>
                <c:pt idx="149">
                  <c:v>45978</c:v>
                </c:pt>
                <c:pt idx="150">
                  <c:v>45979</c:v>
                </c:pt>
                <c:pt idx="151">
                  <c:v>45980</c:v>
                </c:pt>
                <c:pt idx="152">
                  <c:v>45981</c:v>
                </c:pt>
                <c:pt idx="153">
                  <c:v>45982</c:v>
                </c:pt>
                <c:pt idx="154">
                  <c:v>45983</c:v>
                </c:pt>
                <c:pt idx="155">
                  <c:v>45984</c:v>
                </c:pt>
                <c:pt idx="156">
                  <c:v>45985</c:v>
                </c:pt>
                <c:pt idx="157">
                  <c:v>45986</c:v>
                </c:pt>
                <c:pt idx="158">
                  <c:v>45987</c:v>
                </c:pt>
                <c:pt idx="159">
                  <c:v>45988</c:v>
                </c:pt>
                <c:pt idx="160">
                  <c:v>45989</c:v>
                </c:pt>
                <c:pt idx="161">
                  <c:v>45990</c:v>
                </c:pt>
                <c:pt idx="162">
                  <c:v>45991</c:v>
                </c:pt>
                <c:pt idx="163">
                  <c:v>45992</c:v>
                </c:pt>
                <c:pt idx="164">
                  <c:v>45993</c:v>
                </c:pt>
                <c:pt idx="165">
                  <c:v>45994</c:v>
                </c:pt>
                <c:pt idx="166">
                  <c:v>45995</c:v>
                </c:pt>
                <c:pt idx="167">
                  <c:v>45996</c:v>
                </c:pt>
                <c:pt idx="168">
                  <c:v>45997</c:v>
                </c:pt>
                <c:pt idx="169">
                  <c:v>45998</c:v>
                </c:pt>
                <c:pt idx="170">
                  <c:v>45999</c:v>
                </c:pt>
                <c:pt idx="171">
                  <c:v>46000</c:v>
                </c:pt>
                <c:pt idx="172">
                  <c:v>46001</c:v>
                </c:pt>
                <c:pt idx="173">
                  <c:v>46002</c:v>
                </c:pt>
                <c:pt idx="174">
                  <c:v>46003</c:v>
                </c:pt>
                <c:pt idx="175">
                  <c:v>46004</c:v>
                </c:pt>
                <c:pt idx="176">
                  <c:v>46005</c:v>
                </c:pt>
                <c:pt idx="177">
                  <c:v>46006</c:v>
                </c:pt>
                <c:pt idx="178">
                  <c:v>46007</c:v>
                </c:pt>
                <c:pt idx="179">
                  <c:v>46008</c:v>
                </c:pt>
                <c:pt idx="180">
                  <c:v>46009</c:v>
                </c:pt>
                <c:pt idx="181">
                  <c:v>46010</c:v>
                </c:pt>
                <c:pt idx="182">
                  <c:v>46011</c:v>
                </c:pt>
                <c:pt idx="183">
                  <c:v>46012</c:v>
                </c:pt>
                <c:pt idx="184">
                  <c:v>46013</c:v>
                </c:pt>
                <c:pt idx="185">
                  <c:v>46014</c:v>
                </c:pt>
                <c:pt idx="186">
                  <c:v>46015</c:v>
                </c:pt>
                <c:pt idx="187">
                  <c:v>46016</c:v>
                </c:pt>
                <c:pt idx="188">
                  <c:v>46017</c:v>
                </c:pt>
                <c:pt idx="189">
                  <c:v>46018</c:v>
                </c:pt>
                <c:pt idx="190">
                  <c:v>46019</c:v>
                </c:pt>
                <c:pt idx="191">
                  <c:v>46020</c:v>
                </c:pt>
                <c:pt idx="192">
                  <c:v>46021</c:v>
                </c:pt>
                <c:pt idx="193">
                  <c:v>46022</c:v>
                </c:pt>
                <c:pt idx="194">
                  <c:v>46023</c:v>
                </c:pt>
                <c:pt idx="195">
                  <c:v>46024</c:v>
                </c:pt>
                <c:pt idx="196">
                  <c:v>46025</c:v>
                </c:pt>
                <c:pt idx="197">
                  <c:v>46026</c:v>
                </c:pt>
                <c:pt idx="198">
                  <c:v>46027</c:v>
                </c:pt>
                <c:pt idx="199">
                  <c:v>46028</c:v>
                </c:pt>
                <c:pt idx="200">
                  <c:v>46029</c:v>
                </c:pt>
                <c:pt idx="201">
                  <c:v>46030</c:v>
                </c:pt>
                <c:pt idx="202">
                  <c:v>46031</c:v>
                </c:pt>
                <c:pt idx="203">
                  <c:v>46032</c:v>
                </c:pt>
                <c:pt idx="204">
                  <c:v>46033</c:v>
                </c:pt>
                <c:pt idx="205">
                  <c:v>46034</c:v>
                </c:pt>
                <c:pt idx="206">
                  <c:v>46035</c:v>
                </c:pt>
                <c:pt idx="207">
                  <c:v>46036</c:v>
                </c:pt>
                <c:pt idx="208">
                  <c:v>46037</c:v>
                </c:pt>
                <c:pt idx="209">
                  <c:v>46038</c:v>
                </c:pt>
                <c:pt idx="210">
                  <c:v>46039</c:v>
                </c:pt>
                <c:pt idx="211">
                  <c:v>46040</c:v>
                </c:pt>
                <c:pt idx="212">
                  <c:v>46041</c:v>
                </c:pt>
                <c:pt idx="213">
                  <c:v>46042</c:v>
                </c:pt>
                <c:pt idx="214">
                  <c:v>46043</c:v>
                </c:pt>
                <c:pt idx="215">
                  <c:v>46044</c:v>
                </c:pt>
                <c:pt idx="216">
                  <c:v>46045</c:v>
                </c:pt>
                <c:pt idx="217">
                  <c:v>46046</c:v>
                </c:pt>
                <c:pt idx="218">
                  <c:v>46047</c:v>
                </c:pt>
                <c:pt idx="219">
                  <c:v>46048</c:v>
                </c:pt>
                <c:pt idx="220">
                  <c:v>46049</c:v>
                </c:pt>
                <c:pt idx="221">
                  <c:v>46050</c:v>
                </c:pt>
                <c:pt idx="222">
                  <c:v>46051</c:v>
                </c:pt>
                <c:pt idx="223">
                  <c:v>46052</c:v>
                </c:pt>
                <c:pt idx="224">
                  <c:v>46053</c:v>
                </c:pt>
                <c:pt idx="225">
                  <c:v>46054</c:v>
                </c:pt>
                <c:pt idx="226">
                  <c:v>46055</c:v>
                </c:pt>
                <c:pt idx="227">
                  <c:v>46056</c:v>
                </c:pt>
                <c:pt idx="228">
                  <c:v>46057</c:v>
                </c:pt>
                <c:pt idx="229">
                  <c:v>46058</c:v>
                </c:pt>
                <c:pt idx="230">
                  <c:v>46059</c:v>
                </c:pt>
                <c:pt idx="231">
                  <c:v>46060</c:v>
                </c:pt>
                <c:pt idx="232">
                  <c:v>46061</c:v>
                </c:pt>
                <c:pt idx="233">
                  <c:v>46062</c:v>
                </c:pt>
                <c:pt idx="234">
                  <c:v>46063</c:v>
                </c:pt>
                <c:pt idx="235">
                  <c:v>46064</c:v>
                </c:pt>
                <c:pt idx="236">
                  <c:v>46065</c:v>
                </c:pt>
                <c:pt idx="237">
                  <c:v>46066</c:v>
                </c:pt>
                <c:pt idx="238">
                  <c:v>46067</c:v>
                </c:pt>
                <c:pt idx="239">
                  <c:v>46068</c:v>
                </c:pt>
                <c:pt idx="240">
                  <c:v>46069</c:v>
                </c:pt>
                <c:pt idx="241">
                  <c:v>46070</c:v>
                </c:pt>
                <c:pt idx="242">
                  <c:v>46071</c:v>
                </c:pt>
                <c:pt idx="243">
                  <c:v>46072</c:v>
                </c:pt>
                <c:pt idx="244">
                  <c:v>46073</c:v>
                </c:pt>
                <c:pt idx="245">
                  <c:v>46074</c:v>
                </c:pt>
                <c:pt idx="246">
                  <c:v>46075</c:v>
                </c:pt>
                <c:pt idx="247">
                  <c:v>46076</c:v>
                </c:pt>
                <c:pt idx="248">
                  <c:v>46077</c:v>
                </c:pt>
                <c:pt idx="249">
                  <c:v>46078</c:v>
                </c:pt>
                <c:pt idx="250">
                  <c:v>46079</c:v>
                </c:pt>
                <c:pt idx="251">
                  <c:v>46080</c:v>
                </c:pt>
                <c:pt idx="252">
                  <c:v>46081</c:v>
                </c:pt>
                <c:pt idx="253">
                  <c:v>46082</c:v>
                </c:pt>
                <c:pt idx="254">
                  <c:v>46083</c:v>
                </c:pt>
                <c:pt idx="255">
                  <c:v>46084</c:v>
                </c:pt>
                <c:pt idx="256">
                  <c:v>46085</c:v>
                </c:pt>
                <c:pt idx="257">
                  <c:v>46086</c:v>
                </c:pt>
                <c:pt idx="258">
                  <c:v>46087</c:v>
                </c:pt>
                <c:pt idx="259">
                  <c:v>46088</c:v>
                </c:pt>
                <c:pt idx="260">
                  <c:v>46089</c:v>
                </c:pt>
                <c:pt idx="261">
                  <c:v>46090</c:v>
                </c:pt>
                <c:pt idx="262">
                  <c:v>46091</c:v>
                </c:pt>
                <c:pt idx="263">
                  <c:v>46092</c:v>
                </c:pt>
                <c:pt idx="264">
                  <c:v>46093</c:v>
                </c:pt>
                <c:pt idx="265">
                  <c:v>46094</c:v>
                </c:pt>
                <c:pt idx="266">
                  <c:v>46095</c:v>
                </c:pt>
                <c:pt idx="267">
                  <c:v>46096</c:v>
                </c:pt>
                <c:pt idx="268">
                  <c:v>46097</c:v>
                </c:pt>
                <c:pt idx="269">
                  <c:v>46098</c:v>
                </c:pt>
                <c:pt idx="270">
                  <c:v>46099</c:v>
                </c:pt>
                <c:pt idx="271">
                  <c:v>46100</c:v>
                </c:pt>
                <c:pt idx="272">
                  <c:v>46101</c:v>
                </c:pt>
                <c:pt idx="273">
                  <c:v>46102</c:v>
                </c:pt>
                <c:pt idx="274">
                  <c:v>46103</c:v>
                </c:pt>
                <c:pt idx="275">
                  <c:v>46104</c:v>
                </c:pt>
                <c:pt idx="276">
                  <c:v>46105</c:v>
                </c:pt>
                <c:pt idx="277">
                  <c:v>46106</c:v>
                </c:pt>
                <c:pt idx="278">
                  <c:v>46107</c:v>
                </c:pt>
                <c:pt idx="279">
                  <c:v>46108</c:v>
                </c:pt>
                <c:pt idx="280">
                  <c:v>46109</c:v>
                </c:pt>
                <c:pt idx="281">
                  <c:v>46110</c:v>
                </c:pt>
                <c:pt idx="282">
                  <c:v>46111</c:v>
                </c:pt>
                <c:pt idx="283">
                  <c:v>46112</c:v>
                </c:pt>
                <c:pt idx="284">
                  <c:v>46113</c:v>
                </c:pt>
                <c:pt idx="285">
                  <c:v>46114</c:v>
                </c:pt>
                <c:pt idx="286">
                  <c:v>46115</c:v>
                </c:pt>
                <c:pt idx="287">
                  <c:v>46116</c:v>
                </c:pt>
                <c:pt idx="288">
                  <c:v>46117</c:v>
                </c:pt>
                <c:pt idx="289">
                  <c:v>46118</c:v>
                </c:pt>
                <c:pt idx="290">
                  <c:v>46119</c:v>
                </c:pt>
                <c:pt idx="291">
                  <c:v>46120</c:v>
                </c:pt>
                <c:pt idx="292">
                  <c:v>46121</c:v>
                </c:pt>
                <c:pt idx="293">
                  <c:v>46122</c:v>
                </c:pt>
                <c:pt idx="294">
                  <c:v>46123</c:v>
                </c:pt>
                <c:pt idx="295">
                  <c:v>46124</c:v>
                </c:pt>
                <c:pt idx="296">
                  <c:v>46125</c:v>
                </c:pt>
                <c:pt idx="297">
                  <c:v>46126</c:v>
                </c:pt>
                <c:pt idx="298">
                  <c:v>46127</c:v>
                </c:pt>
                <c:pt idx="299">
                  <c:v>46128</c:v>
                </c:pt>
                <c:pt idx="300">
                  <c:v>46129</c:v>
                </c:pt>
                <c:pt idx="301">
                  <c:v>46130</c:v>
                </c:pt>
                <c:pt idx="302">
                  <c:v>46131</c:v>
                </c:pt>
                <c:pt idx="303">
                  <c:v>46132</c:v>
                </c:pt>
                <c:pt idx="304">
                  <c:v>46133</c:v>
                </c:pt>
                <c:pt idx="305">
                  <c:v>46134</c:v>
                </c:pt>
                <c:pt idx="306">
                  <c:v>46135</c:v>
                </c:pt>
                <c:pt idx="307">
                  <c:v>46136</c:v>
                </c:pt>
                <c:pt idx="308">
                  <c:v>46137</c:v>
                </c:pt>
                <c:pt idx="309">
                  <c:v>46138</c:v>
                </c:pt>
                <c:pt idx="310">
                  <c:v>46139</c:v>
                </c:pt>
                <c:pt idx="311">
                  <c:v>46140</c:v>
                </c:pt>
                <c:pt idx="312">
                  <c:v>46141</c:v>
                </c:pt>
                <c:pt idx="313">
                  <c:v>46142</c:v>
                </c:pt>
                <c:pt idx="314">
                  <c:v>46143</c:v>
                </c:pt>
                <c:pt idx="315">
                  <c:v>46144</c:v>
                </c:pt>
                <c:pt idx="316">
                  <c:v>46145</c:v>
                </c:pt>
                <c:pt idx="317">
                  <c:v>46146</c:v>
                </c:pt>
                <c:pt idx="318">
                  <c:v>46147</c:v>
                </c:pt>
                <c:pt idx="319">
                  <c:v>46148</c:v>
                </c:pt>
                <c:pt idx="320">
                  <c:v>46149</c:v>
                </c:pt>
                <c:pt idx="321">
                  <c:v>46150</c:v>
                </c:pt>
                <c:pt idx="322">
                  <c:v>46151</c:v>
                </c:pt>
                <c:pt idx="323">
                  <c:v>46152</c:v>
                </c:pt>
                <c:pt idx="324">
                  <c:v>46153</c:v>
                </c:pt>
                <c:pt idx="325">
                  <c:v>46154</c:v>
                </c:pt>
                <c:pt idx="326">
                  <c:v>46155</c:v>
                </c:pt>
                <c:pt idx="327">
                  <c:v>46156</c:v>
                </c:pt>
                <c:pt idx="328">
                  <c:v>46157</c:v>
                </c:pt>
                <c:pt idx="329">
                  <c:v>46158</c:v>
                </c:pt>
                <c:pt idx="330">
                  <c:v>46159</c:v>
                </c:pt>
                <c:pt idx="331">
                  <c:v>46160</c:v>
                </c:pt>
                <c:pt idx="332">
                  <c:v>46161</c:v>
                </c:pt>
                <c:pt idx="333">
                  <c:v>46162</c:v>
                </c:pt>
                <c:pt idx="334">
                  <c:v>46163</c:v>
                </c:pt>
                <c:pt idx="335">
                  <c:v>46164</c:v>
                </c:pt>
                <c:pt idx="336">
                  <c:v>46165</c:v>
                </c:pt>
                <c:pt idx="337">
                  <c:v>46166</c:v>
                </c:pt>
                <c:pt idx="338">
                  <c:v>46167</c:v>
                </c:pt>
                <c:pt idx="339">
                  <c:v>46168</c:v>
                </c:pt>
                <c:pt idx="340">
                  <c:v>46169</c:v>
                </c:pt>
                <c:pt idx="341">
                  <c:v>46170</c:v>
                </c:pt>
                <c:pt idx="342">
                  <c:v>46171</c:v>
                </c:pt>
                <c:pt idx="343">
                  <c:v>46172</c:v>
                </c:pt>
                <c:pt idx="344">
                  <c:v>46173</c:v>
                </c:pt>
                <c:pt idx="345">
                  <c:v>46174</c:v>
                </c:pt>
                <c:pt idx="346">
                  <c:v>46175</c:v>
                </c:pt>
                <c:pt idx="347">
                  <c:v>46176</c:v>
                </c:pt>
                <c:pt idx="348">
                  <c:v>46177</c:v>
                </c:pt>
                <c:pt idx="349">
                  <c:v>46178</c:v>
                </c:pt>
                <c:pt idx="350">
                  <c:v>46179</c:v>
                </c:pt>
                <c:pt idx="351">
                  <c:v>46180</c:v>
                </c:pt>
                <c:pt idx="352">
                  <c:v>46181</c:v>
                </c:pt>
                <c:pt idx="353">
                  <c:v>46182</c:v>
                </c:pt>
                <c:pt idx="354">
                  <c:v>46183</c:v>
                </c:pt>
                <c:pt idx="355">
                  <c:v>46184</c:v>
                </c:pt>
                <c:pt idx="356">
                  <c:v>46185</c:v>
                </c:pt>
                <c:pt idx="357">
                  <c:v>46186</c:v>
                </c:pt>
                <c:pt idx="358">
                  <c:v>46187</c:v>
                </c:pt>
                <c:pt idx="359">
                  <c:v>46188</c:v>
                </c:pt>
                <c:pt idx="360">
                  <c:v>46189</c:v>
                </c:pt>
                <c:pt idx="361">
                  <c:v>46190</c:v>
                </c:pt>
                <c:pt idx="362">
                  <c:v>46191</c:v>
                </c:pt>
                <c:pt idx="363">
                  <c:v>46192</c:v>
                </c:pt>
                <c:pt idx="364">
                  <c:v>46193</c:v>
                </c:pt>
              </c:numCache>
            </c:numRef>
          </c:cat>
          <c:val>
            <c:numRef>
              <c:f>'3G Data'!$D$2:$D$366</c:f>
              <c:numCache>
                <c:formatCode>General</c:formatCode>
                <c:ptCount val="365"/>
                <c:pt idx="0">
                  <c:v>115.66248899999999</c:v>
                </c:pt>
                <c:pt idx="1">
                  <c:v>125.162814</c:v>
                </c:pt>
                <c:pt idx="2">
                  <c:v>134.15731700000001</c:v>
                </c:pt>
                <c:pt idx="3">
                  <c:v>127.755583</c:v>
                </c:pt>
                <c:pt idx="4">
                  <c:v>131.35074800000001</c:v>
                </c:pt>
                <c:pt idx="5">
                  <c:v>124.696122</c:v>
                </c:pt>
                <c:pt idx="6">
                  <c:v>126.5202</c:v>
                </c:pt>
                <c:pt idx="7">
                  <c:v>114.714439</c:v>
                </c:pt>
                <c:pt idx="8">
                  <c:v>130.702958</c:v>
                </c:pt>
                <c:pt idx="9">
                  <c:v>121.880898</c:v>
                </c:pt>
                <c:pt idx="10">
                  <c:v>117.063132</c:v>
                </c:pt>
                <c:pt idx="11">
                  <c:v>120.068516</c:v>
                </c:pt>
                <c:pt idx="12">
                  <c:v>101.76311</c:v>
                </c:pt>
                <c:pt idx="13">
                  <c:v>114.427694</c:v>
                </c:pt>
                <c:pt idx="14">
                  <c:v>108.13057999999999</c:v>
                </c:pt>
                <c:pt idx="15">
                  <c:v>109.680922</c:v>
                </c:pt>
                <c:pt idx="16">
                  <c:v>116.138088</c:v>
                </c:pt>
                <c:pt idx="17">
                  <c:v>117.87922</c:v>
                </c:pt>
                <c:pt idx="18">
                  <c:v>122.028684</c:v>
                </c:pt>
                <c:pt idx="19">
                  <c:v>112.843925</c:v>
                </c:pt>
                <c:pt idx="20">
                  <c:v>111.616787</c:v>
                </c:pt>
                <c:pt idx="21">
                  <c:v>116.414084</c:v>
                </c:pt>
                <c:pt idx="22">
                  <c:v>112.901068</c:v>
                </c:pt>
                <c:pt idx="23">
                  <c:v>108.910085</c:v>
                </c:pt>
                <c:pt idx="24">
                  <c:v>105.105323</c:v>
                </c:pt>
                <c:pt idx="25">
                  <c:v>103.56175</c:v>
                </c:pt>
                <c:pt idx="26">
                  <c:v>119.730615</c:v>
                </c:pt>
                <c:pt idx="27">
                  <c:v>138.88830200000001</c:v>
                </c:pt>
                <c:pt idx="28">
                  <c:v>119.880336</c:v>
                </c:pt>
                <c:pt idx="29">
                  <c:v>105.022757</c:v>
                </c:pt>
                <c:pt idx="30">
                  <c:v>98.295207000000005</c:v>
                </c:pt>
                <c:pt idx="31">
                  <c:v>98.860539000000003</c:v>
                </c:pt>
                <c:pt idx="32">
                  <c:v>106.84517</c:v>
                </c:pt>
                <c:pt idx="33">
                  <c:v>107.896427</c:v>
                </c:pt>
                <c:pt idx="34">
                  <c:v>114.410909</c:v>
                </c:pt>
                <c:pt idx="35">
                  <c:v>123.54223500000001</c:v>
                </c:pt>
                <c:pt idx="36">
                  <c:v>118.809062</c:v>
                </c:pt>
                <c:pt idx="37">
                  <c:v>107.784221</c:v>
                </c:pt>
                <c:pt idx="38">
                  <c:v>100.352335</c:v>
                </c:pt>
                <c:pt idx="39">
                  <c:v>108.684088</c:v>
                </c:pt>
                <c:pt idx="40">
                  <c:v>82.276216000000005</c:v>
                </c:pt>
                <c:pt idx="41">
                  <c:v>124.093901</c:v>
                </c:pt>
                <c:pt idx="42">
                  <c:v>115.44167899999999</c:v>
                </c:pt>
                <c:pt idx="43">
                  <c:v>71.225761000000006</c:v>
                </c:pt>
                <c:pt idx="44">
                  <c:v>125.13239</c:v>
                </c:pt>
                <c:pt idx="45">
                  <c:v>107.049971</c:v>
                </c:pt>
                <c:pt idx="46">
                  <c:v>127.022479</c:v>
                </c:pt>
                <c:pt idx="47">
                  <c:v>126.27190400000001</c:v>
                </c:pt>
                <c:pt idx="48">
                  <c:v>111.89145600000001</c:v>
                </c:pt>
                <c:pt idx="49">
                  <c:v>125.248249</c:v>
                </c:pt>
                <c:pt idx="50">
                  <c:v>115.750444</c:v>
                </c:pt>
                <c:pt idx="51">
                  <c:v>112.007493</c:v>
                </c:pt>
                <c:pt idx="52">
                  <c:v>113.03074599999999</c:v>
                </c:pt>
                <c:pt idx="53">
                  <c:v>114.813807</c:v>
                </c:pt>
                <c:pt idx="54">
                  <c:v>105.940443</c:v>
                </c:pt>
                <c:pt idx="55">
                  <c:v>107.042813</c:v>
                </c:pt>
                <c:pt idx="56">
                  <c:v>111.47809100000001</c:v>
                </c:pt>
                <c:pt idx="57">
                  <c:v>110.785827</c:v>
                </c:pt>
                <c:pt idx="58">
                  <c:v>113.648171</c:v>
                </c:pt>
                <c:pt idx="59">
                  <c:v>114.981314</c:v>
                </c:pt>
                <c:pt idx="60">
                  <c:v>94.939308999999994</c:v>
                </c:pt>
                <c:pt idx="61">
                  <c:v>91.789469999999994</c:v>
                </c:pt>
                <c:pt idx="62">
                  <c:v>115.246219</c:v>
                </c:pt>
                <c:pt idx="63">
                  <c:v>116.481973</c:v>
                </c:pt>
                <c:pt idx="64">
                  <c:v>115.260158</c:v>
                </c:pt>
                <c:pt idx="65">
                  <c:v>108.033681</c:v>
                </c:pt>
                <c:pt idx="66">
                  <c:v>118.444754</c:v>
                </c:pt>
                <c:pt idx="67">
                  <c:v>119.440213</c:v>
                </c:pt>
                <c:pt idx="68">
                  <c:v>101.501137</c:v>
                </c:pt>
                <c:pt idx="69">
                  <c:v>104.729112</c:v>
                </c:pt>
                <c:pt idx="70">
                  <c:v>109.493342</c:v>
                </c:pt>
                <c:pt idx="71">
                  <c:v>121.23811600000001</c:v>
                </c:pt>
                <c:pt idx="72">
                  <c:v>114.87070199999999</c:v>
                </c:pt>
                <c:pt idx="73">
                  <c:v>119.579751</c:v>
                </c:pt>
                <c:pt idx="74">
                  <c:v>113.170025</c:v>
                </c:pt>
                <c:pt idx="75">
                  <c:v>103.51057400000001</c:v>
                </c:pt>
                <c:pt idx="76">
                  <c:v>108.195472</c:v>
                </c:pt>
                <c:pt idx="77">
                  <c:v>133.85229200000001</c:v>
                </c:pt>
                <c:pt idx="78">
                  <c:v>116.92221499999999</c:v>
                </c:pt>
                <c:pt idx="79">
                  <c:v>95.524122000000006</c:v>
                </c:pt>
                <c:pt idx="80">
                  <c:v>97.545371000000003</c:v>
                </c:pt>
                <c:pt idx="81">
                  <c:v>104.89421400000001</c:v>
                </c:pt>
                <c:pt idx="82">
                  <c:v>109.009443</c:v>
                </c:pt>
                <c:pt idx="83">
                  <c:v>116.203515</c:v>
                </c:pt>
                <c:pt idx="84">
                  <c:v>130.058583</c:v>
                </c:pt>
                <c:pt idx="85">
                  <c:v>110.463966</c:v>
                </c:pt>
                <c:pt idx="86">
                  <c:v>108.11650899999999</c:v>
                </c:pt>
                <c:pt idx="87">
                  <c:v>107.36733</c:v>
                </c:pt>
                <c:pt idx="88">
                  <c:v>107.632406</c:v>
                </c:pt>
                <c:pt idx="89">
                  <c:v>118.744579</c:v>
                </c:pt>
                <c:pt idx="90">
                  <c:v>124.659705</c:v>
                </c:pt>
                <c:pt idx="91">
                  <c:v>126.994865</c:v>
                </c:pt>
                <c:pt idx="92">
                  <c:v>117.18156399999999</c:v>
                </c:pt>
                <c:pt idx="93">
                  <c:v>107.735409</c:v>
                </c:pt>
                <c:pt idx="94">
                  <c:v>115.547055</c:v>
                </c:pt>
                <c:pt idx="95">
                  <c:v>116.627656</c:v>
                </c:pt>
                <c:pt idx="96">
                  <c:v>107.447823</c:v>
                </c:pt>
                <c:pt idx="97">
                  <c:v>108.42447</c:v>
                </c:pt>
                <c:pt idx="98">
                  <c:v>108.967332</c:v>
                </c:pt>
                <c:pt idx="99">
                  <c:v>130.74446499999999</c:v>
                </c:pt>
                <c:pt idx="100">
                  <c:v>128.75017</c:v>
                </c:pt>
                <c:pt idx="101">
                  <c:v>100.433784</c:v>
                </c:pt>
                <c:pt idx="102">
                  <c:v>105.248328</c:v>
                </c:pt>
                <c:pt idx="103">
                  <c:v>112.87688199999999</c:v>
                </c:pt>
                <c:pt idx="104">
                  <c:v>104.979185</c:v>
                </c:pt>
                <c:pt idx="105">
                  <c:v>105.768839</c:v>
                </c:pt>
                <c:pt idx="106">
                  <c:v>138.42649299999999</c:v>
                </c:pt>
                <c:pt idx="107">
                  <c:v>134.85866100000001</c:v>
                </c:pt>
                <c:pt idx="108">
                  <c:v>119.885666</c:v>
                </c:pt>
                <c:pt idx="109">
                  <c:v>147.42230799999999</c:v>
                </c:pt>
                <c:pt idx="110">
                  <c:v>136.64246700000001</c:v>
                </c:pt>
                <c:pt idx="111">
                  <c:v>113.872033</c:v>
                </c:pt>
                <c:pt idx="112">
                  <c:v>117.440237</c:v>
                </c:pt>
                <c:pt idx="113">
                  <c:v>119.14488299999999</c:v>
                </c:pt>
                <c:pt idx="114">
                  <c:v>114.133073</c:v>
                </c:pt>
                <c:pt idx="115">
                  <c:v>113.733796</c:v>
                </c:pt>
                <c:pt idx="116">
                  <c:v>107.59455800000001</c:v>
                </c:pt>
                <c:pt idx="117">
                  <c:v>123.55151499999999</c:v>
                </c:pt>
                <c:pt idx="118">
                  <c:v>119.854106</c:v>
                </c:pt>
                <c:pt idx="119">
                  <c:v>139.977901</c:v>
                </c:pt>
                <c:pt idx="120">
                  <c:v>131.44233199999999</c:v>
                </c:pt>
                <c:pt idx="121">
                  <c:v>148.76598899999999</c:v>
                </c:pt>
                <c:pt idx="122">
                  <c:v>141.50856300000001</c:v>
                </c:pt>
                <c:pt idx="123">
                  <c:v>121.387591</c:v>
                </c:pt>
                <c:pt idx="124">
                  <c:v>125.42124</c:v>
                </c:pt>
                <c:pt idx="125">
                  <c:v>150.76334199999999</c:v>
                </c:pt>
                <c:pt idx="126">
                  <c:v>132.00351900000001</c:v>
                </c:pt>
                <c:pt idx="127">
                  <c:v>138.681712</c:v>
                </c:pt>
                <c:pt idx="128">
                  <c:v>134.53124199999999</c:v>
                </c:pt>
                <c:pt idx="129">
                  <c:v>128.63708299999999</c:v>
                </c:pt>
                <c:pt idx="130">
                  <c:v>141.536101</c:v>
                </c:pt>
                <c:pt idx="131">
                  <c:v>136.336152</c:v>
                </c:pt>
                <c:pt idx="132">
                  <c:v>132.26284899999999</c:v>
                </c:pt>
                <c:pt idx="133">
                  <c:v>123.348844</c:v>
                </c:pt>
                <c:pt idx="134">
                  <c:v>136.92160000000001</c:v>
                </c:pt>
                <c:pt idx="135">
                  <c:v>122.585264</c:v>
                </c:pt>
                <c:pt idx="136">
                  <c:v>118.354968</c:v>
                </c:pt>
                <c:pt idx="137">
                  <c:v>135.171888</c:v>
                </c:pt>
                <c:pt idx="139">
                  <c:v>142.80487299999999</c:v>
                </c:pt>
                <c:pt idx="140">
                  <c:v>131.82875100000001</c:v>
                </c:pt>
                <c:pt idx="141">
                  <c:v>127.505847</c:v>
                </c:pt>
                <c:pt idx="142">
                  <c:v>174.369901</c:v>
                </c:pt>
                <c:pt idx="143">
                  <c:v>161.64333999999999</c:v>
                </c:pt>
                <c:pt idx="144">
                  <c:v>164.38198299999999</c:v>
                </c:pt>
                <c:pt idx="145">
                  <c:v>164.52684600000001</c:v>
                </c:pt>
                <c:pt idx="146">
                  <c:v>166.56191999999999</c:v>
                </c:pt>
                <c:pt idx="147">
                  <c:v>119.238918</c:v>
                </c:pt>
                <c:pt idx="148">
                  <c:v>142.98538600000001</c:v>
                </c:pt>
                <c:pt idx="149">
                  <c:v>130.96291199999999</c:v>
                </c:pt>
                <c:pt idx="150">
                  <c:v>134.04144400000001</c:v>
                </c:pt>
                <c:pt idx="151">
                  <c:v>128.34132700000001</c:v>
                </c:pt>
                <c:pt idx="152">
                  <c:v>129.36604700000001</c:v>
                </c:pt>
                <c:pt idx="153">
                  <c:v>142.87892299999999</c:v>
                </c:pt>
                <c:pt idx="154">
                  <c:v>127.694632</c:v>
                </c:pt>
                <c:pt idx="155">
                  <c:v>148.65174999999999</c:v>
                </c:pt>
                <c:pt idx="156">
                  <c:v>139.30006599999999</c:v>
                </c:pt>
                <c:pt idx="157">
                  <c:v>133.20021800000001</c:v>
                </c:pt>
                <c:pt idx="158">
                  <c:v>136.56214900000001</c:v>
                </c:pt>
                <c:pt idx="159">
                  <c:v>155.725897</c:v>
                </c:pt>
                <c:pt idx="160">
                  <c:v>125.62314600000001</c:v>
                </c:pt>
                <c:pt idx="161">
                  <c:v>111.887829</c:v>
                </c:pt>
                <c:pt idx="162">
                  <c:v>77.02946</c:v>
                </c:pt>
                <c:pt idx="163">
                  <c:v>37.316724000000001</c:v>
                </c:pt>
                <c:pt idx="164">
                  <c:v>58.065131999999998</c:v>
                </c:pt>
                <c:pt idx="165">
                  <c:v>87.915364999999994</c:v>
                </c:pt>
                <c:pt idx="166">
                  <c:v>94.622691000000003</c:v>
                </c:pt>
                <c:pt idx="167">
                  <c:v>93.578665999999998</c:v>
                </c:pt>
                <c:pt idx="168">
                  <c:v>94.145797999999999</c:v>
                </c:pt>
                <c:pt idx="169">
                  <c:v>91.597825999999998</c:v>
                </c:pt>
                <c:pt idx="170">
                  <c:v>88.616491999999994</c:v>
                </c:pt>
                <c:pt idx="171">
                  <c:v>87.130864000000003</c:v>
                </c:pt>
                <c:pt idx="172">
                  <c:v>107.19662099999999</c:v>
                </c:pt>
                <c:pt idx="173">
                  <c:v>96.321307000000004</c:v>
                </c:pt>
                <c:pt idx="174">
                  <c:v>92.610675999999998</c:v>
                </c:pt>
                <c:pt idx="175">
                  <c:v>96.304872000000003</c:v>
                </c:pt>
                <c:pt idx="176">
                  <c:v>103.914815</c:v>
                </c:pt>
                <c:pt idx="177">
                  <c:v>79.981244000000004</c:v>
                </c:pt>
                <c:pt idx="178">
                  <c:v>64.428032999999999</c:v>
                </c:pt>
                <c:pt idx="179">
                  <c:v>67.228414000000001</c:v>
                </c:pt>
                <c:pt idx="180">
                  <c:v>58.648795</c:v>
                </c:pt>
                <c:pt idx="181">
                  <c:v>70.792952</c:v>
                </c:pt>
                <c:pt idx="182">
                  <c:v>64.581112000000005</c:v>
                </c:pt>
                <c:pt idx="183">
                  <c:v>65.159415999999993</c:v>
                </c:pt>
                <c:pt idx="184">
                  <c:v>63.629823000000002</c:v>
                </c:pt>
                <c:pt idx="185">
                  <c:v>70.072013999999996</c:v>
                </c:pt>
                <c:pt idx="186">
                  <c:v>66.970965000000007</c:v>
                </c:pt>
                <c:pt idx="187">
                  <c:v>76.407685000000001</c:v>
                </c:pt>
                <c:pt idx="188">
                  <c:v>68.841735</c:v>
                </c:pt>
                <c:pt idx="189">
                  <c:v>72.824871999999999</c:v>
                </c:pt>
                <c:pt idx="190">
                  <c:v>69.869138000000007</c:v>
                </c:pt>
                <c:pt idx="191">
                  <c:v>68.217051999999995</c:v>
                </c:pt>
                <c:pt idx="192">
                  <c:v>61.854748999999998</c:v>
                </c:pt>
                <c:pt idx="193">
                  <c:v>63.411467999999999</c:v>
                </c:pt>
                <c:pt idx="194">
                  <c:v>64.331066000000007</c:v>
                </c:pt>
                <c:pt idx="195">
                  <c:v>61.767874999999997</c:v>
                </c:pt>
                <c:pt idx="196">
                  <c:v>63.804048999999999</c:v>
                </c:pt>
                <c:pt idx="197">
                  <c:v>60.828319999999998</c:v>
                </c:pt>
                <c:pt idx="198">
                  <c:v>57.791998999999997</c:v>
                </c:pt>
                <c:pt idx="199">
                  <c:v>62.550455999999997</c:v>
                </c:pt>
                <c:pt idx="200">
                  <c:v>58.298752999999998</c:v>
                </c:pt>
                <c:pt idx="201">
                  <c:v>65.330071000000004</c:v>
                </c:pt>
                <c:pt idx="202">
                  <c:v>55.27881</c:v>
                </c:pt>
                <c:pt idx="203">
                  <c:v>80.341232000000005</c:v>
                </c:pt>
                <c:pt idx="204">
                  <c:v>76.402677999999995</c:v>
                </c:pt>
                <c:pt idx="205">
                  <c:v>67.058643000000004</c:v>
                </c:pt>
                <c:pt idx="206">
                  <c:v>75.935513999999998</c:v>
                </c:pt>
                <c:pt idx="207">
                  <c:v>74.375185000000002</c:v>
                </c:pt>
                <c:pt idx="208">
                  <c:v>72.919938999999999</c:v>
                </c:pt>
                <c:pt idx="209">
                  <c:v>59.932929999999999</c:v>
                </c:pt>
                <c:pt idx="210">
                  <c:v>49.594954999999999</c:v>
                </c:pt>
                <c:pt idx="211">
                  <c:v>53.187773</c:v>
                </c:pt>
                <c:pt idx="212">
                  <c:v>60.858961999999998</c:v>
                </c:pt>
                <c:pt idx="213">
                  <c:v>63.614299000000003</c:v>
                </c:pt>
                <c:pt idx="214">
                  <c:v>63.163294999999998</c:v>
                </c:pt>
                <c:pt idx="215">
                  <c:v>65.753045999999998</c:v>
                </c:pt>
                <c:pt idx="216">
                  <c:v>62.622641999999999</c:v>
                </c:pt>
                <c:pt idx="217">
                  <c:v>68.021647999999999</c:v>
                </c:pt>
                <c:pt idx="218">
                  <c:v>72.373768999999996</c:v>
                </c:pt>
                <c:pt idx="219">
                  <c:v>66.684882000000002</c:v>
                </c:pt>
                <c:pt idx="220">
                  <c:v>61.425367000000001</c:v>
                </c:pt>
                <c:pt idx="221">
                  <c:v>66.302740999999997</c:v>
                </c:pt>
                <c:pt idx="222">
                  <c:v>73.548417000000001</c:v>
                </c:pt>
                <c:pt idx="223">
                  <c:v>69.392892000000003</c:v>
                </c:pt>
                <c:pt idx="224">
                  <c:v>79.254499999999993</c:v>
                </c:pt>
                <c:pt idx="225">
                  <c:v>95.073841999999999</c:v>
                </c:pt>
                <c:pt idx="226">
                  <c:v>67.159685999999994</c:v>
                </c:pt>
                <c:pt idx="227">
                  <c:v>65.841305000000006</c:v>
                </c:pt>
                <c:pt idx="228">
                  <c:v>64.795948999999993</c:v>
                </c:pt>
                <c:pt idx="229">
                  <c:v>60.487434999999998</c:v>
                </c:pt>
                <c:pt idx="230">
                  <c:v>62.736117</c:v>
                </c:pt>
                <c:pt idx="231">
                  <c:v>63.147714999999998</c:v>
                </c:pt>
                <c:pt idx="232">
                  <c:v>66.534964000000002</c:v>
                </c:pt>
                <c:pt idx="233">
                  <c:v>48.723880999999999</c:v>
                </c:pt>
                <c:pt idx="234">
                  <c:v>55.901556999999997</c:v>
                </c:pt>
                <c:pt idx="235">
                  <c:v>57.590515000000003</c:v>
                </c:pt>
                <c:pt idx="236">
                  <c:v>60.626275999999997</c:v>
                </c:pt>
                <c:pt idx="237">
                  <c:v>63.599271000000002</c:v>
                </c:pt>
                <c:pt idx="238">
                  <c:v>69.918104999999997</c:v>
                </c:pt>
                <c:pt idx="239">
                  <c:v>66.381567000000004</c:v>
                </c:pt>
                <c:pt idx="240">
                  <c:v>65.686239</c:v>
                </c:pt>
                <c:pt idx="241">
                  <c:v>65.465834999999998</c:v>
                </c:pt>
                <c:pt idx="242">
                  <c:v>69.368285</c:v>
                </c:pt>
                <c:pt idx="243">
                  <c:v>67.124931000000004</c:v>
                </c:pt>
                <c:pt idx="244">
                  <c:v>59.862630000000003</c:v>
                </c:pt>
                <c:pt idx="245">
                  <c:v>71.107798000000003</c:v>
                </c:pt>
                <c:pt idx="246">
                  <c:v>68.885544999999993</c:v>
                </c:pt>
                <c:pt idx="247">
                  <c:v>59.132021999999999</c:v>
                </c:pt>
                <c:pt idx="248">
                  <c:v>64.497671999999994</c:v>
                </c:pt>
                <c:pt idx="249">
                  <c:v>67.735418999999993</c:v>
                </c:pt>
                <c:pt idx="250">
                  <c:v>67.576803999999996</c:v>
                </c:pt>
                <c:pt idx="251">
                  <c:v>67.029021</c:v>
                </c:pt>
                <c:pt idx="252">
                  <c:v>71.624424000000005</c:v>
                </c:pt>
                <c:pt idx="253">
                  <c:v>67.316744999999997</c:v>
                </c:pt>
                <c:pt idx="254">
                  <c:v>69.766900000000007</c:v>
                </c:pt>
                <c:pt idx="255">
                  <c:v>57.346809</c:v>
                </c:pt>
                <c:pt idx="256">
                  <c:v>66.733947999999998</c:v>
                </c:pt>
                <c:pt idx="257">
                  <c:v>57.818029000000003</c:v>
                </c:pt>
                <c:pt idx="258">
                  <c:v>57.373181000000002</c:v>
                </c:pt>
                <c:pt idx="259">
                  <c:v>59.045248999999998</c:v>
                </c:pt>
                <c:pt idx="260">
                  <c:v>61.376423000000003</c:v>
                </c:pt>
                <c:pt idx="261">
                  <c:v>57.020136999999998</c:v>
                </c:pt>
                <c:pt idx="262">
                  <c:v>61.411242000000001</c:v>
                </c:pt>
                <c:pt idx="263">
                  <c:v>67.621972999999997</c:v>
                </c:pt>
                <c:pt idx="264">
                  <c:v>65.329261000000002</c:v>
                </c:pt>
                <c:pt idx="265">
                  <c:v>61.596449</c:v>
                </c:pt>
                <c:pt idx="266">
                  <c:v>55.640363999999998</c:v>
                </c:pt>
                <c:pt idx="267">
                  <c:v>77.882007999999999</c:v>
                </c:pt>
                <c:pt idx="268">
                  <c:v>68.120976999999996</c:v>
                </c:pt>
                <c:pt idx="269">
                  <c:v>66.296424999999999</c:v>
                </c:pt>
                <c:pt idx="270">
                  <c:v>66.330393999999998</c:v>
                </c:pt>
                <c:pt idx="271">
                  <c:v>68.588284999999999</c:v>
                </c:pt>
                <c:pt idx="272">
                  <c:v>66.565481000000005</c:v>
                </c:pt>
                <c:pt idx="273">
                  <c:v>69.438488000000007</c:v>
                </c:pt>
                <c:pt idx="274">
                  <c:v>71.458881000000005</c:v>
                </c:pt>
                <c:pt idx="275">
                  <c:v>56.723430999999998</c:v>
                </c:pt>
                <c:pt idx="276">
                  <c:v>63.626441999999997</c:v>
                </c:pt>
                <c:pt idx="277">
                  <c:v>64.460417000000007</c:v>
                </c:pt>
                <c:pt idx="278">
                  <c:v>66.839770999999999</c:v>
                </c:pt>
                <c:pt idx="279">
                  <c:v>64.965019999999996</c:v>
                </c:pt>
                <c:pt idx="280">
                  <c:v>66.115904</c:v>
                </c:pt>
                <c:pt idx="281">
                  <c:v>66.494810999999999</c:v>
                </c:pt>
                <c:pt idx="282">
                  <c:v>62.602620000000002</c:v>
                </c:pt>
                <c:pt idx="283">
                  <c:v>59.343710000000002</c:v>
                </c:pt>
                <c:pt idx="284">
                  <c:v>63.129930000000002</c:v>
                </c:pt>
                <c:pt idx="285">
                  <c:v>63.134596000000002</c:v>
                </c:pt>
                <c:pt idx="286">
                  <c:v>62.835160000000002</c:v>
                </c:pt>
                <c:pt idx="287">
                  <c:v>76.226170999999994</c:v>
                </c:pt>
                <c:pt idx="288">
                  <c:v>75.662982999999997</c:v>
                </c:pt>
                <c:pt idx="289">
                  <c:v>64.333054000000004</c:v>
                </c:pt>
                <c:pt idx="290">
                  <c:v>63.280538999999997</c:v>
                </c:pt>
                <c:pt idx="291">
                  <c:v>68.504305000000002</c:v>
                </c:pt>
                <c:pt idx="292">
                  <c:v>66.223172000000005</c:v>
                </c:pt>
                <c:pt idx="293">
                  <c:v>66.714972000000003</c:v>
                </c:pt>
                <c:pt idx="294">
                  <c:v>66.320888999999994</c:v>
                </c:pt>
                <c:pt idx="295">
                  <c:v>67.519831999999994</c:v>
                </c:pt>
                <c:pt idx="296">
                  <c:v>65.905379999999994</c:v>
                </c:pt>
                <c:pt idx="297">
                  <c:v>74.305796000000001</c:v>
                </c:pt>
                <c:pt idx="298">
                  <c:v>65.976073999999997</c:v>
                </c:pt>
                <c:pt idx="299">
                  <c:v>69.271917000000002</c:v>
                </c:pt>
                <c:pt idx="300">
                  <c:v>61.004021999999999</c:v>
                </c:pt>
                <c:pt idx="301">
                  <c:v>64.193229000000002</c:v>
                </c:pt>
                <c:pt idx="302">
                  <c:v>65.386145999999997</c:v>
                </c:pt>
                <c:pt idx="303">
                  <c:v>55.978000999999999</c:v>
                </c:pt>
                <c:pt idx="304">
                  <c:v>63.498914999999997</c:v>
                </c:pt>
                <c:pt idx="305">
                  <c:v>57.005605000000003</c:v>
                </c:pt>
                <c:pt idx="306">
                  <c:v>57.627521000000002</c:v>
                </c:pt>
                <c:pt idx="307">
                  <c:v>60.669922999999997</c:v>
                </c:pt>
                <c:pt idx="308">
                  <c:v>60.980618</c:v>
                </c:pt>
                <c:pt idx="309">
                  <c:v>66.327642999999995</c:v>
                </c:pt>
                <c:pt idx="310">
                  <c:v>54.125458000000002</c:v>
                </c:pt>
                <c:pt idx="311">
                  <c:v>61.541347999999999</c:v>
                </c:pt>
                <c:pt idx="312">
                  <c:v>69.355294999999998</c:v>
                </c:pt>
                <c:pt idx="313">
                  <c:v>68.886258999999995</c:v>
                </c:pt>
                <c:pt idx="314">
                  <c:v>69.369962999999998</c:v>
                </c:pt>
                <c:pt idx="315">
                  <c:v>71.997511000000003</c:v>
                </c:pt>
                <c:pt idx="316">
                  <c:v>76.928613999999996</c:v>
                </c:pt>
                <c:pt idx="317">
                  <c:v>76.036479999999997</c:v>
                </c:pt>
                <c:pt idx="318">
                  <c:v>65.352433000000005</c:v>
                </c:pt>
                <c:pt idx="319">
                  <c:v>67.220113999999995</c:v>
                </c:pt>
                <c:pt idx="320">
                  <c:v>61.616670999999997</c:v>
                </c:pt>
                <c:pt idx="321">
                  <c:v>66.591194000000002</c:v>
                </c:pt>
                <c:pt idx="322">
                  <c:v>74.027524999999997</c:v>
                </c:pt>
                <c:pt idx="323">
                  <c:v>70.455838</c:v>
                </c:pt>
                <c:pt idx="324">
                  <c:v>77.928618999999998</c:v>
                </c:pt>
                <c:pt idx="325">
                  <c:v>65.140000999999998</c:v>
                </c:pt>
                <c:pt idx="326">
                  <c:v>69.293771000000007</c:v>
                </c:pt>
                <c:pt idx="327">
                  <c:v>65.758201</c:v>
                </c:pt>
                <c:pt idx="328">
                  <c:v>74.703391999999994</c:v>
                </c:pt>
                <c:pt idx="329">
                  <c:v>80.989159999999998</c:v>
                </c:pt>
                <c:pt idx="330">
                  <c:v>71.617116999999993</c:v>
                </c:pt>
                <c:pt idx="331">
                  <c:v>62.834671</c:v>
                </c:pt>
                <c:pt idx="332">
                  <c:v>67.762449000000004</c:v>
                </c:pt>
                <c:pt idx="333">
                  <c:v>54.211979999999997</c:v>
                </c:pt>
                <c:pt idx="334">
                  <c:v>59.780444000000003</c:v>
                </c:pt>
                <c:pt idx="335">
                  <c:v>58.196905999999998</c:v>
                </c:pt>
                <c:pt idx="336">
                  <c:v>67.624261000000004</c:v>
                </c:pt>
                <c:pt idx="337">
                  <c:v>74.585605000000001</c:v>
                </c:pt>
                <c:pt idx="338">
                  <c:v>60.077852999999998</c:v>
                </c:pt>
                <c:pt idx="339">
                  <c:v>56.701442999999998</c:v>
                </c:pt>
                <c:pt idx="340">
                  <c:v>63.307181999999997</c:v>
                </c:pt>
                <c:pt idx="341">
                  <c:v>69.997369000000006</c:v>
                </c:pt>
                <c:pt idx="342">
                  <c:v>79.851823999999993</c:v>
                </c:pt>
                <c:pt idx="343">
                  <c:v>76.486957000000004</c:v>
                </c:pt>
                <c:pt idx="344">
                  <c:v>78.552218999999994</c:v>
                </c:pt>
                <c:pt idx="345">
                  <c:v>70.843119000000002</c:v>
                </c:pt>
                <c:pt idx="346">
                  <c:v>68.333089000000001</c:v>
                </c:pt>
                <c:pt idx="347">
                  <c:v>71.003439</c:v>
                </c:pt>
                <c:pt idx="348">
                  <c:v>65.490635999999995</c:v>
                </c:pt>
                <c:pt idx="349">
                  <c:v>72.155917000000002</c:v>
                </c:pt>
                <c:pt idx="350">
                  <c:v>66.377651</c:v>
                </c:pt>
                <c:pt idx="351">
                  <c:v>65.478403999999998</c:v>
                </c:pt>
                <c:pt idx="352">
                  <c:v>66.354185000000001</c:v>
                </c:pt>
                <c:pt idx="353">
                  <c:v>60.958525000000002</c:v>
                </c:pt>
                <c:pt idx="354">
                  <c:v>59.122504999999997</c:v>
                </c:pt>
                <c:pt idx="355">
                  <c:v>59.694277999999997</c:v>
                </c:pt>
                <c:pt idx="356">
                  <c:v>60.216698000000001</c:v>
                </c:pt>
                <c:pt idx="357">
                  <c:v>73.194145000000006</c:v>
                </c:pt>
                <c:pt idx="358">
                  <c:v>61.950893999999998</c:v>
                </c:pt>
                <c:pt idx="359">
                  <c:v>61.159565999999998</c:v>
                </c:pt>
                <c:pt idx="360">
                  <c:v>58.777101000000002</c:v>
                </c:pt>
                <c:pt idx="361">
                  <c:v>59.527579000000003</c:v>
                </c:pt>
                <c:pt idx="362">
                  <c:v>68.045035999999996</c:v>
                </c:pt>
                <c:pt idx="363">
                  <c:v>64.356789000000006</c:v>
                </c:pt>
                <c:pt idx="364">
                  <c:v>55.71828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FA5F-4BBE-94A3-81A36868AD19}"/>
            </c:ext>
          </c:extLst>
        </c:ser>
        <c:ser>
          <c:idx val="3"/>
          <c:order val="3"/>
          <c:tx>
            <c:strRef>
              <c:f>'3G Data'!$E$1</c:f>
              <c:strCache>
                <c:ptCount val="1"/>
                <c:pt idx="0">
                  <c:v>Mullaitivu</c:v>
                </c:pt>
              </c:strCache>
            </c:strRef>
          </c:tx>
          <c:spPr>
            <a:ln w="28575" cap="rnd">
              <a:solidFill>
                <a:schemeClr val="accent4"/>
              </a:solidFill>
              <a:round/>
            </a:ln>
            <a:effectLst/>
          </c:spPr>
          <c:marker>
            <c:symbol val="none"/>
          </c:marker>
          <c:cat>
            <c:numRef>
              <c:f>'3G Data'!$A$2:$A$366</c:f>
              <c:numCache>
                <c:formatCode>m/d/yyyy</c:formatCode>
                <c:ptCount val="365"/>
                <c:pt idx="0">
                  <c:v>45829</c:v>
                </c:pt>
                <c:pt idx="1">
                  <c:v>45830</c:v>
                </c:pt>
                <c:pt idx="2">
                  <c:v>45831</c:v>
                </c:pt>
                <c:pt idx="3">
                  <c:v>45832</c:v>
                </c:pt>
                <c:pt idx="4">
                  <c:v>45833</c:v>
                </c:pt>
                <c:pt idx="5">
                  <c:v>45834</c:v>
                </c:pt>
                <c:pt idx="6">
                  <c:v>45835</c:v>
                </c:pt>
                <c:pt idx="7">
                  <c:v>45836</c:v>
                </c:pt>
                <c:pt idx="8">
                  <c:v>45837</c:v>
                </c:pt>
                <c:pt idx="9">
                  <c:v>45838</c:v>
                </c:pt>
                <c:pt idx="10">
                  <c:v>45839</c:v>
                </c:pt>
                <c:pt idx="11">
                  <c:v>45840</c:v>
                </c:pt>
                <c:pt idx="12">
                  <c:v>45841</c:v>
                </c:pt>
                <c:pt idx="13">
                  <c:v>45842</c:v>
                </c:pt>
                <c:pt idx="14">
                  <c:v>45843</c:v>
                </c:pt>
                <c:pt idx="15">
                  <c:v>45844</c:v>
                </c:pt>
                <c:pt idx="16">
                  <c:v>45845</c:v>
                </c:pt>
                <c:pt idx="17">
                  <c:v>45846</c:v>
                </c:pt>
                <c:pt idx="18">
                  <c:v>45847</c:v>
                </c:pt>
                <c:pt idx="19">
                  <c:v>45848</c:v>
                </c:pt>
                <c:pt idx="20">
                  <c:v>45849</c:v>
                </c:pt>
                <c:pt idx="21">
                  <c:v>45850</c:v>
                </c:pt>
                <c:pt idx="22">
                  <c:v>45851</c:v>
                </c:pt>
                <c:pt idx="23">
                  <c:v>45852</c:v>
                </c:pt>
                <c:pt idx="24">
                  <c:v>45853</c:v>
                </c:pt>
                <c:pt idx="25">
                  <c:v>45854</c:v>
                </c:pt>
                <c:pt idx="26">
                  <c:v>45855</c:v>
                </c:pt>
                <c:pt idx="27">
                  <c:v>45856</c:v>
                </c:pt>
                <c:pt idx="28">
                  <c:v>45857</c:v>
                </c:pt>
                <c:pt idx="29">
                  <c:v>45858</c:v>
                </c:pt>
                <c:pt idx="30">
                  <c:v>45859</c:v>
                </c:pt>
                <c:pt idx="31">
                  <c:v>45860</c:v>
                </c:pt>
                <c:pt idx="32">
                  <c:v>45861</c:v>
                </c:pt>
                <c:pt idx="33">
                  <c:v>45862</c:v>
                </c:pt>
                <c:pt idx="34">
                  <c:v>45863</c:v>
                </c:pt>
                <c:pt idx="35">
                  <c:v>45864</c:v>
                </c:pt>
                <c:pt idx="36">
                  <c:v>45865</c:v>
                </c:pt>
                <c:pt idx="37">
                  <c:v>45866</c:v>
                </c:pt>
                <c:pt idx="38">
                  <c:v>45867</c:v>
                </c:pt>
                <c:pt idx="39">
                  <c:v>45868</c:v>
                </c:pt>
                <c:pt idx="40">
                  <c:v>45869</c:v>
                </c:pt>
                <c:pt idx="41">
                  <c:v>45870</c:v>
                </c:pt>
                <c:pt idx="42">
                  <c:v>45871</c:v>
                </c:pt>
                <c:pt idx="43">
                  <c:v>45872</c:v>
                </c:pt>
                <c:pt idx="44">
                  <c:v>45873</c:v>
                </c:pt>
                <c:pt idx="45">
                  <c:v>45874</c:v>
                </c:pt>
                <c:pt idx="46">
                  <c:v>45875</c:v>
                </c:pt>
                <c:pt idx="47">
                  <c:v>45876</c:v>
                </c:pt>
                <c:pt idx="48">
                  <c:v>45877</c:v>
                </c:pt>
                <c:pt idx="49">
                  <c:v>45878</c:v>
                </c:pt>
                <c:pt idx="50">
                  <c:v>45879</c:v>
                </c:pt>
                <c:pt idx="51">
                  <c:v>45880</c:v>
                </c:pt>
                <c:pt idx="52">
                  <c:v>45881</c:v>
                </c:pt>
                <c:pt idx="53">
                  <c:v>45882</c:v>
                </c:pt>
                <c:pt idx="54">
                  <c:v>45883</c:v>
                </c:pt>
                <c:pt idx="55">
                  <c:v>45884</c:v>
                </c:pt>
                <c:pt idx="56">
                  <c:v>45885</c:v>
                </c:pt>
                <c:pt idx="57">
                  <c:v>45886</c:v>
                </c:pt>
                <c:pt idx="58">
                  <c:v>45887</c:v>
                </c:pt>
                <c:pt idx="59">
                  <c:v>45888</c:v>
                </c:pt>
                <c:pt idx="60">
                  <c:v>45889</c:v>
                </c:pt>
                <c:pt idx="61">
                  <c:v>45890</c:v>
                </c:pt>
                <c:pt idx="62">
                  <c:v>45891</c:v>
                </c:pt>
                <c:pt idx="63">
                  <c:v>45892</c:v>
                </c:pt>
                <c:pt idx="64">
                  <c:v>45893</c:v>
                </c:pt>
                <c:pt idx="65">
                  <c:v>45894</c:v>
                </c:pt>
                <c:pt idx="66">
                  <c:v>45895</c:v>
                </c:pt>
                <c:pt idx="67">
                  <c:v>45896</c:v>
                </c:pt>
                <c:pt idx="68">
                  <c:v>45897</c:v>
                </c:pt>
                <c:pt idx="69">
                  <c:v>45898</c:v>
                </c:pt>
                <c:pt idx="70">
                  <c:v>45899</c:v>
                </c:pt>
                <c:pt idx="71">
                  <c:v>45900</c:v>
                </c:pt>
                <c:pt idx="72">
                  <c:v>45901</c:v>
                </c:pt>
                <c:pt idx="73">
                  <c:v>45902</c:v>
                </c:pt>
                <c:pt idx="74">
                  <c:v>45903</c:v>
                </c:pt>
                <c:pt idx="75">
                  <c:v>45904</c:v>
                </c:pt>
                <c:pt idx="76">
                  <c:v>45905</c:v>
                </c:pt>
                <c:pt idx="77">
                  <c:v>45906</c:v>
                </c:pt>
                <c:pt idx="78">
                  <c:v>45907</c:v>
                </c:pt>
                <c:pt idx="79">
                  <c:v>45908</c:v>
                </c:pt>
                <c:pt idx="80">
                  <c:v>45909</c:v>
                </c:pt>
                <c:pt idx="81">
                  <c:v>45910</c:v>
                </c:pt>
                <c:pt idx="82">
                  <c:v>45911</c:v>
                </c:pt>
                <c:pt idx="83">
                  <c:v>45912</c:v>
                </c:pt>
                <c:pt idx="84">
                  <c:v>45913</c:v>
                </c:pt>
                <c:pt idx="85">
                  <c:v>45914</c:v>
                </c:pt>
                <c:pt idx="86">
                  <c:v>45915</c:v>
                </c:pt>
                <c:pt idx="87">
                  <c:v>45916</c:v>
                </c:pt>
                <c:pt idx="88">
                  <c:v>45917</c:v>
                </c:pt>
                <c:pt idx="89">
                  <c:v>45918</c:v>
                </c:pt>
                <c:pt idx="90">
                  <c:v>45919</c:v>
                </c:pt>
                <c:pt idx="91">
                  <c:v>45920</c:v>
                </c:pt>
                <c:pt idx="92">
                  <c:v>45921</c:v>
                </c:pt>
                <c:pt idx="93">
                  <c:v>45922</c:v>
                </c:pt>
                <c:pt idx="94">
                  <c:v>45923</c:v>
                </c:pt>
                <c:pt idx="95">
                  <c:v>45924</c:v>
                </c:pt>
                <c:pt idx="96">
                  <c:v>45925</c:v>
                </c:pt>
                <c:pt idx="97">
                  <c:v>45926</c:v>
                </c:pt>
                <c:pt idx="98">
                  <c:v>45927</c:v>
                </c:pt>
                <c:pt idx="99">
                  <c:v>45928</c:v>
                </c:pt>
                <c:pt idx="100">
                  <c:v>45929</c:v>
                </c:pt>
                <c:pt idx="101">
                  <c:v>45930</c:v>
                </c:pt>
                <c:pt idx="102">
                  <c:v>45931</c:v>
                </c:pt>
                <c:pt idx="103">
                  <c:v>45932</c:v>
                </c:pt>
                <c:pt idx="104">
                  <c:v>45933</c:v>
                </c:pt>
                <c:pt idx="105">
                  <c:v>45934</c:v>
                </c:pt>
                <c:pt idx="106">
                  <c:v>45935</c:v>
                </c:pt>
                <c:pt idx="107">
                  <c:v>45936</c:v>
                </c:pt>
                <c:pt idx="108">
                  <c:v>45937</c:v>
                </c:pt>
                <c:pt idx="109">
                  <c:v>45938</c:v>
                </c:pt>
                <c:pt idx="110">
                  <c:v>45939</c:v>
                </c:pt>
                <c:pt idx="111">
                  <c:v>45940</c:v>
                </c:pt>
                <c:pt idx="112">
                  <c:v>45941</c:v>
                </c:pt>
                <c:pt idx="113">
                  <c:v>45942</c:v>
                </c:pt>
                <c:pt idx="114">
                  <c:v>45943</c:v>
                </c:pt>
                <c:pt idx="115">
                  <c:v>45944</c:v>
                </c:pt>
                <c:pt idx="116">
                  <c:v>45945</c:v>
                </c:pt>
                <c:pt idx="117">
                  <c:v>45946</c:v>
                </c:pt>
                <c:pt idx="118">
                  <c:v>45947</c:v>
                </c:pt>
                <c:pt idx="119">
                  <c:v>45948</c:v>
                </c:pt>
                <c:pt idx="120">
                  <c:v>45949</c:v>
                </c:pt>
                <c:pt idx="121">
                  <c:v>45950</c:v>
                </c:pt>
                <c:pt idx="122">
                  <c:v>45951</c:v>
                </c:pt>
                <c:pt idx="123">
                  <c:v>45952</c:v>
                </c:pt>
                <c:pt idx="124">
                  <c:v>45953</c:v>
                </c:pt>
                <c:pt idx="125">
                  <c:v>45954</c:v>
                </c:pt>
                <c:pt idx="126">
                  <c:v>45955</c:v>
                </c:pt>
                <c:pt idx="127">
                  <c:v>45956</c:v>
                </c:pt>
                <c:pt idx="128">
                  <c:v>45957</c:v>
                </c:pt>
                <c:pt idx="129">
                  <c:v>45958</c:v>
                </c:pt>
                <c:pt idx="130">
                  <c:v>45959</c:v>
                </c:pt>
                <c:pt idx="131">
                  <c:v>45960</c:v>
                </c:pt>
                <c:pt idx="132">
                  <c:v>45961</c:v>
                </c:pt>
                <c:pt idx="133">
                  <c:v>45962</c:v>
                </c:pt>
                <c:pt idx="134">
                  <c:v>45963</c:v>
                </c:pt>
                <c:pt idx="135">
                  <c:v>45964</c:v>
                </c:pt>
                <c:pt idx="136">
                  <c:v>45965</c:v>
                </c:pt>
                <c:pt idx="137">
                  <c:v>45966</c:v>
                </c:pt>
                <c:pt idx="138">
                  <c:v>45967</c:v>
                </c:pt>
                <c:pt idx="139">
                  <c:v>45968</c:v>
                </c:pt>
                <c:pt idx="140">
                  <c:v>45969</c:v>
                </c:pt>
                <c:pt idx="141">
                  <c:v>45970</c:v>
                </c:pt>
                <c:pt idx="142">
                  <c:v>45971</c:v>
                </c:pt>
                <c:pt idx="143">
                  <c:v>45972</c:v>
                </c:pt>
                <c:pt idx="144">
                  <c:v>45973</c:v>
                </c:pt>
                <c:pt idx="145">
                  <c:v>45974</c:v>
                </c:pt>
                <c:pt idx="146">
                  <c:v>45975</c:v>
                </c:pt>
                <c:pt idx="147">
                  <c:v>45976</c:v>
                </c:pt>
                <c:pt idx="148">
                  <c:v>45977</c:v>
                </c:pt>
                <c:pt idx="149">
                  <c:v>45978</c:v>
                </c:pt>
                <c:pt idx="150">
                  <c:v>45979</c:v>
                </c:pt>
                <c:pt idx="151">
                  <c:v>45980</c:v>
                </c:pt>
                <c:pt idx="152">
                  <c:v>45981</c:v>
                </c:pt>
                <c:pt idx="153">
                  <c:v>45982</c:v>
                </c:pt>
                <c:pt idx="154">
                  <c:v>45983</c:v>
                </c:pt>
                <c:pt idx="155">
                  <c:v>45984</c:v>
                </c:pt>
                <c:pt idx="156">
                  <c:v>45985</c:v>
                </c:pt>
                <c:pt idx="157">
                  <c:v>45986</c:v>
                </c:pt>
                <c:pt idx="158">
                  <c:v>45987</c:v>
                </c:pt>
                <c:pt idx="159">
                  <c:v>45988</c:v>
                </c:pt>
                <c:pt idx="160">
                  <c:v>45989</c:v>
                </c:pt>
                <c:pt idx="161">
                  <c:v>45990</c:v>
                </c:pt>
                <c:pt idx="162">
                  <c:v>45991</c:v>
                </c:pt>
                <c:pt idx="163">
                  <c:v>45992</c:v>
                </c:pt>
                <c:pt idx="164">
                  <c:v>45993</c:v>
                </c:pt>
                <c:pt idx="165">
                  <c:v>45994</c:v>
                </c:pt>
                <c:pt idx="166">
                  <c:v>45995</c:v>
                </c:pt>
                <c:pt idx="167">
                  <c:v>45996</c:v>
                </c:pt>
                <c:pt idx="168">
                  <c:v>45997</c:v>
                </c:pt>
                <c:pt idx="169">
                  <c:v>45998</c:v>
                </c:pt>
                <c:pt idx="170">
                  <c:v>45999</c:v>
                </c:pt>
                <c:pt idx="171">
                  <c:v>46000</c:v>
                </c:pt>
                <c:pt idx="172">
                  <c:v>46001</c:v>
                </c:pt>
                <c:pt idx="173">
                  <c:v>46002</c:v>
                </c:pt>
                <c:pt idx="174">
                  <c:v>46003</c:v>
                </c:pt>
                <c:pt idx="175">
                  <c:v>46004</c:v>
                </c:pt>
                <c:pt idx="176">
                  <c:v>46005</c:v>
                </c:pt>
                <c:pt idx="177">
                  <c:v>46006</c:v>
                </c:pt>
                <c:pt idx="178">
                  <c:v>46007</c:v>
                </c:pt>
                <c:pt idx="179">
                  <c:v>46008</c:v>
                </c:pt>
                <c:pt idx="180">
                  <c:v>46009</c:v>
                </c:pt>
                <c:pt idx="181">
                  <c:v>46010</c:v>
                </c:pt>
                <c:pt idx="182">
                  <c:v>46011</c:v>
                </c:pt>
                <c:pt idx="183">
                  <c:v>46012</c:v>
                </c:pt>
                <c:pt idx="184">
                  <c:v>46013</c:v>
                </c:pt>
                <c:pt idx="185">
                  <c:v>46014</c:v>
                </c:pt>
                <c:pt idx="186">
                  <c:v>46015</c:v>
                </c:pt>
                <c:pt idx="187">
                  <c:v>46016</c:v>
                </c:pt>
                <c:pt idx="188">
                  <c:v>46017</c:v>
                </c:pt>
                <c:pt idx="189">
                  <c:v>46018</c:v>
                </c:pt>
                <c:pt idx="190">
                  <c:v>46019</c:v>
                </c:pt>
                <c:pt idx="191">
                  <c:v>46020</c:v>
                </c:pt>
                <c:pt idx="192">
                  <c:v>46021</c:v>
                </c:pt>
                <c:pt idx="193">
                  <c:v>46022</c:v>
                </c:pt>
                <c:pt idx="194">
                  <c:v>46023</c:v>
                </c:pt>
                <c:pt idx="195">
                  <c:v>46024</c:v>
                </c:pt>
                <c:pt idx="196">
                  <c:v>46025</c:v>
                </c:pt>
                <c:pt idx="197">
                  <c:v>46026</c:v>
                </c:pt>
                <c:pt idx="198">
                  <c:v>46027</c:v>
                </c:pt>
                <c:pt idx="199">
                  <c:v>46028</c:v>
                </c:pt>
                <c:pt idx="200">
                  <c:v>46029</c:v>
                </c:pt>
                <c:pt idx="201">
                  <c:v>46030</c:v>
                </c:pt>
                <c:pt idx="202">
                  <c:v>46031</c:v>
                </c:pt>
                <c:pt idx="203">
                  <c:v>46032</c:v>
                </c:pt>
                <c:pt idx="204">
                  <c:v>46033</c:v>
                </c:pt>
                <c:pt idx="205">
                  <c:v>46034</c:v>
                </c:pt>
                <c:pt idx="206">
                  <c:v>46035</c:v>
                </c:pt>
                <c:pt idx="207">
                  <c:v>46036</c:v>
                </c:pt>
                <c:pt idx="208">
                  <c:v>46037</c:v>
                </c:pt>
                <c:pt idx="209">
                  <c:v>46038</c:v>
                </c:pt>
                <c:pt idx="210">
                  <c:v>46039</c:v>
                </c:pt>
                <c:pt idx="211">
                  <c:v>46040</c:v>
                </c:pt>
                <c:pt idx="212">
                  <c:v>46041</c:v>
                </c:pt>
                <c:pt idx="213">
                  <c:v>46042</c:v>
                </c:pt>
                <c:pt idx="214">
                  <c:v>46043</c:v>
                </c:pt>
                <c:pt idx="215">
                  <c:v>46044</c:v>
                </c:pt>
                <c:pt idx="216">
                  <c:v>46045</c:v>
                </c:pt>
                <c:pt idx="217">
                  <c:v>46046</c:v>
                </c:pt>
                <c:pt idx="218">
                  <c:v>46047</c:v>
                </c:pt>
                <c:pt idx="219">
                  <c:v>46048</c:v>
                </c:pt>
                <c:pt idx="220">
                  <c:v>46049</c:v>
                </c:pt>
                <c:pt idx="221">
                  <c:v>46050</c:v>
                </c:pt>
                <c:pt idx="222">
                  <c:v>46051</c:v>
                </c:pt>
                <c:pt idx="223">
                  <c:v>46052</c:v>
                </c:pt>
                <c:pt idx="224">
                  <c:v>46053</c:v>
                </c:pt>
                <c:pt idx="225">
                  <c:v>46054</c:v>
                </c:pt>
                <c:pt idx="226">
                  <c:v>46055</c:v>
                </c:pt>
                <c:pt idx="227">
                  <c:v>46056</c:v>
                </c:pt>
                <c:pt idx="228">
                  <c:v>46057</c:v>
                </c:pt>
                <c:pt idx="229">
                  <c:v>46058</c:v>
                </c:pt>
                <c:pt idx="230">
                  <c:v>46059</c:v>
                </c:pt>
                <c:pt idx="231">
                  <c:v>46060</c:v>
                </c:pt>
                <c:pt idx="232">
                  <c:v>46061</c:v>
                </c:pt>
                <c:pt idx="233">
                  <c:v>46062</c:v>
                </c:pt>
                <c:pt idx="234">
                  <c:v>46063</c:v>
                </c:pt>
                <c:pt idx="235">
                  <c:v>46064</c:v>
                </c:pt>
                <c:pt idx="236">
                  <c:v>46065</c:v>
                </c:pt>
                <c:pt idx="237">
                  <c:v>46066</c:v>
                </c:pt>
                <c:pt idx="238">
                  <c:v>46067</c:v>
                </c:pt>
                <c:pt idx="239">
                  <c:v>46068</c:v>
                </c:pt>
                <c:pt idx="240">
                  <c:v>46069</c:v>
                </c:pt>
                <c:pt idx="241">
                  <c:v>46070</c:v>
                </c:pt>
                <c:pt idx="242">
                  <c:v>46071</c:v>
                </c:pt>
                <c:pt idx="243">
                  <c:v>46072</c:v>
                </c:pt>
                <c:pt idx="244">
                  <c:v>46073</c:v>
                </c:pt>
                <c:pt idx="245">
                  <c:v>46074</c:v>
                </c:pt>
                <c:pt idx="246">
                  <c:v>46075</c:v>
                </c:pt>
                <c:pt idx="247">
                  <c:v>46076</c:v>
                </c:pt>
                <c:pt idx="248">
                  <c:v>46077</c:v>
                </c:pt>
                <c:pt idx="249">
                  <c:v>46078</c:v>
                </c:pt>
                <c:pt idx="250">
                  <c:v>46079</c:v>
                </c:pt>
                <c:pt idx="251">
                  <c:v>46080</c:v>
                </c:pt>
                <c:pt idx="252">
                  <c:v>46081</c:v>
                </c:pt>
                <c:pt idx="253">
                  <c:v>46082</c:v>
                </c:pt>
                <c:pt idx="254">
                  <c:v>46083</c:v>
                </c:pt>
                <c:pt idx="255">
                  <c:v>46084</c:v>
                </c:pt>
                <c:pt idx="256">
                  <c:v>46085</c:v>
                </c:pt>
                <c:pt idx="257">
                  <c:v>46086</c:v>
                </c:pt>
                <c:pt idx="258">
                  <c:v>46087</c:v>
                </c:pt>
                <c:pt idx="259">
                  <c:v>46088</c:v>
                </c:pt>
                <c:pt idx="260">
                  <c:v>46089</c:v>
                </c:pt>
                <c:pt idx="261">
                  <c:v>46090</c:v>
                </c:pt>
                <c:pt idx="262">
                  <c:v>46091</c:v>
                </c:pt>
                <c:pt idx="263">
                  <c:v>46092</c:v>
                </c:pt>
                <c:pt idx="264">
                  <c:v>46093</c:v>
                </c:pt>
                <c:pt idx="265">
                  <c:v>46094</c:v>
                </c:pt>
                <c:pt idx="266">
                  <c:v>46095</c:v>
                </c:pt>
                <c:pt idx="267">
                  <c:v>46096</c:v>
                </c:pt>
                <c:pt idx="268">
                  <c:v>46097</c:v>
                </c:pt>
                <c:pt idx="269">
                  <c:v>46098</c:v>
                </c:pt>
                <c:pt idx="270">
                  <c:v>46099</c:v>
                </c:pt>
                <c:pt idx="271">
                  <c:v>46100</c:v>
                </c:pt>
                <c:pt idx="272">
                  <c:v>46101</c:v>
                </c:pt>
                <c:pt idx="273">
                  <c:v>46102</c:v>
                </c:pt>
                <c:pt idx="274">
                  <c:v>46103</c:v>
                </c:pt>
                <c:pt idx="275">
                  <c:v>46104</c:v>
                </c:pt>
                <c:pt idx="276">
                  <c:v>46105</c:v>
                </c:pt>
                <c:pt idx="277">
                  <c:v>46106</c:v>
                </c:pt>
                <c:pt idx="278">
                  <c:v>46107</c:v>
                </c:pt>
                <c:pt idx="279">
                  <c:v>46108</c:v>
                </c:pt>
                <c:pt idx="280">
                  <c:v>46109</c:v>
                </c:pt>
                <c:pt idx="281">
                  <c:v>46110</c:v>
                </c:pt>
                <c:pt idx="282">
                  <c:v>46111</c:v>
                </c:pt>
                <c:pt idx="283">
                  <c:v>46112</c:v>
                </c:pt>
                <c:pt idx="284">
                  <c:v>46113</c:v>
                </c:pt>
                <c:pt idx="285">
                  <c:v>46114</c:v>
                </c:pt>
                <c:pt idx="286">
                  <c:v>46115</c:v>
                </c:pt>
                <c:pt idx="287">
                  <c:v>46116</c:v>
                </c:pt>
                <c:pt idx="288">
                  <c:v>46117</c:v>
                </c:pt>
                <c:pt idx="289">
                  <c:v>46118</c:v>
                </c:pt>
                <c:pt idx="290">
                  <c:v>46119</c:v>
                </c:pt>
                <c:pt idx="291">
                  <c:v>46120</c:v>
                </c:pt>
                <c:pt idx="292">
                  <c:v>46121</c:v>
                </c:pt>
                <c:pt idx="293">
                  <c:v>46122</c:v>
                </c:pt>
                <c:pt idx="294">
                  <c:v>46123</c:v>
                </c:pt>
                <c:pt idx="295">
                  <c:v>46124</c:v>
                </c:pt>
                <c:pt idx="296">
                  <c:v>46125</c:v>
                </c:pt>
                <c:pt idx="297">
                  <c:v>46126</c:v>
                </c:pt>
                <c:pt idx="298">
                  <c:v>46127</c:v>
                </c:pt>
                <c:pt idx="299">
                  <c:v>46128</c:v>
                </c:pt>
                <c:pt idx="300">
                  <c:v>46129</c:v>
                </c:pt>
                <c:pt idx="301">
                  <c:v>46130</c:v>
                </c:pt>
                <c:pt idx="302">
                  <c:v>46131</c:v>
                </c:pt>
                <c:pt idx="303">
                  <c:v>46132</c:v>
                </c:pt>
                <c:pt idx="304">
                  <c:v>46133</c:v>
                </c:pt>
                <c:pt idx="305">
                  <c:v>46134</c:v>
                </c:pt>
                <c:pt idx="306">
                  <c:v>46135</c:v>
                </c:pt>
                <c:pt idx="307">
                  <c:v>46136</c:v>
                </c:pt>
                <c:pt idx="308">
                  <c:v>46137</c:v>
                </c:pt>
                <c:pt idx="309">
                  <c:v>46138</c:v>
                </c:pt>
                <c:pt idx="310">
                  <c:v>46139</c:v>
                </c:pt>
                <c:pt idx="311">
                  <c:v>46140</c:v>
                </c:pt>
                <c:pt idx="312">
                  <c:v>46141</c:v>
                </c:pt>
                <c:pt idx="313">
                  <c:v>46142</c:v>
                </c:pt>
                <c:pt idx="314">
                  <c:v>46143</c:v>
                </c:pt>
                <c:pt idx="315">
                  <c:v>46144</c:v>
                </c:pt>
                <c:pt idx="316">
                  <c:v>46145</c:v>
                </c:pt>
                <c:pt idx="317">
                  <c:v>46146</c:v>
                </c:pt>
                <c:pt idx="318">
                  <c:v>46147</c:v>
                </c:pt>
                <c:pt idx="319">
                  <c:v>46148</c:v>
                </c:pt>
                <c:pt idx="320">
                  <c:v>46149</c:v>
                </c:pt>
                <c:pt idx="321">
                  <c:v>46150</c:v>
                </c:pt>
                <c:pt idx="322">
                  <c:v>46151</c:v>
                </c:pt>
                <c:pt idx="323">
                  <c:v>46152</c:v>
                </c:pt>
                <c:pt idx="324">
                  <c:v>46153</c:v>
                </c:pt>
                <c:pt idx="325">
                  <c:v>46154</c:v>
                </c:pt>
                <c:pt idx="326">
                  <c:v>46155</c:v>
                </c:pt>
                <c:pt idx="327">
                  <c:v>46156</c:v>
                </c:pt>
                <c:pt idx="328">
                  <c:v>46157</c:v>
                </c:pt>
                <c:pt idx="329">
                  <c:v>46158</c:v>
                </c:pt>
                <c:pt idx="330">
                  <c:v>46159</c:v>
                </c:pt>
                <c:pt idx="331">
                  <c:v>46160</c:v>
                </c:pt>
                <c:pt idx="332">
                  <c:v>46161</c:v>
                </c:pt>
                <c:pt idx="333">
                  <c:v>46162</c:v>
                </c:pt>
                <c:pt idx="334">
                  <c:v>46163</c:v>
                </c:pt>
                <c:pt idx="335">
                  <c:v>46164</c:v>
                </c:pt>
                <c:pt idx="336">
                  <c:v>46165</c:v>
                </c:pt>
                <c:pt idx="337">
                  <c:v>46166</c:v>
                </c:pt>
                <c:pt idx="338">
                  <c:v>46167</c:v>
                </c:pt>
                <c:pt idx="339">
                  <c:v>46168</c:v>
                </c:pt>
                <c:pt idx="340">
                  <c:v>46169</c:v>
                </c:pt>
                <c:pt idx="341">
                  <c:v>46170</c:v>
                </c:pt>
                <c:pt idx="342">
                  <c:v>46171</c:v>
                </c:pt>
                <c:pt idx="343">
                  <c:v>46172</c:v>
                </c:pt>
                <c:pt idx="344">
                  <c:v>46173</c:v>
                </c:pt>
                <c:pt idx="345">
                  <c:v>46174</c:v>
                </c:pt>
                <c:pt idx="346">
                  <c:v>46175</c:v>
                </c:pt>
                <c:pt idx="347">
                  <c:v>46176</c:v>
                </c:pt>
                <c:pt idx="348">
                  <c:v>46177</c:v>
                </c:pt>
                <c:pt idx="349">
                  <c:v>46178</c:v>
                </c:pt>
                <c:pt idx="350">
                  <c:v>46179</c:v>
                </c:pt>
                <c:pt idx="351">
                  <c:v>46180</c:v>
                </c:pt>
                <c:pt idx="352">
                  <c:v>46181</c:v>
                </c:pt>
                <c:pt idx="353">
                  <c:v>46182</c:v>
                </c:pt>
                <c:pt idx="354">
                  <c:v>46183</c:v>
                </c:pt>
                <c:pt idx="355">
                  <c:v>46184</c:v>
                </c:pt>
                <c:pt idx="356">
                  <c:v>46185</c:v>
                </c:pt>
                <c:pt idx="357">
                  <c:v>46186</c:v>
                </c:pt>
                <c:pt idx="358">
                  <c:v>46187</c:v>
                </c:pt>
                <c:pt idx="359">
                  <c:v>46188</c:v>
                </c:pt>
                <c:pt idx="360">
                  <c:v>46189</c:v>
                </c:pt>
                <c:pt idx="361">
                  <c:v>46190</c:v>
                </c:pt>
                <c:pt idx="362">
                  <c:v>46191</c:v>
                </c:pt>
                <c:pt idx="363">
                  <c:v>46192</c:v>
                </c:pt>
                <c:pt idx="364">
                  <c:v>46193</c:v>
                </c:pt>
              </c:numCache>
            </c:numRef>
          </c:cat>
          <c:val>
            <c:numRef>
              <c:f>'3G Data'!$E$2:$E$366</c:f>
              <c:numCache>
                <c:formatCode>General</c:formatCode>
                <c:ptCount val="365"/>
                <c:pt idx="0">
                  <c:v>44.372788999999997</c:v>
                </c:pt>
                <c:pt idx="1">
                  <c:v>41.327576999999998</c:v>
                </c:pt>
                <c:pt idx="2">
                  <c:v>44.816882999999997</c:v>
                </c:pt>
                <c:pt idx="3">
                  <c:v>47.872535999999997</c:v>
                </c:pt>
                <c:pt idx="4">
                  <c:v>40.196551999999997</c:v>
                </c:pt>
                <c:pt idx="5">
                  <c:v>48.379206000000003</c:v>
                </c:pt>
                <c:pt idx="6">
                  <c:v>42.15549</c:v>
                </c:pt>
                <c:pt idx="7">
                  <c:v>34.358719000000001</c:v>
                </c:pt>
                <c:pt idx="8">
                  <c:v>51.430335999999997</c:v>
                </c:pt>
                <c:pt idx="9">
                  <c:v>50.24624</c:v>
                </c:pt>
                <c:pt idx="10">
                  <c:v>50.035868000000001</c:v>
                </c:pt>
                <c:pt idx="11">
                  <c:v>57.428049999999999</c:v>
                </c:pt>
                <c:pt idx="12">
                  <c:v>55.467300000000002</c:v>
                </c:pt>
                <c:pt idx="13">
                  <c:v>55.620418999999998</c:v>
                </c:pt>
                <c:pt idx="14">
                  <c:v>53.493814</c:v>
                </c:pt>
                <c:pt idx="15">
                  <c:v>55.325792999999997</c:v>
                </c:pt>
                <c:pt idx="16">
                  <c:v>49.982455999999999</c:v>
                </c:pt>
                <c:pt idx="17">
                  <c:v>53.798496</c:v>
                </c:pt>
                <c:pt idx="18">
                  <c:v>48.440370000000001</c:v>
                </c:pt>
                <c:pt idx="19">
                  <c:v>55.023221999999997</c:v>
                </c:pt>
                <c:pt idx="20">
                  <c:v>45.693261</c:v>
                </c:pt>
                <c:pt idx="21">
                  <c:v>54.346299000000002</c:v>
                </c:pt>
                <c:pt idx="22">
                  <c:v>54.106549000000001</c:v>
                </c:pt>
                <c:pt idx="23">
                  <c:v>47.054330999999998</c:v>
                </c:pt>
                <c:pt idx="24">
                  <c:v>50.954686000000002</c:v>
                </c:pt>
                <c:pt idx="25">
                  <c:v>46.969126000000003</c:v>
                </c:pt>
                <c:pt idx="26">
                  <c:v>48.340065000000003</c:v>
                </c:pt>
                <c:pt idx="27">
                  <c:v>45.562036999999997</c:v>
                </c:pt>
                <c:pt idx="28">
                  <c:v>51.495854000000001</c:v>
                </c:pt>
                <c:pt idx="29">
                  <c:v>51.669415999999998</c:v>
                </c:pt>
                <c:pt idx="30">
                  <c:v>41.147539000000002</c:v>
                </c:pt>
                <c:pt idx="31">
                  <c:v>48.268836999999998</c:v>
                </c:pt>
                <c:pt idx="32">
                  <c:v>45.761088000000001</c:v>
                </c:pt>
                <c:pt idx="33">
                  <c:v>49.332706000000002</c:v>
                </c:pt>
                <c:pt idx="34">
                  <c:v>50.470050999999998</c:v>
                </c:pt>
                <c:pt idx="35">
                  <c:v>52.145077999999998</c:v>
                </c:pt>
                <c:pt idx="36">
                  <c:v>46.252206999999999</c:v>
                </c:pt>
                <c:pt idx="37">
                  <c:v>38.843428000000003</c:v>
                </c:pt>
                <c:pt idx="38">
                  <c:v>41.892785000000003</c:v>
                </c:pt>
                <c:pt idx="39">
                  <c:v>42.023564999999998</c:v>
                </c:pt>
                <c:pt idx="40">
                  <c:v>40.620769000000003</c:v>
                </c:pt>
                <c:pt idx="41">
                  <c:v>44.165238000000002</c:v>
                </c:pt>
                <c:pt idx="42">
                  <c:v>40.448661999999999</c:v>
                </c:pt>
                <c:pt idx="43">
                  <c:v>41.104139000000004</c:v>
                </c:pt>
                <c:pt idx="44">
                  <c:v>41.680163</c:v>
                </c:pt>
                <c:pt idx="45">
                  <c:v>41.835014000000001</c:v>
                </c:pt>
                <c:pt idx="46">
                  <c:v>45.565030999999998</c:v>
                </c:pt>
                <c:pt idx="47">
                  <c:v>46.037464</c:v>
                </c:pt>
                <c:pt idx="48">
                  <c:v>51.078899</c:v>
                </c:pt>
                <c:pt idx="49">
                  <c:v>47.053452999999998</c:v>
                </c:pt>
                <c:pt idx="50">
                  <c:v>49.276598999999997</c:v>
                </c:pt>
                <c:pt idx="51">
                  <c:v>41.229878999999997</c:v>
                </c:pt>
                <c:pt idx="52">
                  <c:v>46.972079000000001</c:v>
                </c:pt>
                <c:pt idx="53">
                  <c:v>48.466360999999999</c:v>
                </c:pt>
                <c:pt idx="54">
                  <c:v>44.064754999999998</c:v>
                </c:pt>
                <c:pt idx="55">
                  <c:v>50.626922</c:v>
                </c:pt>
                <c:pt idx="56">
                  <c:v>43.569845999999998</c:v>
                </c:pt>
                <c:pt idx="57">
                  <c:v>42.163041</c:v>
                </c:pt>
                <c:pt idx="58">
                  <c:v>47.156730000000003</c:v>
                </c:pt>
                <c:pt idx="59">
                  <c:v>43.086312999999997</c:v>
                </c:pt>
                <c:pt idx="60">
                  <c:v>45.567548000000002</c:v>
                </c:pt>
                <c:pt idx="61">
                  <c:v>48.835514000000003</c:v>
                </c:pt>
                <c:pt idx="62">
                  <c:v>48.782786000000002</c:v>
                </c:pt>
                <c:pt idx="63">
                  <c:v>53.584736999999997</c:v>
                </c:pt>
                <c:pt idx="64">
                  <c:v>50.154547999999998</c:v>
                </c:pt>
                <c:pt idx="65">
                  <c:v>51.226503999999998</c:v>
                </c:pt>
                <c:pt idx="66">
                  <c:v>54.964264</c:v>
                </c:pt>
                <c:pt idx="67">
                  <c:v>49.081361000000001</c:v>
                </c:pt>
                <c:pt idx="68">
                  <c:v>43.575251000000002</c:v>
                </c:pt>
                <c:pt idx="69">
                  <c:v>50.613774999999997</c:v>
                </c:pt>
                <c:pt idx="70">
                  <c:v>48.149571000000002</c:v>
                </c:pt>
                <c:pt idx="71">
                  <c:v>54.25779</c:v>
                </c:pt>
                <c:pt idx="72">
                  <c:v>45.524133999999997</c:v>
                </c:pt>
                <c:pt idx="73">
                  <c:v>48.029938999999999</c:v>
                </c:pt>
                <c:pt idx="74">
                  <c:v>45.301006999999998</c:v>
                </c:pt>
                <c:pt idx="75">
                  <c:v>39.797535000000003</c:v>
                </c:pt>
                <c:pt idx="76">
                  <c:v>46.039226999999997</c:v>
                </c:pt>
                <c:pt idx="77">
                  <c:v>45.927934</c:v>
                </c:pt>
                <c:pt idx="78">
                  <c:v>52.840595</c:v>
                </c:pt>
                <c:pt idx="79">
                  <c:v>36.493060999999997</c:v>
                </c:pt>
                <c:pt idx="80">
                  <c:v>36.46219</c:v>
                </c:pt>
                <c:pt idx="81">
                  <c:v>42.822581999999997</c:v>
                </c:pt>
                <c:pt idx="82">
                  <c:v>41.435743000000002</c:v>
                </c:pt>
                <c:pt idx="83">
                  <c:v>43.203068000000002</c:v>
                </c:pt>
                <c:pt idx="84">
                  <c:v>54.476664</c:v>
                </c:pt>
                <c:pt idx="85">
                  <c:v>52.891711000000001</c:v>
                </c:pt>
                <c:pt idx="86">
                  <c:v>43.628695</c:v>
                </c:pt>
                <c:pt idx="87">
                  <c:v>37.212125999999998</c:v>
                </c:pt>
                <c:pt idx="88">
                  <c:v>38.819012999999998</c:v>
                </c:pt>
                <c:pt idx="89">
                  <c:v>50.268510999999997</c:v>
                </c:pt>
                <c:pt idx="90">
                  <c:v>44.524529000000001</c:v>
                </c:pt>
                <c:pt idx="91">
                  <c:v>50.883119000000001</c:v>
                </c:pt>
                <c:pt idx="92">
                  <c:v>46.967142000000003</c:v>
                </c:pt>
                <c:pt idx="93">
                  <c:v>39.452233999999997</c:v>
                </c:pt>
                <c:pt idx="94">
                  <c:v>42.824435999999999</c:v>
                </c:pt>
                <c:pt idx="95">
                  <c:v>35.462071000000002</c:v>
                </c:pt>
                <c:pt idx="96">
                  <c:v>43.581699999999998</c:v>
                </c:pt>
                <c:pt idx="97">
                  <c:v>48.270453000000003</c:v>
                </c:pt>
                <c:pt idx="98">
                  <c:v>37.034765999999998</c:v>
                </c:pt>
                <c:pt idx="99">
                  <c:v>44.972237999999997</c:v>
                </c:pt>
                <c:pt idx="100">
                  <c:v>41.060625999999999</c:v>
                </c:pt>
                <c:pt idx="101">
                  <c:v>45.781889</c:v>
                </c:pt>
                <c:pt idx="102">
                  <c:v>37.675075999999997</c:v>
                </c:pt>
                <c:pt idx="103">
                  <c:v>42.625509000000001</c:v>
                </c:pt>
                <c:pt idx="104">
                  <c:v>40.069806999999997</c:v>
                </c:pt>
                <c:pt idx="105">
                  <c:v>39.680964000000003</c:v>
                </c:pt>
                <c:pt idx="106">
                  <c:v>47.284294000000003</c:v>
                </c:pt>
                <c:pt idx="107">
                  <c:v>46.157378999999999</c:v>
                </c:pt>
                <c:pt idx="108">
                  <c:v>38.964342000000002</c:v>
                </c:pt>
                <c:pt idx="109">
                  <c:v>47.901547999999998</c:v>
                </c:pt>
                <c:pt idx="110">
                  <c:v>29.825555000000001</c:v>
                </c:pt>
                <c:pt idx="111">
                  <c:v>42.1355</c:v>
                </c:pt>
                <c:pt idx="112">
                  <c:v>51.491993999999998</c:v>
                </c:pt>
                <c:pt idx="113">
                  <c:v>57.576858000000001</c:v>
                </c:pt>
                <c:pt idx="114">
                  <c:v>43.851134000000002</c:v>
                </c:pt>
                <c:pt idx="115">
                  <c:v>48.254058999999998</c:v>
                </c:pt>
                <c:pt idx="116">
                  <c:v>54.156689999999998</c:v>
                </c:pt>
                <c:pt idx="117">
                  <c:v>44.292096999999998</c:v>
                </c:pt>
                <c:pt idx="118">
                  <c:v>42.841082999999998</c:v>
                </c:pt>
                <c:pt idx="119">
                  <c:v>44.407550999999998</c:v>
                </c:pt>
                <c:pt idx="120">
                  <c:v>60.799557</c:v>
                </c:pt>
                <c:pt idx="121">
                  <c:v>49.905306000000003</c:v>
                </c:pt>
                <c:pt idx="122">
                  <c:v>45.708176999999999</c:v>
                </c:pt>
                <c:pt idx="123">
                  <c:v>48.231181999999997</c:v>
                </c:pt>
                <c:pt idx="124">
                  <c:v>48.480358000000003</c:v>
                </c:pt>
                <c:pt idx="125">
                  <c:v>57.999986</c:v>
                </c:pt>
                <c:pt idx="126">
                  <c:v>49.459904999999999</c:v>
                </c:pt>
                <c:pt idx="127">
                  <c:v>26.663027</c:v>
                </c:pt>
                <c:pt idx="128">
                  <c:v>45.147292999999998</c:v>
                </c:pt>
                <c:pt idx="129">
                  <c:v>52.457138999999998</c:v>
                </c:pt>
                <c:pt idx="130">
                  <c:v>55.113396000000002</c:v>
                </c:pt>
                <c:pt idx="131">
                  <c:v>54.219225999999999</c:v>
                </c:pt>
                <c:pt idx="132">
                  <c:v>57.835065</c:v>
                </c:pt>
                <c:pt idx="133">
                  <c:v>53.331961999999997</c:v>
                </c:pt>
                <c:pt idx="134">
                  <c:v>61.256037999999997</c:v>
                </c:pt>
                <c:pt idx="135">
                  <c:v>56.54907</c:v>
                </c:pt>
                <c:pt idx="136">
                  <c:v>60.198839</c:v>
                </c:pt>
                <c:pt idx="137">
                  <c:v>56.273380000000003</c:v>
                </c:pt>
                <c:pt idx="139">
                  <c:v>59.041029000000002</c:v>
                </c:pt>
                <c:pt idx="140">
                  <c:v>57.244951</c:v>
                </c:pt>
                <c:pt idx="141">
                  <c:v>54.918761000000003</c:v>
                </c:pt>
                <c:pt idx="142">
                  <c:v>56.597093000000001</c:v>
                </c:pt>
                <c:pt idx="143">
                  <c:v>70.813413999999995</c:v>
                </c:pt>
                <c:pt idx="144">
                  <c:v>55.630510000000001</c:v>
                </c:pt>
                <c:pt idx="145">
                  <c:v>49.981211000000002</c:v>
                </c:pt>
                <c:pt idx="146">
                  <c:v>59.631847999999998</c:v>
                </c:pt>
                <c:pt idx="147">
                  <c:v>54.687134</c:v>
                </c:pt>
                <c:pt idx="148">
                  <c:v>65.557092999999995</c:v>
                </c:pt>
                <c:pt idx="149">
                  <c:v>63.695892000000001</c:v>
                </c:pt>
                <c:pt idx="150">
                  <c:v>61.057806999999997</c:v>
                </c:pt>
                <c:pt idx="151">
                  <c:v>52.712662999999999</c:v>
                </c:pt>
                <c:pt idx="152">
                  <c:v>56.980818999999997</c:v>
                </c:pt>
                <c:pt idx="153">
                  <c:v>71.413996999999995</c:v>
                </c:pt>
                <c:pt idx="154">
                  <c:v>64.198053999999999</c:v>
                </c:pt>
                <c:pt idx="155">
                  <c:v>58.802523999999998</c:v>
                </c:pt>
                <c:pt idx="156">
                  <c:v>55.322679999999998</c:v>
                </c:pt>
                <c:pt idx="157">
                  <c:v>58.369770000000003</c:v>
                </c:pt>
                <c:pt idx="158">
                  <c:v>60.239893000000002</c:v>
                </c:pt>
                <c:pt idx="159">
                  <c:v>61.818801000000001</c:v>
                </c:pt>
                <c:pt idx="160">
                  <c:v>10.774754</c:v>
                </c:pt>
                <c:pt idx="161">
                  <c:v>14.040267</c:v>
                </c:pt>
                <c:pt idx="162">
                  <c:v>18.510463000000001</c:v>
                </c:pt>
                <c:pt idx="163">
                  <c:v>18.158608999999998</c:v>
                </c:pt>
                <c:pt idx="164">
                  <c:v>45.062570999999998</c:v>
                </c:pt>
                <c:pt idx="165">
                  <c:v>46.588096999999998</c:v>
                </c:pt>
                <c:pt idx="166">
                  <c:v>47.236477999999998</c:v>
                </c:pt>
                <c:pt idx="167">
                  <c:v>45.888387000000002</c:v>
                </c:pt>
                <c:pt idx="168">
                  <c:v>43.551450000000003</c:v>
                </c:pt>
                <c:pt idx="169">
                  <c:v>53.336072999999999</c:v>
                </c:pt>
                <c:pt idx="170">
                  <c:v>57.546320999999999</c:v>
                </c:pt>
                <c:pt idx="171">
                  <c:v>47.808545000000002</c:v>
                </c:pt>
                <c:pt idx="172">
                  <c:v>62.027137000000003</c:v>
                </c:pt>
                <c:pt idx="173">
                  <c:v>52.379607</c:v>
                </c:pt>
                <c:pt idx="174">
                  <c:v>48.855547000000001</c:v>
                </c:pt>
                <c:pt idx="175">
                  <c:v>43.379742</c:v>
                </c:pt>
                <c:pt idx="176">
                  <c:v>53.924413999999999</c:v>
                </c:pt>
                <c:pt idx="177">
                  <c:v>48.232267999999998</c:v>
                </c:pt>
                <c:pt idx="178">
                  <c:v>52.114001999999999</c:v>
                </c:pt>
                <c:pt idx="179">
                  <c:v>50.276373999999997</c:v>
                </c:pt>
                <c:pt idx="180">
                  <c:v>49.806339999999999</c:v>
                </c:pt>
                <c:pt idx="181">
                  <c:v>42.135730000000002</c:v>
                </c:pt>
                <c:pt idx="182">
                  <c:v>46.751465000000003</c:v>
                </c:pt>
                <c:pt idx="183">
                  <c:v>44.986581000000001</c:v>
                </c:pt>
                <c:pt idx="184">
                  <c:v>43.207774000000001</c:v>
                </c:pt>
                <c:pt idx="185">
                  <c:v>42.713327</c:v>
                </c:pt>
                <c:pt idx="186">
                  <c:v>43.403328000000002</c:v>
                </c:pt>
                <c:pt idx="187">
                  <c:v>37.476790000000001</c:v>
                </c:pt>
                <c:pt idx="188">
                  <c:v>46.551839999999999</c:v>
                </c:pt>
                <c:pt idx="189">
                  <c:v>46.929901000000001</c:v>
                </c:pt>
                <c:pt idx="190">
                  <c:v>49.137036000000002</c:v>
                </c:pt>
                <c:pt idx="191">
                  <c:v>40.740830000000003</c:v>
                </c:pt>
                <c:pt idx="192">
                  <c:v>39.625221000000003</c:v>
                </c:pt>
                <c:pt idx="193">
                  <c:v>43.443689999999997</c:v>
                </c:pt>
                <c:pt idx="194">
                  <c:v>45.029452999999997</c:v>
                </c:pt>
                <c:pt idx="195">
                  <c:v>46.427323000000001</c:v>
                </c:pt>
                <c:pt idx="196">
                  <c:v>42.409360999999997</c:v>
                </c:pt>
                <c:pt idx="197">
                  <c:v>44.51191</c:v>
                </c:pt>
                <c:pt idx="198">
                  <c:v>45.084505</c:v>
                </c:pt>
                <c:pt idx="199">
                  <c:v>47.63232</c:v>
                </c:pt>
                <c:pt idx="200">
                  <c:v>43.797207</c:v>
                </c:pt>
                <c:pt idx="201">
                  <c:v>40.913826</c:v>
                </c:pt>
                <c:pt idx="202">
                  <c:v>53.778638000000001</c:v>
                </c:pt>
                <c:pt idx="203">
                  <c:v>62.987270000000002</c:v>
                </c:pt>
                <c:pt idx="204">
                  <c:v>48.558473999999997</c:v>
                </c:pt>
                <c:pt idx="205">
                  <c:v>40.873254000000003</c:v>
                </c:pt>
                <c:pt idx="206">
                  <c:v>36.586083000000002</c:v>
                </c:pt>
                <c:pt idx="207">
                  <c:v>41.417141999999998</c:v>
                </c:pt>
                <c:pt idx="208">
                  <c:v>39.270090000000003</c:v>
                </c:pt>
                <c:pt idx="209">
                  <c:v>36.766649999999998</c:v>
                </c:pt>
                <c:pt idx="210">
                  <c:v>40.713085999999997</c:v>
                </c:pt>
                <c:pt idx="211">
                  <c:v>30.986784</c:v>
                </c:pt>
                <c:pt idx="212">
                  <c:v>32.344577000000001</c:v>
                </c:pt>
                <c:pt idx="213">
                  <c:v>29.31739</c:v>
                </c:pt>
                <c:pt idx="214">
                  <c:v>32.479329</c:v>
                </c:pt>
                <c:pt idx="215">
                  <c:v>36.430908000000002</c:v>
                </c:pt>
                <c:pt idx="216">
                  <c:v>36.787759000000001</c:v>
                </c:pt>
                <c:pt idx="217">
                  <c:v>42.060670999999999</c:v>
                </c:pt>
                <c:pt idx="218">
                  <c:v>35.340294999999998</c:v>
                </c:pt>
                <c:pt idx="219">
                  <c:v>35.899408000000001</c:v>
                </c:pt>
                <c:pt idx="220">
                  <c:v>37.232503999999999</c:v>
                </c:pt>
                <c:pt idx="221">
                  <c:v>40.403500999999999</c:v>
                </c:pt>
                <c:pt idx="222">
                  <c:v>41.250005000000002</c:v>
                </c:pt>
                <c:pt idx="223">
                  <c:v>38.980592000000001</c:v>
                </c:pt>
                <c:pt idx="224">
                  <c:v>49.381712</c:v>
                </c:pt>
                <c:pt idx="225">
                  <c:v>46.573419000000001</c:v>
                </c:pt>
                <c:pt idx="226">
                  <c:v>38.277951000000002</c:v>
                </c:pt>
                <c:pt idx="227">
                  <c:v>39.454759000000003</c:v>
                </c:pt>
                <c:pt idx="228">
                  <c:v>41.693829000000001</c:v>
                </c:pt>
                <c:pt idx="229">
                  <c:v>42.595979999999997</c:v>
                </c:pt>
                <c:pt idx="230">
                  <c:v>44.374901999999999</c:v>
                </c:pt>
                <c:pt idx="231">
                  <c:v>36.646312000000002</c:v>
                </c:pt>
                <c:pt idx="232">
                  <c:v>46.142963999999999</c:v>
                </c:pt>
                <c:pt idx="233">
                  <c:v>35.82403</c:v>
                </c:pt>
                <c:pt idx="234">
                  <c:v>36.968038</c:v>
                </c:pt>
                <c:pt idx="235">
                  <c:v>38.373038999999999</c:v>
                </c:pt>
                <c:pt idx="236">
                  <c:v>37.395521000000002</c:v>
                </c:pt>
                <c:pt idx="237">
                  <c:v>41.78736</c:v>
                </c:pt>
                <c:pt idx="238">
                  <c:v>45.116531000000002</c:v>
                </c:pt>
                <c:pt idx="239">
                  <c:v>46.231324000000001</c:v>
                </c:pt>
                <c:pt idx="240">
                  <c:v>33.271728000000003</c:v>
                </c:pt>
                <c:pt idx="241">
                  <c:v>36.567802</c:v>
                </c:pt>
                <c:pt idx="242">
                  <c:v>35.476641999999998</c:v>
                </c:pt>
                <c:pt idx="243">
                  <c:v>38.087502999999998</c:v>
                </c:pt>
                <c:pt idx="244">
                  <c:v>33.935864000000002</c:v>
                </c:pt>
                <c:pt idx="245">
                  <c:v>39.352958999999998</c:v>
                </c:pt>
                <c:pt idx="246">
                  <c:v>43.929170999999997</c:v>
                </c:pt>
                <c:pt idx="247">
                  <c:v>33.955781000000002</c:v>
                </c:pt>
                <c:pt idx="248">
                  <c:v>36.895355000000002</c:v>
                </c:pt>
                <c:pt idx="249">
                  <c:v>33.452472999999998</c:v>
                </c:pt>
                <c:pt idx="250">
                  <c:v>37.398162999999997</c:v>
                </c:pt>
                <c:pt idx="251">
                  <c:v>36.489173999999998</c:v>
                </c:pt>
                <c:pt idx="252">
                  <c:v>40.551473999999999</c:v>
                </c:pt>
                <c:pt idx="253">
                  <c:v>48.930743999999997</c:v>
                </c:pt>
                <c:pt idx="254">
                  <c:v>39.286605999999999</c:v>
                </c:pt>
                <c:pt idx="255">
                  <c:v>39.783684999999998</c:v>
                </c:pt>
                <c:pt idx="256">
                  <c:v>44.964393000000001</c:v>
                </c:pt>
                <c:pt idx="257">
                  <c:v>29.306107000000001</c:v>
                </c:pt>
                <c:pt idx="258">
                  <c:v>33.792684999999999</c:v>
                </c:pt>
                <c:pt idx="259">
                  <c:v>36.668098000000001</c:v>
                </c:pt>
                <c:pt idx="260">
                  <c:v>38.287725999999999</c:v>
                </c:pt>
                <c:pt idx="261">
                  <c:v>38.952449000000001</c:v>
                </c:pt>
                <c:pt idx="262">
                  <c:v>39.739792999999999</c:v>
                </c:pt>
                <c:pt idx="263">
                  <c:v>31.367322999999999</c:v>
                </c:pt>
                <c:pt idx="264">
                  <c:v>38.086452999999999</c:v>
                </c:pt>
                <c:pt idx="265">
                  <c:v>40.466853999999998</c:v>
                </c:pt>
                <c:pt idx="266">
                  <c:v>33.114032999999999</c:v>
                </c:pt>
                <c:pt idx="267">
                  <c:v>47.819921000000001</c:v>
                </c:pt>
                <c:pt idx="268">
                  <c:v>45.013818999999998</c:v>
                </c:pt>
                <c:pt idx="269">
                  <c:v>39.237096000000001</c:v>
                </c:pt>
                <c:pt idx="270">
                  <c:v>44.746017999999999</c:v>
                </c:pt>
                <c:pt idx="271">
                  <c:v>43.483770999999997</c:v>
                </c:pt>
                <c:pt idx="272">
                  <c:v>39.667307000000001</c:v>
                </c:pt>
                <c:pt idx="273">
                  <c:v>41.742741000000002</c:v>
                </c:pt>
                <c:pt idx="274">
                  <c:v>45.583601000000002</c:v>
                </c:pt>
                <c:pt idx="275">
                  <c:v>42.162444999999998</c:v>
                </c:pt>
                <c:pt idx="276">
                  <c:v>49.146287000000001</c:v>
                </c:pt>
                <c:pt idx="277">
                  <c:v>37.103757999999999</c:v>
                </c:pt>
                <c:pt idx="278">
                  <c:v>41.078744999999998</c:v>
                </c:pt>
                <c:pt idx="279">
                  <c:v>37.386384999999997</c:v>
                </c:pt>
                <c:pt idx="280">
                  <c:v>34.309232000000002</c:v>
                </c:pt>
                <c:pt idx="281">
                  <c:v>44.286951000000002</c:v>
                </c:pt>
                <c:pt idx="282">
                  <c:v>41.732973999999999</c:v>
                </c:pt>
                <c:pt idx="283">
                  <c:v>36.828360000000004</c:v>
                </c:pt>
                <c:pt idx="284">
                  <c:v>40.382145000000001</c:v>
                </c:pt>
                <c:pt idx="285">
                  <c:v>35.894615000000002</c:v>
                </c:pt>
                <c:pt idx="286">
                  <c:v>47.105778999999998</c:v>
                </c:pt>
                <c:pt idx="287">
                  <c:v>43.386384</c:v>
                </c:pt>
                <c:pt idx="288">
                  <c:v>40.804997</c:v>
                </c:pt>
                <c:pt idx="289">
                  <c:v>39.849496000000002</c:v>
                </c:pt>
                <c:pt idx="290">
                  <c:v>33.319471</c:v>
                </c:pt>
                <c:pt idx="291">
                  <c:v>41.886105999999998</c:v>
                </c:pt>
                <c:pt idx="292">
                  <c:v>39.976306999999998</c:v>
                </c:pt>
                <c:pt idx="293">
                  <c:v>43.684770999999998</c:v>
                </c:pt>
                <c:pt idx="294">
                  <c:v>44.398009000000002</c:v>
                </c:pt>
                <c:pt idx="295">
                  <c:v>49.182129000000003</c:v>
                </c:pt>
                <c:pt idx="296">
                  <c:v>40.751832999999998</c:v>
                </c:pt>
                <c:pt idx="297">
                  <c:v>37.412852000000001</c:v>
                </c:pt>
                <c:pt idx="298">
                  <c:v>44.792152000000002</c:v>
                </c:pt>
                <c:pt idx="299">
                  <c:v>48.396343000000002</c:v>
                </c:pt>
                <c:pt idx="300">
                  <c:v>37.608305999999999</c:v>
                </c:pt>
                <c:pt idx="301">
                  <c:v>45.184339000000001</c:v>
                </c:pt>
                <c:pt idx="302">
                  <c:v>39.300342999999998</c:v>
                </c:pt>
                <c:pt idx="303">
                  <c:v>38.057828000000001</c:v>
                </c:pt>
                <c:pt idx="304">
                  <c:v>45.359802000000002</c:v>
                </c:pt>
                <c:pt idx="305">
                  <c:v>33.174083000000003</c:v>
                </c:pt>
                <c:pt idx="306">
                  <c:v>34.618716999999997</c:v>
                </c:pt>
                <c:pt idx="307">
                  <c:v>37.442461999999999</c:v>
                </c:pt>
                <c:pt idx="308">
                  <c:v>43.259137000000003</c:v>
                </c:pt>
                <c:pt idx="309">
                  <c:v>47.886499999999998</c:v>
                </c:pt>
                <c:pt idx="310">
                  <c:v>40.362592999999997</c:v>
                </c:pt>
                <c:pt idx="311">
                  <c:v>46.652585000000002</c:v>
                </c:pt>
                <c:pt idx="312">
                  <c:v>42.482652999999999</c:v>
                </c:pt>
                <c:pt idx="313">
                  <c:v>37.298079999999999</c:v>
                </c:pt>
                <c:pt idx="314">
                  <c:v>41.896680000000003</c:v>
                </c:pt>
                <c:pt idx="315">
                  <c:v>37.368060999999997</c:v>
                </c:pt>
                <c:pt idx="316">
                  <c:v>38.795197000000002</c:v>
                </c:pt>
                <c:pt idx="317">
                  <c:v>39.074753999999999</c:v>
                </c:pt>
                <c:pt idx="318">
                  <c:v>37.362386999999998</c:v>
                </c:pt>
                <c:pt idx="319">
                  <c:v>41.94659</c:v>
                </c:pt>
                <c:pt idx="320">
                  <c:v>46.612409</c:v>
                </c:pt>
                <c:pt idx="321">
                  <c:v>37.253337999999999</c:v>
                </c:pt>
                <c:pt idx="322">
                  <c:v>41.781531999999999</c:v>
                </c:pt>
                <c:pt idx="323">
                  <c:v>47.694786000000001</c:v>
                </c:pt>
                <c:pt idx="324">
                  <c:v>36.961748999999998</c:v>
                </c:pt>
                <c:pt idx="325">
                  <c:v>41.960819999999998</c:v>
                </c:pt>
                <c:pt idx="326">
                  <c:v>41.755577000000002</c:v>
                </c:pt>
                <c:pt idx="327">
                  <c:v>46.163625000000003</c:v>
                </c:pt>
                <c:pt idx="328">
                  <c:v>51.521456000000001</c:v>
                </c:pt>
                <c:pt idx="329">
                  <c:v>45.945551000000002</c:v>
                </c:pt>
                <c:pt idx="330">
                  <c:v>42.885120999999998</c:v>
                </c:pt>
                <c:pt idx="331">
                  <c:v>44.880101000000003</c:v>
                </c:pt>
                <c:pt idx="332">
                  <c:v>33.804540000000003</c:v>
                </c:pt>
                <c:pt idx="333">
                  <c:v>36.547164000000002</c:v>
                </c:pt>
                <c:pt idx="334">
                  <c:v>36.355362999999997</c:v>
                </c:pt>
                <c:pt idx="335">
                  <c:v>32.093927000000001</c:v>
                </c:pt>
                <c:pt idx="336">
                  <c:v>41.168844</c:v>
                </c:pt>
                <c:pt idx="337">
                  <c:v>32.763191999999997</c:v>
                </c:pt>
                <c:pt idx="338">
                  <c:v>31.213348</c:v>
                </c:pt>
                <c:pt idx="339">
                  <c:v>35.464086999999999</c:v>
                </c:pt>
                <c:pt idx="340">
                  <c:v>42.046422999999997</c:v>
                </c:pt>
                <c:pt idx="341">
                  <c:v>47.678117999999998</c:v>
                </c:pt>
                <c:pt idx="342">
                  <c:v>39.596283</c:v>
                </c:pt>
                <c:pt idx="343">
                  <c:v>39.467553000000002</c:v>
                </c:pt>
                <c:pt idx="344">
                  <c:v>49.503058000000003</c:v>
                </c:pt>
                <c:pt idx="345">
                  <c:v>37.063111999999997</c:v>
                </c:pt>
                <c:pt idx="346">
                  <c:v>41.687658999999996</c:v>
                </c:pt>
                <c:pt idx="347">
                  <c:v>44.595261000000001</c:v>
                </c:pt>
                <c:pt idx="348">
                  <c:v>51.327652</c:v>
                </c:pt>
                <c:pt idx="349">
                  <c:v>41.464753000000002</c:v>
                </c:pt>
                <c:pt idx="350">
                  <c:v>41.021042999999999</c:v>
                </c:pt>
                <c:pt idx="351">
                  <c:v>47.734144999999998</c:v>
                </c:pt>
                <c:pt idx="352">
                  <c:v>40.701830999999999</c:v>
                </c:pt>
                <c:pt idx="353">
                  <c:v>42.044598999999998</c:v>
                </c:pt>
                <c:pt idx="354">
                  <c:v>45.038037000000003</c:v>
                </c:pt>
                <c:pt idx="355">
                  <c:v>37.149323000000003</c:v>
                </c:pt>
                <c:pt idx="356">
                  <c:v>41.734423999999997</c:v>
                </c:pt>
                <c:pt idx="357">
                  <c:v>42.874315000000003</c:v>
                </c:pt>
                <c:pt idx="358">
                  <c:v>47.296661</c:v>
                </c:pt>
                <c:pt idx="359">
                  <c:v>43.594583</c:v>
                </c:pt>
                <c:pt idx="360">
                  <c:v>48.084290000000003</c:v>
                </c:pt>
                <c:pt idx="361">
                  <c:v>32.037156000000003</c:v>
                </c:pt>
                <c:pt idx="362">
                  <c:v>33.379317999999998</c:v>
                </c:pt>
                <c:pt idx="363">
                  <c:v>44.912745999999999</c:v>
                </c:pt>
                <c:pt idx="364">
                  <c:v>43.028613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FA5F-4BBE-94A3-81A36868AD19}"/>
            </c:ext>
          </c:extLst>
        </c:ser>
        <c:ser>
          <c:idx val="4"/>
          <c:order val="4"/>
          <c:tx>
            <c:strRef>
              <c:f>'3G Data'!$F$1</c:f>
              <c:strCache>
                <c:ptCount val="1"/>
                <c:pt idx="0">
                  <c:v>Vavuniya</c:v>
                </c:pt>
              </c:strCache>
            </c:strRef>
          </c:tx>
          <c:spPr>
            <a:ln w="28575" cap="rnd">
              <a:solidFill>
                <a:schemeClr val="accent5"/>
              </a:solidFill>
              <a:round/>
            </a:ln>
            <a:effectLst/>
          </c:spPr>
          <c:marker>
            <c:symbol val="none"/>
          </c:marker>
          <c:cat>
            <c:numRef>
              <c:f>'3G Data'!$A$2:$A$366</c:f>
              <c:numCache>
                <c:formatCode>m/d/yyyy</c:formatCode>
                <c:ptCount val="365"/>
                <c:pt idx="0">
                  <c:v>45829</c:v>
                </c:pt>
                <c:pt idx="1">
                  <c:v>45830</c:v>
                </c:pt>
                <c:pt idx="2">
                  <c:v>45831</c:v>
                </c:pt>
                <c:pt idx="3">
                  <c:v>45832</c:v>
                </c:pt>
                <c:pt idx="4">
                  <c:v>45833</c:v>
                </c:pt>
                <c:pt idx="5">
                  <c:v>45834</c:v>
                </c:pt>
                <c:pt idx="6">
                  <c:v>45835</c:v>
                </c:pt>
                <c:pt idx="7">
                  <c:v>45836</c:v>
                </c:pt>
                <c:pt idx="8">
                  <c:v>45837</c:v>
                </c:pt>
                <c:pt idx="9">
                  <c:v>45838</c:v>
                </c:pt>
                <c:pt idx="10">
                  <c:v>45839</c:v>
                </c:pt>
                <c:pt idx="11">
                  <c:v>45840</c:v>
                </c:pt>
                <c:pt idx="12">
                  <c:v>45841</c:v>
                </c:pt>
                <c:pt idx="13">
                  <c:v>45842</c:v>
                </c:pt>
                <c:pt idx="14">
                  <c:v>45843</c:v>
                </c:pt>
                <c:pt idx="15">
                  <c:v>45844</c:v>
                </c:pt>
                <c:pt idx="16">
                  <c:v>45845</c:v>
                </c:pt>
                <c:pt idx="17">
                  <c:v>45846</c:v>
                </c:pt>
                <c:pt idx="18">
                  <c:v>45847</c:v>
                </c:pt>
                <c:pt idx="19">
                  <c:v>45848</c:v>
                </c:pt>
                <c:pt idx="20">
                  <c:v>45849</c:v>
                </c:pt>
                <c:pt idx="21">
                  <c:v>45850</c:v>
                </c:pt>
                <c:pt idx="22">
                  <c:v>45851</c:v>
                </c:pt>
                <c:pt idx="23">
                  <c:v>45852</c:v>
                </c:pt>
                <c:pt idx="24">
                  <c:v>45853</c:v>
                </c:pt>
                <c:pt idx="25">
                  <c:v>45854</c:v>
                </c:pt>
                <c:pt idx="26">
                  <c:v>45855</c:v>
                </c:pt>
                <c:pt idx="27">
                  <c:v>45856</c:v>
                </c:pt>
                <c:pt idx="28">
                  <c:v>45857</c:v>
                </c:pt>
                <c:pt idx="29">
                  <c:v>45858</c:v>
                </c:pt>
                <c:pt idx="30">
                  <c:v>45859</c:v>
                </c:pt>
                <c:pt idx="31">
                  <c:v>45860</c:v>
                </c:pt>
                <c:pt idx="32">
                  <c:v>45861</c:v>
                </c:pt>
                <c:pt idx="33">
                  <c:v>45862</c:v>
                </c:pt>
                <c:pt idx="34">
                  <c:v>45863</c:v>
                </c:pt>
                <c:pt idx="35">
                  <c:v>45864</c:v>
                </c:pt>
                <c:pt idx="36">
                  <c:v>45865</c:v>
                </c:pt>
                <c:pt idx="37">
                  <c:v>45866</c:v>
                </c:pt>
                <c:pt idx="38">
                  <c:v>45867</c:v>
                </c:pt>
                <c:pt idx="39">
                  <c:v>45868</c:v>
                </c:pt>
                <c:pt idx="40">
                  <c:v>45869</c:v>
                </c:pt>
                <c:pt idx="41">
                  <c:v>45870</c:v>
                </c:pt>
                <c:pt idx="42">
                  <c:v>45871</c:v>
                </c:pt>
                <c:pt idx="43">
                  <c:v>45872</c:v>
                </c:pt>
                <c:pt idx="44">
                  <c:v>45873</c:v>
                </c:pt>
                <c:pt idx="45">
                  <c:v>45874</c:v>
                </c:pt>
                <c:pt idx="46">
                  <c:v>45875</c:v>
                </c:pt>
                <c:pt idx="47">
                  <c:v>45876</c:v>
                </c:pt>
                <c:pt idx="48">
                  <c:v>45877</c:v>
                </c:pt>
                <c:pt idx="49">
                  <c:v>45878</c:v>
                </c:pt>
                <c:pt idx="50">
                  <c:v>45879</c:v>
                </c:pt>
                <c:pt idx="51">
                  <c:v>45880</c:v>
                </c:pt>
                <c:pt idx="52">
                  <c:v>45881</c:v>
                </c:pt>
                <c:pt idx="53">
                  <c:v>45882</c:v>
                </c:pt>
                <c:pt idx="54">
                  <c:v>45883</c:v>
                </c:pt>
                <c:pt idx="55">
                  <c:v>45884</c:v>
                </c:pt>
                <c:pt idx="56">
                  <c:v>45885</c:v>
                </c:pt>
                <c:pt idx="57">
                  <c:v>45886</c:v>
                </c:pt>
                <c:pt idx="58">
                  <c:v>45887</c:v>
                </c:pt>
                <c:pt idx="59">
                  <c:v>45888</c:v>
                </c:pt>
                <c:pt idx="60">
                  <c:v>45889</c:v>
                </c:pt>
                <c:pt idx="61">
                  <c:v>45890</c:v>
                </c:pt>
                <c:pt idx="62">
                  <c:v>45891</c:v>
                </c:pt>
                <c:pt idx="63">
                  <c:v>45892</c:v>
                </c:pt>
                <c:pt idx="64">
                  <c:v>45893</c:v>
                </c:pt>
                <c:pt idx="65">
                  <c:v>45894</c:v>
                </c:pt>
                <c:pt idx="66">
                  <c:v>45895</c:v>
                </c:pt>
                <c:pt idx="67">
                  <c:v>45896</c:v>
                </c:pt>
                <c:pt idx="68">
                  <c:v>45897</c:v>
                </c:pt>
                <c:pt idx="69">
                  <c:v>45898</c:v>
                </c:pt>
                <c:pt idx="70">
                  <c:v>45899</c:v>
                </c:pt>
                <c:pt idx="71">
                  <c:v>45900</c:v>
                </c:pt>
                <c:pt idx="72">
                  <c:v>45901</c:v>
                </c:pt>
                <c:pt idx="73">
                  <c:v>45902</c:v>
                </c:pt>
                <c:pt idx="74">
                  <c:v>45903</c:v>
                </c:pt>
                <c:pt idx="75">
                  <c:v>45904</c:v>
                </c:pt>
                <c:pt idx="76">
                  <c:v>45905</c:v>
                </c:pt>
                <c:pt idx="77">
                  <c:v>45906</c:v>
                </c:pt>
                <c:pt idx="78">
                  <c:v>45907</c:v>
                </c:pt>
                <c:pt idx="79">
                  <c:v>45908</c:v>
                </c:pt>
                <c:pt idx="80">
                  <c:v>45909</c:v>
                </c:pt>
                <c:pt idx="81">
                  <c:v>45910</c:v>
                </c:pt>
                <c:pt idx="82">
                  <c:v>45911</c:v>
                </c:pt>
                <c:pt idx="83">
                  <c:v>45912</c:v>
                </c:pt>
                <c:pt idx="84">
                  <c:v>45913</c:v>
                </c:pt>
                <c:pt idx="85">
                  <c:v>45914</c:v>
                </c:pt>
                <c:pt idx="86">
                  <c:v>45915</c:v>
                </c:pt>
                <c:pt idx="87">
                  <c:v>45916</c:v>
                </c:pt>
                <c:pt idx="88">
                  <c:v>45917</c:v>
                </c:pt>
                <c:pt idx="89">
                  <c:v>45918</c:v>
                </c:pt>
                <c:pt idx="90">
                  <c:v>45919</c:v>
                </c:pt>
                <c:pt idx="91">
                  <c:v>45920</c:v>
                </c:pt>
                <c:pt idx="92">
                  <c:v>45921</c:v>
                </c:pt>
                <c:pt idx="93">
                  <c:v>45922</c:v>
                </c:pt>
                <c:pt idx="94">
                  <c:v>45923</c:v>
                </c:pt>
                <c:pt idx="95">
                  <c:v>45924</c:v>
                </c:pt>
                <c:pt idx="96">
                  <c:v>45925</c:v>
                </c:pt>
                <c:pt idx="97">
                  <c:v>45926</c:v>
                </c:pt>
                <c:pt idx="98">
                  <c:v>45927</c:v>
                </c:pt>
                <c:pt idx="99">
                  <c:v>45928</c:v>
                </c:pt>
                <c:pt idx="100">
                  <c:v>45929</c:v>
                </c:pt>
                <c:pt idx="101">
                  <c:v>45930</c:v>
                </c:pt>
                <c:pt idx="102">
                  <c:v>45931</c:v>
                </c:pt>
                <c:pt idx="103">
                  <c:v>45932</c:v>
                </c:pt>
                <c:pt idx="104">
                  <c:v>45933</c:v>
                </c:pt>
                <c:pt idx="105">
                  <c:v>45934</c:v>
                </c:pt>
                <c:pt idx="106">
                  <c:v>45935</c:v>
                </c:pt>
                <c:pt idx="107">
                  <c:v>45936</c:v>
                </c:pt>
                <c:pt idx="108">
                  <c:v>45937</c:v>
                </c:pt>
                <c:pt idx="109">
                  <c:v>45938</c:v>
                </c:pt>
                <c:pt idx="110">
                  <c:v>45939</c:v>
                </c:pt>
                <c:pt idx="111">
                  <c:v>45940</c:v>
                </c:pt>
                <c:pt idx="112">
                  <c:v>45941</c:v>
                </c:pt>
                <c:pt idx="113">
                  <c:v>45942</c:v>
                </c:pt>
                <c:pt idx="114">
                  <c:v>45943</c:v>
                </c:pt>
                <c:pt idx="115">
                  <c:v>45944</c:v>
                </c:pt>
                <c:pt idx="116">
                  <c:v>45945</c:v>
                </c:pt>
                <c:pt idx="117">
                  <c:v>45946</c:v>
                </c:pt>
                <c:pt idx="118">
                  <c:v>45947</c:v>
                </c:pt>
                <c:pt idx="119">
                  <c:v>45948</c:v>
                </c:pt>
                <c:pt idx="120">
                  <c:v>45949</c:v>
                </c:pt>
                <c:pt idx="121">
                  <c:v>45950</c:v>
                </c:pt>
                <c:pt idx="122">
                  <c:v>45951</c:v>
                </c:pt>
                <c:pt idx="123">
                  <c:v>45952</c:v>
                </c:pt>
                <c:pt idx="124">
                  <c:v>45953</c:v>
                </c:pt>
                <c:pt idx="125">
                  <c:v>45954</c:v>
                </c:pt>
                <c:pt idx="126">
                  <c:v>45955</c:v>
                </c:pt>
                <c:pt idx="127">
                  <c:v>45956</c:v>
                </c:pt>
                <c:pt idx="128">
                  <c:v>45957</c:v>
                </c:pt>
                <c:pt idx="129">
                  <c:v>45958</c:v>
                </c:pt>
                <c:pt idx="130">
                  <c:v>45959</c:v>
                </c:pt>
                <c:pt idx="131">
                  <c:v>45960</c:v>
                </c:pt>
                <c:pt idx="132">
                  <c:v>45961</c:v>
                </c:pt>
                <c:pt idx="133">
                  <c:v>45962</c:v>
                </c:pt>
                <c:pt idx="134">
                  <c:v>45963</c:v>
                </c:pt>
                <c:pt idx="135">
                  <c:v>45964</c:v>
                </c:pt>
                <c:pt idx="136">
                  <c:v>45965</c:v>
                </c:pt>
                <c:pt idx="137">
                  <c:v>45966</c:v>
                </c:pt>
                <c:pt idx="138">
                  <c:v>45967</c:v>
                </c:pt>
                <c:pt idx="139">
                  <c:v>45968</c:v>
                </c:pt>
                <c:pt idx="140">
                  <c:v>45969</c:v>
                </c:pt>
                <c:pt idx="141">
                  <c:v>45970</c:v>
                </c:pt>
                <c:pt idx="142">
                  <c:v>45971</c:v>
                </c:pt>
                <c:pt idx="143">
                  <c:v>45972</c:v>
                </c:pt>
                <c:pt idx="144">
                  <c:v>45973</c:v>
                </c:pt>
                <c:pt idx="145">
                  <c:v>45974</c:v>
                </c:pt>
                <c:pt idx="146">
                  <c:v>45975</c:v>
                </c:pt>
                <c:pt idx="147">
                  <c:v>45976</c:v>
                </c:pt>
                <c:pt idx="148">
                  <c:v>45977</c:v>
                </c:pt>
                <c:pt idx="149">
                  <c:v>45978</c:v>
                </c:pt>
                <c:pt idx="150">
                  <c:v>45979</c:v>
                </c:pt>
                <c:pt idx="151">
                  <c:v>45980</c:v>
                </c:pt>
                <c:pt idx="152">
                  <c:v>45981</c:v>
                </c:pt>
                <c:pt idx="153">
                  <c:v>45982</c:v>
                </c:pt>
                <c:pt idx="154">
                  <c:v>45983</c:v>
                </c:pt>
                <c:pt idx="155">
                  <c:v>45984</c:v>
                </c:pt>
                <c:pt idx="156">
                  <c:v>45985</c:v>
                </c:pt>
                <c:pt idx="157">
                  <c:v>45986</c:v>
                </c:pt>
                <c:pt idx="158">
                  <c:v>45987</c:v>
                </c:pt>
                <c:pt idx="159">
                  <c:v>45988</c:v>
                </c:pt>
                <c:pt idx="160">
                  <c:v>45989</c:v>
                </c:pt>
                <c:pt idx="161">
                  <c:v>45990</c:v>
                </c:pt>
                <c:pt idx="162">
                  <c:v>45991</c:v>
                </c:pt>
                <c:pt idx="163">
                  <c:v>45992</c:v>
                </c:pt>
                <c:pt idx="164">
                  <c:v>45993</c:v>
                </c:pt>
                <c:pt idx="165">
                  <c:v>45994</c:v>
                </c:pt>
                <c:pt idx="166">
                  <c:v>45995</c:v>
                </c:pt>
                <c:pt idx="167">
                  <c:v>45996</c:v>
                </c:pt>
                <c:pt idx="168">
                  <c:v>45997</c:v>
                </c:pt>
                <c:pt idx="169">
                  <c:v>45998</c:v>
                </c:pt>
                <c:pt idx="170">
                  <c:v>45999</c:v>
                </c:pt>
                <c:pt idx="171">
                  <c:v>46000</c:v>
                </c:pt>
                <c:pt idx="172">
                  <c:v>46001</c:v>
                </c:pt>
                <c:pt idx="173">
                  <c:v>46002</c:v>
                </c:pt>
                <c:pt idx="174">
                  <c:v>46003</c:v>
                </c:pt>
                <c:pt idx="175">
                  <c:v>46004</c:v>
                </c:pt>
                <c:pt idx="176">
                  <c:v>46005</c:v>
                </c:pt>
                <c:pt idx="177">
                  <c:v>46006</c:v>
                </c:pt>
                <c:pt idx="178">
                  <c:v>46007</c:v>
                </c:pt>
                <c:pt idx="179">
                  <c:v>46008</c:v>
                </c:pt>
                <c:pt idx="180">
                  <c:v>46009</c:v>
                </c:pt>
                <c:pt idx="181">
                  <c:v>46010</c:v>
                </c:pt>
                <c:pt idx="182">
                  <c:v>46011</c:v>
                </c:pt>
                <c:pt idx="183">
                  <c:v>46012</c:v>
                </c:pt>
                <c:pt idx="184">
                  <c:v>46013</c:v>
                </c:pt>
                <c:pt idx="185">
                  <c:v>46014</c:v>
                </c:pt>
                <c:pt idx="186">
                  <c:v>46015</c:v>
                </c:pt>
                <c:pt idx="187">
                  <c:v>46016</c:v>
                </c:pt>
                <c:pt idx="188">
                  <c:v>46017</c:v>
                </c:pt>
                <c:pt idx="189">
                  <c:v>46018</c:v>
                </c:pt>
                <c:pt idx="190">
                  <c:v>46019</c:v>
                </c:pt>
                <c:pt idx="191">
                  <c:v>46020</c:v>
                </c:pt>
                <c:pt idx="192">
                  <c:v>46021</c:v>
                </c:pt>
                <c:pt idx="193">
                  <c:v>46022</c:v>
                </c:pt>
                <c:pt idx="194">
                  <c:v>46023</c:v>
                </c:pt>
                <c:pt idx="195">
                  <c:v>46024</c:v>
                </c:pt>
                <c:pt idx="196">
                  <c:v>46025</c:v>
                </c:pt>
                <c:pt idx="197">
                  <c:v>46026</c:v>
                </c:pt>
                <c:pt idx="198">
                  <c:v>46027</c:v>
                </c:pt>
                <c:pt idx="199">
                  <c:v>46028</c:v>
                </c:pt>
                <c:pt idx="200">
                  <c:v>46029</c:v>
                </c:pt>
                <c:pt idx="201">
                  <c:v>46030</c:v>
                </c:pt>
                <c:pt idx="202">
                  <c:v>46031</c:v>
                </c:pt>
                <c:pt idx="203">
                  <c:v>46032</c:v>
                </c:pt>
                <c:pt idx="204">
                  <c:v>46033</c:v>
                </c:pt>
                <c:pt idx="205">
                  <c:v>46034</c:v>
                </c:pt>
                <c:pt idx="206">
                  <c:v>46035</c:v>
                </c:pt>
                <c:pt idx="207">
                  <c:v>46036</c:v>
                </c:pt>
                <c:pt idx="208">
                  <c:v>46037</c:v>
                </c:pt>
                <c:pt idx="209">
                  <c:v>46038</c:v>
                </c:pt>
                <c:pt idx="210">
                  <c:v>46039</c:v>
                </c:pt>
                <c:pt idx="211">
                  <c:v>46040</c:v>
                </c:pt>
                <c:pt idx="212">
                  <c:v>46041</c:v>
                </c:pt>
                <c:pt idx="213">
                  <c:v>46042</c:v>
                </c:pt>
                <c:pt idx="214">
                  <c:v>46043</c:v>
                </c:pt>
                <c:pt idx="215">
                  <c:v>46044</c:v>
                </c:pt>
                <c:pt idx="216">
                  <c:v>46045</c:v>
                </c:pt>
                <c:pt idx="217">
                  <c:v>46046</c:v>
                </c:pt>
                <c:pt idx="218">
                  <c:v>46047</c:v>
                </c:pt>
                <c:pt idx="219">
                  <c:v>46048</c:v>
                </c:pt>
                <c:pt idx="220">
                  <c:v>46049</c:v>
                </c:pt>
                <c:pt idx="221">
                  <c:v>46050</c:v>
                </c:pt>
                <c:pt idx="222">
                  <c:v>46051</c:v>
                </c:pt>
                <c:pt idx="223">
                  <c:v>46052</c:v>
                </c:pt>
                <c:pt idx="224">
                  <c:v>46053</c:v>
                </c:pt>
                <c:pt idx="225">
                  <c:v>46054</c:v>
                </c:pt>
                <c:pt idx="226">
                  <c:v>46055</c:v>
                </c:pt>
                <c:pt idx="227">
                  <c:v>46056</c:v>
                </c:pt>
                <c:pt idx="228">
                  <c:v>46057</c:v>
                </c:pt>
                <c:pt idx="229">
                  <c:v>46058</c:v>
                </c:pt>
                <c:pt idx="230">
                  <c:v>46059</c:v>
                </c:pt>
                <c:pt idx="231">
                  <c:v>46060</c:v>
                </c:pt>
                <c:pt idx="232">
                  <c:v>46061</c:v>
                </c:pt>
                <c:pt idx="233">
                  <c:v>46062</c:v>
                </c:pt>
                <c:pt idx="234">
                  <c:v>46063</c:v>
                </c:pt>
                <c:pt idx="235">
                  <c:v>46064</c:v>
                </c:pt>
                <c:pt idx="236">
                  <c:v>46065</c:v>
                </c:pt>
                <c:pt idx="237">
                  <c:v>46066</c:v>
                </c:pt>
                <c:pt idx="238">
                  <c:v>46067</c:v>
                </c:pt>
                <c:pt idx="239">
                  <c:v>46068</c:v>
                </c:pt>
                <c:pt idx="240">
                  <c:v>46069</c:v>
                </c:pt>
                <c:pt idx="241">
                  <c:v>46070</c:v>
                </c:pt>
                <c:pt idx="242">
                  <c:v>46071</c:v>
                </c:pt>
                <c:pt idx="243">
                  <c:v>46072</c:v>
                </c:pt>
                <c:pt idx="244">
                  <c:v>46073</c:v>
                </c:pt>
                <c:pt idx="245">
                  <c:v>46074</c:v>
                </c:pt>
                <c:pt idx="246">
                  <c:v>46075</c:v>
                </c:pt>
                <c:pt idx="247">
                  <c:v>46076</c:v>
                </c:pt>
                <c:pt idx="248">
                  <c:v>46077</c:v>
                </c:pt>
                <c:pt idx="249">
                  <c:v>46078</c:v>
                </c:pt>
                <c:pt idx="250">
                  <c:v>46079</c:v>
                </c:pt>
                <c:pt idx="251">
                  <c:v>46080</c:v>
                </c:pt>
                <c:pt idx="252">
                  <c:v>46081</c:v>
                </c:pt>
                <c:pt idx="253">
                  <c:v>46082</c:v>
                </c:pt>
                <c:pt idx="254">
                  <c:v>46083</c:v>
                </c:pt>
                <c:pt idx="255">
                  <c:v>46084</c:v>
                </c:pt>
                <c:pt idx="256">
                  <c:v>46085</c:v>
                </c:pt>
                <c:pt idx="257">
                  <c:v>46086</c:v>
                </c:pt>
                <c:pt idx="258">
                  <c:v>46087</c:v>
                </c:pt>
                <c:pt idx="259">
                  <c:v>46088</c:v>
                </c:pt>
                <c:pt idx="260">
                  <c:v>46089</c:v>
                </c:pt>
                <c:pt idx="261">
                  <c:v>46090</c:v>
                </c:pt>
                <c:pt idx="262">
                  <c:v>46091</c:v>
                </c:pt>
                <c:pt idx="263">
                  <c:v>46092</c:v>
                </c:pt>
                <c:pt idx="264">
                  <c:v>46093</c:v>
                </c:pt>
                <c:pt idx="265">
                  <c:v>46094</c:v>
                </c:pt>
                <c:pt idx="266">
                  <c:v>46095</c:v>
                </c:pt>
                <c:pt idx="267">
                  <c:v>46096</c:v>
                </c:pt>
                <c:pt idx="268">
                  <c:v>46097</c:v>
                </c:pt>
                <c:pt idx="269">
                  <c:v>46098</c:v>
                </c:pt>
                <c:pt idx="270">
                  <c:v>46099</c:v>
                </c:pt>
                <c:pt idx="271">
                  <c:v>46100</c:v>
                </c:pt>
                <c:pt idx="272">
                  <c:v>46101</c:v>
                </c:pt>
                <c:pt idx="273">
                  <c:v>46102</c:v>
                </c:pt>
                <c:pt idx="274">
                  <c:v>46103</c:v>
                </c:pt>
                <c:pt idx="275">
                  <c:v>46104</c:v>
                </c:pt>
                <c:pt idx="276">
                  <c:v>46105</c:v>
                </c:pt>
                <c:pt idx="277">
                  <c:v>46106</c:v>
                </c:pt>
                <c:pt idx="278">
                  <c:v>46107</c:v>
                </c:pt>
                <c:pt idx="279">
                  <c:v>46108</c:v>
                </c:pt>
                <c:pt idx="280">
                  <c:v>46109</c:v>
                </c:pt>
                <c:pt idx="281">
                  <c:v>46110</c:v>
                </c:pt>
                <c:pt idx="282">
                  <c:v>46111</c:v>
                </c:pt>
                <c:pt idx="283">
                  <c:v>46112</c:v>
                </c:pt>
                <c:pt idx="284">
                  <c:v>46113</c:v>
                </c:pt>
                <c:pt idx="285">
                  <c:v>46114</c:v>
                </c:pt>
                <c:pt idx="286">
                  <c:v>46115</c:v>
                </c:pt>
                <c:pt idx="287">
                  <c:v>46116</c:v>
                </c:pt>
                <c:pt idx="288">
                  <c:v>46117</c:v>
                </c:pt>
                <c:pt idx="289">
                  <c:v>46118</c:v>
                </c:pt>
                <c:pt idx="290">
                  <c:v>46119</c:v>
                </c:pt>
                <c:pt idx="291">
                  <c:v>46120</c:v>
                </c:pt>
                <c:pt idx="292">
                  <c:v>46121</c:v>
                </c:pt>
                <c:pt idx="293">
                  <c:v>46122</c:v>
                </c:pt>
                <c:pt idx="294">
                  <c:v>46123</c:v>
                </c:pt>
                <c:pt idx="295">
                  <c:v>46124</c:v>
                </c:pt>
                <c:pt idx="296">
                  <c:v>46125</c:v>
                </c:pt>
                <c:pt idx="297">
                  <c:v>46126</c:v>
                </c:pt>
                <c:pt idx="298">
                  <c:v>46127</c:v>
                </c:pt>
                <c:pt idx="299">
                  <c:v>46128</c:v>
                </c:pt>
                <c:pt idx="300">
                  <c:v>46129</c:v>
                </c:pt>
                <c:pt idx="301">
                  <c:v>46130</c:v>
                </c:pt>
                <c:pt idx="302">
                  <c:v>46131</c:v>
                </c:pt>
                <c:pt idx="303">
                  <c:v>46132</c:v>
                </c:pt>
                <c:pt idx="304">
                  <c:v>46133</c:v>
                </c:pt>
                <c:pt idx="305">
                  <c:v>46134</c:v>
                </c:pt>
                <c:pt idx="306">
                  <c:v>46135</c:v>
                </c:pt>
                <c:pt idx="307">
                  <c:v>46136</c:v>
                </c:pt>
                <c:pt idx="308">
                  <c:v>46137</c:v>
                </c:pt>
                <c:pt idx="309">
                  <c:v>46138</c:v>
                </c:pt>
                <c:pt idx="310">
                  <c:v>46139</c:v>
                </c:pt>
                <c:pt idx="311">
                  <c:v>46140</c:v>
                </c:pt>
                <c:pt idx="312">
                  <c:v>46141</c:v>
                </c:pt>
                <c:pt idx="313">
                  <c:v>46142</c:v>
                </c:pt>
                <c:pt idx="314">
                  <c:v>46143</c:v>
                </c:pt>
                <c:pt idx="315">
                  <c:v>46144</c:v>
                </c:pt>
                <c:pt idx="316">
                  <c:v>46145</c:v>
                </c:pt>
                <c:pt idx="317">
                  <c:v>46146</c:v>
                </c:pt>
                <c:pt idx="318">
                  <c:v>46147</c:v>
                </c:pt>
                <c:pt idx="319">
                  <c:v>46148</c:v>
                </c:pt>
                <c:pt idx="320">
                  <c:v>46149</c:v>
                </c:pt>
                <c:pt idx="321">
                  <c:v>46150</c:v>
                </c:pt>
                <c:pt idx="322">
                  <c:v>46151</c:v>
                </c:pt>
                <c:pt idx="323">
                  <c:v>46152</c:v>
                </c:pt>
                <c:pt idx="324">
                  <c:v>46153</c:v>
                </c:pt>
                <c:pt idx="325">
                  <c:v>46154</c:v>
                </c:pt>
                <c:pt idx="326">
                  <c:v>46155</c:v>
                </c:pt>
                <c:pt idx="327">
                  <c:v>46156</c:v>
                </c:pt>
                <c:pt idx="328">
                  <c:v>46157</c:v>
                </c:pt>
                <c:pt idx="329">
                  <c:v>46158</c:v>
                </c:pt>
                <c:pt idx="330">
                  <c:v>46159</c:v>
                </c:pt>
                <c:pt idx="331">
                  <c:v>46160</c:v>
                </c:pt>
                <c:pt idx="332">
                  <c:v>46161</c:v>
                </c:pt>
                <c:pt idx="333">
                  <c:v>46162</c:v>
                </c:pt>
                <c:pt idx="334">
                  <c:v>46163</c:v>
                </c:pt>
                <c:pt idx="335">
                  <c:v>46164</c:v>
                </c:pt>
                <c:pt idx="336">
                  <c:v>46165</c:v>
                </c:pt>
                <c:pt idx="337">
                  <c:v>46166</c:v>
                </c:pt>
                <c:pt idx="338">
                  <c:v>46167</c:v>
                </c:pt>
                <c:pt idx="339">
                  <c:v>46168</c:v>
                </c:pt>
                <c:pt idx="340">
                  <c:v>46169</c:v>
                </c:pt>
                <c:pt idx="341">
                  <c:v>46170</c:v>
                </c:pt>
                <c:pt idx="342">
                  <c:v>46171</c:v>
                </c:pt>
                <c:pt idx="343">
                  <c:v>46172</c:v>
                </c:pt>
                <c:pt idx="344">
                  <c:v>46173</c:v>
                </c:pt>
                <c:pt idx="345">
                  <c:v>46174</c:v>
                </c:pt>
                <c:pt idx="346">
                  <c:v>46175</c:v>
                </c:pt>
                <c:pt idx="347">
                  <c:v>46176</c:v>
                </c:pt>
                <c:pt idx="348">
                  <c:v>46177</c:v>
                </c:pt>
                <c:pt idx="349">
                  <c:v>46178</c:v>
                </c:pt>
                <c:pt idx="350">
                  <c:v>46179</c:v>
                </c:pt>
                <c:pt idx="351">
                  <c:v>46180</c:v>
                </c:pt>
                <c:pt idx="352">
                  <c:v>46181</c:v>
                </c:pt>
                <c:pt idx="353">
                  <c:v>46182</c:v>
                </c:pt>
                <c:pt idx="354">
                  <c:v>46183</c:v>
                </c:pt>
                <c:pt idx="355">
                  <c:v>46184</c:v>
                </c:pt>
                <c:pt idx="356">
                  <c:v>46185</c:v>
                </c:pt>
                <c:pt idx="357">
                  <c:v>46186</c:v>
                </c:pt>
                <c:pt idx="358">
                  <c:v>46187</c:v>
                </c:pt>
                <c:pt idx="359">
                  <c:v>46188</c:v>
                </c:pt>
                <c:pt idx="360">
                  <c:v>46189</c:v>
                </c:pt>
                <c:pt idx="361">
                  <c:v>46190</c:v>
                </c:pt>
                <c:pt idx="362">
                  <c:v>46191</c:v>
                </c:pt>
                <c:pt idx="363">
                  <c:v>46192</c:v>
                </c:pt>
                <c:pt idx="364">
                  <c:v>46193</c:v>
                </c:pt>
              </c:numCache>
            </c:numRef>
          </c:cat>
          <c:val>
            <c:numRef>
              <c:f>'3G Data'!$F$2:$F$366</c:f>
              <c:numCache>
                <c:formatCode>General</c:formatCode>
                <c:ptCount val="365"/>
                <c:pt idx="0">
                  <c:v>207.899339</c:v>
                </c:pt>
                <c:pt idx="1">
                  <c:v>196.24372500000001</c:v>
                </c:pt>
                <c:pt idx="2">
                  <c:v>198.75051999999999</c:v>
                </c:pt>
                <c:pt idx="3">
                  <c:v>205.30406300000001</c:v>
                </c:pt>
                <c:pt idx="4">
                  <c:v>213.506947</c:v>
                </c:pt>
                <c:pt idx="5">
                  <c:v>220.07601199999999</c:v>
                </c:pt>
                <c:pt idx="6">
                  <c:v>220.986075</c:v>
                </c:pt>
                <c:pt idx="7">
                  <c:v>222.73236</c:v>
                </c:pt>
                <c:pt idx="8">
                  <c:v>196.322743</c:v>
                </c:pt>
                <c:pt idx="9">
                  <c:v>183.11592999999999</c:v>
                </c:pt>
                <c:pt idx="10">
                  <c:v>198.82541000000001</c:v>
                </c:pt>
                <c:pt idx="11">
                  <c:v>193.522266</c:v>
                </c:pt>
                <c:pt idx="12">
                  <c:v>206.454117</c:v>
                </c:pt>
                <c:pt idx="13">
                  <c:v>210.125044</c:v>
                </c:pt>
                <c:pt idx="14">
                  <c:v>236.356425</c:v>
                </c:pt>
                <c:pt idx="15">
                  <c:v>235.923879</c:v>
                </c:pt>
                <c:pt idx="16">
                  <c:v>221.42434900000001</c:v>
                </c:pt>
                <c:pt idx="17">
                  <c:v>221.58440300000001</c:v>
                </c:pt>
                <c:pt idx="18">
                  <c:v>216.195595</c:v>
                </c:pt>
                <c:pt idx="19">
                  <c:v>164.389657</c:v>
                </c:pt>
                <c:pt idx="20">
                  <c:v>190.40261100000001</c:v>
                </c:pt>
                <c:pt idx="21">
                  <c:v>186.80094800000001</c:v>
                </c:pt>
                <c:pt idx="22">
                  <c:v>191.20030700000001</c:v>
                </c:pt>
                <c:pt idx="23">
                  <c:v>177.58469099999999</c:v>
                </c:pt>
                <c:pt idx="24">
                  <c:v>182.14141499999999</c:v>
                </c:pt>
                <c:pt idx="25">
                  <c:v>184.88477499999999</c:v>
                </c:pt>
                <c:pt idx="26">
                  <c:v>175.42616899999999</c:v>
                </c:pt>
                <c:pt idx="27">
                  <c:v>178.52968899999999</c:v>
                </c:pt>
                <c:pt idx="28">
                  <c:v>184.353195</c:v>
                </c:pt>
                <c:pt idx="29">
                  <c:v>188.014354</c:v>
                </c:pt>
                <c:pt idx="30">
                  <c:v>185.46307100000001</c:v>
                </c:pt>
                <c:pt idx="31">
                  <c:v>172.24774500000001</c:v>
                </c:pt>
                <c:pt idx="32">
                  <c:v>169.66927699999999</c:v>
                </c:pt>
                <c:pt idx="33">
                  <c:v>165.354288</c:v>
                </c:pt>
                <c:pt idx="34">
                  <c:v>169.11434800000001</c:v>
                </c:pt>
                <c:pt idx="35">
                  <c:v>179.39569900000001</c:v>
                </c:pt>
                <c:pt idx="36">
                  <c:v>199.04839999999999</c:v>
                </c:pt>
                <c:pt idx="37">
                  <c:v>160.34810899999999</c:v>
                </c:pt>
                <c:pt idx="38">
                  <c:v>186.74235200000001</c:v>
                </c:pt>
                <c:pt idx="39">
                  <c:v>180.248312</c:v>
                </c:pt>
                <c:pt idx="40">
                  <c:v>179.62429</c:v>
                </c:pt>
                <c:pt idx="41">
                  <c:v>191.80736300000001</c:v>
                </c:pt>
                <c:pt idx="42">
                  <c:v>186.34101699999999</c:v>
                </c:pt>
                <c:pt idx="43">
                  <c:v>186.13763399999999</c:v>
                </c:pt>
                <c:pt idx="44">
                  <c:v>168.48344900000001</c:v>
                </c:pt>
                <c:pt idx="45">
                  <c:v>179.40881099999999</c:v>
                </c:pt>
                <c:pt idx="46">
                  <c:v>204.12045900000001</c:v>
                </c:pt>
                <c:pt idx="47">
                  <c:v>171.656972</c:v>
                </c:pt>
                <c:pt idx="48">
                  <c:v>173.83989</c:v>
                </c:pt>
                <c:pt idx="49">
                  <c:v>192.051185</c:v>
                </c:pt>
                <c:pt idx="50">
                  <c:v>180.353239</c:v>
                </c:pt>
                <c:pt idx="51">
                  <c:v>170.03431699999999</c:v>
                </c:pt>
                <c:pt idx="52">
                  <c:v>186.35241099999999</c:v>
                </c:pt>
                <c:pt idx="53">
                  <c:v>181.302029</c:v>
                </c:pt>
                <c:pt idx="54">
                  <c:v>175.31162900000001</c:v>
                </c:pt>
                <c:pt idx="55">
                  <c:v>174.326483</c:v>
                </c:pt>
                <c:pt idx="56">
                  <c:v>168.22977800000001</c:v>
                </c:pt>
                <c:pt idx="57">
                  <c:v>187.54791299999999</c:v>
                </c:pt>
                <c:pt idx="58">
                  <c:v>178.69460799999999</c:v>
                </c:pt>
                <c:pt idx="59">
                  <c:v>179.90435199999999</c:v>
                </c:pt>
                <c:pt idx="60">
                  <c:v>165.23711800000001</c:v>
                </c:pt>
                <c:pt idx="61">
                  <c:v>172.29755499999999</c:v>
                </c:pt>
                <c:pt idx="62">
                  <c:v>169.172788</c:v>
                </c:pt>
                <c:pt idx="63">
                  <c:v>188.71178</c:v>
                </c:pt>
                <c:pt idx="64">
                  <c:v>170.86582899999999</c:v>
                </c:pt>
                <c:pt idx="65">
                  <c:v>170.605625</c:v>
                </c:pt>
                <c:pt idx="66">
                  <c:v>180.95879099999999</c:v>
                </c:pt>
                <c:pt idx="67">
                  <c:v>183.41923700000001</c:v>
                </c:pt>
                <c:pt idx="68">
                  <c:v>193.86494500000001</c:v>
                </c:pt>
                <c:pt idx="69">
                  <c:v>182.46256500000001</c:v>
                </c:pt>
                <c:pt idx="70">
                  <c:v>184.42489499999999</c:v>
                </c:pt>
                <c:pt idx="71">
                  <c:v>188.15900099999999</c:v>
                </c:pt>
                <c:pt idx="72">
                  <c:v>183.434854</c:v>
                </c:pt>
                <c:pt idx="73">
                  <c:v>174.16357199999999</c:v>
                </c:pt>
                <c:pt idx="74">
                  <c:v>173.426591</c:v>
                </c:pt>
                <c:pt idx="75">
                  <c:v>163.187096</c:v>
                </c:pt>
                <c:pt idx="76">
                  <c:v>183.08570900000001</c:v>
                </c:pt>
                <c:pt idx="77">
                  <c:v>201.85371499999999</c:v>
                </c:pt>
                <c:pt idx="78">
                  <c:v>188.97672900000001</c:v>
                </c:pt>
                <c:pt idx="79">
                  <c:v>154.78662600000001</c:v>
                </c:pt>
                <c:pt idx="80">
                  <c:v>166.12562600000001</c:v>
                </c:pt>
                <c:pt idx="81">
                  <c:v>154.74448899999999</c:v>
                </c:pt>
                <c:pt idx="82">
                  <c:v>163.73704699999999</c:v>
                </c:pt>
                <c:pt idx="83">
                  <c:v>179.69709</c:v>
                </c:pt>
                <c:pt idx="84">
                  <c:v>196.34017399999999</c:v>
                </c:pt>
                <c:pt idx="85">
                  <c:v>177.69117800000001</c:v>
                </c:pt>
                <c:pt idx="86">
                  <c:v>180.14454000000001</c:v>
                </c:pt>
                <c:pt idx="87">
                  <c:v>186.932042</c:v>
                </c:pt>
                <c:pt idx="88">
                  <c:v>155.74284800000001</c:v>
                </c:pt>
                <c:pt idx="89">
                  <c:v>176.711389</c:v>
                </c:pt>
                <c:pt idx="90">
                  <c:v>161.90679600000001</c:v>
                </c:pt>
                <c:pt idx="91">
                  <c:v>189.563388</c:v>
                </c:pt>
                <c:pt idx="92">
                  <c:v>193.24972099999999</c:v>
                </c:pt>
                <c:pt idx="93">
                  <c:v>160.547292</c:v>
                </c:pt>
                <c:pt idx="94">
                  <c:v>171.36506800000001</c:v>
                </c:pt>
                <c:pt idx="95">
                  <c:v>155.26532399999999</c:v>
                </c:pt>
                <c:pt idx="96">
                  <c:v>171.09649300000001</c:v>
                </c:pt>
                <c:pt idx="97">
                  <c:v>175.831492</c:v>
                </c:pt>
                <c:pt idx="98">
                  <c:v>182.270152</c:v>
                </c:pt>
                <c:pt idx="99">
                  <c:v>174.07247899999999</c:v>
                </c:pt>
                <c:pt idx="100">
                  <c:v>150.06677400000001</c:v>
                </c:pt>
                <c:pt idx="101">
                  <c:v>161.30749800000001</c:v>
                </c:pt>
                <c:pt idx="102">
                  <c:v>167.52700300000001</c:v>
                </c:pt>
                <c:pt idx="103">
                  <c:v>155.37174999999999</c:v>
                </c:pt>
                <c:pt idx="104">
                  <c:v>162.33976999999999</c:v>
                </c:pt>
                <c:pt idx="105">
                  <c:v>170.030013</c:v>
                </c:pt>
                <c:pt idx="106">
                  <c:v>154.51031800000001</c:v>
                </c:pt>
                <c:pt idx="107">
                  <c:v>152.34529900000001</c:v>
                </c:pt>
                <c:pt idx="108">
                  <c:v>148.653685</c:v>
                </c:pt>
                <c:pt idx="109">
                  <c:v>163.78020000000001</c:v>
                </c:pt>
                <c:pt idx="110">
                  <c:v>194.962468</c:v>
                </c:pt>
                <c:pt idx="111">
                  <c:v>156.32951600000001</c:v>
                </c:pt>
                <c:pt idx="112">
                  <c:v>187.80546100000001</c:v>
                </c:pt>
                <c:pt idx="113">
                  <c:v>157.47192899999999</c:v>
                </c:pt>
                <c:pt idx="114">
                  <c:v>171.667991</c:v>
                </c:pt>
                <c:pt idx="115">
                  <c:v>169.91056900000001</c:v>
                </c:pt>
                <c:pt idx="116">
                  <c:v>187.04111399999999</c:v>
                </c:pt>
                <c:pt idx="117">
                  <c:v>181.931893</c:v>
                </c:pt>
                <c:pt idx="118">
                  <c:v>188.639329</c:v>
                </c:pt>
                <c:pt idx="119">
                  <c:v>175.304801</c:v>
                </c:pt>
                <c:pt idx="120">
                  <c:v>185.01863700000001</c:v>
                </c:pt>
                <c:pt idx="121">
                  <c:v>197.248266</c:v>
                </c:pt>
                <c:pt idx="122">
                  <c:v>193.26411100000001</c:v>
                </c:pt>
                <c:pt idx="123">
                  <c:v>206.430511</c:v>
                </c:pt>
                <c:pt idx="124">
                  <c:v>187.873436</c:v>
                </c:pt>
                <c:pt idx="125">
                  <c:v>210.70335900000001</c:v>
                </c:pt>
                <c:pt idx="126">
                  <c:v>206.51422199999999</c:v>
                </c:pt>
                <c:pt idx="127">
                  <c:v>135.820572</c:v>
                </c:pt>
                <c:pt idx="128">
                  <c:v>192.22303500000001</c:v>
                </c:pt>
                <c:pt idx="129">
                  <c:v>195.567373</c:v>
                </c:pt>
                <c:pt idx="130">
                  <c:v>211.00164100000001</c:v>
                </c:pt>
                <c:pt idx="131">
                  <c:v>185.71486200000001</c:v>
                </c:pt>
                <c:pt idx="132">
                  <c:v>192.119382</c:v>
                </c:pt>
                <c:pt idx="133">
                  <c:v>198.80565100000001</c:v>
                </c:pt>
                <c:pt idx="134">
                  <c:v>212.45536799999999</c:v>
                </c:pt>
                <c:pt idx="135">
                  <c:v>172.15269000000001</c:v>
                </c:pt>
                <c:pt idx="136">
                  <c:v>169.65325300000001</c:v>
                </c:pt>
                <c:pt idx="137">
                  <c:v>195.933796</c:v>
                </c:pt>
                <c:pt idx="139">
                  <c:v>215.048181</c:v>
                </c:pt>
                <c:pt idx="140">
                  <c:v>196.56685400000001</c:v>
                </c:pt>
                <c:pt idx="141">
                  <c:v>190.26073500000001</c:v>
                </c:pt>
                <c:pt idx="142">
                  <c:v>172.25489400000001</c:v>
                </c:pt>
                <c:pt idx="143">
                  <c:v>191.76151100000001</c:v>
                </c:pt>
                <c:pt idx="144">
                  <c:v>197.19294199999999</c:v>
                </c:pt>
                <c:pt idx="145">
                  <c:v>208.98769100000001</c:v>
                </c:pt>
                <c:pt idx="146">
                  <c:v>199.06793500000001</c:v>
                </c:pt>
                <c:pt idx="147">
                  <c:v>196.79038800000001</c:v>
                </c:pt>
                <c:pt idx="148">
                  <c:v>213.938177</c:v>
                </c:pt>
                <c:pt idx="149">
                  <c:v>196.26156499999999</c:v>
                </c:pt>
                <c:pt idx="150">
                  <c:v>214.61488199999999</c:v>
                </c:pt>
                <c:pt idx="151">
                  <c:v>198.81437399999999</c:v>
                </c:pt>
                <c:pt idx="152">
                  <c:v>204.19426000000001</c:v>
                </c:pt>
                <c:pt idx="153">
                  <c:v>206.690361</c:v>
                </c:pt>
                <c:pt idx="154">
                  <c:v>193.716454</c:v>
                </c:pt>
                <c:pt idx="155">
                  <c:v>194.43801999999999</c:v>
                </c:pt>
                <c:pt idx="156">
                  <c:v>200.06684799999999</c:v>
                </c:pt>
                <c:pt idx="157">
                  <c:v>187.64879500000001</c:v>
                </c:pt>
                <c:pt idx="158">
                  <c:v>203.77892</c:v>
                </c:pt>
                <c:pt idx="159">
                  <c:v>199.74074200000001</c:v>
                </c:pt>
                <c:pt idx="160">
                  <c:v>173.114755</c:v>
                </c:pt>
                <c:pt idx="161">
                  <c:v>224.381077</c:v>
                </c:pt>
                <c:pt idx="162">
                  <c:v>195.586611</c:v>
                </c:pt>
                <c:pt idx="163">
                  <c:v>189.87234799999999</c:v>
                </c:pt>
                <c:pt idx="164">
                  <c:v>197.99640099999999</c:v>
                </c:pt>
                <c:pt idx="165">
                  <c:v>227.041245</c:v>
                </c:pt>
                <c:pt idx="166">
                  <c:v>219.30553499999999</c:v>
                </c:pt>
                <c:pt idx="167">
                  <c:v>203.268314</c:v>
                </c:pt>
                <c:pt idx="168">
                  <c:v>203.97490500000001</c:v>
                </c:pt>
                <c:pt idx="169">
                  <c:v>201.76988600000001</c:v>
                </c:pt>
                <c:pt idx="170">
                  <c:v>206.845834</c:v>
                </c:pt>
                <c:pt idx="171">
                  <c:v>215.370159</c:v>
                </c:pt>
                <c:pt idx="172">
                  <c:v>214.661383</c:v>
                </c:pt>
                <c:pt idx="173">
                  <c:v>204.83425099999999</c:v>
                </c:pt>
                <c:pt idx="174">
                  <c:v>208.288386</c:v>
                </c:pt>
                <c:pt idx="175">
                  <c:v>212.965453</c:v>
                </c:pt>
                <c:pt idx="176">
                  <c:v>196.38138900000001</c:v>
                </c:pt>
                <c:pt idx="177">
                  <c:v>178.067858</c:v>
                </c:pt>
                <c:pt idx="178">
                  <c:v>206.80158299999999</c:v>
                </c:pt>
                <c:pt idx="179">
                  <c:v>212.31093100000001</c:v>
                </c:pt>
                <c:pt idx="180">
                  <c:v>204.936791</c:v>
                </c:pt>
                <c:pt idx="181">
                  <c:v>195.07980499999999</c:v>
                </c:pt>
                <c:pt idx="182">
                  <c:v>181.90494799999999</c:v>
                </c:pt>
                <c:pt idx="183">
                  <c:v>188.51089099999999</c:v>
                </c:pt>
                <c:pt idx="184">
                  <c:v>179.664175</c:v>
                </c:pt>
                <c:pt idx="185">
                  <c:v>191.73779099999999</c:v>
                </c:pt>
                <c:pt idx="186">
                  <c:v>195.892922</c:v>
                </c:pt>
                <c:pt idx="187">
                  <c:v>189.18093500000001</c:v>
                </c:pt>
                <c:pt idx="188">
                  <c:v>201.96326400000001</c:v>
                </c:pt>
                <c:pt idx="189">
                  <c:v>203.36164500000001</c:v>
                </c:pt>
                <c:pt idx="190">
                  <c:v>206.34725</c:v>
                </c:pt>
                <c:pt idx="191">
                  <c:v>198.13453799999999</c:v>
                </c:pt>
                <c:pt idx="192">
                  <c:v>204.902815</c:v>
                </c:pt>
                <c:pt idx="193">
                  <c:v>189.96950100000001</c:v>
                </c:pt>
                <c:pt idx="194">
                  <c:v>203.507992</c:v>
                </c:pt>
                <c:pt idx="195">
                  <c:v>191.46476100000001</c:v>
                </c:pt>
                <c:pt idx="196">
                  <c:v>195.384466</c:v>
                </c:pt>
                <c:pt idx="197">
                  <c:v>186.64025799999999</c:v>
                </c:pt>
                <c:pt idx="198">
                  <c:v>186.912654</c:v>
                </c:pt>
                <c:pt idx="199">
                  <c:v>189.47006400000001</c:v>
                </c:pt>
                <c:pt idx="200">
                  <c:v>190.86556100000001</c:v>
                </c:pt>
                <c:pt idx="201">
                  <c:v>161.615903</c:v>
                </c:pt>
                <c:pt idx="202">
                  <c:v>181.98711700000001</c:v>
                </c:pt>
                <c:pt idx="203">
                  <c:v>205.73570100000001</c:v>
                </c:pt>
                <c:pt idx="204">
                  <c:v>183.71948499999999</c:v>
                </c:pt>
                <c:pt idx="205">
                  <c:v>175.08606900000001</c:v>
                </c:pt>
                <c:pt idx="206">
                  <c:v>158.24994599999999</c:v>
                </c:pt>
                <c:pt idx="207">
                  <c:v>187.82692</c:v>
                </c:pt>
                <c:pt idx="208">
                  <c:v>165.35348099999999</c:v>
                </c:pt>
                <c:pt idx="209">
                  <c:v>162.04215300000001</c:v>
                </c:pt>
                <c:pt idx="210">
                  <c:v>175.93900300000001</c:v>
                </c:pt>
                <c:pt idx="211">
                  <c:v>164.259108</c:v>
                </c:pt>
                <c:pt idx="212">
                  <c:v>151.48719299999999</c:v>
                </c:pt>
                <c:pt idx="213">
                  <c:v>155.23561699999999</c:v>
                </c:pt>
                <c:pt idx="214">
                  <c:v>156.55533199999999</c:v>
                </c:pt>
                <c:pt idx="215">
                  <c:v>160.76796300000001</c:v>
                </c:pt>
                <c:pt idx="216">
                  <c:v>171.31447399999999</c:v>
                </c:pt>
                <c:pt idx="217">
                  <c:v>180.53956099999999</c:v>
                </c:pt>
                <c:pt idx="218">
                  <c:v>178.3647</c:v>
                </c:pt>
                <c:pt idx="219">
                  <c:v>162.523089</c:v>
                </c:pt>
                <c:pt idx="220">
                  <c:v>160.213764</c:v>
                </c:pt>
                <c:pt idx="221">
                  <c:v>165.15649300000001</c:v>
                </c:pt>
                <c:pt idx="222">
                  <c:v>175.44826599999999</c:v>
                </c:pt>
                <c:pt idx="223">
                  <c:v>162.76271</c:v>
                </c:pt>
                <c:pt idx="224">
                  <c:v>168.61531199999999</c:v>
                </c:pt>
                <c:pt idx="225">
                  <c:v>182.074287</c:v>
                </c:pt>
                <c:pt idx="226">
                  <c:v>146.715979</c:v>
                </c:pt>
                <c:pt idx="227">
                  <c:v>162.50843699999999</c:v>
                </c:pt>
                <c:pt idx="228">
                  <c:v>175.72167999999999</c:v>
                </c:pt>
                <c:pt idx="229">
                  <c:v>155.54775799999999</c:v>
                </c:pt>
                <c:pt idx="230">
                  <c:v>179.752025</c:v>
                </c:pt>
                <c:pt idx="231">
                  <c:v>166.33695900000001</c:v>
                </c:pt>
                <c:pt idx="232">
                  <c:v>175.83273399999999</c:v>
                </c:pt>
                <c:pt idx="233">
                  <c:v>157.36784800000001</c:v>
                </c:pt>
                <c:pt idx="234">
                  <c:v>150.17280700000001</c:v>
                </c:pt>
                <c:pt idx="235">
                  <c:v>164.78821099999999</c:v>
                </c:pt>
                <c:pt idx="236">
                  <c:v>167.37049099999999</c:v>
                </c:pt>
                <c:pt idx="237">
                  <c:v>169.352722</c:v>
                </c:pt>
                <c:pt idx="238">
                  <c:v>171.74176499999999</c:v>
                </c:pt>
                <c:pt idx="239">
                  <c:v>194.64752799999999</c:v>
                </c:pt>
                <c:pt idx="240">
                  <c:v>172.39219700000001</c:v>
                </c:pt>
                <c:pt idx="241">
                  <c:v>176.287868</c:v>
                </c:pt>
                <c:pt idx="242">
                  <c:v>163.36321100000001</c:v>
                </c:pt>
                <c:pt idx="243">
                  <c:v>177.28851599999999</c:v>
                </c:pt>
                <c:pt idx="244">
                  <c:v>170.37027599999999</c:v>
                </c:pt>
                <c:pt idx="245">
                  <c:v>177.81171800000001</c:v>
                </c:pt>
                <c:pt idx="246">
                  <c:v>191.48319699999999</c:v>
                </c:pt>
                <c:pt idx="247">
                  <c:v>163.07759799999999</c:v>
                </c:pt>
                <c:pt idx="248">
                  <c:v>178.14809600000001</c:v>
                </c:pt>
                <c:pt idx="249">
                  <c:v>165.88902200000001</c:v>
                </c:pt>
                <c:pt idx="250">
                  <c:v>167.51985500000001</c:v>
                </c:pt>
                <c:pt idx="251">
                  <c:v>184.33246700000001</c:v>
                </c:pt>
                <c:pt idx="252">
                  <c:v>174.56496000000001</c:v>
                </c:pt>
                <c:pt idx="253">
                  <c:v>174.976934</c:v>
                </c:pt>
                <c:pt idx="254">
                  <c:v>161.25321700000001</c:v>
                </c:pt>
                <c:pt idx="255">
                  <c:v>159.10717199999999</c:v>
                </c:pt>
                <c:pt idx="256">
                  <c:v>151.151612</c:v>
                </c:pt>
                <c:pt idx="257">
                  <c:v>155.49460199999999</c:v>
                </c:pt>
                <c:pt idx="258">
                  <c:v>159.440313</c:v>
                </c:pt>
                <c:pt idx="259">
                  <c:v>163.50945300000001</c:v>
                </c:pt>
                <c:pt idx="260">
                  <c:v>163.275937</c:v>
                </c:pt>
                <c:pt idx="261">
                  <c:v>148.98575399999999</c:v>
                </c:pt>
                <c:pt idx="262">
                  <c:v>162.05427499999999</c:v>
                </c:pt>
                <c:pt idx="263">
                  <c:v>162.953204</c:v>
                </c:pt>
                <c:pt idx="264">
                  <c:v>156.297416</c:v>
                </c:pt>
                <c:pt idx="265">
                  <c:v>164.11053200000001</c:v>
                </c:pt>
                <c:pt idx="266">
                  <c:v>175.39949100000001</c:v>
                </c:pt>
                <c:pt idx="267">
                  <c:v>155.928631</c:v>
                </c:pt>
                <c:pt idx="268">
                  <c:v>164.31526199999999</c:v>
                </c:pt>
                <c:pt idx="269">
                  <c:v>171.20337000000001</c:v>
                </c:pt>
                <c:pt idx="270">
                  <c:v>170.47508400000001</c:v>
                </c:pt>
                <c:pt idx="271">
                  <c:v>182.29394199999999</c:v>
                </c:pt>
                <c:pt idx="272">
                  <c:v>176.57475299999999</c:v>
                </c:pt>
                <c:pt idx="273">
                  <c:v>188.38027399999999</c:v>
                </c:pt>
                <c:pt idx="274">
                  <c:v>187.34322700000001</c:v>
                </c:pt>
                <c:pt idx="275">
                  <c:v>174.69962200000001</c:v>
                </c:pt>
                <c:pt idx="276">
                  <c:v>170.30111199999999</c:v>
                </c:pt>
                <c:pt idx="277">
                  <c:v>157.20294799999999</c:v>
                </c:pt>
                <c:pt idx="278">
                  <c:v>153.94865300000001</c:v>
                </c:pt>
                <c:pt idx="279">
                  <c:v>160.33584300000001</c:v>
                </c:pt>
                <c:pt idx="280">
                  <c:v>162.18676199999999</c:v>
                </c:pt>
                <c:pt idx="281">
                  <c:v>157.60018500000001</c:v>
                </c:pt>
                <c:pt idx="282">
                  <c:v>151.72777199999999</c:v>
                </c:pt>
                <c:pt idx="283">
                  <c:v>151.17919499999999</c:v>
                </c:pt>
                <c:pt idx="284">
                  <c:v>160.11158</c:v>
                </c:pt>
                <c:pt idx="285">
                  <c:v>174.523821</c:v>
                </c:pt>
                <c:pt idx="286">
                  <c:v>173.79969800000001</c:v>
                </c:pt>
                <c:pt idx="287">
                  <c:v>173.86200600000001</c:v>
                </c:pt>
                <c:pt idx="288">
                  <c:v>179.293995</c:v>
                </c:pt>
                <c:pt idx="289">
                  <c:v>173.829339</c:v>
                </c:pt>
                <c:pt idx="290">
                  <c:v>166.91278199999999</c:v>
                </c:pt>
                <c:pt idx="291">
                  <c:v>159.195909</c:v>
                </c:pt>
                <c:pt idx="292">
                  <c:v>160.41436100000001</c:v>
                </c:pt>
                <c:pt idx="293">
                  <c:v>166.539973</c:v>
                </c:pt>
                <c:pt idx="294">
                  <c:v>157.117974</c:v>
                </c:pt>
                <c:pt idx="295">
                  <c:v>171.210792</c:v>
                </c:pt>
                <c:pt idx="296">
                  <c:v>171.75801200000001</c:v>
                </c:pt>
                <c:pt idx="297">
                  <c:v>179.68829600000001</c:v>
                </c:pt>
                <c:pt idx="298">
                  <c:v>174.69333599999999</c:v>
                </c:pt>
                <c:pt idx="299">
                  <c:v>195.54198199999999</c:v>
                </c:pt>
                <c:pt idx="300">
                  <c:v>181.47399999999999</c:v>
                </c:pt>
                <c:pt idx="301">
                  <c:v>186.20757399999999</c:v>
                </c:pt>
                <c:pt idx="302">
                  <c:v>183.038726</c:v>
                </c:pt>
                <c:pt idx="303">
                  <c:v>156.34785400000001</c:v>
                </c:pt>
                <c:pt idx="304">
                  <c:v>158.96808200000001</c:v>
                </c:pt>
                <c:pt idx="305">
                  <c:v>170.79110700000001</c:v>
                </c:pt>
                <c:pt idx="306">
                  <c:v>169.37962400000001</c:v>
                </c:pt>
                <c:pt idx="307">
                  <c:v>178.85098300000001</c:v>
                </c:pt>
                <c:pt idx="308">
                  <c:v>180.023989</c:v>
                </c:pt>
                <c:pt idx="309">
                  <c:v>173.88689500000001</c:v>
                </c:pt>
                <c:pt idx="310">
                  <c:v>168.7388</c:v>
                </c:pt>
                <c:pt idx="311">
                  <c:v>163.97713300000001</c:v>
                </c:pt>
                <c:pt idx="312">
                  <c:v>183.152421</c:v>
                </c:pt>
                <c:pt idx="313">
                  <c:v>185.01161200000001</c:v>
                </c:pt>
                <c:pt idx="314">
                  <c:v>202.000067</c:v>
                </c:pt>
                <c:pt idx="315">
                  <c:v>197.68428399999999</c:v>
                </c:pt>
                <c:pt idx="316">
                  <c:v>189.33733100000001</c:v>
                </c:pt>
                <c:pt idx="317">
                  <c:v>171.82558399999999</c:v>
                </c:pt>
                <c:pt idx="318">
                  <c:v>179.228149</c:v>
                </c:pt>
                <c:pt idx="319">
                  <c:v>189.82536300000001</c:v>
                </c:pt>
                <c:pt idx="320">
                  <c:v>193.47809599999999</c:v>
                </c:pt>
                <c:pt idx="321">
                  <c:v>191.230504</c:v>
                </c:pt>
                <c:pt idx="322">
                  <c:v>173.460644</c:v>
                </c:pt>
                <c:pt idx="323">
                  <c:v>212.65806699999999</c:v>
                </c:pt>
                <c:pt idx="324">
                  <c:v>173.22592399999999</c:v>
                </c:pt>
                <c:pt idx="325">
                  <c:v>176.957517</c:v>
                </c:pt>
                <c:pt idx="326">
                  <c:v>198.462107</c:v>
                </c:pt>
                <c:pt idx="327">
                  <c:v>186.26179400000001</c:v>
                </c:pt>
                <c:pt idx="328">
                  <c:v>183.46797000000001</c:v>
                </c:pt>
                <c:pt idx="329">
                  <c:v>207.00243699999999</c:v>
                </c:pt>
                <c:pt idx="330">
                  <c:v>193.84871899999999</c:v>
                </c:pt>
                <c:pt idx="331">
                  <c:v>192.38572300000001</c:v>
                </c:pt>
                <c:pt idx="332">
                  <c:v>187.38784699999999</c:v>
                </c:pt>
                <c:pt idx="333">
                  <c:v>189.31495200000001</c:v>
                </c:pt>
                <c:pt idx="334">
                  <c:v>172.739373</c:v>
                </c:pt>
                <c:pt idx="335">
                  <c:v>159.51325800000001</c:v>
                </c:pt>
                <c:pt idx="336">
                  <c:v>192.01004800000001</c:v>
                </c:pt>
                <c:pt idx="337">
                  <c:v>185.9477</c:v>
                </c:pt>
                <c:pt idx="338">
                  <c:v>177.706773</c:v>
                </c:pt>
                <c:pt idx="339">
                  <c:v>159.91590600000001</c:v>
                </c:pt>
                <c:pt idx="340">
                  <c:v>173.87697900000001</c:v>
                </c:pt>
                <c:pt idx="341">
                  <c:v>185.07686200000001</c:v>
                </c:pt>
                <c:pt idx="342">
                  <c:v>179.87644499999999</c:v>
                </c:pt>
                <c:pt idx="343">
                  <c:v>188.11997199999999</c:v>
                </c:pt>
                <c:pt idx="344">
                  <c:v>191.80634900000001</c:v>
                </c:pt>
                <c:pt idx="345">
                  <c:v>182.146636</c:v>
                </c:pt>
                <c:pt idx="346">
                  <c:v>177.44159200000001</c:v>
                </c:pt>
                <c:pt idx="347">
                  <c:v>175.76751999999999</c:v>
                </c:pt>
                <c:pt idx="348">
                  <c:v>172.182457</c:v>
                </c:pt>
                <c:pt idx="349">
                  <c:v>181.764939</c:v>
                </c:pt>
                <c:pt idx="350">
                  <c:v>169.11113599999999</c:v>
                </c:pt>
                <c:pt idx="351">
                  <c:v>191.97636</c:v>
                </c:pt>
                <c:pt idx="352">
                  <c:v>170.35566800000001</c:v>
                </c:pt>
                <c:pt idx="353">
                  <c:v>173.136405</c:v>
                </c:pt>
                <c:pt idx="354">
                  <c:v>167.78558799999999</c:v>
                </c:pt>
                <c:pt idx="355">
                  <c:v>154.490655</c:v>
                </c:pt>
                <c:pt idx="356">
                  <c:v>178.045132</c:v>
                </c:pt>
                <c:pt idx="357">
                  <c:v>168.27278999999999</c:v>
                </c:pt>
                <c:pt idx="358">
                  <c:v>193.25423699999999</c:v>
                </c:pt>
                <c:pt idx="359">
                  <c:v>182.10191599999999</c:v>
                </c:pt>
                <c:pt idx="360">
                  <c:v>188.20583600000001</c:v>
                </c:pt>
                <c:pt idx="361">
                  <c:v>183.94377299999999</c:v>
                </c:pt>
                <c:pt idx="362">
                  <c:v>175.13256100000001</c:v>
                </c:pt>
                <c:pt idx="363">
                  <c:v>197.982325</c:v>
                </c:pt>
                <c:pt idx="364">
                  <c:v>195.74903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FA5F-4BBE-94A3-81A36868AD19}"/>
            </c:ext>
          </c:extLst>
        </c:ser>
        <c:ser>
          <c:idx val="5"/>
          <c:order val="5"/>
          <c:tx>
            <c:strRef>
              <c:f>'3G Data'!$G$1</c:f>
              <c:strCache>
                <c:ptCount val="1"/>
                <c:pt idx="0">
                  <c:v>Ampara</c:v>
                </c:pt>
              </c:strCache>
            </c:strRef>
          </c:tx>
          <c:spPr>
            <a:ln w="28575" cap="rnd">
              <a:solidFill>
                <a:schemeClr val="accent6"/>
              </a:solidFill>
              <a:round/>
            </a:ln>
            <a:effectLst/>
          </c:spPr>
          <c:marker>
            <c:symbol val="none"/>
          </c:marker>
          <c:cat>
            <c:numRef>
              <c:f>'3G Data'!$A$2:$A$366</c:f>
              <c:numCache>
                <c:formatCode>m/d/yyyy</c:formatCode>
                <c:ptCount val="365"/>
                <c:pt idx="0">
                  <c:v>45829</c:v>
                </c:pt>
                <c:pt idx="1">
                  <c:v>45830</c:v>
                </c:pt>
                <c:pt idx="2">
                  <c:v>45831</c:v>
                </c:pt>
                <c:pt idx="3">
                  <c:v>45832</c:v>
                </c:pt>
                <c:pt idx="4">
                  <c:v>45833</c:v>
                </c:pt>
                <c:pt idx="5">
                  <c:v>45834</c:v>
                </c:pt>
                <c:pt idx="6">
                  <c:v>45835</c:v>
                </c:pt>
                <c:pt idx="7">
                  <c:v>45836</c:v>
                </c:pt>
                <c:pt idx="8">
                  <c:v>45837</c:v>
                </c:pt>
                <c:pt idx="9">
                  <c:v>45838</c:v>
                </c:pt>
                <c:pt idx="10">
                  <c:v>45839</c:v>
                </c:pt>
                <c:pt idx="11">
                  <c:v>45840</c:v>
                </c:pt>
                <c:pt idx="12">
                  <c:v>45841</c:v>
                </c:pt>
                <c:pt idx="13">
                  <c:v>45842</c:v>
                </c:pt>
                <c:pt idx="14">
                  <c:v>45843</c:v>
                </c:pt>
                <c:pt idx="15">
                  <c:v>45844</c:v>
                </c:pt>
                <c:pt idx="16">
                  <c:v>45845</c:v>
                </c:pt>
                <c:pt idx="17">
                  <c:v>45846</c:v>
                </c:pt>
                <c:pt idx="18">
                  <c:v>45847</c:v>
                </c:pt>
                <c:pt idx="19">
                  <c:v>45848</c:v>
                </c:pt>
                <c:pt idx="20">
                  <c:v>45849</c:v>
                </c:pt>
                <c:pt idx="21">
                  <c:v>45850</c:v>
                </c:pt>
                <c:pt idx="22">
                  <c:v>45851</c:v>
                </c:pt>
                <c:pt idx="23">
                  <c:v>45852</c:v>
                </c:pt>
                <c:pt idx="24">
                  <c:v>45853</c:v>
                </c:pt>
                <c:pt idx="25">
                  <c:v>45854</c:v>
                </c:pt>
                <c:pt idx="26">
                  <c:v>45855</c:v>
                </c:pt>
                <c:pt idx="27">
                  <c:v>45856</c:v>
                </c:pt>
                <c:pt idx="28">
                  <c:v>45857</c:v>
                </c:pt>
                <c:pt idx="29">
                  <c:v>45858</c:v>
                </c:pt>
                <c:pt idx="30">
                  <c:v>45859</c:v>
                </c:pt>
                <c:pt idx="31">
                  <c:v>45860</c:v>
                </c:pt>
                <c:pt idx="32">
                  <c:v>45861</c:v>
                </c:pt>
                <c:pt idx="33">
                  <c:v>45862</c:v>
                </c:pt>
                <c:pt idx="34">
                  <c:v>45863</c:v>
                </c:pt>
                <c:pt idx="35">
                  <c:v>45864</c:v>
                </c:pt>
                <c:pt idx="36">
                  <c:v>45865</c:v>
                </c:pt>
                <c:pt idx="37">
                  <c:v>45866</c:v>
                </c:pt>
                <c:pt idx="38">
                  <c:v>45867</c:v>
                </c:pt>
                <c:pt idx="39">
                  <c:v>45868</c:v>
                </c:pt>
                <c:pt idx="40">
                  <c:v>45869</c:v>
                </c:pt>
                <c:pt idx="41">
                  <c:v>45870</c:v>
                </c:pt>
                <c:pt idx="42">
                  <c:v>45871</c:v>
                </c:pt>
                <c:pt idx="43">
                  <c:v>45872</c:v>
                </c:pt>
                <c:pt idx="44">
                  <c:v>45873</c:v>
                </c:pt>
                <c:pt idx="45">
                  <c:v>45874</c:v>
                </c:pt>
                <c:pt idx="46">
                  <c:v>45875</c:v>
                </c:pt>
                <c:pt idx="47">
                  <c:v>45876</c:v>
                </c:pt>
                <c:pt idx="48">
                  <c:v>45877</c:v>
                </c:pt>
                <c:pt idx="49">
                  <c:v>45878</c:v>
                </c:pt>
                <c:pt idx="50">
                  <c:v>45879</c:v>
                </c:pt>
                <c:pt idx="51">
                  <c:v>45880</c:v>
                </c:pt>
                <c:pt idx="52">
                  <c:v>45881</c:v>
                </c:pt>
                <c:pt idx="53">
                  <c:v>45882</c:v>
                </c:pt>
                <c:pt idx="54">
                  <c:v>45883</c:v>
                </c:pt>
                <c:pt idx="55">
                  <c:v>45884</c:v>
                </c:pt>
                <c:pt idx="56">
                  <c:v>45885</c:v>
                </c:pt>
                <c:pt idx="57">
                  <c:v>45886</c:v>
                </c:pt>
                <c:pt idx="58">
                  <c:v>45887</c:v>
                </c:pt>
                <c:pt idx="59">
                  <c:v>45888</c:v>
                </c:pt>
                <c:pt idx="60">
                  <c:v>45889</c:v>
                </c:pt>
                <c:pt idx="61">
                  <c:v>45890</c:v>
                </c:pt>
                <c:pt idx="62">
                  <c:v>45891</c:v>
                </c:pt>
                <c:pt idx="63">
                  <c:v>45892</c:v>
                </c:pt>
                <c:pt idx="64">
                  <c:v>45893</c:v>
                </c:pt>
                <c:pt idx="65">
                  <c:v>45894</c:v>
                </c:pt>
                <c:pt idx="66">
                  <c:v>45895</c:v>
                </c:pt>
                <c:pt idx="67">
                  <c:v>45896</c:v>
                </c:pt>
                <c:pt idx="68">
                  <c:v>45897</c:v>
                </c:pt>
                <c:pt idx="69">
                  <c:v>45898</c:v>
                </c:pt>
                <c:pt idx="70">
                  <c:v>45899</c:v>
                </c:pt>
                <c:pt idx="71">
                  <c:v>45900</c:v>
                </c:pt>
                <c:pt idx="72">
                  <c:v>45901</c:v>
                </c:pt>
                <c:pt idx="73">
                  <c:v>45902</c:v>
                </c:pt>
                <c:pt idx="74">
                  <c:v>45903</c:v>
                </c:pt>
                <c:pt idx="75">
                  <c:v>45904</c:v>
                </c:pt>
                <c:pt idx="76">
                  <c:v>45905</c:v>
                </c:pt>
                <c:pt idx="77">
                  <c:v>45906</c:v>
                </c:pt>
                <c:pt idx="78">
                  <c:v>45907</c:v>
                </c:pt>
                <c:pt idx="79">
                  <c:v>45908</c:v>
                </c:pt>
                <c:pt idx="80">
                  <c:v>45909</c:v>
                </c:pt>
                <c:pt idx="81">
                  <c:v>45910</c:v>
                </c:pt>
                <c:pt idx="82">
                  <c:v>45911</c:v>
                </c:pt>
                <c:pt idx="83">
                  <c:v>45912</c:v>
                </c:pt>
                <c:pt idx="84">
                  <c:v>45913</c:v>
                </c:pt>
                <c:pt idx="85">
                  <c:v>45914</c:v>
                </c:pt>
                <c:pt idx="86">
                  <c:v>45915</c:v>
                </c:pt>
                <c:pt idx="87">
                  <c:v>45916</c:v>
                </c:pt>
                <c:pt idx="88">
                  <c:v>45917</c:v>
                </c:pt>
                <c:pt idx="89">
                  <c:v>45918</c:v>
                </c:pt>
                <c:pt idx="90">
                  <c:v>45919</c:v>
                </c:pt>
                <c:pt idx="91">
                  <c:v>45920</c:v>
                </c:pt>
                <c:pt idx="92">
                  <c:v>45921</c:v>
                </c:pt>
                <c:pt idx="93">
                  <c:v>45922</c:v>
                </c:pt>
                <c:pt idx="94">
                  <c:v>45923</c:v>
                </c:pt>
                <c:pt idx="95">
                  <c:v>45924</c:v>
                </c:pt>
                <c:pt idx="96">
                  <c:v>45925</c:v>
                </c:pt>
                <c:pt idx="97">
                  <c:v>45926</c:v>
                </c:pt>
                <c:pt idx="98">
                  <c:v>45927</c:v>
                </c:pt>
                <c:pt idx="99">
                  <c:v>45928</c:v>
                </c:pt>
                <c:pt idx="100">
                  <c:v>45929</c:v>
                </c:pt>
                <c:pt idx="101">
                  <c:v>45930</c:v>
                </c:pt>
                <c:pt idx="102">
                  <c:v>45931</c:v>
                </c:pt>
                <c:pt idx="103">
                  <c:v>45932</c:v>
                </c:pt>
                <c:pt idx="104">
                  <c:v>45933</c:v>
                </c:pt>
                <c:pt idx="105">
                  <c:v>45934</c:v>
                </c:pt>
                <c:pt idx="106">
                  <c:v>45935</c:v>
                </c:pt>
                <c:pt idx="107">
                  <c:v>45936</c:v>
                </c:pt>
                <c:pt idx="108">
                  <c:v>45937</c:v>
                </c:pt>
                <c:pt idx="109">
                  <c:v>45938</c:v>
                </c:pt>
                <c:pt idx="110">
                  <c:v>45939</c:v>
                </c:pt>
                <c:pt idx="111">
                  <c:v>45940</c:v>
                </c:pt>
                <c:pt idx="112">
                  <c:v>45941</c:v>
                </c:pt>
                <c:pt idx="113">
                  <c:v>45942</c:v>
                </c:pt>
                <c:pt idx="114">
                  <c:v>45943</c:v>
                </c:pt>
                <c:pt idx="115">
                  <c:v>45944</c:v>
                </c:pt>
                <c:pt idx="116">
                  <c:v>45945</c:v>
                </c:pt>
                <c:pt idx="117">
                  <c:v>45946</c:v>
                </c:pt>
                <c:pt idx="118">
                  <c:v>45947</c:v>
                </c:pt>
                <c:pt idx="119">
                  <c:v>45948</c:v>
                </c:pt>
                <c:pt idx="120">
                  <c:v>45949</c:v>
                </c:pt>
                <c:pt idx="121">
                  <c:v>45950</c:v>
                </c:pt>
                <c:pt idx="122">
                  <c:v>45951</c:v>
                </c:pt>
                <c:pt idx="123">
                  <c:v>45952</c:v>
                </c:pt>
                <c:pt idx="124">
                  <c:v>45953</c:v>
                </c:pt>
                <c:pt idx="125">
                  <c:v>45954</c:v>
                </c:pt>
                <c:pt idx="126">
                  <c:v>45955</c:v>
                </c:pt>
                <c:pt idx="127">
                  <c:v>45956</c:v>
                </c:pt>
                <c:pt idx="128">
                  <c:v>45957</c:v>
                </c:pt>
                <c:pt idx="129">
                  <c:v>45958</c:v>
                </c:pt>
                <c:pt idx="130">
                  <c:v>45959</c:v>
                </c:pt>
                <c:pt idx="131">
                  <c:v>45960</c:v>
                </c:pt>
                <c:pt idx="132">
                  <c:v>45961</c:v>
                </c:pt>
                <c:pt idx="133">
                  <c:v>45962</c:v>
                </c:pt>
                <c:pt idx="134">
                  <c:v>45963</c:v>
                </c:pt>
                <c:pt idx="135">
                  <c:v>45964</c:v>
                </c:pt>
                <c:pt idx="136">
                  <c:v>45965</c:v>
                </c:pt>
                <c:pt idx="137">
                  <c:v>45966</c:v>
                </c:pt>
                <c:pt idx="138">
                  <c:v>45967</c:v>
                </c:pt>
                <c:pt idx="139">
                  <c:v>45968</c:v>
                </c:pt>
                <c:pt idx="140">
                  <c:v>45969</c:v>
                </c:pt>
                <c:pt idx="141">
                  <c:v>45970</c:v>
                </c:pt>
                <c:pt idx="142">
                  <c:v>45971</c:v>
                </c:pt>
                <c:pt idx="143">
                  <c:v>45972</c:v>
                </c:pt>
                <c:pt idx="144">
                  <c:v>45973</c:v>
                </c:pt>
                <c:pt idx="145">
                  <c:v>45974</c:v>
                </c:pt>
                <c:pt idx="146">
                  <c:v>45975</c:v>
                </c:pt>
                <c:pt idx="147">
                  <c:v>45976</c:v>
                </c:pt>
                <c:pt idx="148">
                  <c:v>45977</c:v>
                </c:pt>
                <c:pt idx="149">
                  <c:v>45978</c:v>
                </c:pt>
                <c:pt idx="150">
                  <c:v>45979</c:v>
                </c:pt>
                <c:pt idx="151">
                  <c:v>45980</c:v>
                </c:pt>
                <c:pt idx="152">
                  <c:v>45981</c:v>
                </c:pt>
                <c:pt idx="153">
                  <c:v>45982</c:v>
                </c:pt>
                <c:pt idx="154">
                  <c:v>45983</c:v>
                </c:pt>
                <c:pt idx="155">
                  <c:v>45984</c:v>
                </c:pt>
                <c:pt idx="156">
                  <c:v>45985</c:v>
                </c:pt>
                <c:pt idx="157">
                  <c:v>45986</c:v>
                </c:pt>
                <c:pt idx="158">
                  <c:v>45987</c:v>
                </c:pt>
                <c:pt idx="159">
                  <c:v>45988</c:v>
                </c:pt>
                <c:pt idx="160">
                  <c:v>45989</c:v>
                </c:pt>
                <c:pt idx="161">
                  <c:v>45990</c:v>
                </c:pt>
                <c:pt idx="162">
                  <c:v>45991</c:v>
                </c:pt>
                <c:pt idx="163">
                  <c:v>45992</c:v>
                </c:pt>
                <c:pt idx="164">
                  <c:v>45993</c:v>
                </c:pt>
                <c:pt idx="165">
                  <c:v>45994</c:v>
                </c:pt>
                <c:pt idx="166">
                  <c:v>45995</c:v>
                </c:pt>
                <c:pt idx="167">
                  <c:v>45996</c:v>
                </c:pt>
                <c:pt idx="168">
                  <c:v>45997</c:v>
                </c:pt>
                <c:pt idx="169">
                  <c:v>45998</c:v>
                </c:pt>
                <c:pt idx="170">
                  <c:v>45999</c:v>
                </c:pt>
                <c:pt idx="171">
                  <c:v>46000</c:v>
                </c:pt>
                <c:pt idx="172">
                  <c:v>46001</c:v>
                </c:pt>
                <c:pt idx="173">
                  <c:v>46002</c:v>
                </c:pt>
                <c:pt idx="174">
                  <c:v>46003</c:v>
                </c:pt>
                <c:pt idx="175">
                  <c:v>46004</c:v>
                </c:pt>
                <c:pt idx="176">
                  <c:v>46005</c:v>
                </c:pt>
                <c:pt idx="177">
                  <c:v>46006</c:v>
                </c:pt>
                <c:pt idx="178">
                  <c:v>46007</c:v>
                </c:pt>
                <c:pt idx="179">
                  <c:v>46008</c:v>
                </c:pt>
                <c:pt idx="180">
                  <c:v>46009</c:v>
                </c:pt>
                <c:pt idx="181">
                  <c:v>46010</c:v>
                </c:pt>
                <c:pt idx="182">
                  <c:v>46011</c:v>
                </c:pt>
                <c:pt idx="183">
                  <c:v>46012</c:v>
                </c:pt>
                <c:pt idx="184">
                  <c:v>46013</c:v>
                </c:pt>
                <c:pt idx="185">
                  <c:v>46014</c:v>
                </c:pt>
                <c:pt idx="186">
                  <c:v>46015</c:v>
                </c:pt>
                <c:pt idx="187">
                  <c:v>46016</c:v>
                </c:pt>
                <c:pt idx="188">
                  <c:v>46017</c:v>
                </c:pt>
                <c:pt idx="189">
                  <c:v>46018</c:v>
                </c:pt>
                <c:pt idx="190">
                  <c:v>46019</c:v>
                </c:pt>
                <c:pt idx="191">
                  <c:v>46020</c:v>
                </c:pt>
                <c:pt idx="192">
                  <c:v>46021</c:v>
                </c:pt>
                <c:pt idx="193">
                  <c:v>46022</c:v>
                </c:pt>
                <c:pt idx="194">
                  <c:v>46023</c:v>
                </c:pt>
                <c:pt idx="195">
                  <c:v>46024</c:v>
                </c:pt>
                <c:pt idx="196">
                  <c:v>46025</c:v>
                </c:pt>
                <c:pt idx="197">
                  <c:v>46026</c:v>
                </c:pt>
                <c:pt idx="198">
                  <c:v>46027</c:v>
                </c:pt>
                <c:pt idx="199">
                  <c:v>46028</c:v>
                </c:pt>
                <c:pt idx="200">
                  <c:v>46029</c:v>
                </c:pt>
                <c:pt idx="201">
                  <c:v>46030</c:v>
                </c:pt>
                <c:pt idx="202">
                  <c:v>46031</c:v>
                </c:pt>
                <c:pt idx="203">
                  <c:v>46032</c:v>
                </c:pt>
                <c:pt idx="204">
                  <c:v>46033</c:v>
                </c:pt>
                <c:pt idx="205">
                  <c:v>46034</c:v>
                </c:pt>
                <c:pt idx="206">
                  <c:v>46035</c:v>
                </c:pt>
                <c:pt idx="207">
                  <c:v>46036</c:v>
                </c:pt>
                <c:pt idx="208">
                  <c:v>46037</c:v>
                </c:pt>
                <c:pt idx="209">
                  <c:v>46038</c:v>
                </c:pt>
                <c:pt idx="210">
                  <c:v>46039</c:v>
                </c:pt>
                <c:pt idx="211">
                  <c:v>46040</c:v>
                </c:pt>
                <c:pt idx="212">
                  <c:v>46041</c:v>
                </c:pt>
                <c:pt idx="213">
                  <c:v>46042</c:v>
                </c:pt>
                <c:pt idx="214">
                  <c:v>46043</c:v>
                </c:pt>
                <c:pt idx="215">
                  <c:v>46044</c:v>
                </c:pt>
                <c:pt idx="216">
                  <c:v>46045</c:v>
                </c:pt>
                <c:pt idx="217">
                  <c:v>46046</c:v>
                </c:pt>
                <c:pt idx="218">
                  <c:v>46047</c:v>
                </c:pt>
                <c:pt idx="219">
                  <c:v>46048</c:v>
                </c:pt>
                <c:pt idx="220">
                  <c:v>46049</c:v>
                </c:pt>
                <c:pt idx="221">
                  <c:v>46050</c:v>
                </c:pt>
                <c:pt idx="222">
                  <c:v>46051</c:v>
                </c:pt>
                <c:pt idx="223">
                  <c:v>46052</c:v>
                </c:pt>
                <c:pt idx="224">
                  <c:v>46053</c:v>
                </c:pt>
                <c:pt idx="225">
                  <c:v>46054</c:v>
                </c:pt>
                <c:pt idx="226">
                  <c:v>46055</c:v>
                </c:pt>
                <c:pt idx="227">
                  <c:v>46056</c:v>
                </c:pt>
                <c:pt idx="228">
                  <c:v>46057</c:v>
                </c:pt>
                <c:pt idx="229">
                  <c:v>46058</c:v>
                </c:pt>
                <c:pt idx="230">
                  <c:v>46059</c:v>
                </c:pt>
                <c:pt idx="231">
                  <c:v>46060</c:v>
                </c:pt>
                <c:pt idx="232">
                  <c:v>46061</c:v>
                </c:pt>
                <c:pt idx="233">
                  <c:v>46062</c:v>
                </c:pt>
                <c:pt idx="234">
                  <c:v>46063</c:v>
                </c:pt>
                <c:pt idx="235">
                  <c:v>46064</c:v>
                </c:pt>
                <c:pt idx="236">
                  <c:v>46065</c:v>
                </c:pt>
                <c:pt idx="237">
                  <c:v>46066</c:v>
                </c:pt>
                <c:pt idx="238">
                  <c:v>46067</c:v>
                </c:pt>
                <c:pt idx="239">
                  <c:v>46068</c:v>
                </c:pt>
                <c:pt idx="240">
                  <c:v>46069</c:v>
                </c:pt>
                <c:pt idx="241">
                  <c:v>46070</c:v>
                </c:pt>
                <c:pt idx="242">
                  <c:v>46071</c:v>
                </c:pt>
                <c:pt idx="243">
                  <c:v>46072</c:v>
                </c:pt>
                <c:pt idx="244">
                  <c:v>46073</c:v>
                </c:pt>
                <c:pt idx="245">
                  <c:v>46074</c:v>
                </c:pt>
                <c:pt idx="246">
                  <c:v>46075</c:v>
                </c:pt>
                <c:pt idx="247">
                  <c:v>46076</c:v>
                </c:pt>
                <c:pt idx="248">
                  <c:v>46077</c:v>
                </c:pt>
                <c:pt idx="249">
                  <c:v>46078</c:v>
                </c:pt>
                <c:pt idx="250">
                  <c:v>46079</c:v>
                </c:pt>
                <c:pt idx="251">
                  <c:v>46080</c:v>
                </c:pt>
                <c:pt idx="252">
                  <c:v>46081</c:v>
                </c:pt>
                <c:pt idx="253">
                  <c:v>46082</c:v>
                </c:pt>
                <c:pt idx="254">
                  <c:v>46083</c:v>
                </c:pt>
                <c:pt idx="255">
                  <c:v>46084</c:v>
                </c:pt>
                <c:pt idx="256">
                  <c:v>46085</c:v>
                </c:pt>
                <c:pt idx="257">
                  <c:v>46086</c:v>
                </c:pt>
                <c:pt idx="258">
                  <c:v>46087</c:v>
                </c:pt>
                <c:pt idx="259">
                  <c:v>46088</c:v>
                </c:pt>
                <c:pt idx="260">
                  <c:v>46089</c:v>
                </c:pt>
                <c:pt idx="261">
                  <c:v>46090</c:v>
                </c:pt>
                <c:pt idx="262">
                  <c:v>46091</c:v>
                </c:pt>
                <c:pt idx="263">
                  <c:v>46092</c:v>
                </c:pt>
                <c:pt idx="264">
                  <c:v>46093</c:v>
                </c:pt>
                <c:pt idx="265">
                  <c:v>46094</c:v>
                </c:pt>
                <c:pt idx="266">
                  <c:v>46095</c:v>
                </c:pt>
                <c:pt idx="267">
                  <c:v>46096</c:v>
                </c:pt>
                <c:pt idx="268">
                  <c:v>46097</c:v>
                </c:pt>
                <c:pt idx="269">
                  <c:v>46098</c:v>
                </c:pt>
                <c:pt idx="270">
                  <c:v>46099</c:v>
                </c:pt>
                <c:pt idx="271">
                  <c:v>46100</c:v>
                </c:pt>
                <c:pt idx="272">
                  <c:v>46101</c:v>
                </c:pt>
                <c:pt idx="273">
                  <c:v>46102</c:v>
                </c:pt>
                <c:pt idx="274">
                  <c:v>46103</c:v>
                </c:pt>
                <c:pt idx="275">
                  <c:v>46104</c:v>
                </c:pt>
                <c:pt idx="276">
                  <c:v>46105</c:v>
                </c:pt>
                <c:pt idx="277">
                  <c:v>46106</c:v>
                </c:pt>
                <c:pt idx="278">
                  <c:v>46107</c:v>
                </c:pt>
                <c:pt idx="279">
                  <c:v>46108</c:v>
                </c:pt>
                <c:pt idx="280">
                  <c:v>46109</c:v>
                </c:pt>
                <c:pt idx="281">
                  <c:v>46110</c:v>
                </c:pt>
                <c:pt idx="282">
                  <c:v>46111</c:v>
                </c:pt>
                <c:pt idx="283">
                  <c:v>46112</c:v>
                </c:pt>
                <c:pt idx="284">
                  <c:v>46113</c:v>
                </c:pt>
                <c:pt idx="285">
                  <c:v>46114</c:v>
                </c:pt>
                <c:pt idx="286">
                  <c:v>46115</c:v>
                </c:pt>
                <c:pt idx="287">
                  <c:v>46116</c:v>
                </c:pt>
                <c:pt idx="288">
                  <c:v>46117</c:v>
                </c:pt>
                <c:pt idx="289">
                  <c:v>46118</c:v>
                </c:pt>
                <c:pt idx="290">
                  <c:v>46119</c:v>
                </c:pt>
                <c:pt idx="291">
                  <c:v>46120</c:v>
                </c:pt>
                <c:pt idx="292">
                  <c:v>46121</c:v>
                </c:pt>
                <c:pt idx="293">
                  <c:v>46122</c:v>
                </c:pt>
                <c:pt idx="294">
                  <c:v>46123</c:v>
                </c:pt>
                <c:pt idx="295">
                  <c:v>46124</c:v>
                </c:pt>
                <c:pt idx="296">
                  <c:v>46125</c:v>
                </c:pt>
                <c:pt idx="297">
                  <c:v>46126</c:v>
                </c:pt>
                <c:pt idx="298">
                  <c:v>46127</c:v>
                </c:pt>
                <c:pt idx="299">
                  <c:v>46128</c:v>
                </c:pt>
                <c:pt idx="300">
                  <c:v>46129</c:v>
                </c:pt>
                <c:pt idx="301">
                  <c:v>46130</c:v>
                </c:pt>
                <c:pt idx="302">
                  <c:v>46131</c:v>
                </c:pt>
                <c:pt idx="303">
                  <c:v>46132</c:v>
                </c:pt>
                <c:pt idx="304">
                  <c:v>46133</c:v>
                </c:pt>
                <c:pt idx="305">
                  <c:v>46134</c:v>
                </c:pt>
                <c:pt idx="306">
                  <c:v>46135</c:v>
                </c:pt>
                <c:pt idx="307">
                  <c:v>46136</c:v>
                </c:pt>
                <c:pt idx="308">
                  <c:v>46137</c:v>
                </c:pt>
                <c:pt idx="309">
                  <c:v>46138</c:v>
                </c:pt>
                <c:pt idx="310">
                  <c:v>46139</c:v>
                </c:pt>
                <c:pt idx="311">
                  <c:v>46140</c:v>
                </c:pt>
                <c:pt idx="312">
                  <c:v>46141</c:v>
                </c:pt>
                <c:pt idx="313">
                  <c:v>46142</c:v>
                </c:pt>
                <c:pt idx="314">
                  <c:v>46143</c:v>
                </c:pt>
                <c:pt idx="315">
                  <c:v>46144</c:v>
                </c:pt>
                <c:pt idx="316">
                  <c:v>46145</c:v>
                </c:pt>
                <c:pt idx="317">
                  <c:v>46146</c:v>
                </c:pt>
                <c:pt idx="318">
                  <c:v>46147</c:v>
                </c:pt>
                <c:pt idx="319">
                  <c:v>46148</c:v>
                </c:pt>
                <c:pt idx="320">
                  <c:v>46149</c:v>
                </c:pt>
                <c:pt idx="321">
                  <c:v>46150</c:v>
                </c:pt>
                <c:pt idx="322">
                  <c:v>46151</c:v>
                </c:pt>
                <c:pt idx="323">
                  <c:v>46152</c:v>
                </c:pt>
                <c:pt idx="324">
                  <c:v>46153</c:v>
                </c:pt>
                <c:pt idx="325">
                  <c:v>46154</c:v>
                </c:pt>
                <c:pt idx="326">
                  <c:v>46155</c:v>
                </c:pt>
                <c:pt idx="327">
                  <c:v>46156</c:v>
                </c:pt>
                <c:pt idx="328">
                  <c:v>46157</c:v>
                </c:pt>
                <c:pt idx="329">
                  <c:v>46158</c:v>
                </c:pt>
                <c:pt idx="330">
                  <c:v>46159</c:v>
                </c:pt>
                <c:pt idx="331">
                  <c:v>46160</c:v>
                </c:pt>
                <c:pt idx="332">
                  <c:v>46161</c:v>
                </c:pt>
                <c:pt idx="333">
                  <c:v>46162</c:v>
                </c:pt>
                <c:pt idx="334">
                  <c:v>46163</c:v>
                </c:pt>
                <c:pt idx="335">
                  <c:v>46164</c:v>
                </c:pt>
                <c:pt idx="336">
                  <c:v>46165</c:v>
                </c:pt>
                <c:pt idx="337">
                  <c:v>46166</c:v>
                </c:pt>
                <c:pt idx="338">
                  <c:v>46167</c:v>
                </c:pt>
                <c:pt idx="339">
                  <c:v>46168</c:v>
                </c:pt>
                <c:pt idx="340">
                  <c:v>46169</c:v>
                </c:pt>
                <c:pt idx="341">
                  <c:v>46170</c:v>
                </c:pt>
                <c:pt idx="342">
                  <c:v>46171</c:v>
                </c:pt>
                <c:pt idx="343">
                  <c:v>46172</c:v>
                </c:pt>
                <c:pt idx="344">
                  <c:v>46173</c:v>
                </c:pt>
                <c:pt idx="345">
                  <c:v>46174</c:v>
                </c:pt>
                <c:pt idx="346">
                  <c:v>46175</c:v>
                </c:pt>
                <c:pt idx="347">
                  <c:v>46176</c:v>
                </c:pt>
                <c:pt idx="348">
                  <c:v>46177</c:v>
                </c:pt>
                <c:pt idx="349">
                  <c:v>46178</c:v>
                </c:pt>
                <c:pt idx="350">
                  <c:v>46179</c:v>
                </c:pt>
                <c:pt idx="351">
                  <c:v>46180</c:v>
                </c:pt>
                <c:pt idx="352">
                  <c:v>46181</c:v>
                </c:pt>
                <c:pt idx="353">
                  <c:v>46182</c:v>
                </c:pt>
                <c:pt idx="354">
                  <c:v>46183</c:v>
                </c:pt>
                <c:pt idx="355">
                  <c:v>46184</c:v>
                </c:pt>
                <c:pt idx="356">
                  <c:v>46185</c:v>
                </c:pt>
                <c:pt idx="357">
                  <c:v>46186</c:v>
                </c:pt>
                <c:pt idx="358">
                  <c:v>46187</c:v>
                </c:pt>
                <c:pt idx="359">
                  <c:v>46188</c:v>
                </c:pt>
                <c:pt idx="360">
                  <c:v>46189</c:v>
                </c:pt>
                <c:pt idx="361">
                  <c:v>46190</c:v>
                </c:pt>
                <c:pt idx="362">
                  <c:v>46191</c:v>
                </c:pt>
                <c:pt idx="363">
                  <c:v>46192</c:v>
                </c:pt>
                <c:pt idx="364">
                  <c:v>46193</c:v>
                </c:pt>
              </c:numCache>
            </c:numRef>
          </c:cat>
          <c:val>
            <c:numRef>
              <c:f>'3G Data'!$G$2:$G$366</c:f>
              <c:numCache>
                <c:formatCode>General</c:formatCode>
                <c:ptCount val="365"/>
                <c:pt idx="0">
                  <c:v>2304.472589</c:v>
                </c:pt>
                <c:pt idx="1">
                  <c:v>2310.5880240000001</c:v>
                </c:pt>
                <c:pt idx="2">
                  <c:v>2245.7220400000001</c:v>
                </c:pt>
                <c:pt idx="3">
                  <c:v>2248.984731</c:v>
                </c:pt>
                <c:pt idx="4">
                  <c:v>2190.8043539999999</c:v>
                </c:pt>
                <c:pt idx="5">
                  <c:v>2187.7897910000002</c:v>
                </c:pt>
                <c:pt idx="6">
                  <c:v>2282.9048870000001</c:v>
                </c:pt>
                <c:pt idx="7">
                  <c:v>2313.2532470000001</c:v>
                </c:pt>
                <c:pt idx="8">
                  <c:v>2318.2406780000001</c:v>
                </c:pt>
                <c:pt idx="9">
                  <c:v>2210.3759070000001</c:v>
                </c:pt>
                <c:pt idx="10">
                  <c:v>2182.6372000000001</c:v>
                </c:pt>
                <c:pt idx="11">
                  <c:v>2225.9248080000002</c:v>
                </c:pt>
                <c:pt idx="12">
                  <c:v>2188.0191519999998</c:v>
                </c:pt>
                <c:pt idx="13">
                  <c:v>2171.6858080000002</c:v>
                </c:pt>
                <c:pt idx="14">
                  <c:v>2218.2002779999998</c:v>
                </c:pt>
                <c:pt idx="15">
                  <c:v>2291.6670909999998</c:v>
                </c:pt>
                <c:pt idx="16">
                  <c:v>2157.7206970000002</c:v>
                </c:pt>
                <c:pt idx="17">
                  <c:v>2215.8627369999999</c:v>
                </c:pt>
                <c:pt idx="18">
                  <c:v>2238.159482</c:v>
                </c:pt>
                <c:pt idx="19">
                  <c:v>2319.5294570000001</c:v>
                </c:pt>
                <c:pt idx="20">
                  <c:v>2262.3971780000002</c:v>
                </c:pt>
                <c:pt idx="21">
                  <c:v>2258.1167220000002</c:v>
                </c:pt>
                <c:pt idx="22">
                  <c:v>2231.2236640000001</c:v>
                </c:pt>
                <c:pt idx="23">
                  <c:v>2211.5757490000001</c:v>
                </c:pt>
                <c:pt idx="24">
                  <c:v>2201.1389840000002</c:v>
                </c:pt>
                <c:pt idx="25">
                  <c:v>2193.6328570000001</c:v>
                </c:pt>
                <c:pt idx="26">
                  <c:v>2204.5157720000002</c:v>
                </c:pt>
                <c:pt idx="27">
                  <c:v>2296.597213</c:v>
                </c:pt>
                <c:pt idx="28">
                  <c:v>2317.625959</c:v>
                </c:pt>
                <c:pt idx="29">
                  <c:v>2267.1214329999998</c:v>
                </c:pt>
                <c:pt idx="30">
                  <c:v>2211.7346050000001</c:v>
                </c:pt>
                <c:pt idx="31">
                  <c:v>2213.2189020000001</c:v>
                </c:pt>
                <c:pt idx="32">
                  <c:v>2153.0016860000001</c:v>
                </c:pt>
                <c:pt idx="33">
                  <c:v>2220.5102999999999</c:v>
                </c:pt>
                <c:pt idx="34">
                  <c:v>2280.5342260000002</c:v>
                </c:pt>
                <c:pt idx="35">
                  <c:v>2261.2969419999999</c:v>
                </c:pt>
                <c:pt idx="36">
                  <c:v>2268.7941080000001</c:v>
                </c:pt>
                <c:pt idx="37">
                  <c:v>2166.223434</c:v>
                </c:pt>
                <c:pt idx="38">
                  <c:v>2227.2326779999999</c:v>
                </c:pt>
                <c:pt idx="39">
                  <c:v>2220.1984010000001</c:v>
                </c:pt>
                <c:pt idx="40">
                  <c:v>2240.168095</c:v>
                </c:pt>
                <c:pt idx="41">
                  <c:v>2259.8400499999998</c:v>
                </c:pt>
                <c:pt idx="42">
                  <c:v>2196.7340859999999</c:v>
                </c:pt>
                <c:pt idx="43">
                  <c:v>2281.3404989999999</c:v>
                </c:pt>
                <c:pt idx="44">
                  <c:v>2199.0156699999998</c:v>
                </c:pt>
                <c:pt idx="45">
                  <c:v>2158.2000870000002</c:v>
                </c:pt>
                <c:pt idx="46">
                  <c:v>2204.839915</c:v>
                </c:pt>
                <c:pt idx="47">
                  <c:v>2235.20991</c:v>
                </c:pt>
                <c:pt idx="48">
                  <c:v>2284.9690019999998</c:v>
                </c:pt>
                <c:pt idx="49">
                  <c:v>2279.3964040000001</c:v>
                </c:pt>
                <c:pt idx="50">
                  <c:v>2269.6724819999999</c:v>
                </c:pt>
                <c:pt idx="51">
                  <c:v>2263.062222</c:v>
                </c:pt>
                <c:pt idx="52">
                  <c:v>2265.5065709999999</c:v>
                </c:pt>
                <c:pt idx="53">
                  <c:v>2345.2719010000001</c:v>
                </c:pt>
                <c:pt idx="54">
                  <c:v>2331.3729480000002</c:v>
                </c:pt>
                <c:pt idx="55">
                  <c:v>2341.5028609999999</c:v>
                </c:pt>
                <c:pt idx="56">
                  <c:v>2328.5544690000002</c:v>
                </c:pt>
                <c:pt idx="57">
                  <c:v>2321.019366</c:v>
                </c:pt>
                <c:pt idx="58">
                  <c:v>2315.7841629999998</c:v>
                </c:pt>
                <c:pt idx="59">
                  <c:v>2248.0609209999998</c:v>
                </c:pt>
                <c:pt idx="60">
                  <c:v>2215.6842350000002</c:v>
                </c:pt>
                <c:pt idx="61">
                  <c:v>2211.5218789999999</c:v>
                </c:pt>
                <c:pt idx="62">
                  <c:v>2263.77574</c:v>
                </c:pt>
                <c:pt idx="63">
                  <c:v>2225.139686</c:v>
                </c:pt>
                <c:pt idx="64">
                  <c:v>2231.1478849999999</c:v>
                </c:pt>
                <c:pt idx="65">
                  <c:v>2158.1081979999999</c:v>
                </c:pt>
                <c:pt idx="66">
                  <c:v>2192.029012</c:v>
                </c:pt>
                <c:pt idx="67">
                  <c:v>2171.2992589999999</c:v>
                </c:pt>
                <c:pt idx="68">
                  <c:v>2215.1410900000001</c:v>
                </c:pt>
                <c:pt idx="69">
                  <c:v>2251.2103520000001</c:v>
                </c:pt>
                <c:pt idx="70">
                  <c:v>2256.9217370000001</c:v>
                </c:pt>
                <c:pt idx="71">
                  <c:v>2291.3686619999999</c:v>
                </c:pt>
                <c:pt idx="72">
                  <c:v>2163.684745</c:v>
                </c:pt>
                <c:pt idx="73">
                  <c:v>2183.049947</c:v>
                </c:pt>
                <c:pt idx="74">
                  <c:v>2221.4654289999999</c:v>
                </c:pt>
                <c:pt idx="75">
                  <c:v>2194.3161500000001</c:v>
                </c:pt>
                <c:pt idx="76">
                  <c:v>2275.6061110000001</c:v>
                </c:pt>
                <c:pt idx="77">
                  <c:v>2244.8030819999999</c:v>
                </c:pt>
                <c:pt idx="78">
                  <c:v>2295.0491750000001</c:v>
                </c:pt>
                <c:pt idx="79">
                  <c:v>2213.9233880000002</c:v>
                </c:pt>
                <c:pt idx="80">
                  <c:v>2221.7063939999998</c:v>
                </c:pt>
                <c:pt idx="81">
                  <c:v>2241.4099369999999</c:v>
                </c:pt>
                <c:pt idx="82">
                  <c:v>2225.2399409999998</c:v>
                </c:pt>
                <c:pt idx="83">
                  <c:v>2303.5690340000001</c:v>
                </c:pt>
                <c:pt idx="84">
                  <c:v>2303.8067000000001</c:v>
                </c:pt>
                <c:pt idx="85">
                  <c:v>2235.369291</c:v>
                </c:pt>
                <c:pt idx="86">
                  <c:v>2155.713186</c:v>
                </c:pt>
                <c:pt idx="87">
                  <c:v>2241.127602</c:v>
                </c:pt>
                <c:pt idx="88">
                  <c:v>2305.4661820000001</c:v>
                </c:pt>
                <c:pt idx="89">
                  <c:v>2326.1173140000001</c:v>
                </c:pt>
                <c:pt idx="90">
                  <c:v>2327.9931999999999</c:v>
                </c:pt>
                <c:pt idx="91">
                  <c:v>2395.785578</c:v>
                </c:pt>
                <c:pt idx="92">
                  <c:v>2395.9470150000002</c:v>
                </c:pt>
                <c:pt idx="93">
                  <c:v>2269.0784309999999</c:v>
                </c:pt>
                <c:pt idx="94">
                  <c:v>2270.2739329999999</c:v>
                </c:pt>
                <c:pt idx="95">
                  <c:v>2189.5486879999999</c:v>
                </c:pt>
                <c:pt idx="96">
                  <c:v>2261.742416</c:v>
                </c:pt>
                <c:pt idx="97">
                  <c:v>2308.9754480000001</c:v>
                </c:pt>
                <c:pt idx="98">
                  <c:v>2407.313983</c:v>
                </c:pt>
                <c:pt idx="99">
                  <c:v>2402.0288959999998</c:v>
                </c:pt>
                <c:pt idx="100">
                  <c:v>2317.5813039999998</c:v>
                </c:pt>
                <c:pt idx="101">
                  <c:v>2262.8774939999998</c:v>
                </c:pt>
                <c:pt idx="102">
                  <c:v>2274.3746970000002</c:v>
                </c:pt>
                <c:pt idx="103">
                  <c:v>2309.7665790000001</c:v>
                </c:pt>
                <c:pt idx="104">
                  <c:v>2367.1331759999998</c:v>
                </c:pt>
                <c:pt idx="105">
                  <c:v>2357.4198249999999</c:v>
                </c:pt>
                <c:pt idx="106">
                  <c:v>2297.6910699999999</c:v>
                </c:pt>
                <c:pt idx="107">
                  <c:v>2340.9002860000001</c:v>
                </c:pt>
                <c:pt idx="108">
                  <c:v>2240.0576000000001</c:v>
                </c:pt>
                <c:pt idx="109">
                  <c:v>2285.8305190000001</c:v>
                </c:pt>
                <c:pt idx="110">
                  <c:v>2369.5283209999998</c:v>
                </c:pt>
                <c:pt idx="111">
                  <c:v>2305.439206</c:v>
                </c:pt>
                <c:pt idx="112">
                  <c:v>2345.835955</c:v>
                </c:pt>
                <c:pt idx="113">
                  <c:v>2357.591242</c:v>
                </c:pt>
                <c:pt idx="114">
                  <c:v>2266.1880070000002</c:v>
                </c:pt>
                <c:pt idx="115">
                  <c:v>2232.9571409999999</c:v>
                </c:pt>
                <c:pt idx="116">
                  <c:v>2229.0874990000002</c:v>
                </c:pt>
                <c:pt idx="117">
                  <c:v>2248.2549250000002</c:v>
                </c:pt>
                <c:pt idx="118">
                  <c:v>2282.4308449999999</c:v>
                </c:pt>
                <c:pt idx="119">
                  <c:v>2339.7443229999999</c:v>
                </c:pt>
                <c:pt idx="120">
                  <c:v>2267.9536170000001</c:v>
                </c:pt>
                <c:pt idx="121">
                  <c:v>2317.470558</c:v>
                </c:pt>
                <c:pt idx="122">
                  <c:v>2196.6889230000002</c:v>
                </c:pt>
                <c:pt idx="123">
                  <c:v>2230.1592220000002</c:v>
                </c:pt>
                <c:pt idx="124">
                  <c:v>2256.1927169999999</c:v>
                </c:pt>
                <c:pt idx="125">
                  <c:v>2298.9612969999998</c:v>
                </c:pt>
                <c:pt idx="126">
                  <c:v>2289.4000719999999</c:v>
                </c:pt>
                <c:pt idx="127">
                  <c:v>2286.4702870000001</c:v>
                </c:pt>
                <c:pt idx="128">
                  <c:v>2112.2992129999998</c:v>
                </c:pt>
                <c:pt idx="129">
                  <c:v>76.567452000000003</c:v>
                </c:pt>
                <c:pt idx="130">
                  <c:v>78.551331000000005</c:v>
                </c:pt>
                <c:pt idx="131">
                  <c:v>79.340018999999998</c:v>
                </c:pt>
                <c:pt idx="132">
                  <c:v>81.843001000000001</c:v>
                </c:pt>
                <c:pt idx="133">
                  <c:v>85.338348999999994</c:v>
                </c:pt>
                <c:pt idx="134">
                  <c:v>85.500485999999995</c:v>
                </c:pt>
                <c:pt idx="135">
                  <c:v>77.963707999999997</c:v>
                </c:pt>
                <c:pt idx="136">
                  <c:v>78.825316000000001</c:v>
                </c:pt>
                <c:pt idx="137">
                  <c:v>83.335103000000004</c:v>
                </c:pt>
                <c:pt idx="138">
                  <c:v>75.151793999999995</c:v>
                </c:pt>
                <c:pt idx="139">
                  <c:v>76.011807000000005</c:v>
                </c:pt>
                <c:pt idx="140">
                  <c:v>76.649913999999995</c:v>
                </c:pt>
                <c:pt idx="141">
                  <c:v>80.884704999999997</c:v>
                </c:pt>
                <c:pt idx="142">
                  <c:v>79.855373999999998</c:v>
                </c:pt>
                <c:pt idx="143">
                  <c:v>93.619819000000007</c:v>
                </c:pt>
                <c:pt idx="144">
                  <c:v>85.823582000000002</c:v>
                </c:pt>
                <c:pt idx="145">
                  <c:v>87.658358000000007</c:v>
                </c:pt>
                <c:pt idx="146">
                  <c:v>89.876188999999997</c:v>
                </c:pt>
                <c:pt idx="147">
                  <c:v>78.428344999999993</c:v>
                </c:pt>
                <c:pt idx="148">
                  <c:v>84.011790000000005</c:v>
                </c:pt>
                <c:pt idx="149">
                  <c:v>94.850786999999997</c:v>
                </c:pt>
                <c:pt idx="150">
                  <c:v>84.100623999999996</c:v>
                </c:pt>
                <c:pt idx="151">
                  <c:v>93.603373000000005</c:v>
                </c:pt>
                <c:pt idx="152">
                  <c:v>91.274968000000001</c:v>
                </c:pt>
                <c:pt idx="153">
                  <c:v>94.928650000000005</c:v>
                </c:pt>
                <c:pt idx="154">
                  <c:v>94.484128999999996</c:v>
                </c:pt>
                <c:pt idx="155">
                  <c:v>96.489917000000005</c:v>
                </c:pt>
                <c:pt idx="156">
                  <c:v>91.588228000000001</c:v>
                </c:pt>
                <c:pt idx="157">
                  <c:v>110.23917400000001</c:v>
                </c:pt>
                <c:pt idx="158">
                  <c:v>105.23994999999999</c:v>
                </c:pt>
                <c:pt idx="159">
                  <c:v>65.361761000000001</c:v>
                </c:pt>
                <c:pt idx="160">
                  <c:v>9.524972</c:v>
                </c:pt>
                <c:pt idx="161">
                  <c:v>25.881543000000001</c:v>
                </c:pt>
                <c:pt idx="162">
                  <c:v>71.987990999999994</c:v>
                </c:pt>
                <c:pt idx="163">
                  <c:v>87.465582999999995</c:v>
                </c:pt>
                <c:pt idx="164">
                  <c:v>86.699876000000003</c:v>
                </c:pt>
                <c:pt idx="165">
                  <c:v>85.574355999999995</c:v>
                </c:pt>
                <c:pt idx="166">
                  <c:v>80.792623000000006</c:v>
                </c:pt>
                <c:pt idx="167">
                  <c:v>82.161311999999995</c:v>
                </c:pt>
                <c:pt idx="168">
                  <c:v>91.935531999999995</c:v>
                </c:pt>
                <c:pt idx="169">
                  <c:v>108.876868</c:v>
                </c:pt>
                <c:pt idx="170">
                  <c:v>104.94126799999999</c:v>
                </c:pt>
                <c:pt idx="171">
                  <c:v>109.347543</c:v>
                </c:pt>
                <c:pt idx="172">
                  <c:v>110.028705</c:v>
                </c:pt>
                <c:pt idx="173">
                  <c:v>106.229203</c:v>
                </c:pt>
                <c:pt idx="174">
                  <c:v>106.15634</c:v>
                </c:pt>
                <c:pt idx="175">
                  <c:v>105.094562</c:v>
                </c:pt>
                <c:pt idx="176">
                  <c:v>114.133137</c:v>
                </c:pt>
                <c:pt idx="177">
                  <c:v>108.130528</c:v>
                </c:pt>
                <c:pt idx="178">
                  <c:v>96.087788000000003</c:v>
                </c:pt>
                <c:pt idx="179">
                  <c:v>97.049470999999997</c:v>
                </c:pt>
                <c:pt idx="180">
                  <c:v>102.672545</c:v>
                </c:pt>
                <c:pt idx="181">
                  <c:v>103.482528</c:v>
                </c:pt>
                <c:pt idx="182">
                  <c:v>94.089305999999993</c:v>
                </c:pt>
                <c:pt idx="183">
                  <c:v>99.012223000000006</c:v>
                </c:pt>
                <c:pt idx="184">
                  <c:v>92.793189999999996</c:v>
                </c:pt>
                <c:pt idx="185">
                  <c:v>103.875539</c:v>
                </c:pt>
                <c:pt idx="186">
                  <c:v>104.780862</c:v>
                </c:pt>
                <c:pt idx="187">
                  <c:v>104.198989</c:v>
                </c:pt>
                <c:pt idx="188">
                  <c:v>103.57134000000001</c:v>
                </c:pt>
                <c:pt idx="189">
                  <c:v>92.384017</c:v>
                </c:pt>
                <c:pt idx="190">
                  <c:v>95.418413999999999</c:v>
                </c:pt>
                <c:pt idx="191">
                  <c:v>102.501243</c:v>
                </c:pt>
                <c:pt idx="192">
                  <c:v>100.389337</c:v>
                </c:pt>
                <c:pt idx="193">
                  <c:v>98.111846999999997</c:v>
                </c:pt>
                <c:pt idx="194">
                  <c:v>100.93422700000001</c:v>
                </c:pt>
                <c:pt idx="195">
                  <c:v>99.048148999999995</c:v>
                </c:pt>
                <c:pt idx="196">
                  <c:v>101.169247</c:v>
                </c:pt>
                <c:pt idx="197">
                  <c:v>87.136144000000002</c:v>
                </c:pt>
                <c:pt idx="198">
                  <c:v>90.586635999999999</c:v>
                </c:pt>
                <c:pt idx="199">
                  <c:v>103.129244</c:v>
                </c:pt>
                <c:pt idx="200">
                  <c:v>101.478768</c:v>
                </c:pt>
                <c:pt idx="201">
                  <c:v>91.328725000000006</c:v>
                </c:pt>
                <c:pt idx="202">
                  <c:v>100.716489</c:v>
                </c:pt>
                <c:pt idx="203">
                  <c:v>129.26654300000001</c:v>
                </c:pt>
                <c:pt idx="204">
                  <c:v>91.531249000000003</c:v>
                </c:pt>
                <c:pt idx="205">
                  <c:v>97.054310999999998</c:v>
                </c:pt>
                <c:pt idx="206">
                  <c:v>100.153212</c:v>
                </c:pt>
                <c:pt idx="207">
                  <c:v>92.965402999999995</c:v>
                </c:pt>
                <c:pt idx="208">
                  <c:v>90.459326000000004</c:v>
                </c:pt>
                <c:pt idx="209">
                  <c:v>80.282330000000002</c:v>
                </c:pt>
                <c:pt idx="210">
                  <c:v>89.068706000000006</c:v>
                </c:pt>
                <c:pt idx="211">
                  <c:v>86.014529999999993</c:v>
                </c:pt>
                <c:pt idx="212">
                  <c:v>78.503444999999999</c:v>
                </c:pt>
                <c:pt idx="213">
                  <c:v>79.409458000000001</c:v>
                </c:pt>
                <c:pt idx="214">
                  <c:v>82.546104</c:v>
                </c:pt>
                <c:pt idx="215">
                  <c:v>86.563518000000002</c:v>
                </c:pt>
                <c:pt idx="216">
                  <c:v>73.721551000000005</c:v>
                </c:pt>
                <c:pt idx="217">
                  <c:v>84.773381000000001</c:v>
                </c:pt>
                <c:pt idx="218">
                  <c:v>76.391874000000001</c:v>
                </c:pt>
                <c:pt idx="219">
                  <c:v>74.531802999999996</c:v>
                </c:pt>
                <c:pt idx="220">
                  <c:v>75.235630999999998</c:v>
                </c:pt>
                <c:pt idx="221">
                  <c:v>75.866855999999999</c:v>
                </c:pt>
                <c:pt idx="222">
                  <c:v>80.454277000000005</c:v>
                </c:pt>
                <c:pt idx="223">
                  <c:v>82.039381000000006</c:v>
                </c:pt>
                <c:pt idx="224">
                  <c:v>88.441615999999996</c:v>
                </c:pt>
                <c:pt idx="225">
                  <c:v>91.697709000000003</c:v>
                </c:pt>
                <c:pt idx="226">
                  <c:v>84.961913999999993</c:v>
                </c:pt>
                <c:pt idx="227">
                  <c:v>86.071931000000006</c:v>
                </c:pt>
                <c:pt idx="228">
                  <c:v>84.623008999999996</c:v>
                </c:pt>
                <c:pt idx="229">
                  <c:v>77.622156000000004</c:v>
                </c:pt>
                <c:pt idx="230">
                  <c:v>86.652454000000006</c:v>
                </c:pt>
                <c:pt idx="231">
                  <c:v>94.271445</c:v>
                </c:pt>
                <c:pt idx="232">
                  <c:v>83.895634000000001</c:v>
                </c:pt>
                <c:pt idx="233">
                  <c:v>78.038539</c:v>
                </c:pt>
                <c:pt idx="234">
                  <c:v>76.644834000000003</c:v>
                </c:pt>
                <c:pt idx="235">
                  <c:v>82.590108000000001</c:v>
                </c:pt>
                <c:pt idx="236">
                  <c:v>83.674784000000002</c:v>
                </c:pt>
                <c:pt idx="237">
                  <c:v>86.043425999999997</c:v>
                </c:pt>
                <c:pt idx="238">
                  <c:v>95.961318000000006</c:v>
                </c:pt>
                <c:pt idx="239">
                  <c:v>98.80838</c:v>
                </c:pt>
                <c:pt idx="240">
                  <c:v>90.546707999999995</c:v>
                </c:pt>
                <c:pt idx="241">
                  <c:v>93.850503000000003</c:v>
                </c:pt>
                <c:pt idx="242">
                  <c:v>91.228502000000006</c:v>
                </c:pt>
                <c:pt idx="243">
                  <c:v>98.198386999999997</c:v>
                </c:pt>
                <c:pt idx="244">
                  <c:v>98.849497</c:v>
                </c:pt>
                <c:pt idx="245">
                  <c:v>88.805502000000004</c:v>
                </c:pt>
                <c:pt idx="246">
                  <c:v>94.697158000000002</c:v>
                </c:pt>
                <c:pt idx="247">
                  <c:v>83.026940999999994</c:v>
                </c:pt>
                <c:pt idx="248">
                  <c:v>92.691215</c:v>
                </c:pt>
                <c:pt idx="249">
                  <c:v>90.626209000000003</c:v>
                </c:pt>
                <c:pt idx="250">
                  <c:v>92.920530999999997</c:v>
                </c:pt>
                <c:pt idx="251">
                  <c:v>94.880080000000007</c:v>
                </c:pt>
                <c:pt idx="252">
                  <c:v>97.977362999999997</c:v>
                </c:pt>
                <c:pt idx="253">
                  <c:v>89.942670000000007</c:v>
                </c:pt>
                <c:pt idx="254">
                  <c:v>87.332465999999997</c:v>
                </c:pt>
                <c:pt idx="255">
                  <c:v>86.314070000000001</c:v>
                </c:pt>
                <c:pt idx="256">
                  <c:v>78.366231999999997</c:v>
                </c:pt>
                <c:pt idx="257">
                  <c:v>79.386381999999998</c:v>
                </c:pt>
                <c:pt idx="258">
                  <c:v>82.827881000000005</c:v>
                </c:pt>
                <c:pt idx="259">
                  <c:v>87.388503</c:v>
                </c:pt>
                <c:pt idx="260">
                  <c:v>95.325697000000005</c:v>
                </c:pt>
                <c:pt idx="261">
                  <c:v>93.835556999999994</c:v>
                </c:pt>
                <c:pt idx="262">
                  <c:v>97.198035000000004</c:v>
                </c:pt>
                <c:pt idx="263">
                  <c:v>96.218907000000002</c:v>
                </c:pt>
                <c:pt idx="264">
                  <c:v>85.903270000000006</c:v>
                </c:pt>
                <c:pt idx="265">
                  <c:v>86.418593000000001</c:v>
                </c:pt>
                <c:pt idx="266">
                  <c:v>102.592276</c:v>
                </c:pt>
                <c:pt idx="267">
                  <c:v>97.766576000000001</c:v>
                </c:pt>
                <c:pt idx="268">
                  <c:v>98.861576999999997</c:v>
                </c:pt>
                <c:pt idx="269">
                  <c:v>90.717011999999997</c:v>
                </c:pt>
                <c:pt idx="270">
                  <c:v>90.741701000000006</c:v>
                </c:pt>
                <c:pt idx="271">
                  <c:v>93.861621999999997</c:v>
                </c:pt>
                <c:pt idx="272">
                  <c:v>98.686057000000005</c:v>
                </c:pt>
                <c:pt idx="273">
                  <c:v>109.177403</c:v>
                </c:pt>
                <c:pt idx="274">
                  <c:v>98.266277000000002</c:v>
                </c:pt>
                <c:pt idx="275">
                  <c:v>99.088537000000002</c:v>
                </c:pt>
                <c:pt idx="276">
                  <c:v>94.422711000000007</c:v>
                </c:pt>
                <c:pt idx="277">
                  <c:v>114.80033</c:v>
                </c:pt>
                <c:pt idx="278">
                  <c:v>94.171784000000002</c:v>
                </c:pt>
                <c:pt idx="279">
                  <c:v>92.973726999999997</c:v>
                </c:pt>
                <c:pt idx="280">
                  <c:v>93.998232000000002</c:v>
                </c:pt>
                <c:pt idx="281">
                  <c:v>98.328581999999997</c:v>
                </c:pt>
                <c:pt idx="282">
                  <c:v>96.498520999999997</c:v>
                </c:pt>
                <c:pt idx="283">
                  <c:v>94.393276</c:v>
                </c:pt>
                <c:pt idx="284">
                  <c:v>98.001579000000007</c:v>
                </c:pt>
                <c:pt idx="285">
                  <c:v>87.910043000000002</c:v>
                </c:pt>
                <c:pt idx="286">
                  <c:v>95.773847000000004</c:v>
                </c:pt>
                <c:pt idx="287">
                  <c:v>87.639570000000006</c:v>
                </c:pt>
                <c:pt idx="288">
                  <c:v>84.702650000000006</c:v>
                </c:pt>
                <c:pt idx="289">
                  <c:v>84.326359999999994</c:v>
                </c:pt>
                <c:pt idx="290">
                  <c:v>82.575523000000004</c:v>
                </c:pt>
                <c:pt idx="291">
                  <c:v>87.489677999999998</c:v>
                </c:pt>
                <c:pt idx="292">
                  <c:v>89.883517999999995</c:v>
                </c:pt>
                <c:pt idx="293">
                  <c:v>94.299110999999996</c:v>
                </c:pt>
                <c:pt idx="294">
                  <c:v>97.716964000000004</c:v>
                </c:pt>
                <c:pt idx="295">
                  <c:v>94.993714999999995</c:v>
                </c:pt>
                <c:pt idx="296">
                  <c:v>102.351781</c:v>
                </c:pt>
                <c:pt idx="297">
                  <c:v>103.738361</c:v>
                </c:pt>
                <c:pt idx="298">
                  <c:v>97.434738999999993</c:v>
                </c:pt>
                <c:pt idx="299">
                  <c:v>95.817047000000002</c:v>
                </c:pt>
                <c:pt idx="300">
                  <c:v>96.659862000000004</c:v>
                </c:pt>
                <c:pt idx="301">
                  <c:v>94.675196999999997</c:v>
                </c:pt>
                <c:pt idx="302">
                  <c:v>93.426518000000002</c:v>
                </c:pt>
                <c:pt idx="303">
                  <c:v>91.494421000000003</c:v>
                </c:pt>
                <c:pt idx="304">
                  <c:v>87.591333000000006</c:v>
                </c:pt>
                <c:pt idx="305">
                  <c:v>85.279859000000002</c:v>
                </c:pt>
                <c:pt idx="306">
                  <c:v>87.553379000000007</c:v>
                </c:pt>
                <c:pt idx="307">
                  <c:v>92.217279000000005</c:v>
                </c:pt>
                <c:pt idx="308">
                  <c:v>92.995773</c:v>
                </c:pt>
                <c:pt idx="309">
                  <c:v>84.139754999999994</c:v>
                </c:pt>
                <c:pt idx="310">
                  <c:v>85.005906999999993</c:v>
                </c:pt>
                <c:pt idx="311">
                  <c:v>95.106403999999998</c:v>
                </c:pt>
                <c:pt idx="312">
                  <c:v>91.210346000000001</c:v>
                </c:pt>
                <c:pt idx="313">
                  <c:v>89.559329000000005</c:v>
                </c:pt>
                <c:pt idx="314">
                  <c:v>100.83932799999999</c:v>
                </c:pt>
                <c:pt idx="315">
                  <c:v>110.26428900000001</c:v>
                </c:pt>
                <c:pt idx="316">
                  <c:v>92.646090999999998</c:v>
                </c:pt>
                <c:pt idx="317">
                  <c:v>88.055464000000001</c:v>
                </c:pt>
                <c:pt idx="318">
                  <c:v>86.504462000000004</c:v>
                </c:pt>
                <c:pt idx="319">
                  <c:v>94.136610000000005</c:v>
                </c:pt>
                <c:pt idx="320">
                  <c:v>93.927633999999998</c:v>
                </c:pt>
                <c:pt idx="321">
                  <c:v>88.780986999999996</c:v>
                </c:pt>
                <c:pt idx="322">
                  <c:v>89.461771999999996</c:v>
                </c:pt>
                <c:pt idx="323">
                  <c:v>96.396589000000006</c:v>
                </c:pt>
                <c:pt idx="324">
                  <c:v>83.874831</c:v>
                </c:pt>
                <c:pt idx="325">
                  <c:v>93.290700999999999</c:v>
                </c:pt>
                <c:pt idx="326">
                  <c:v>87.097239000000002</c:v>
                </c:pt>
                <c:pt idx="327">
                  <c:v>85.335479000000007</c:v>
                </c:pt>
                <c:pt idx="328">
                  <c:v>85.645973999999995</c:v>
                </c:pt>
                <c:pt idx="329">
                  <c:v>94.972389000000007</c:v>
                </c:pt>
                <c:pt idx="330">
                  <c:v>93.718487999999994</c:v>
                </c:pt>
                <c:pt idx="331">
                  <c:v>96.534504999999996</c:v>
                </c:pt>
                <c:pt idx="332">
                  <c:v>89.620154999999997</c:v>
                </c:pt>
                <c:pt idx="333">
                  <c:v>103.159362</c:v>
                </c:pt>
                <c:pt idx="334">
                  <c:v>96.521987999999993</c:v>
                </c:pt>
                <c:pt idx="335">
                  <c:v>99.620906000000005</c:v>
                </c:pt>
                <c:pt idx="336">
                  <c:v>98.960590999999994</c:v>
                </c:pt>
                <c:pt idx="337">
                  <c:v>94.366472999999999</c:v>
                </c:pt>
                <c:pt idx="338">
                  <c:v>95.583201000000003</c:v>
                </c:pt>
                <c:pt idx="339">
                  <c:v>98.533338000000001</c:v>
                </c:pt>
                <c:pt idx="340">
                  <c:v>94.220747000000003</c:v>
                </c:pt>
                <c:pt idx="341">
                  <c:v>105.117919</c:v>
                </c:pt>
                <c:pt idx="342">
                  <c:v>94.226457999999994</c:v>
                </c:pt>
                <c:pt idx="343">
                  <c:v>87.768963999999997</c:v>
                </c:pt>
                <c:pt idx="344">
                  <c:v>101.673288</c:v>
                </c:pt>
                <c:pt idx="345">
                  <c:v>96.806207999999998</c:v>
                </c:pt>
                <c:pt idx="346">
                  <c:v>93.157076000000004</c:v>
                </c:pt>
                <c:pt idx="347">
                  <c:v>96.177851000000004</c:v>
                </c:pt>
                <c:pt idx="348">
                  <c:v>102.31494000000001</c:v>
                </c:pt>
                <c:pt idx="349">
                  <c:v>101.688265</c:v>
                </c:pt>
                <c:pt idx="350">
                  <c:v>91.917764000000005</c:v>
                </c:pt>
                <c:pt idx="351">
                  <c:v>99.428726999999995</c:v>
                </c:pt>
                <c:pt idx="352">
                  <c:v>105.013862</c:v>
                </c:pt>
                <c:pt idx="353">
                  <c:v>98.169291999999999</c:v>
                </c:pt>
                <c:pt idx="354">
                  <c:v>95.419843</c:v>
                </c:pt>
                <c:pt idx="355">
                  <c:v>94.521214999999998</c:v>
                </c:pt>
                <c:pt idx="356">
                  <c:v>89.460562999999993</c:v>
                </c:pt>
                <c:pt idx="357">
                  <c:v>100.11545599999999</c:v>
                </c:pt>
                <c:pt idx="358">
                  <c:v>90.713099</c:v>
                </c:pt>
                <c:pt idx="359">
                  <c:v>90.720094000000003</c:v>
                </c:pt>
                <c:pt idx="360">
                  <c:v>94.947013999999996</c:v>
                </c:pt>
                <c:pt idx="361">
                  <c:v>98.971470999999994</c:v>
                </c:pt>
                <c:pt idx="362">
                  <c:v>93.915453999999997</c:v>
                </c:pt>
                <c:pt idx="363">
                  <c:v>94.578012000000001</c:v>
                </c:pt>
                <c:pt idx="364">
                  <c:v>87.912059999999997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5-FA5F-4BBE-94A3-81A36868AD19}"/>
            </c:ext>
          </c:extLst>
        </c:ser>
        <c:ser>
          <c:idx val="6"/>
          <c:order val="6"/>
          <c:tx>
            <c:strRef>
              <c:f>'3G Data'!$H$1</c:f>
              <c:strCache>
                <c:ptCount val="1"/>
                <c:pt idx="0">
                  <c:v>Batticaloa</c:v>
                </c:pt>
              </c:strCache>
            </c:strRef>
          </c:tx>
          <c:spPr>
            <a:ln w="28575" cap="rnd">
              <a:solidFill>
                <a:schemeClr val="accent1">
                  <a:lumMod val="60000"/>
                </a:schemeClr>
              </a:solidFill>
              <a:round/>
            </a:ln>
            <a:effectLst/>
          </c:spPr>
          <c:marker>
            <c:symbol val="none"/>
          </c:marker>
          <c:cat>
            <c:numRef>
              <c:f>'3G Data'!$A$2:$A$366</c:f>
              <c:numCache>
                <c:formatCode>m/d/yyyy</c:formatCode>
                <c:ptCount val="365"/>
                <c:pt idx="0">
                  <c:v>45829</c:v>
                </c:pt>
                <c:pt idx="1">
                  <c:v>45830</c:v>
                </c:pt>
                <c:pt idx="2">
                  <c:v>45831</c:v>
                </c:pt>
                <c:pt idx="3">
                  <c:v>45832</c:v>
                </c:pt>
                <c:pt idx="4">
                  <c:v>45833</c:v>
                </c:pt>
                <c:pt idx="5">
                  <c:v>45834</c:v>
                </c:pt>
                <c:pt idx="6">
                  <c:v>45835</c:v>
                </c:pt>
                <c:pt idx="7">
                  <c:v>45836</c:v>
                </c:pt>
                <c:pt idx="8">
                  <c:v>45837</c:v>
                </c:pt>
                <c:pt idx="9">
                  <c:v>45838</c:v>
                </c:pt>
                <c:pt idx="10">
                  <c:v>45839</c:v>
                </c:pt>
                <c:pt idx="11">
                  <c:v>45840</c:v>
                </c:pt>
                <c:pt idx="12">
                  <c:v>45841</c:v>
                </c:pt>
                <c:pt idx="13">
                  <c:v>45842</c:v>
                </c:pt>
                <c:pt idx="14">
                  <c:v>45843</c:v>
                </c:pt>
                <c:pt idx="15">
                  <c:v>45844</c:v>
                </c:pt>
                <c:pt idx="16">
                  <c:v>45845</c:v>
                </c:pt>
                <c:pt idx="17">
                  <c:v>45846</c:v>
                </c:pt>
                <c:pt idx="18">
                  <c:v>45847</c:v>
                </c:pt>
                <c:pt idx="19">
                  <c:v>45848</c:v>
                </c:pt>
                <c:pt idx="20">
                  <c:v>45849</c:v>
                </c:pt>
                <c:pt idx="21">
                  <c:v>45850</c:v>
                </c:pt>
                <c:pt idx="22">
                  <c:v>45851</c:v>
                </c:pt>
                <c:pt idx="23">
                  <c:v>45852</c:v>
                </c:pt>
                <c:pt idx="24">
                  <c:v>45853</c:v>
                </c:pt>
                <c:pt idx="25">
                  <c:v>45854</c:v>
                </c:pt>
                <c:pt idx="26">
                  <c:v>45855</c:v>
                </c:pt>
                <c:pt idx="27">
                  <c:v>45856</c:v>
                </c:pt>
                <c:pt idx="28">
                  <c:v>45857</c:v>
                </c:pt>
                <c:pt idx="29">
                  <c:v>45858</c:v>
                </c:pt>
                <c:pt idx="30">
                  <c:v>45859</c:v>
                </c:pt>
                <c:pt idx="31">
                  <c:v>45860</c:v>
                </c:pt>
                <c:pt idx="32">
                  <c:v>45861</c:v>
                </c:pt>
                <c:pt idx="33">
                  <c:v>45862</c:v>
                </c:pt>
                <c:pt idx="34">
                  <c:v>45863</c:v>
                </c:pt>
                <c:pt idx="35">
                  <c:v>45864</c:v>
                </c:pt>
                <c:pt idx="36">
                  <c:v>45865</c:v>
                </c:pt>
                <c:pt idx="37">
                  <c:v>45866</c:v>
                </c:pt>
                <c:pt idx="38">
                  <c:v>45867</c:v>
                </c:pt>
                <c:pt idx="39">
                  <c:v>45868</c:v>
                </c:pt>
                <c:pt idx="40">
                  <c:v>45869</c:v>
                </c:pt>
                <c:pt idx="41">
                  <c:v>45870</c:v>
                </c:pt>
                <c:pt idx="42">
                  <c:v>45871</c:v>
                </c:pt>
                <c:pt idx="43">
                  <c:v>45872</c:v>
                </c:pt>
                <c:pt idx="44">
                  <c:v>45873</c:v>
                </c:pt>
                <c:pt idx="45">
                  <c:v>45874</c:v>
                </c:pt>
                <c:pt idx="46">
                  <c:v>45875</c:v>
                </c:pt>
                <c:pt idx="47">
                  <c:v>45876</c:v>
                </c:pt>
                <c:pt idx="48">
                  <c:v>45877</c:v>
                </c:pt>
                <c:pt idx="49">
                  <c:v>45878</c:v>
                </c:pt>
                <c:pt idx="50">
                  <c:v>45879</c:v>
                </c:pt>
                <c:pt idx="51">
                  <c:v>45880</c:v>
                </c:pt>
                <c:pt idx="52">
                  <c:v>45881</c:v>
                </c:pt>
                <c:pt idx="53">
                  <c:v>45882</c:v>
                </c:pt>
                <c:pt idx="54">
                  <c:v>45883</c:v>
                </c:pt>
                <c:pt idx="55">
                  <c:v>45884</c:v>
                </c:pt>
                <c:pt idx="56">
                  <c:v>45885</c:v>
                </c:pt>
                <c:pt idx="57">
                  <c:v>45886</c:v>
                </c:pt>
                <c:pt idx="58">
                  <c:v>45887</c:v>
                </c:pt>
                <c:pt idx="59">
                  <c:v>45888</c:v>
                </c:pt>
                <c:pt idx="60">
                  <c:v>45889</c:v>
                </c:pt>
                <c:pt idx="61">
                  <c:v>45890</c:v>
                </c:pt>
                <c:pt idx="62">
                  <c:v>45891</c:v>
                </c:pt>
                <c:pt idx="63">
                  <c:v>45892</c:v>
                </c:pt>
                <c:pt idx="64">
                  <c:v>45893</c:v>
                </c:pt>
                <c:pt idx="65">
                  <c:v>45894</c:v>
                </c:pt>
                <c:pt idx="66">
                  <c:v>45895</c:v>
                </c:pt>
                <c:pt idx="67">
                  <c:v>45896</c:v>
                </c:pt>
                <c:pt idx="68">
                  <c:v>45897</c:v>
                </c:pt>
                <c:pt idx="69">
                  <c:v>45898</c:v>
                </c:pt>
                <c:pt idx="70">
                  <c:v>45899</c:v>
                </c:pt>
                <c:pt idx="71">
                  <c:v>45900</c:v>
                </c:pt>
                <c:pt idx="72">
                  <c:v>45901</c:v>
                </c:pt>
                <c:pt idx="73">
                  <c:v>45902</c:v>
                </c:pt>
                <c:pt idx="74">
                  <c:v>45903</c:v>
                </c:pt>
                <c:pt idx="75">
                  <c:v>45904</c:v>
                </c:pt>
                <c:pt idx="76">
                  <c:v>45905</c:v>
                </c:pt>
                <c:pt idx="77">
                  <c:v>45906</c:v>
                </c:pt>
                <c:pt idx="78">
                  <c:v>45907</c:v>
                </c:pt>
                <c:pt idx="79">
                  <c:v>45908</c:v>
                </c:pt>
                <c:pt idx="80">
                  <c:v>45909</c:v>
                </c:pt>
                <c:pt idx="81">
                  <c:v>45910</c:v>
                </c:pt>
                <c:pt idx="82">
                  <c:v>45911</c:v>
                </c:pt>
                <c:pt idx="83">
                  <c:v>45912</c:v>
                </c:pt>
                <c:pt idx="84">
                  <c:v>45913</c:v>
                </c:pt>
                <c:pt idx="85">
                  <c:v>45914</c:v>
                </c:pt>
                <c:pt idx="86">
                  <c:v>45915</c:v>
                </c:pt>
                <c:pt idx="87">
                  <c:v>45916</c:v>
                </c:pt>
                <c:pt idx="88">
                  <c:v>45917</c:v>
                </c:pt>
                <c:pt idx="89">
                  <c:v>45918</c:v>
                </c:pt>
                <c:pt idx="90">
                  <c:v>45919</c:v>
                </c:pt>
                <c:pt idx="91">
                  <c:v>45920</c:v>
                </c:pt>
                <c:pt idx="92">
                  <c:v>45921</c:v>
                </c:pt>
                <c:pt idx="93">
                  <c:v>45922</c:v>
                </c:pt>
                <c:pt idx="94">
                  <c:v>45923</c:v>
                </c:pt>
                <c:pt idx="95">
                  <c:v>45924</c:v>
                </c:pt>
                <c:pt idx="96">
                  <c:v>45925</c:v>
                </c:pt>
                <c:pt idx="97">
                  <c:v>45926</c:v>
                </c:pt>
                <c:pt idx="98">
                  <c:v>45927</c:v>
                </c:pt>
                <c:pt idx="99">
                  <c:v>45928</c:v>
                </c:pt>
                <c:pt idx="100">
                  <c:v>45929</c:v>
                </c:pt>
                <c:pt idx="101">
                  <c:v>45930</c:v>
                </c:pt>
                <c:pt idx="102">
                  <c:v>45931</c:v>
                </c:pt>
                <c:pt idx="103">
                  <c:v>45932</c:v>
                </c:pt>
                <c:pt idx="104">
                  <c:v>45933</c:v>
                </c:pt>
                <c:pt idx="105">
                  <c:v>45934</c:v>
                </c:pt>
                <c:pt idx="106">
                  <c:v>45935</c:v>
                </c:pt>
                <c:pt idx="107">
                  <c:v>45936</c:v>
                </c:pt>
                <c:pt idx="108">
                  <c:v>45937</c:v>
                </c:pt>
                <c:pt idx="109">
                  <c:v>45938</c:v>
                </c:pt>
                <c:pt idx="110">
                  <c:v>45939</c:v>
                </c:pt>
                <c:pt idx="111">
                  <c:v>45940</c:v>
                </c:pt>
                <c:pt idx="112">
                  <c:v>45941</c:v>
                </c:pt>
                <c:pt idx="113">
                  <c:v>45942</c:v>
                </c:pt>
                <c:pt idx="114">
                  <c:v>45943</c:v>
                </c:pt>
                <c:pt idx="115">
                  <c:v>45944</c:v>
                </c:pt>
                <c:pt idx="116">
                  <c:v>45945</c:v>
                </c:pt>
                <c:pt idx="117">
                  <c:v>45946</c:v>
                </c:pt>
                <c:pt idx="118">
                  <c:v>45947</c:v>
                </c:pt>
                <c:pt idx="119">
                  <c:v>45948</c:v>
                </c:pt>
                <c:pt idx="120">
                  <c:v>45949</c:v>
                </c:pt>
                <c:pt idx="121">
                  <c:v>45950</c:v>
                </c:pt>
                <c:pt idx="122">
                  <c:v>45951</c:v>
                </c:pt>
                <c:pt idx="123">
                  <c:v>45952</c:v>
                </c:pt>
                <c:pt idx="124">
                  <c:v>45953</c:v>
                </c:pt>
                <c:pt idx="125">
                  <c:v>45954</c:v>
                </c:pt>
                <c:pt idx="126">
                  <c:v>45955</c:v>
                </c:pt>
                <c:pt idx="127">
                  <c:v>45956</c:v>
                </c:pt>
                <c:pt idx="128">
                  <c:v>45957</c:v>
                </c:pt>
                <c:pt idx="129">
                  <c:v>45958</c:v>
                </c:pt>
                <c:pt idx="130">
                  <c:v>45959</c:v>
                </c:pt>
                <c:pt idx="131">
                  <c:v>45960</c:v>
                </c:pt>
                <c:pt idx="132">
                  <c:v>45961</c:v>
                </c:pt>
                <c:pt idx="133">
                  <c:v>45962</c:v>
                </c:pt>
                <c:pt idx="134">
                  <c:v>45963</c:v>
                </c:pt>
                <c:pt idx="135">
                  <c:v>45964</c:v>
                </c:pt>
                <c:pt idx="136">
                  <c:v>45965</c:v>
                </c:pt>
                <c:pt idx="137">
                  <c:v>45966</c:v>
                </c:pt>
                <c:pt idx="138">
                  <c:v>45967</c:v>
                </c:pt>
                <c:pt idx="139">
                  <c:v>45968</c:v>
                </c:pt>
                <c:pt idx="140">
                  <c:v>45969</c:v>
                </c:pt>
                <c:pt idx="141">
                  <c:v>45970</c:v>
                </c:pt>
                <c:pt idx="142">
                  <c:v>45971</c:v>
                </c:pt>
                <c:pt idx="143">
                  <c:v>45972</c:v>
                </c:pt>
                <c:pt idx="144">
                  <c:v>45973</c:v>
                </c:pt>
                <c:pt idx="145">
                  <c:v>45974</c:v>
                </c:pt>
                <c:pt idx="146">
                  <c:v>45975</c:v>
                </c:pt>
                <c:pt idx="147">
                  <c:v>45976</c:v>
                </c:pt>
                <c:pt idx="148">
                  <c:v>45977</c:v>
                </c:pt>
                <c:pt idx="149">
                  <c:v>45978</c:v>
                </c:pt>
                <c:pt idx="150">
                  <c:v>45979</c:v>
                </c:pt>
                <c:pt idx="151">
                  <c:v>45980</c:v>
                </c:pt>
                <c:pt idx="152">
                  <c:v>45981</c:v>
                </c:pt>
                <c:pt idx="153">
                  <c:v>45982</c:v>
                </c:pt>
                <c:pt idx="154">
                  <c:v>45983</c:v>
                </c:pt>
                <c:pt idx="155">
                  <c:v>45984</c:v>
                </c:pt>
                <c:pt idx="156">
                  <c:v>45985</c:v>
                </c:pt>
                <c:pt idx="157">
                  <c:v>45986</c:v>
                </c:pt>
                <c:pt idx="158">
                  <c:v>45987</c:v>
                </c:pt>
                <c:pt idx="159">
                  <c:v>45988</c:v>
                </c:pt>
                <c:pt idx="160">
                  <c:v>45989</c:v>
                </c:pt>
                <c:pt idx="161">
                  <c:v>45990</c:v>
                </c:pt>
                <c:pt idx="162">
                  <c:v>45991</c:v>
                </c:pt>
                <c:pt idx="163">
                  <c:v>45992</c:v>
                </c:pt>
                <c:pt idx="164">
                  <c:v>45993</c:v>
                </c:pt>
                <c:pt idx="165">
                  <c:v>45994</c:v>
                </c:pt>
                <c:pt idx="166">
                  <c:v>45995</c:v>
                </c:pt>
                <c:pt idx="167">
                  <c:v>45996</c:v>
                </c:pt>
                <c:pt idx="168">
                  <c:v>45997</c:v>
                </c:pt>
                <c:pt idx="169">
                  <c:v>45998</c:v>
                </c:pt>
                <c:pt idx="170">
                  <c:v>45999</c:v>
                </c:pt>
                <c:pt idx="171">
                  <c:v>46000</c:v>
                </c:pt>
                <c:pt idx="172">
                  <c:v>46001</c:v>
                </c:pt>
                <c:pt idx="173">
                  <c:v>46002</c:v>
                </c:pt>
                <c:pt idx="174">
                  <c:v>46003</c:v>
                </c:pt>
                <c:pt idx="175">
                  <c:v>46004</c:v>
                </c:pt>
                <c:pt idx="176">
                  <c:v>46005</c:v>
                </c:pt>
                <c:pt idx="177">
                  <c:v>46006</c:v>
                </c:pt>
                <c:pt idx="178">
                  <c:v>46007</c:v>
                </c:pt>
                <c:pt idx="179">
                  <c:v>46008</c:v>
                </c:pt>
                <c:pt idx="180">
                  <c:v>46009</c:v>
                </c:pt>
                <c:pt idx="181">
                  <c:v>46010</c:v>
                </c:pt>
                <c:pt idx="182">
                  <c:v>46011</c:v>
                </c:pt>
                <c:pt idx="183">
                  <c:v>46012</c:v>
                </c:pt>
                <c:pt idx="184">
                  <c:v>46013</c:v>
                </c:pt>
                <c:pt idx="185">
                  <c:v>46014</c:v>
                </c:pt>
                <c:pt idx="186">
                  <c:v>46015</c:v>
                </c:pt>
                <c:pt idx="187">
                  <c:v>46016</c:v>
                </c:pt>
                <c:pt idx="188">
                  <c:v>46017</c:v>
                </c:pt>
                <c:pt idx="189">
                  <c:v>46018</c:v>
                </c:pt>
                <c:pt idx="190">
                  <c:v>46019</c:v>
                </c:pt>
                <c:pt idx="191">
                  <c:v>46020</c:v>
                </c:pt>
                <c:pt idx="192">
                  <c:v>46021</c:v>
                </c:pt>
                <c:pt idx="193">
                  <c:v>46022</c:v>
                </c:pt>
                <c:pt idx="194">
                  <c:v>46023</c:v>
                </c:pt>
                <c:pt idx="195">
                  <c:v>46024</c:v>
                </c:pt>
                <c:pt idx="196">
                  <c:v>46025</c:v>
                </c:pt>
                <c:pt idx="197">
                  <c:v>46026</c:v>
                </c:pt>
                <c:pt idx="198">
                  <c:v>46027</c:v>
                </c:pt>
                <c:pt idx="199">
                  <c:v>46028</c:v>
                </c:pt>
                <c:pt idx="200">
                  <c:v>46029</c:v>
                </c:pt>
                <c:pt idx="201">
                  <c:v>46030</c:v>
                </c:pt>
                <c:pt idx="202">
                  <c:v>46031</c:v>
                </c:pt>
                <c:pt idx="203">
                  <c:v>46032</c:v>
                </c:pt>
                <c:pt idx="204">
                  <c:v>46033</c:v>
                </c:pt>
                <c:pt idx="205">
                  <c:v>46034</c:v>
                </c:pt>
                <c:pt idx="206">
                  <c:v>46035</c:v>
                </c:pt>
                <c:pt idx="207">
                  <c:v>46036</c:v>
                </c:pt>
                <c:pt idx="208">
                  <c:v>46037</c:v>
                </c:pt>
                <c:pt idx="209">
                  <c:v>46038</c:v>
                </c:pt>
                <c:pt idx="210">
                  <c:v>46039</c:v>
                </c:pt>
                <c:pt idx="211">
                  <c:v>46040</c:v>
                </c:pt>
                <c:pt idx="212">
                  <c:v>46041</c:v>
                </c:pt>
                <c:pt idx="213">
                  <c:v>46042</c:v>
                </c:pt>
                <c:pt idx="214">
                  <c:v>46043</c:v>
                </c:pt>
                <c:pt idx="215">
                  <c:v>46044</c:v>
                </c:pt>
                <c:pt idx="216">
                  <c:v>46045</c:v>
                </c:pt>
                <c:pt idx="217">
                  <c:v>46046</c:v>
                </c:pt>
                <c:pt idx="218">
                  <c:v>46047</c:v>
                </c:pt>
                <c:pt idx="219">
                  <c:v>46048</c:v>
                </c:pt>
                <c:pt idx="220">
                  <c:v>46049</c:v>
                </c:pt>
                <c:pt idx="221">
                  <c:v>46050</c:v>
                </c:pt>
                <c:pt idx="222">
                  <c:v>46051</c:v>
                </c:pt>
                <c:pt idx="223">
                  <c:v>46052</c:v>
                </c:pt>
                <c:pt idx="224">
                  <c:v>46053</c:v>
                </c:pt>
                <c:pt idx="225">
                  <c:v>46054</c:v>
                </c:pt>
                <c:pt idx="226">
                  <c:v>46055</c:v>
                </c:pt>
                <c:pt idx="227">
                  <c:v>46056</c:v>
                </c:pt>
                <c:pt idx="228">
                  <c:v>46057</c:v>
                </c:pt>
                <c:pt idx="229">
                  <c:v>46058</c:v>
                </c:pt>
                <c:pt idx="230">
                  <c:v>46059</c:v>
                </c:pt>
                <c:pt idx="231">
                  <c:v>46060</c:v>
                </c:pt>
                <c:pt idx="232">
                  <c:v>46061</c:v>
                </c:pt>
                <c:pt idx="233">
                  <c:v>46062</c:v>
                </c:pt>
                <c:pt idx="234">
                  <c:v>46063</c:v>
                </c:pt>
                <c:pt idx="235">
                  <c:v>46064</c:v>
                </c:pt>
                <c:pt idx="236">
                  <c:v>46065</c:v>
                </c:pt>
                <c:pt idx="237">
                  <c:v>46066</c:v>
                </c:pt>
                <c:pt idx="238">
                  <c:v>46067</c:v>
                </c:pt>
                <c:pt idx="239">
                  <c:v>46068</c:v>
                </c:pt>
                <c:pt idx="240">
                  <c:v>46069</c:v>
                </c:pt>
                <c:pt idx="241">
                  <c:v>46070</c:v>
                </c:pt>
                <c:pt idx="242">
                  <c:v>46071</c:v>
                </c:pt>
                <c:pt idx="243">
                  <c:v>46072</c:v>
                </c:pt>
                <c:pt idx="244">
                  <c:v>46073</c:v>
                </c:pt>
                <c:pt idx="245">
                  <c:v>46074</c:v>
                </c:pt>
                <c:pt idx="246">
                  <c:v>46075</c:v>
                </c:pt>
                <c:pt idx="247">
                  <c:v>46076</c:v>
                </c:pt>
                <c:pt idx="248">
                  <c:v>46077</c:v>
                </c:pt>
                <c:pt idx="249">
                  <c:v>46078</c:v>
                </c:pt>
                <c:pt idx="250">
                  <c:v>46079</c:v>
                </c:pt>
                <c:pt idx="251">
                  <c:v>46080</c:v>
                </c:pt>
                <c:pt idx="252">
                  <c:v>46081</c:v>
                </c:pt>
                <c:pt idx="253">
                  <c:v>46082</c:v>
                </c:pt>
                <c:pt idx="254">
                  <c:v>46083</c:v>
                </c:pt>
                <c:pt idx="255">
                  <c:v>46084</c:v>
                </c:pt>
                <c:pt idx="256">
                  <c:v>46085</c:v>
                </c:pt>
                <c:pt idx="257">
                  <c:v>46086</c:v>
                </c:pt>
                <c:pt idx="258">
                  <c:v>46087</c:v>
                </c:pt>
                <c:pt idx="259">
                  <c:v>46088</c:v>
                </c:pt>
                <c:pt idx="260">
                  <c:v>46089</c:v>
                </c:pt>
                <c:pt idx="261">
                  <c:v>46090</c:v>
                </c:pt>
                <c:pt idx="262">
                  <c:v>46091</c:v>
                </c:pt>
                <c:pt idx="263">
                  <c:v>46092</c:v>
                </c:pt>
                <c:pt idx="264">
                  <c:v>46093</c:v>
                </c:pt>
                <c:pt idx="265">
                  <c:v>46094</c:v>
                </c:pt>
                <c:pt idx="266">
                  <c:v>46095</c:v>
                </c:pt>
                <c:pt idx="267">
                  <c:v>46096</c:v>
                </c:pt>
                <c:pt idx="268">
                  <c:v>46097</c:v>
                </c:pt>
                <c:pt idx="269">
                  <c:v>46098</c:v>
                </c:pt>
                <c:pt idx="270">
                  <c:v>46099</c:v>
                </c:pt>
                <c:pt idx="271">
                  <c:v>46100</c:v>
                </c:pt>
                <c:pt idx="272">
                  <c:v>46101</c:v>
                </c:pt>
                <c:pt idx="273">
                  <c:v>46102</c:v>
                </c:pt>
                <c:pt idx="274">
                  <c:v>46103</c:v>
                </c:pt>
                <c:pt idx="275">
                  <c:v>46104</c:v>
                </c:pt>
                <c:pt idx="276">
                  <c:v>46105</c:v>
                </c:pt>
                <c:pt idx="277">
                  <c:v>46106</c:v>
                </c:pt>
                <c:pt idx="278">
                  <c:v>46107</c:v>
                </c:pt>
                <c:pt idx="279">
                  <c:v>46108</c:v>
                </c:pt>
                <c:pt idx="280">
                  <c:v>46109</c:v>
                </c:pt>
                <c:pt idx="281">
                  <c:v>46110</c:v>
                </c:pt>
                <c:pt idx="282">
                  <c:v>46111</c:v>
                </c:pt>
                <c:pt idx="283">
                  <c:v>46112</c:v>
                </c:pt>
                <c:pt idx="284">
                  <c:v>46113</c:v>
                </c:pt>
                <c:pt idx="285">
                  <c:v>46114</c:v>
                </c:pt>
                <c:pt idx="286">
                  <c:v>46115</c:v>
                </c:pt>
                <c:pt idx="287">
                  <c:v>46116</c:v>
                </c:pt>
                <c:pt idx="288">
                  <c:v>46117</c:v>
                </c:pt>
                <c:pt idx="289">
                  <c:v>46118</c:v>
                </c:pt>
                <c:pt idx="290">
                  <c:v>46119</c:v>
                </c:pt>
                <c:pt idx="291">
                  <c:v>46120</c:v>
                </c:pt>
                <c:pt idx="292">
                  <c:v>46121</c:v>
                </c:pt>
                <c:pt idx="293">
                  <c:v>46122</c:v>
                </c:pt>
                <c:pt idx="294">
                  <c:v>46123</c:v>
                </c:pt>
                <c:pt idx="295">
                  <c:v>46124</c:v>
                </c:pt>
                <c:pt idx="296">
                  <c:v>46125</c:v>
                </c:pt>
                <c:pt idx="297">
                  <c:v>46126</c:v>
                </c:pt>
                <c:pt idx="298">
                  <c:v>46127</c:v>
                </c:pt>
                <c:pt idx="299">
                  <c:v>46128</c:v>
                </c:pt>
                <c:pt idx="300">
                  <c:v>46129</c:v>
                </c:pt>
                <c:pt idx="301">
                  <c:v>46130</c:v>
                </c:pt>
                <c:pt idx="302">
                  <c:v>46131</c:v>
                </c:pt>
                <c:pt idx="303">
                  <c:v>46132</c:v>
                </c:pt>
                <c:pt idx="304">
                  <c:v>46133</c:v>
                </c:pt>
                <c:pt idx="305">
                  <c:v>46134</c:v>
                </c:pt>
                <c:pt idx="306">
                  <c:v>46135</c:v>
                </c:pt>
                <c:pt idx="307">
                  <c:v>46136</c:v>
                </c:pt>
                <c:pt idx="308">
                  <c:v>46137</c:v>
                </c:pt>
                <c:pt idx="309">
                  <c:v>46138</c:v>
                </c:pt>
                <c:pt idx="310">
                  <c:v>46139</c:v>
                </c:pt>
                <c:pt idx="311">
                  <c:v>46140</c:v>
                </c:pt>
                <c:pt idx="312">
                  <c:v>46141</c:v>
                </c:pt>
                <c:pt idx="313">
                  <c:v>46142</c:v>
                </c:pt>
                <c:pt idx="314">
                  <c:v>46143</c:v>
                </c:pt>
                <c:pt idx="315">
                  <c:v>46144</c:v>
                </c:pt>
                <c:pt idx="316">
                  <c:v>46145</c:v>
                </c:pt>
                <c:pt idx="317">
                  <c:v>46146</c:v>
                </c:pt>
                <c:pt idx="318">
                  <c:v>46147</c:v>
                </c:pt>
                <c:pt idx="319">
                  <c:v>46148</c:v>
                </c:pt>
                <c:pt idx="320">
                  <c:v>46149</c:v>
                </c:pt>
                <c:pt idx="321">
                  <c:v>46150</c:v>
                </c:pt>
                <c:pt idx="322">
                  <c:v>46151</c:v>
                </c:pt>
                <c:pt idx="323">
                  <c:v>46152</c:v>
                </c:pt>
                <c:pt idx="324">
                  <c:v>46153</c:v>
                </c:pt>
                <c:pt idx="325">
                  <c:v>46154</c:v>
                </c:pt>
                <c:pt idx="326">
                  <c:v>46155</c:v>
                </c:pt>
                <c:pt idx="327">
                  <c:v>46156</c:v>
                </c:pt>
                <c:pt idx="328">
                  <c:v>46157</c:v>
                </c:pt>
                <c:pt idx="329">
                  <c:v>46158</c:v>
                </c:pt>
                <c:pt idx="330">
                  <c:v>46159</c:v>
                </c:pt>
                <c:pt idx="331">
                  <c:v>46160</c:v>
                </c:pt>
                <c:pt idx="332">
                  <c:v>46161</c:v>
                </c:pt>
                <c:pt idx="333">
                  <c:v>46162</c:v>
                </c:pt>
                <c:pt idx="334">
                  <c:v>46163</c:v>
                </c:pt>
                <c:pt idx="335">
                  <c:v>46164</c:v>
                </c:pt>
                <c:pt idx="336">
                  <c:v>46165</c:v>
                </c:pt>
                <c:pt idx="337">
                  <c:v>46166</c:v>
                </c:pt>
                <c:pt idx="338">
                  <c:v>46167</c:v>
                </c:pt>
                <c:pt idx="339">
                  <c:v>46168</c:v>
                </c:pt>
                <c:pt idx="340">
                  <c:v>46169</c:v>
                </c:pt>
                <c:pt idx="341">
                  <c:v>46170</c:v>
                </c:pt>
                <c:pt idx="342">
                  <c:v>46171</c:v>
                </c:pt>
                <c:pt idx="343">
                  <c:v>46172</c:v>
                </c:pt>
                <c:pt idx="344">
                  <c:v>46173</c:v>
                </c:pt>
                <c:pt idx="345">
                  <c:v>46174</c:v>
                </c:pt>
                <c:pt idx="346">
                  <c:v>46175</c:v>
                </c:pt>
                <c:pt idx="347">
                  <c:v>46176</c:v>
                </c:pt>
                <c:pt idx="348">
                  <c:v>46177</c:v>
                </c:pt>
                <c:pt idx="349">
                  <c:v>46178</c:v>
                </c:pt>
                <c:pt idx="350">
                  <c:v>46179</c:v>
                </c:pt>
                <c:pt idx="351">
                  <c:v>46180</c:v>
                </c:pt>
                <c:pt idx="352">
                  <c:v>46181</c:v>
                </c:pt>
                <c:pt idx="353">
                  <c:v>46182</c:v>
                </c:pt>
                <c:pt idx="354">
                  <c:v>46183</c:v>
                </c:pt>
                <c:pt idx="355">
                  <c:v>46184</c:v>
                </c:pt>
                <c:pt idx="356">
                  <c:v>46185</c:v>
                </c:pt>
                <c:pt idx="357">
                  <c:v>46186</c:v>
                </c:pt>
                <c:pt idx="358">
                  <c:v>46187</c:v>
                </c:pt>
                <c:pt idx="359">
                  <c:v>46188</c:v>
                </c:pt>
                <c:pt idx="360">
                  <c:v>46189</c:v>
                </c:pt>
                <c:pt idx="361">
                  <c:v>46190</c:v>
                </c:pt>
                <c:pt idx="362">
                  <c:v>46191</c:v>
                </c:pt>
                <c:pt idx="363">
                  <c:v>46192</c:v>
                </c:pt>
                <c:pt idx="364">
                  <c:v>46193</c:v>
                </c:pt>
              </c:numCache>
            </c:numRef>
          </c:cat>
          <c:val>
            <c:numRef>
              <c:f>'3G Data'!$H$2:$H$366</c:f>
              <c:numCache>
                <c:formatCode>General</c:formatCode>
                <c:ptCount val="365"/>
                <c:pt idx="0">
                  <c:v>1950.0343009999999</c:v>
                </c:pt>
                <c:pt idx="1">
                  <c:v>1983.233111</c:v>
                </c:pt>
                <c:pt idx="2">
                  <c:v>1885.4874669999999</c:v>
                </c:pt>
                <c:pt idx="3">
                  <c:v>1949.206895</c:v>
                </c:pt>
                <c:pt idx="4">
                  <c:v>1897.1995039999999</c:v>
                </c:pt>
                <c:pt idx="5">
                  <c:v>1895.0552319999999</c:v>
                </c:pt>
                <c:pt idx="6">
                  <c:v>1955.6503419999999</c:v>
                </c:pt>
                <c:pt idx="7">
                  <c:v>1949.472041</c:v>
                </c:pt>
                <c:pt idx="8">
                  <c:v>2005.4472470000001</c:v>
                </c:pt>
                <c:pt idx="9">
                  <c:v>1890.7199109999999</c:v>
                </c:pt>
                <c:pt idx="10">
                  <c:v>1871.6476709999999</c:v>
                </c:pt>
                <c:pt idx="11">
                  <c:v>1951.986437</c:v>
                </c:pt>
                <c:pt idx="12">
                  <c:v>1890.9576979999999</c:v>
                </c:pt>
                <c:pt idx="13">
                  <c:v>1919.855174</c:v>
                </c:pt>
                <c:pt idx="14">
                  <c:v>2010.546906</c:v>
                </c:pt>
                <c:pt idx="15">
                  <c:v>1925.4283640000001</c:v>
                </c:pt>
                <c:pt idx="16">
                  <c:v>1879.94102</c:v>
                </c:pt>
                <c:pt idx="17">
                  <c:v>1870.810095</c:v>
                </c:pt>
                <c:pt idx="18">
                  <c:v>1835.0879339999999</c:v>
                </c:pt>
                <c:pt idx="19">
                  <c:v>1950.6620579999999</c:v>
                </c:pt>
                <c:pt idx="20">
                  <c:v>1915.3824750000001</c:v>
                </c:pt>
                <c:pt idx="21">
                  <c:v>1973.759597</c:v>
                </c:pt>
                <c:pt idx="22">
                  <c:v>1998.956081</c:v>
                </c:pt>
                <c:pt idx="23">
                  <c:v>1930.6826229999999</c:v>
                </c:pt>
                <c:pt idx="24">
                  <c:v>1911.3687849999999</c:v>
                </c:pt>
                <c:pt idx="25">
                  <c:v>1895.045832</c:v>
                </c:pt>
                <c:pt idx="26">
                  <c:v>1915.1738190000001</c:v>
                </c:pt>
                <c:pt idx="27">
                  <c:v>1914.1543180000001</c:v>
                </c:pt>
                <c:pt idx="28">
                  <c:v>1960.488384</c:v>
                </c:pt>
                <c:pt idx="29">
                  <c:v>1969.825047</c:v>
                </c:pt>
                <c:pt idx="30">
                  <c:v>1896.0621920000001</c:v>
                </c:pt>
                <c:pt idx="31">
                  <c:v>1943.967705</c:v>
                </c:pt>
                <c:pt idx="32">
                  <c:v>1912.7405670000001</c:v>
                </c:pt>
                <c:pt idx="33">
                  <c:v>1937.4451369999999</c:v>
                </c:pt>
                <c:pt idx="34">
                  <c:v>1960.9278549999999</c:v>
                </c:pt>
                <c:pt idx="35">
                  <c:v>2004.852392</c:v>
                </c:pt>
                <c:pt idx="36">
                  <c:v>2024.5731060000001</c:v>
                </c:pt>
                <c:pt idx="37">
                  <c:v>1917.3380259999999</c:v>
                </c:pt>
                <c:pt idx="38">
                  <c:v>1963.7846050000001</c:v>
                </c:pt>
                <c:pt idx="39">
                  <c:v>1985.0980500000001</c:v>
                </c:pt>
                <c:pt idx="40">
                  <c:v>2009.4261770000001</c:v>
                </c:pt>
                <c:pt idx="41">
                  <c:v>1957.5599099999999</c:v>
                </c:pt>
                <c:pt idx="42">
                  <c:v>1855.2103520000001</c:v>
                </c:pt>
                <c:pt idx="43">
                  <c:v>2012.642247</c:v>
                </c:pt>
                <c:pt idx="44">
                  <c:v>1900.674278</c:v>
                </c:pt>
                <c:pt idx="45">
                  <c:v>1919.638027</c:v>
                </c:pt>
                <c:pt idx="46">
                  <c:v>1860.3651030000001</c:v>
                </c:pt>
                <c:pt idx="47">
                  <c:v>1887.4091539999999</c:v>
                </c:pt>
                <c:pt idx="48">
                  <c:v>1907.8584149999999</c:v>
                </c:pt>
                <c:pt idx="49">
                  <c:v>1905.52756</c:v>
                </c:pt>
                <c:pt idx="50">
                  <c:v>1934.3058860000001</c:v>
                </c:pt>
                <c:pt idx="51">
                  <c:v>1901.4721099999999</c:v>
                </c:pt>
                <c:pt idx="52">
                  <c:v>1958.8598609999999</c:v>
                </c:pt>
                <c:pt idx="53">
                  <c:v>2024.962385</c:v>
                </c:pt>
                <c:pt idx="54">
                  <c:v>2032.0846919999999</c:v>
                </c:pt>
                <c:pt idx="55">
                  <c:v>2029.1212559999999</c:v>
                </c:pt>
                <c:pt idx="56">
                  <c:v>1961.566562</c:v>
                </c:pt>
                <c:pt idx="57">
                  <c:v>1981.7346070000001</c:v>
                </c:pt>
                <c:pt idx="58">
                  <c:v>1972.2748690000001</c:v>
                </c:pt>
                <c:pt idx="59">
                  <c:v>1994.3019839999999</c:v>
                </c:pt>
                <c:pt idx="60">
                  <c:v>1911.154957</c:v>
                </c:pt>
                <c:pt idx="61">
                  <c:v>1908.5690850000001</c:v>
                </c:pt>
                <c:pt idx="62">
                  <c:v>1931.1030410000001</c:v>
                </c:pt>
                <c:pt idx="63">
                  <c:v>1877.5604330000001</c:v>
                </c:pt>
                <c:pt idx="64">
                  <c:v>1905.8954670000001</c:v>
                </c:pt>
                <c:pt idx="65">
                  <c:v>1805.9775930000001</c:v>
                </c:pt>
                <c:pt idx="66">
                  <c:v>1843.476206</c:v>
                </c:pt>
                <c:pt idx="67">
                  <c:v>1869.5146119999999</c:v>
                </c:pt>
                <c:pt idx="68">
                  <c:v>1876.5746039999999</c:v>
                </c:pt>
                <c:pt idx="69">
                  <c:v>1944.33266</c:v>
                </c:pt>
                <c:pt idx="70">
                  <c:v>1918.562212</c:v>
                </c:pt>
                <c:pt idx="71">
                  <c:v>1987.558638</c:v>
                </c:pt>
                <c:pt idx="72">
                  <c:v>1897.187148</c:v>
                </c:pt>
                <c:pt idx="73">
                  <c:v>1891.1605320000001</c:v>
                </c:pt>
                <c:pt idx="74">
                  <c:v>1912.596937</c:v>
                </c:pt>
                <c:pt idx="75">
                  <c:v>1921.6178600000001</c:v>
                </c:pt>
                <c:pt idx="76">
                  <c:v>1986.7680909999999</c:v>
                </c:pt>
                <c:pt idx="77">
                  <c:v>1904.292477</c:v>
                </c:pt>
                <c:pt idx="78">
                  <c:v>1930.7317370000001</c:v>
                </c:pt>
                <c:pt idx="79">
                  <c:v>1880.685725</c:v>
                </c:pt>
                <c:pt idx="80">
                  <c:v>1877.933125</c:v>
                </c:pt>
                <c:pt idx="81">
                  <c:v>1862.7910910000001</c:v>
                </c:pt>
                <c:pt idx="82">
                  <c:v>1881.6044890000001</c:v>
                </c:pt>
                <c:pt idx="83">
                  <c:v>1896.5291609999999</c:v>
                </c:pt>
                <c:pt idx="84">
                  <c:v>2043.5686169999999</c:v>
                </c:pt>
                <c:pt idx="85">
                  <c:v>2036.2578140000001</c:v>
                </c:pt>
                <c:pt idx="86">
                  <c:v>1944.9163430000001</c:v>
                </c:pt>
                <c:pt idx="87">
                  <c:v>1969.8938989999999</c:v>
                </c:pt>
                <c:pt idx="88">
                  <c:v>1926.7937910000001</c:v>
                </c:pt>
                <c:pt idx="89">
                  <c:v>1956.4305119999999</c:v>
                </c:pt>
                <c:pt idx="90">
                  <c:v>1985.919574</c:v>
                </c:pt>
                <c:pt idx="91">
                  <c:v>2065.62527</c:v>
                </c:pt>
                <c:pt idx="92">
                  <c:v>2051.7229299999999</c:v>
                </c:pt>
                <c:pt idx="93">
                  <c:v>1872.6057029999999</c:v>
                </c:pt>
                <c:pt idx="94">
                  <c:v>1956.630283</c:v>
                </c:pt>
                <c:pt idx="95">
                  <c:v>1910.02369</c:v>
                </c:pt>
                <c:pt idx="96">
                  <c:v>1951.475598</c:v>
                </c:pt>
                <c:pt idx="97">
                  <c:v>1975.36412</c:v>
                </c:pt>
                <c:pt idx="98">
                  <c:v>2040.4235229999999</c:v>
                </c:pt>
                <c:pt idx="99">
                  <c:v>2020.3300159999999</c:v>
                </c:pt>
                <c:pt idx="100">
                  <c:v>1925.1039559999999</c:v>
                </c:pt>
                <c:pt idx="101">
                  <c:v>1943.451004</c:v>
                </c:pt>
                <c:pt idx="102">
                  <c:v>1944.1588670000001</c:v>
                </c:pt>
                <c:pt idx="103">
                  <c:v>1962.136002</c:v>
                </c:pt>
                <c:pt idx="104">
                  <c:v>2043.5783510000001</c:v>
                </c:pt>
                <c:pt idx="105">
                  <c:v>1933.895757</c:v>
                </c:pt>
                <c:pt idx="106">
                  <c:v>2013.984923</c:v>
                </c:pt>
                <c:pt idx="107">
                  <c:v>2016.865223</c:v>
                </c:pt>
                <c:pt idx="108">
                  <c:v>1889.0618629999999</c:v>
                </c:pt>
                <c:pt idx="109">
                  <c:v>1959.9109510000001</c:v>
                </c:pt>
                <c:pt idx="110">
                  <c:v>2034.955287</c:v>
                </c:pt>
                <c:pt idx="111">
                  <c:v>1976.9428129999999</c:v>
                </c:pt>
                <c:pt idx="112">
                  <c:v>2010.5075879999999</c:v>
                </c:pt>
                <c:pt idx="113">
                  <c:v>2062.1762669999998</c:v>
                </c:pt>
                <c:pt idx="114">
                  <c:v>1957.387837</c:v>
                </c:pt>
                <c:pt idx="115">
                  <c:v>1945.62556</c:v>
                </c:pt>
                <c:pt idx="116">
                  <c:v>1980.51242</c:v>
                </c:pt>
                <c:pt idx="117">
                  <c:v>1970.1977059999999</c:v>
                </c:pt>
                <c:pt idx="118">
                  <c:v>1999.769503</c:v>
                </c:pt>
                <c:pt idx="119">
                  <c:v>2036.501767</c:v>
                </c:pt>
                <c:pt idx="120">
                  <c:v>2018.362897</c:v>
                </c:pt>
                <c:pt idx="121">
                  <c:v>2076.9825300000002</c:v>
                </c:pt>
                <c:pt idx="122">
                  <c:v>1998.919907</c:v>
                </c:pt>
                <c:pt idx="123">
                  <c:v>1974.5265019999999</c:v>
                </c:pt>
                <c:pt idx="124">
                  <c:v>1968.7786599999999</c:v>
                </c:pt>
                <c:pt idx="125">
                  <c:v>1976.5915580000001</c:v>
                </c:pt>
                <c:pt idx="126">
                  <c:v>1974.2591540000001</c:v>
                </c:pt>
                <c:pt idx="127">
                  <c:v>2033.2320609999999</c:v>
                </c:pt>
                <c:pt idx="128">
                  <c:v>1890.9862450000001</c:v>
                </c:pt>
                <c:pt idx="129">
                  <c:v>55.774259999999998</c:v>
                </c:pt>
                <c:pt idx="130">
                  <c:v>62.328015000000001</c:v>
                </c:pt>
                <c:pt idx="131">
                  <c:v>56.026859000000002</c:v>
                </c:pt>
                <c:pt idx="132">
                  <c:v>52.121989999999997</c:v>
                </c:pt>
                <c:pt idx="133">
                  <c:v>53.811501</c:v>
                </c:pt>
                <c:pt idx="134">
                  <c:v>61.974862000000002</c:v>
                </c:pt>
                <c:pt idx="135">
                  <c:v>53.998959999999997</c:v>
                </c:pt>
                <c:pt idx="136">
                  <c:v>52.538780000000003</c:v>
                </c:pt>
                <c:pt idx="137">
                  <c:v>53.004916999999999</c:v>
                </c:pt>
                <c:pt idx="138">
                  <c:v>57.260649999999998</c:v>
                </c:pt>
                <c:pt idx="139">
                  <c:v>49.216813999999999</c:v>
                </c:pt>
                <c:pt idx="140">
                  <c:v>48.40569</c:v>
                </c:pt>
                <c:pt idx="141">
                  <c:v>51.391108000000003</c:v>
                </c:pt>
                <c:pt idx="142">
                  <c:v>56.167707</c:v>
                </c:pt>
                <c:pt idx="143">
                  <c:v>57.739609999999999</c:v>
                </c:pt>
                <c:pt idx="144">
                  <c:v>59.075330999999998</c:v>
                </c:pt>
                <c:pt idx="145">
                  <c:v>62.114511</c:v>
                </c:pt>
                <c:pt idx="146">
                  <c:v>55.605598999999998</c:v>
                </c:pt>
                <c:pt idx="147">
                  <c:v>54.291744999999999</c:v>
                </c:pt>
                <c:pt idx="148">
                  <c:v>54.547835999999997</c:v>
                </c:pt>
                <c:pt idx="149">
                  <c:v>58.763294000000002</c:v>
                </c:pt>
                <c:pt idx="150">
                  <c:v>54.717219999999998</c:v>
                </c:pt>
                <c:pt idx="151">
                  <c:v>61.248311000000001</c:v>
                </c:pt>
                <c:pt idx="152">
                  <c:v>61.902755999999997</c:v>
                </c:pt>
                <c:pt idx="153">
                  <c:v>59.514775999999998</c:v>
                </c:pt>
                <c:pt idx="154">
                  <c:v>51.699427</c:v>
                </c:pt>
                <c:pt idx="155">
                  <c:v>71.955822999999995</c:v>
                </c:pt>
                <c:pt idx="156">
                  <c:v>61.401764999999997</c:v>
                </c:pt>
                <c:pt idx="157">
                  <c:v>69.932817</c:v>
                </c:pt>
                <c:pt idx="158">
                  <c:v>67.450294</c:v>
                </c:pt>
                <c:pt idx="159">
                  <c:v>35.300226000000002</c:v>
                </c:pt>
                <c:pt idx="160">
                  <c:v>37.609693999999998</c:v>
                </c:pt>
                <c:pt idx="161">
                  <c:v>47.502192999999998</c:v>
                </c:pt>
                <c:pt idx="162">
                  <c:v>39.342976999999998</c:v>
                </c:pt>
                <c:pt idx="163">
                  <c:v>52.934012000000003</c:v>
                </c:pt>
                <c:pt idx="164">
                  <c:v>49.982408999999997</c:v>
                </c:pt>
                <c:pt idx="165">
                  <c:v>38.954461999999999</c:v>
                </c:pt>
                <c:pt idx="166">
                  <c:v>38.746662000000001</c:v>
                </c:pt>
                <c:pt idx="167">
                  <c:v>41.227069999999998</c:v>
                </c:pt>
                <c:pt idx="168">
                  <c:v>38.871636000000002</c:v>
                </c:pt>
                <c:pt idx="169">
                  <c:v>42.281595000000003</c:v>
                </c:pt>
                <c:pt idx="170">
                  <c:v>40.301125999999996</c:v>
                </c:pt>
                <c:pt idx="171">
                  <c:v>38.459798999999997</c:v>
                </c:pt>
                <c:pt idx="172">
                  <c:v>42.222236000000002</c:v>
                </c:pt>
                <c:pt idx="173">
                  <c:v>42.928502000000002</c:v>
                </c:pt>
                <c:pt idx="174">
                  <c:v>38.212730000000001</c:v>
                </c:pt>
                <c:pt idx="175">
                  <c:v>38.479365999999999</c:v>
                </c:pt>
                <c:pt idx="176">
                  <c:v>38.588237999999997</c:v>
                </c:pt>
                <c:pt idx="177">
                  <c:v>36.466920999999999</c:v>
                </c:pt>
                <c:pt idx="178">
                  <c:v>39.658369</c:v>
                </c:pt>
                <c:pt idx="179">
                  <c:v>40.851458999999998</c:v>
                </c:pt>
                <c:pt idx="180">
                  <c:v>44.660542999999997</c:v>
                </c:pt>
                <c:pt idx="181">
                  <c:v>43.421042</c:v>
                </c:pt>
                <c:pt idx="182">
                  <c:v>35.307971000000002</c:v>
                </c:pt>
                <c:pt idx="183">
                  <c:v>36.944665999999998</c:v>
                </c:pt>
                <c:pt idx="184">
                  <c:v>35.595303000000001</c:v>
                </c:pt>
                <c:pt idx="185">
                  <c:v>33.964714000000001</c:v>
                </c:pt>
                <c:pt idx="186">
                  <c:v>38.711475999999998</c:v>
                </c:pt>
                <c:pt idx="187">
                  <c:v>40.655625000000001</c:v>
                </c:pt>
                <c:pt idx="188">
                  <c:v>36.326954999999998</c:v>
                </c:pt>
                <c:pt idx="189">
                  <c:v>39.002963000000001</c:v>
                </c:pt>
                <c:pt idx="190">
                  <c:v>38.173988000000001</c:v>
                </c:pt>
                <c:pt idx="191">
                  <c:v>36.043778000000003</c:v>
                </c:pt>
                <c:pt idx="192">
                  <c:v>37.204574999999998</c:v>
                </c:pt>
                <c:pt idx="193">
                  <c:v>34.723154000000001</c:v>
                </c:pt>
                <c:pt idx="194">
                  <c:v>40.833595000000003</c:v>
                </c:pt>
                <c:pt idx="195">
                  <c:v>37.693444999999997</c:v>
                </c:pt>
                <c:pt idx="196">
                  <c:v>37.615904</c:v>
                </c:pt>
                <c:pt idx="197">
                  <c:v>31.060676000000001</c:v>
                </c:pt>
                <c:pt idx="198">
                  <c:v>37.067500000000003</c:v>
                </c:pt>
                <c:pt idx="199">
                  <c:v>41.956544000000001</c:v>
                </c:pt>
                <c:pt idx="200">
                  <c:v>42.394204999999999</c:v>
                </c:pt>
                <c:pt idx="201">
                  <c:v>48.517709000000004</c:v>
                </c:pt>
                <c:pt idx="202">
                  <c:v>46.548811999999998</c:v>
                </c:pt>
                <c:pt idx="203">
                  <c:v>46.984388000000003</c:v>
                </c:pt>
                <c:pt idx="204">
                  <c:v>51.057335000000002</c:v>
                </c:pt>
                <c:pt idx="205">
                  <c:v>41.871108</c:v>
                </c:pt>
                <c:pt idx="206">
                  <c:v>47.196928</c:v>
                </c:pt>
                <c:pt idx="207">
                  <c:v>48.630662000000001</c:v>
                </c:pt>
                <c:pt idx="208">
                  <c:v>48.062024999999998</c:v>
                </c:pt>
                <c:pt idx="209">
                  <c:v>49.421854000000003</c:v>
                </c:pt>
                <c:pt idx="210">
                  <c:v>43.041348999999997</c:v>
                </c:pt>
                <c:pt idx="211">
                  <c:v>42.400562999999998</c:v>
                </c:pt>
                <c:pt idx="212">
                  <c:v>45.701476999999997</c:v>
                </c:pt>
                <c:pt idx="213">
                  <c:v>44.821689999999997</c:v>
                </c:pt>
                <c:pt idx="214">
                  <c:v>53.505105999999998</c:v>
                </c:pt>
                <c:pt idx="215">
                  <c:v>56.120725999999998</c:v>
                </c:pt>
                <c:pt idx="216">
                  <c:v>53.129246999999999</c:v>
                </c:pt>
                <c:pt idx="217">
                  <c:v>48.469808</c:v>
                </c:pt>
                <c:pt idx="218">
                  <c:v>43.757623000000002</c:v>
                </c:pt>
                <c:pt idx="219">
                  <c:v>45.184407</c:v>
                </c:pt>
                <c:pt idx="220">
                  <c:v>45.929184999999997</c:v>
                </c:pt>
                <c:pt idx="221">
                  <c:v>37.999200999999999</c:v>
                </c:pt>
                <c:pt idx="222">
                  <c:v>52.261161000000001</c:v>
                </c:pt>
                <c:pt idx="223">
                  <c:v>50.610757</c:v>
                </c:pt>
                <c:pt idx="224">
                  <c:v>53.233379999999997</c:v>
                </c:pt>
                <c:pt idx="225">
                  <c:v>52.820695000000001</c:v>
                </c:pt>
                <c:pt idx="226">
                  <c:v>52.039903000000002</c:v>
                </c:pt>
                <c:pt idx="227">
                  <c:v>49.737900000000003</c:v>
                </c:pt>
                <c:pt idx="228">
                  <c:v>53.570948999999999</c:v>
                </c:pt>
                <c:pt idx="229">
                  <c:v>53.715179999999997</c:v>
                </c:pt>
                <c:pt idx="230">
                  <c:v>50.493259999999999</c:v>
                </c:pt>
                <c:pt idx="231">
                  <c:v>50.555458000000002</c:v>
                </c:pt>
                <c:pt idx="232">
                  <c:v>55.549982</c:v>
                </c:pt>
                <c:pt idx="233">
                  <c:v>51.008882</c:v>
                </c:pt>
                <c:pt idx="234">
                  <c:v>46.851177</c:v>
                </c:pt>
                <c:pt idx="235">
                  <c:v>50.632097999999999</c:v>
                </c:pt>
                <c:pt idx="236">
                  <c:v>55.287635000000002</c:v>
                </c:pt>
                <c:pt idx="237">
                  <c:v>43.051909000000002</c:v>
                </c:pt>
                <c:pt idx="238">
                  <c:v>52.512934000000001</c:v>
                </c:pt>
                <c:pt idx="239">
                  <c:v>49.920183000000002</c:v>
                </c:pt>
                <c:pt idx="240">
                  <c:v>47.515017999999998</c:v>
                </c:pt>
                <c:pt idx="241">
                  <c:v>53.433782000000001</c:v>
                </c:pt>
                <c:pt idx="242">
                  <c:v>56.711832999999999</c:v>
                </c:pt>
                <c:pt idx="243">
                  <c:v>50.248834000000002</c:v>
                </c:pt>
                <c:pt idx="244">
                  <c:v>59.940004999999999</c:v>
                </c:pt>
                <c:pt idx="245">
                  <c:v>58.994411999999997</c:v>
                </c:pt>
                <c:pt idx="246">
                  <c:v>62.381090999999998</c:v>
                </c:pt>
                <c:pt idx="247">
                  <c:v>63.278596999999998</c:v>
                </c:pt>
                <c:pt idx="248">
                  <c:v>61.392586999999999</c:v>
                </c:pt>
                <c:pt idx="249">
                  <c:v>59.218975</c:v>
                </c:pt>
                <c:pt idx="250">
                  <c:v>60.618476999999999</c:v>
                </c:pt>
                <c:pt idx="251">
                  <c:v>56.531077000000003</c:v>
                </c:pt>
                <c:pt idx="252">
                  <c:v>56.221159</c:v>
                </c:pt>
                <c:pt idx="253">
                  <c:v>46.794488000000001</c:v>
                </c:pt>
                <c:pt idx="254">
                  <c:v>43.818962999999997</c:v>
                </c:pt>
                <c:pt idx="255">
                  <c:v>57.765174000000002</c:v>
                </c:pt>
                <c:pt idx="256">
                  <c:v>51.713431999999997</c:v>
                </c:pt>
                <c:pt idx="257">
                  <c:v>52.048152999999999</c:v>
                </c:pt>
                <c:pt idx="258">
                  <c:v>56.285279000000003</c:v>
                </c:pt>
                <c:pt idx="259">
                  <c:v>57.486175000000003</c:v>
                </c:pt>
                <c:pt idx="260">
                  <c:v>59.142256000000003</c:v>
                </c:pt>
                <c:pt idx="261">
                  <c:v>63.310234999999999</c:v>
                </c:pt>
                <c:pt idx="262">
                  <c:v>54.414427000000003</c:v>
                </c:pt>
                <c:pt idx="263">
                  <c:v>52.503307</c:v>
                </c:pt>
                <c:pt idx="264">
                  <c:v>51.509889999999999</c:v>
                </c:pt>
                <c:pt idx="265">
                  <c:v>39.852550000000001</c:v>
                </c:pt>
                <c:pt idx="266">
                  <c:v>37.00029</c:v>
                </c:pt>
                <c:pt idx="267">
                  <c:v>36.075763000000002</c:v>
                </c:pt>
                <c:pt idx="268">
                  <c:v>34.841878000000001</c:v>
                </c:pt>
                <c:pt idx="269">
                  <c:v>38.499214000000002</c:v>
                </c:pt>
                <c:pt idx="270">
                  <c:v>37.732039999999998</c:v>
                </c:pt>
                <c:pt idx="271">
                  <c:v>35.462415</c:v>
                </c:pt>
                <c:pt idx="272">
                  <c:v>32.724397000000003</c:v>
                </c:pt>
                <c:pt idx="273">
                  <c:v>27.131243999999999</c:v>
                </c:pt>
                <c:pt idx="274">
                  <c:v>27.36862</c:v>
                </c:pt>
                <c:pt idx="275">
                  <c:v>34.152749</c:v>
                </c:pt>
                <c:pt idx="276">
                  <c:v>37.833253999999997</c:v>
                </c:pt>
                <c:pt idx="277">
                  <c:v>39.481028999999999</c:v>
                </c:pt>
                <c:pt idx="278">
                  <c:v>36.064546999999997</c:v>
                </c:pt>
                <c:pt idx="279">
                  <c:v>36.227722</c:v>
                </c:pt>
                <c:pt idx="280">
                  <c:v>38.802627000000001</c:v>
                </c:pt>
                <c:pt idx="281">
                  <c:v>43.122397999999997</c:v>
                </c:pt>
                <c:pt idx="282">
                  <c:v>43.382458</c:v>
                </c:pt>
                <c:pt idx="283">
                  <c:v>45.798633000000002</c:v>
                </c:pt>
                <c:pt idx="284">
                  <c:v>54.495547999999999</c:v>
                </c:pt>
                <c:pt idx="285">
                  <c:v>52.465617000000002</c:v>
                </c:pt>
                <c:pt idx="286">
                  <c:v>44.416269999999997</c:v>
                </c:pt>
                <c:pt idx="287">
                  <c:v>57.969383999999998</c:v>
                </c:pt>
                <c:pt idx="288">
                  <c:v>52.640112000000002</c:v>
                </c:pt>
                <c:pt idx="289">
                  <c:v>42.614378000000002</c:v>
                </c:pt>
                <c:pt idx="290">
                  <c:v>42.439022000000001</c:v>
                </c:pt>
                <c:pt idx="291">
                  <c:v>45.877845000000001</c:v>
                </c:pt>
                <c:pt idx="292">
                  <c:v>36.899658000000002</c:v>
                </c:pt>
                <c:pt idx="293">
                  <c:v>43.196305000000002</c:v>
                </c:pt>
                <c:pt idx="294">
                  <c:v>39.548650000000002</c:v>
                </c:pt>
                <c:pt idx="295">
                  <c:v>34.239820000000002</c:v>
                </c:pt>
                <c:pt idx="296">
                  <c:v>33.327109</c:v>
                </c:pt>
                <c:pt idx="297">
                  <c:v>33.459498000000004</c:v>
                </c:pt>
                <c:pt idx="298">
                  <c:v>31.213253000000002</c:v>
                </c:pt>
                <c:pt idx="299">
                  <c:v>35.059379</c:v>
                </c:pt>
                <c:pt idx="300">
                  <c:v>37.246991000000001</c:v>
                </c:pt>
                <c:pt idx="301">
                  <c:v>37.751522999999999</c:v>
                </c:pt>
                <c:pt idx="302">
                  <c:v>34.426603</c:v>
                </c:pt>
                <c:pt idx="303">
                  <c:v>47.652982999999999</c:v>
                </c:pt>
                <c:pt idx="304">
                  <c:v>60.472537000000003</c:v>
                </c:pt>
                <c:pt idx="305">
                  <c:v>52.313865999999997</c:v>
                </c:pt>
                <c:pt idx="306">
                  <c:v>61.301566999999999</c:v>
                </c:pt>
                <c:pt idx="307">
                  <c:v>54.149656</c:v>
                </c:pt>
                <c:pt idx="308">
                  <c:v>50.764183000000003</c:v>
                </c:pt>
                <c:pt idx="309">
                  <c:v>53.011935999999999</c:v>
                </c:pt>
                <c:pt idx="310">
                  <c:v>49.308261999999999</c:v>
                </c:pt>
                <c:pt idx="311">
                  <c:v>55.806088000000003</c:v>
                </c:pt>
                <c:pt idx="312">
                  <c:v>64.267871</c:v>
                </c:pt>
                <c:pt idx="313">
                  <c:v>51.046878</c:v>
                </c:pt>
                <c:pt idx="314">
                  <c:v>47.253923999999998</c:v>
                </c:pt>
                <c:pt idx="315">
                  <c:v>38.098323999999998</c:v>
                </c:pt>
                <c:pt idx="316">
                  <c:v>42.954047000000003</c:v>
                </c:pt>
                <c:pt idx="317">
                  <c:v>41.418577999999997</c:v>
                </c:pt>
                <c:pt idx="318">
                  <c:v>49.204323000000002</c:v>
                </c:pt>
                <c:pt idx="319">
                  <c:v>53.592759000000001</c:v>
                </c:pt>
                <c:pt idx="320">
                  <c:v>49.257536000000002</c:v>
                </c:pt>
                <c:pt idx="321">
                  <c:v>54.861244999999997</c:v>
                </c:pt>
                <c:pt idx="322">
                  <c:v>51.667071</c:v>
                </c:pt>
                <c:pt idx="323">
                  <c:v>64.647745999999998</c:v>
                </c:pt>
                <c:pt idx="324">
                  <c:v>62.178567999999999</c:v>
                </c:pt>
                <c:pt idx="325">
                  <c:v>59.460379000000003</c:v>
                </c:pt>
                <c:pt idx="326">
                  <c:v>55.325097999999997</c:v>
                </c:pt>
                <c:pt idx="327">
                  <c:v>63.304147</c:v>
                </c:pt>
                <c:pt idx="328">
                  <c:v>60.817788</c:v>
                </c:pt>
                <c:pt idx="329">
                  <c:v>62.674641000000001</c:v>
                </c:pt>
                <c:pt idx="330">
                  <c:v>63.889870999999999</c:v>
                </c:pt>
                <c:pt idx="331">
                  <c:v>60.598526999999997</c:v>
                </c:pt>
                <c:pt idx="332">
                  <c:v>58.268675000000002</c:v>
                </c:pt>
                <c:pt idx="333">
                  <c:v>63.945619000000001</c:v>
                </c:pt>
                <c:pt idx="334">
                  <c:v>58.969456000000001</c:v>
                </c:pt>
                <c:pt idx="335">
                  <c:v>58.910710999999999</c:v>
                </c:pt>
                <c:pt idx="336">
                  <c:v>54.627670000000002</c:v>
                </c:pt>
                <c:pt idx="337">
                  <c:v>49.368912000000002</c:v>
                </c:pt>
                <c:pt idx="338">
                  <c:v>51.929074999999997</c:v>
                </c:pt>
                <c:pt idx="339">
                  <c:v>47.232503000000001</c:v>
                </c:pt>
                <c:pt idx="340">
                  <c:v>41.963026999999997</c:v>
                </c:pt>
                <c:pt idx="341">
                  <c:v>42.645102000000001</c:v>
                </c:pt>
                <c:pt idx="342">
                  <c:v>40.776262000000003</c:v>
                </c:pt>
                <c:pt idx="343">
                  <c:v>29.025362999999999</c:v>
                </c:pt>
                <c:pt idx="344">
                  <c:v>36.453791000000002</c:v>
                </c:pt>
                <c:pt idx="345">
                  <c:v>38.607728000000002</c:v>
                </c:pt>
                <c:pt idx="346">
                  <c:v>45.368409</c:v>
                </c:pt>
                <c:pt idx="347">
                  <c:v>63.635171999999997</c:v>
                </c:pt>
                <c:pt idx="348">
                  <c:v>58.101391</c:v>
                </c:pt>
                <c:pt idx="349">
                  <c:v>61.821989000000002</c:v>
                </c:pt>
                <c:pt idx="350">
                  <c:v>61.670838000000003</c:v>
                </c:pt>
                <c:pt idx="351">
                  <c:v>66.228026</c:v>
                </c:pt>
                <c:pt idx="352">
                  <c:v>56.284680000000002</c:v>
                </c:pt>
                <c:pt idx="353">
                  <c:v>65.569377000000003</c:v>
                </c:pt>
                <c:pt idx="354">
                  <c:v>61.282015000000001</c:v>
                </c:pt>
                <c:pt idx="355">
                  <c:v>58.453707000000001</c:v>
                </c:pt>
                <c:pt idx="356">
                  <c:v>58.159371</c:v>
                </c:pt>
                <c:pt idx="357">
                  <c:v>55.072127000000002</c:v>
                </c:pt>
                <c:pt idx="358">
                  <c:v>62.145721999999999</c:v>
                </c:pt>
                <c:pt idx="359">
                  <c:v>56.215035999999998</c:v>
                </c:pt>
                <c:pt idx="360">
                  <c:v>59.659751</c:v>
                </c:pt>
                <c:pt idx="361">
                  <c:v>66.185642999999999</c:v>
                </c:pt>
                <c:pt idx="362">
                  <c:v>57.401496000000002</c:v>
                </c:pt>
                <c:pt idx="363">
                  <c:v>64.414924999999997</c:v>
                </c:pt>
                <c:pt idx="364">
                  <c:v>59.892947999999997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6-FA5F-4BBE-94A3-81A36868AD19}"/>
            </c:ext>
          </c:extLst>
        </c:ser>
        <c:ser>
          <c:idx val="7"/>
          <c:order val="7"/>
          <c:tx>
            <c:strRef>
              <c:f>'3G Data'!$I$1</c:f>
              <c:strCache>
                <c:ptCount val="1"/>
                <c:pt idx="0">
                  <c:v>Trincomalee</c:v>
                </c:pt>
              </c:strCache>
            </c:strRef>
          </c:tx>
          <c:spPr>
            <a:ln w="28575" cap="rnd">
              <a:solidFill>
                <a:schemeClr val="accent2">
                  <a:lumMod val="60000"/>
                </a:schemeClr>
              </a:solidFill>
              <a:round/>
            </a:ln>
            <a:effectLst/>
          </c:spPr>
          <c:marker>
            <c:symbol val="none"/>
          </c:marker>
          <c:cat>
            <c:numRef>
              <c:f>'3G Data'!$A$2:$A$366</c:f>
              <c:numCache>
                <c:formatCode>m/d/yyyy</c:formatCode>
                <c:ptCount val="365"/>
                <c:pt idx="0">
                  <c:v>45829</c:v>
                </c:pt>
                <c:pt idx="1">
                  <c:v>45830</c:v>
                </c:pt>
                <c:pt idx="2">
                  <c:v>45831</c:v>
                </c:pt>
                <c:pt idx="3">
                  <c:v>45832</c:v>
                </c:pt>
                <c:pt idx="4">
                  <c:v>45833</c:v>
                </c:pt>
                <c:pt idx="5">
                  <c:v>45834</c:v>
                </c:pt>
                <c:pt idx="6">
                  <c:v>45835</c:v>
                </c:pt>
                <c:pt idx="7">
                  <c:v>45836</c:v>
                </c:pt>
                <c:pt idx="8">
                  <c:v>45837</c:v>
                </c:pt>
                <c:pt idx="9">
                  <c:v>45838</c:v>
                </c:pt>
                <c:pt idx="10">
                  <c:v>45839</c:v>
                </c:pt>
                <c:pt idx="11">
                  <c:v>45840</c:v>
                </c:pt>
                <c:pt idx="12">
                  <c:v>45841</c:v>
                </c:pt>
                <c:pt idx="13">
                  <c:v>45842</c:v>
                </c:pt>
                <c:pt idx="14">
                  <c:v>45843</c:v>
                </c:pt>
                <c:pt idx="15">
                  <c:v>45844</c:v>
                </c:pt>
                <c:pt idx="16">
                  <c:v>45845</c:v>
                </c:pt>
                <c:pt idx="17">
                  <c:v>45846</c:v>
                </c:pt>
                <c:pt idx="18">
                  <c:v>45847</c:v>
                </c:pt>
                <c:pt idx="19">
                  <c:v>45848</c:v>
                </c:pt>
                <c:pt idx="20">
                  <c:v>45849</c:v>
                </c:pt>
                <c:pt idx="21">
                  <c:v>45850</c:v>
                </c:pt>
                <c:pt idx="22">
                  <c:v>45851</c:v>
                </c:pt>
                <c:pt idx="23">
                  <c:v>45852</c:v>
                </c:pt>
                <c:pt idx="24">
                  <c:v>45853</c:v>
                </c:pt>
                <c:pt idx="25">
                  <c:v>45854</c:v>
                </c:pt>
                <c:pt idx="26">
                  <c:v>45855</c:v>
                </c:pt>
                <c:pt idx="27">
                  <c:v>45856</c:v>
                </c:pt>
                <c:pt idx="28">
                  <c:v>45857</c:v>
                </c:pt>
                <c:pt idx="29">
                  <c:v>45858</c:v>
                </c:pt>
                <c:pt idx="30">
                  <c:v>45859</c:v>
                </c:pt>
                <c:pt idx="31">
                  <c:v>45860</c:v>
                </c:pt>
                <c:pt idx="32">
                  <c:v>45861</c:v>
                </c:pt>
                <c:pt idx="33">
                  <c:v>45862</c:v>
                </c:pt>
                <c:pt idx="34">
                  <c:v>45863</c:v>
                </c:pt>
                <c:pt idx="35">
                  <c:v>45864</c:v>
                </c:pt>
                <c:pt idx="36">
                  <c:v>45865</c:v>
                </c:pt>
                <c:pt idx="37">
                  <c:v>45866</c:v>
                </c:pt>
                <c:pt idx="38">
                  <c:v>45867</c:v>
                </c:pt>
                <c:pt idx="39">
                  <c:v>45868</c:v>
                </c:pt>
                <c:pt idx="40">
                  <c:v>45869</c:v>
                </c:pt>
                <c:pt idx="41">
                  <c:v>45870</c:v>
                </c:pt>
                <c:pt idx="42">
                  <c:v>45871</c:v>
                </c:pt>
                <c:pt idx="43">
                  <c:v>45872</c:v>
                </c:pt>
                <c:pt idx="44">
                  <c:v>45873</c:v>
                </c:pt>
                <c:pt idx="45">
                  <c:v>45874</c:v>
                </c:pt>
                <c:pt idx="46">
                  <c:v>45875</c:v>
                </c:pt>
                <c:pt idx="47">
                  <c:v>45876</c:v>
                </c:pt>
                <c:pt idx="48">
                  <c:v>45877</c:v>
                </c:pt>
                <c:pt idx="49">
                  <c:v>45878</c:v>
                </c:pt>
                <c:pt idx="50">
                  <c:v>45879</c:v>
                </c:pt>
                <c:pt idx="51">
                  <c:v>45880</c:v>
                </c:pt>
                <c:pt idx="52">
                  <c:v>45881</c:v>
                </c:pt>
                <c:pt idx="53">
                  <c:v>45882</c:v>
                </c:pt>
                <c:pt idx="54">
                  <c:v>45883</c:v>
                </c:pt>
                <c:pt idx="55">
                  <c:v>45884</c:v>
                </c:pt>
                <c:pt idx="56">
                  <c:v>45885</c:v>
                </c:pt>
                <c:pt idx="57">
                  <c:v>45886</c:v>
                </c:pt>
                <c:pt idx="58">
                  <c:v>45887</c:v>
                </c:pt>
                <c:pt idx="59">
                  <c:v>45888</c:v>
                </c:pt>
                <c:pt idx="60">
                  <c:v>45889</c:v>
                </c:pt>
                <c:pt idx="61">
                  <c:v>45890</c:v>
                </c:pt>
                <c:pt idx="62">
                  <c:v>45891</c:v>
                </c:pt>
                <c:pt idx="63">
                  <c:v>45892</c:v>
                </c:pt>
                <c:pt idx="64">
                  <c:v>45893</c:v>
                </c:pt>
                <c:pt idx="65">
                  <c:v>45894</c:v>
                </c:pt>
                <c:pt idx="66">
                  <c:v>45895</c:v>
                </c:pt>
                <c:pt idx="67">
                  <c:v>45896</c:v>
                </c:pt>
                <c:pt idx="68">
                  <c:v>45897</c:v>
                </c:pt>
                <c:pt idx="69">
                  <c:v>45898</c:v>
                </c:pt>
                <c:pt idx="70">
                  <c:v>45899</c:v>
                </c:pt>
                <c:pt idx="71">
                  <c:v>45900</c:v>
                </c:pt>
                <c:pt idx="72">
                  <c:v>45901</c:v>
                </c:pt>
                <c:pt idx="73">
                  <c:v>45902</c:v>
                </c:pt>
                <c:pt idx="74">
                  <c:v>45903</c:v>
                </c:pt>
                <c:pt idx="75">
                  <c:v>45904</c:v>
                </c:pt>
                <c:pt idx="76">
                  <c:v>45905</c:v>
                </c:pt>
                <c:pt idx="77">
                  <c:v>45906</c:v>
                </c:pt>
                <c:pt idx="78">
                  <c:v>45907</c:v>
                </c:pt>
                <c:pt idx="79">
                  <c:v>45908</c:v>
                </c:pt>
                <c:pt idx="80">
                  <c:v>45909</c:v>
                </c:pt>
                <c:pt idx="81">
                  <c:v>45910</c:v>
                </c:pt>
                <c:pt idx="82">
                  <c:v>45911</c:v>
                </c:pt>
                <c:pt idx="83">
                  <c:v>45912</c:v>
                </c:pt>
                <c:pt idx="84">
                  <c:v>45913</c:v>
                </c:pt>
                <c:pt idx="85">
                  <c:v>45914</c:v>
                </c:pt>
                <c:pt idx="86">
                  <c:v>45915</c:v>
                </c:pt>
                <c:pt idx="87">
                  <c:v>45916</c:v>
                </c:pt>
                <c:pt idx="88">
                  <c:v>45917</c:v>
                </c:pt>
                <c:pt idx="89">
                  <c:v>45918</c:v>
                </c:pt>
                <c:pt idx="90">
                  <c:v>45919</c:v>
                </c:pt>
                <c:pt idx="91">
                  <c:v>45920</c:v>
                </c:pt>
                <c:pt idx="92">
                  <c:v>45921</c:v>
                </c:pt>
                <c:pt idx="93">
                  <c:v>45922</c:v>
                </c:pt>
                <c:pt idx="94">
                  <c:v>45923</c:v>
                </c:pt>
                <c:pt idx="95">
                  <c:v>45924</c:v>
                </c:pt>
                <c:pt idx="96">
                  <c:v>45925</c:v>
                </c:pt>
                <c:pt idx="97">
                  <c:v>45926</c:v>
                </c:pt>
                <c:pt idx="98">
                  <c:v>45927</c:v>
                </c:pt>
                <c:pt idx="99">
                  <c:v>45928</c:v>
                </c:pt>
                <c:pt idx="100">
                  <c:v>45929</c:v>
                </c:pt>
                <c:pt idx="101">
                  <c:v>45930</c:v>
                </c:pt>
                <c:pt idx="102">
                  <c:v>45931</c:v>
                </c:pt>
                <c:pt idx="103">
                  <c:v>45932</c:v>
                </c:pt>
                <c:pt idx="104">
                  <c:v>45933</c:v>
                </c:pt>
                <c:pt idx="105">
                  <c:v>45934</c:v>
                </c:pt>
                <c:pt idx="106">
                  <c:v>45935</c:v>
                </c:pt>
                <c:pt idx="107">
                  <c:v>45936</c:v>
                </c:pt>
                <c:pt idx="108">
                  <c:v>45937</c:v>
                </c:pt>
                <c:pt idx="109">
                  <c:v>45938</c:v>
                </c:pt>
                <c:pt idx="110">
                  <c:v>45939</c:v>
                </c:pt>
                <c:pt idx="111">
                  <c:v>45940</c:v>
                </c:pt>
                <c:pt idx="112">
                  <c:v>45941</c:v>
                </c:pt>
                <c:pt idx="113">
                  <c:v>45942</c:v>
                </c:pt>
                <c:pt idx="114">
                  <c:v>45943</c:v>
                </c:pt>
                <c:pt idx="115">
                  <c:v>45944</c:v>
                </c:pt>
                <c:pt idx="116">
                  <c:v>45945</c:v>
                </c:pt>
                <c:pt idx="117">
                  <c:v>45946</c:v>
                </c:pt>
                <c:pt idx="118">
                  <c:v>45947</c:v>
                </c:pt>
                <c:pt idx="119">
                  <c:v>45948</c:v>
                </c:pt>
                <c:pt idx="120">
                  <c:v>45949</c:v>
                </c:pt>
                <c:pt idx="121">
                  <c:v>45950</c:v>
                </c:pt>
                <c:pt idx="122">
                  <c:v>45951</c:v>
                </c:pt>
                <c:pt idx="123">
                  <c:v>45952</c:v>
                </c:pt>
                <c:pt idx="124">
                  <c:v>45953</c:v>
                </c:pt>
                <c:pt idx="125">
                  <c:v>45954</c:v>
                </c:pt>
                <c:pt idx="126">
                  <c:v>45955</c:v>
                </c:pt>
                <c:pt idx="127">
                  <c:v>45956</c:v>
                </c:pt>
                <c:pt idx="128">
                  <c:v>45957</c:v>
                </c:pt>
                <c:pt idx="129">
                  <c:v>45958</c:v>
                </c:pt>
                <c:pt idx="130">
                  <c:v>45959</c:v>
                </c:pt>
                <c:pt idx="131">
                  <c:v>45960</c:v>
                </c:pt>
                <c:pt idx="132">
                  <c:v>45961</c:v>
                </c:pt>
                <c:pt idx="133">
                  <c:v>45962</c:v>
                </c:pt>
                <c:pt idx="134">
                  <c:v>45963</c:v>
                </c:pt>
                <c:pt idx="135">
                  <c:v>45964</c:v>
                </c:pt>
                <c:pt idx="136">
                  <c:v>45965</c:v>
                </c:pt>
                <c:pt idx="137">
                  <c:v>45966</c:v>
                </c:pt>
                <c:pt idx="138">
                  <c:v>45967</c:v>
                </c:pt>
                <c:pt idx="139">
                  <c:v>45968</c:v>
                </c:pt>
                <c:pt idx="140">
                  <c:v>45969</c:v>
                </c:pt>
                <c:pt idx="141">
                  <c:v>45970</c:v>
                </c:pt>
                <c:pt idx="142">
                  <c:v>45971</c:v>
                </c:pt>
                <c:pt idx="143">
                  <c:v>45972</c:v>
                </c:pt>
                <c:pt idx="144">
                  <c:v>45973</c:v>
                </c:pt>
                <c:pt idx="145">
                  <c:v>45974</c:v>
                </c:pt>
                <c:pt idx="146">
                  <c:v>45975</c:v>
                </c:pt>
                <c:pt idx="147">
                  <c:v>45976</c:v>
                </c:pt>
                <c:pt idx="148">
                  <c:v>45977</c:v>
                </c:pt>
                <c:pt idx="149">
                  <c:v>45978</c:v>
                </c:pt>
                <c:pt idx="150">
                  <c:v>45979</c:v>
                </c:pt>
                <c:pt idx="151">
                  <c:v>45980</c:v>
                </c:pt>
                <c:pt idx="152">
                  <c:v>45981</c:v>
                </c:pt>
                <c:pt idx="153">
                  <c:v>45982</c:v>
                </c:pt>
                <c:pt idx="154">
                  <c:v>45983</c:v>
                </c:pt>
                <c:pt idx="155">
                  <c:v>45984</c:v>
                </c:pt>
                <c:pt idx="156">
                  <c:v>45985</c:v>
                </c:pt>
                <c:pt idx="157">
                  <c:v>45986</c:v>
                </c:pt>
                <c:pt idx="158">
                  <c:v>45987</c:v>
                </c:pt>
                <c:pt idx="159">
                  <c:v>45988</c:v>
                </c:pt>
                <c:pt idx="160">
                  <c:v>45989</c:v>
                </c:pt>
                <c:pt idx="161">
                  <c:v>45990</c:v>
                </c:pt>
                <c:pt idx="162">
                  <c:v>45991</c:v>
                </c:pt>
                <c:pt idx="163">
                  <c:v>45992</c:v>
                </c:pt>
                <c:pt idx="164">
                  <c:v>45993</c:v>
                </c:pt>
                <c:pt idx="165">
                  <c:v>45994</c:v>
                </c:pt>
                <c:pt idx="166">
                  <c:v>45995</c:v>
                </c:pt>
                <c:pt idx="167">
                  <c:v>45996</c:v>
                </c:pt>
                <c:pt idx="168">
                  <c:v>45997</c:v>
                </c:pt>
                <c:pt idx="169">
                  <c:v>45998</c:v>
                </c:pt>
                <c:pt idx="170">
                  <c:v>45999</c:v>
                </c:pt>
                <c:pt idx="171">
                  <c:v>46000</c:v>
                </c:pt>
                <c:pt idx="172">
                  <c:v>46001</c:v>
                </c:pt>
                <c:pt idx="173">
                  <c:v>46002</c:v>
                </c:pt>
                <c:pt idx="174">
                  <c:v>46003</c:v>
                </c:pt>
                <c:pt idx="175">
                  <c:v>46004</c:v>
                </c:pt>
                <c:pt idx="176">
                  <c:v>46005</c:v>
                </c:pt>
                <c:pt idx="177">
                  <c:v>46006</c:v>
                </c:pt>
                <c:pt idx="178">
                  <c:v>46007</c:v>
                </c:pt>
                <c:pt idx="179">
                  <c:v>46008</c:v>
                </c:pt>
                <c:pt idx="180">
                  <c:v>46009</c:v>
                </c:pt>
                <c:pt idx="181">
                  <c:v>46010</c:v>
                </c:pt>
                <c:pt idx="182">
                  <c:v>46011</c:v>
                </c:pt>
                <c:pt idx="183">
                  <c:v>46012</c:v>
                </c:pt>
                <c:pt idx="184">
                  <c:v>46013</c:v>
                </c:pt>
                <c:pt idx="185">
                  <c:v>46014</c:v>
                </c:pt>
                <c:pt idx="186">
                  <c:v>46015</c:v>
                </c:pt>
                <c:pt idx="187">
                  <c:v>46016</c:v>
                </c:pt>
                <c:pt idx="188">
                  <c:v>46017</c:v>
                </c:pt>
                <c:pt idx="189">
                  <c:v>46018</c:v>
                </c:pt>
                <c:pt idx="190">
                  <c:v>46019</c:v>
                </c:pt>
                <c:pt idx="191">
                  <c:v>46020</c:v>
                </c:pt>
                <c:pt idx="192">
                  <c:v>46021</c:v>
                </c:pt>
                <c:pt idx="193">
                  <c:v>46022</c:v>
                </c:pt>
                <c:pt idx="194">
                  <c:v>46023</c:v>
                </c:pt>
                <c:pt idx="195">
                  <c:v>46024</c:v>
                </c:pt>
                <c:pt idx="196">
                  <c:v>46025</c:v>
                </c:pt>
                <c:pt idx="197">
                  <c:v>46026</c:v>
                </c:pt>
                <c:pt idx="198">
                  <c:v>46027</c:v>
                </c:pt>
                <c:pt idx="199">
                  <c:v>46028</c:v>
                </c:pt>
                <c:pt idx="200">
                  <c:v>46029</c:v>
                </c:pt>
                <c:pt idx="201">
                  <c:v>46030</c:v>
                </c:pt>
                <c:pt idx="202">
                  <c:v>46031</c:v>
                </c:pt>
                <c:pt idx="203">
                  <c:v>46032</c:v>
                </c:pt>
                <c:pt idx="204">
                  <c:v>46033</c:v>
                </c:pt>
                <c:pt idx="205">
                  <c:v>46034</c:v>
                </c:pt>
                <c:pt idx="206">
                  <c:v>46035</c:v>
                </c:pt>
                <c:pt idx="207">
                  <c:v>46036</c:v>
                </c:pt>
                <c:pt idx="208">
                  <c:v>46037</c:v>
                </c:pt>
                <c:pt idx="209">
                  <c:v>46038</c:v>
                </c:pt>
                <c:pt idx="210">
                  <c:v>46039</c:v>
                </c:pt>
                <c:pt idx="211">
                  <c:v>46040</c:v>
                </c:pt>
                <c:pt idx="212">
                  <c:v>46041</c:v>
                </c:pt>
                <c:pt idx="213">
                  <c:v>46042</c:v>
                </c:pt>
                <c:pt idx="214">
                  <c:v>46043</c:v>
                </c:pt>
                <c:pt idx="215">
                  <c:v>46044</c:v>
                </c:pt>
                <c:pt idx="216">
                  <c:v>46045</c:v>
                </c:pt>
                <c:pt idx="217">
                  <c:v>46046</c:v>
                </c:pt>
                <c:pt idx="218">
                  <c:v>46047</c:v>
                </c:pt>
                <c:pt idx="219">
                  <c:v>46048</c:v>
                </c:pt>
                <c:pt idx="220">
                  <c:v>46049</c:v>
                </c:pt>
                <c:pt idx="221">
                  <c:v>46050</c:v>
                </c:pt>
                <c:pt idx="222">
                  <c:v>46051</c:v>
                </c:pt>
                <c:pt idx="223">
                  <c:v>46052</c:v>
                </c:pt>
                <c:pt idx="224">
                  <c:v>46053</c:v>
                </c:pt>
                <c:pt idx="225">
                  <c:v>46054</c:v>
                </c:pt>
                <c:pt idx="226">
                  <c:v>46055</c:v>
                </c:pt>
                <c:pt idx="227">
                  <c:v>46056</c:v>
                </c:pt>
                <c:pt idx="228">
                  <c:v>46057</c:v>
                </c:pt>
                <c:pt idx="229">
                  <c:v>46058</c:v>
                </c:pt>
                <c:pt idx="230">
                  <c:v>46059</c:v>
                </c:pt>
                <c:pt idx="231">
                  <c:v>46060</c:v>
                </c:pt>
                <c:pt idx="232">
                  <c:v>46061</c:v>
                </c:pt>
                <c:pt idx="233">
                  <c:v>46062</c:v>
                </c:pt>
                <c:pt idx="234">
                  <c:v>46063</c:v>
                </c:pt>
                <c:pt idx="235">
                  <c:v>46064</c:v>
                </c:pt>
                <c:pt idx="236">
                  <c:v>46065</c:v>
                </c:pt>
                <c:pt idx="237">
                  <c:v>46066</c:v>
                </c:pt>
                <c:pt idx="238">
                  <c:v>46067</c:v>
                </c:pt>
                <c:pt idx="239">
                  <c:v>46068</c:v>
                </c:pt>
                <c:pt idx="240">
                  <c:v>46069</c:v>
                </c:pt>
                <c:pt idx="241">
                  <c:v>46070</c:v>
                </c:pt>
                <c:pt idx="242">
                  <c:v>46071</c:v>
                </c:pt>
                <c:pt idx="243">
                  <c:v>46072</c:v>
                </c:pt>
                <c:pt idx="244">
                  <c:v>46073</c:v>
                </c:pt>
                <c:pt idx="245">
                  <c:v>46074</c:v>
                </c:pt>
                <c:pt idx="246">
                  <c:v>46075</c:v>
                </c:pt>
                <c:pt idx="247">
                  <c:v>46076</c:v>
                </c:pt>
                <c:pt idx="248">
                  <c:v>46077</c:v>
                </c:pt>
                <c:pt idx="249">
                  <c:v>46078</c:v>
                </c:pt>
                <c:pt idx="250">
                  <c:v>46079</c:v>
                </c:pt>
                <c:pt idx="251">
                  <c:v>46080</c:v>
                </c:pt>
                <c:pt idx="252">
                  <c:v>46081</c:v>
                </c:pt>
                <c:pt idx="253">
                  <c:v>46082</c:v>
                </c:pt>
                <c:pt idx="254">
                  <c:v>46083</c:v>
                </c:pt>
                <c:pt idx="255">
                  <c:v>46084</c:v>
                </c:pt>
                <c:pt idx="256">
                  <c:v>46085</c:v>
                </c:pt>
                <c:pt idx="257">
                  <c:v>46086</c:v>
                </c:pt>
                <c:pt idx="258">
                  <c:v>46087</c:v>
                </c:pt>
                <c:pt idx="259">
                  <c:v>46088</c:v>
                </c:pt>
                <c:pt idx="260">
                  <c:v>46089</c:v>
                </c:pt>
                <c:pt idx="261">
                  <c:v>46090</c:v>
                </c:pt>
                <c:pt idx="262">
                  <c:v>46091</c:v>
                </c:pt>
                <c:pt idx="263">
                  <c:v>46092</c:v>
                </c:pt>
                <c:pt idx="264">
                  <c:v>46093</c:v>
                </c:pt>
                <c:pt idx="265">
                  <c:v>46094</c:v>
                </c:pt>
                <c:pt idx="266">
                  <c:v>46095</c:v>
                </c:pt>
                <c:pt idx="267">
                  <c:v>46096</c:v>
                </c:pt>
                <c:pt idx="268">
                  <c:v>46097</c:v>
                </c:pt>
                <c:pt idx="269">
                  <c:v>46098</c:v>
                </c:pt>
                <c:pt idx="270">
                  <c:v>46099</c:v>
                </c:pt>
                <c:pt idx="271">
                  <c:v>46100</c:v>
                </c:pt>
                <c:pt idx="272">
                  <c:v>46101</c:v>
                </c:pt>
                <c:pt idx="273">
                  <c:v>46102</c:v>
                </c:pt>
                <c:pt idx="274">
                  <c:v>46103</c:v>
                </c:pt>
                <c:pt idx="275">
                  <c:v>46104</c:v>
                </c:pt>
                <c:pt idx="276">
                  <c:v>46105</c:v>
                </c:pt>
                <c:pt idx="277">
                  <c:v>46106</c:v>
                </c:pt>
                <c:pt idx="278">
                  <c:v>46107</c:v>
                </c:pt>
                <c:pt idx="279">
                  <c:v>46108</c:v>
                </c:pt>
                <c:pt idx="280">
                  <c:v>46109</c:v>
                </c:pt>
                <c:pt idx="281">
                  <c:v>46110</c:v>
                </c:pt>
                <c:pt idx="282">
                  <c:v>46111</c:v>
                </c:pt>
                <c:pt idx="283">
                  <c:v>46112</c:v>
                </c:pt>
                <c:pt idx="284">
                  <c:v>46113</c:v>
                </c:pt>
                <c:pt idx="285">
                  <c:v>46114</c:v>
                </c:pt>
                <c:pt idx="286">
                  <c:v>46115</c:v>
                </c:pt>
                <c:pt idx="287">
                  <c:v>46116</c:v>
                </c:pt>
                <c:pt idx="288">
                  <c:v>46117</c:v>
                </c:pt>
                <c:pt idx="289">
                  <c:v>46118</c:v>
                </c:pt>
                <c:pt idx="290">
                  <c:v>46119</c:v>
                </c:pt>
                <c:pt idx="291">
                  <c:v>46120</c:v>
                </c:pt>
                <c:pt idx="292">
                  <c:v>46121</c:v>
                </c:pt>
                <c:pt idx="293">
                  <c:v>46122</c:v>
                </c:pt>
                <c:pt idx="294">
                  <c:v>46123</c:v>
                </c:pt>
                <c:pt idx="295">
                  <c:v>46124</c:v>
                </c:pt>
                <c:pt idx="296">
                  <c:v>46125</c:v>
                </c:pt>
                <c:pt idx="297">
                  <c:v>46126</c:v>
                </c:pt>
                <c:pt idx="298">
                  <c:v>46127</c:v>
                </c:pt>
                <c:pt idx="299">
                  <c:v>46128</c:v>
                </c:pt>
                <c:pt idx="300">
                  <c:v>46129</c:v>
                </c:pt>
                <c:pt idx="301">
                  <c:v>46130</c:v>
                </c:pt>
                <c:pt idx="302">
                  <c:v>46131</c:v>
                </c:pt>
                <c:pt idx="303">
                  <c:v>46132</c:v>
                </c:pt>
                <c:pt idx="304">
                  <c:v>46133</c:v>
                </c:pt>
                <c:pt idx="305">
                  <c:v>46134</c:v>
                </c:pt>
                <c:pt idx="306">
                  <c:v>46135</c:v>
                </c:pt>
                <c:pt idx="307">
                  <c:v>46136</c:v>
                </c:pt>
                <c:pt idx="308">
                  <c:v>46137</c:v>
                </c:pt>
                <c:pt idx="309">
                  <c:v>46138</c:v>
                </c:pt>
                <c:pt idx="310">
                  <c:v>46139</c:v>
                </c:pt>
                <c:pt idx="311">
                  <c:v>46140</c:v>
                </c:pt>
                <c:pt idx="312">
                  <c:v>46141</c:v>
                </c:pt>
                <c:pt idx="313">
                  <c:v>46142</c:v>
                </c:pt>
                <c:pt idx="314">
                  <c:v>46143</c:v>
                </c:pt>
                <c:pt idx="315">
                  <c:v>46144</c:v>
                </c:pt>
                <c:pt idx="316">
                  <c:v>46145</c:v>
                </c:pt>
                <c:pt idx="317">
                  <c:v>46146</c:v>
                </c:pt>
                <c:pt idx="318">
                  <c:v>46147</c:v>
                </c:pt>
                <c:pt idx="319">
                  <c:v>46148</c:v>
                </c:pt>
                <c:pt idx="320">
                  <c:v>46149</c:v>
                </c:pt>
                <c:pt idx="321">
                  <c:v>46150</c:v>
                </c:pt>
                <c:pt idx="322">
                  <c:v>46151</c:v>
                </c:pt>
                <c:pt idx="323">
                  <c:v>46152</c:v>
                </c:pt>
                <c:pt idx="324">
                  <c:v>46153</c:v>
                </c:pt>
                <c:pt idx="325">
                  <c:v>46154</c:v>
                </c:pt>
                <c:pt idx="326">
                  <c:v>46155</c:v>
                </c:pt>
                <c:pt idx="327">
                  <c:v>46156</c:v>
                </c:pt>
                <c:pt idx="328">
                  <c:v>46157</c:v>
                </c:pt>
                <c:pt idx="329">
                  <c:v>46158</c:v>
                </c:pt>
                <c:pt idx="330">
                  <c:v>46159</c:v>
                </c:pt>
                <c:pt idx="331">
                  <c:v>46160</c:v>
                </c:pt>
                <c:pt idx="332">
                  <c:v>46161</c:v>
                </c:pt>
                <c:pt idx="333">
                  <c:v>46162</c:v>
                </c:pt>
                <c:pt idx="334">
                  <c:v>46163</c:v>
                </c:pt>
                <c:pt idx="335">
                  <c:v>46164</c:v>
                </c:pt>
                <c:pt idx="336">
                  <c:v>46165</c:v>
                </c:pt>
                <c:pt idx="337">
                  <c:v>46166</c:v>
                </c:pt>
                <c:pt idx="338">
                  <c:v>46167</c:v>
                </c:pt>
                <c:pt idx="339">
                  <c:v>46168</c:v>
                </c:pt>
                <c:pt idx="340">
                  <c:v>46169</c:v>
                </c:pt>
                <c:pt idx="341">
                  <c:v>46170</c:v>
                </c:pt>
                <c:pt idx="342">
                  <c:v>46171</c:v>
                </c:pt>
                <c:pt idx="343">
                  <c:v>46172</c:v>
                </c:pt>
                <c:pt idx="344">
                  <c:v>46173</c:v>
                </c:pt>
                <c:pt idx="345">
                  <c:v>46174</c:v>
                </c:pt>
                <c:pt idx="346">
                  <c:v>46175</c:v>
                </c:pt>
                <c:pt idx="347">
                  <c:v>46176</c:v>
                </c:pt>
                <c:pt idx="348">
                  <c:v>46177</c:v>
                </c:pt>
                <c:pt idx="349">
                  <c:v>46178</c:v>
                </c:pt>
                <c:pt idx="350">
                  <c:v>46179</c:v>
                </c:pt>
                <c:pt idx="351">
                  <c:v>46180</c:v>
                </c:pt>
                <c:pt idx="352">
                  <c:v>46181</c:v>
                </c:pt>
                <c:pt idx="353">
                  <c:v>46182</c:v>
                </c:pt>
                <c:pt idx="354">
                  <c:v>46183</c:v>
                </c:pt>
                <c:pt idx="355">
                  <c:v>46184</c:v>
                </c:pt>
                <c:pt idx="356">
                  <c:v>46185</c:v>
                </c:pt>
                <c:pt idx="357">
                  <c:v>46186</c:v>
                </c:pt>
                <c:pt idx="358">
                  <c:v>46187</c:v>
                </c:pt>
                <c:pt idx="359">
                  <c:v>46188</c:v>
                </c:pt>
                <c:pt idx="360">
                  <c:v>46189</c:v>
                </c:pt>
                <c:pt idx="361">
                  <c:v>46190</c:v>
                </c:pt>
                <c:pt idx="362">
                  <c:v>46191</c:v>
                </c:pt>
                <c:pt idx="363">
                  <c:v>46192</c:v>
                </c:pt>
                <c:pt idx="364">
                  <c:v>46193</c:v>
                </c:pt>
              </c:numCache>
            </c:numRef>
          </c:cat>
          <c:val>
            <c:numRef>
              <c:f>'3G Data'!$I$2:$I$366</c:f>
              <c:numCache>
                <c:formatCode>General</c:formatCode>
                <c:ptCount val="365"/>
                <c:pt idx="0">
                  <c:v>1494.0137199999999</c:v>
                </c:pt>
                <c:pt idx="1">
                  <c:v>1517.9328640000001</c:v>
                </c:pt>
                <c:pt idx="2">
                  <c:v>1427.9143939999999</c:v>
                </c:pt>
                <c:pt idx="3">
                  <c:v>1454.9775279999999</c:v>
                </c:pt>
                <c:pt idx="4">
                  <c:v>1439.1225850000001</c:v>
                </c:pt>
                <c:pt idx="5">
                  <c:v>1415.063905</c:v>
                </c:pt>
                <c:pt idx="6">
                  <c:v>1464.864556</c:v>
                </c:pt>
                <c:pt idx="7">
                  <c:v>1485.9846829999999</c:v>
                </c:pt>
                <c:pt idx="8">
                  <c:v>1470.64031</c:v>
                </c:pt>
                <c:pt idx="9">
                  <c:v>1390.40194</c:v>
                </c:pt>
                <c:pt idx="10">
                  <c:v>1374.8626079999999</c:v>
                </c:pt>
                <c:pt idx="11">
                  <c:v>1435.956541</c:v>
                </c:pt>
                <c:pt idx="12">
                  <c:v>1422.284304</c:v>
                </c:pt>
                <c:pt idx="13">
                  <c:v>1400.2891340000001</c:v>
                </c:pt>
                <c:pt idx="14">
                  <c:v>1467.7187369999999</c:v>
                </c:pt>
                <c:pt idx="15">
                  <c:v>1464.1929090000001</c:v>
                </c:pt>
                <c:pt idx="16">
                  <c:v>1358.772524</c:v>
                </c:pt>
                <c:pt idx="17">
                  <c:v>1417.931912</c:v>
                </c:pt>
                <c:pt idx="18">
                  <c:v>1445.3678010000001</c:v>
                </c:pt>
                <c:pt idx="19">
                  <c:v>1437.5443889999999</c:v>
                </c:pt>
                <c:pt idx="20">
                  <c:v>1409.2496389999999</c:v>
                </c:pt>
                <c:pt idx="21">
                  <c:v>1526.858295</c:v>
                </c:pt>
                <c:pt idx="22">
                  <c:v>1476.683747</c:v>
                </c:pt>
                <c:pt idx="23">
                  <c:v>1414.348287</c:v>
                </c:pt>
                <c:pt idx="24">
                  <c:v>1409.4278830000001</c:v>
                </c:pt>
                <c:pt idx="25">
                  <c:v>1412.237691</c:v>
                </c:pt>
                <c:pt idx="26">
                  <c:v>1454.0730840000001</c:v>
                </c:pt>
                <c:pt idx="27">
                  <c:v>1424.9197320000001</c:v>
                </c:pt>
                <c:pt idx="28">
                  <c:v>1462.489331</c:v>
                </c:pt>
                <c:pt idx="29">
                  <c:v>1526.6544570000001</c:v>
                </c:pt>
                <c:pt idx="30">
                  <c:v>1402.877641</c:v>
                </c:pt>
                <c:pt idx="31">
                  <c:v>1428.4086890000001</c:v>
                </c:pt>
                <c:pt idx="32">
                  <c:v>1388.5304209999999</c:v>
                </c:pt>
                <c:pt idx="33">
                  <c:v>1432.3694869999999</c:v>
                </c:pt>
                <c:pt idx="34">
                  <c:v>1452.8067579999999</c:v>
                </c:pt>
                <c:pt idx="35">
                  <c:v>1498.0127970000001</c:v>
                </c:pt>
                <c:pt idx="36">
                  <c:v>1525.6609800000001</c:v>
                </c:pt>
                <c:pt idx="37">
                  <c:v>1388.9228210000001</c:v>
                </c:pt>
                <c:pt idx="38">
                  <c:v>1385.055278</c:v>
                </c:pt>
                <c:pt idx="39">
                  <c:v>1451.819933</c:v>
                </c:pt>
                <c:pt idx="40">
                  <c:v>1459.804576</c:v>
                </c:pt>
                <c:pt idx="41">
                  <c:v>1429.35879</c:v>
                </c:pt>
                <c:pt idx="42">
                  <c:v>1419.6498059999999</c:v>
                </c:pt>
                <c:pt idx="43">
                  <c:v>1490.1261710000001</c:v>
                </c:pt>
                <c:pt idx="44">
                  <c:v>1396.094859</c:v>
                </c:pt>
                <c:pt idx="45">
                  <c:v>1420.212894</c:v>
                </c:pt>
                <c:pt idx="46">
                  <c:v>1460.0199749999999</c:v>
                </c:pt>
                <c:pt idx="47">
                  <c:v>1497.0816110000001</c:v>
                </c:pt>
                <c:pt idx="48">
                  <c:v>1562.904898</c:v>
                </c:pt>
                <c:pt idx="49">
                  <c:v>1510.2366340000001</c:v>
                </c:pt>
                <c:pt idx="50">
                  <c:v>1522.150181</c:v>
                </c:pt>
                <c:pt idx="51">
                  <c:v>1426.227093</c:v>
                </c:pt>
                <c:pt idx="52">
                  <c:v>1444.1383060000001</c:v>
                </c:pt>
                <c:pt idx="53">
                  <c:v>1452.996936</c:v>
                </c:pt>
                <c:pt idx="54">
                  <c:v>1499.4706960000001</c:v>
                </c:pt>
                <c:pt idx="55">
                  <c:v>1521.960133</c:v>
                </c:pt>
                <c:pt idx="56">
                  <c:v>1525.257098</c:v>
                </c:pt>
                <c:pt idx="57">
                  <c:v>1576.4847219999999</c:v>
                </c:pt>
                <c:pt idx="58">
                  <c:v>1521.0785539999999</c:v>
                </c:pt>
                <c:pt idx="59">
                  <c:v>1508.2137789999999</c:v>
                </c:pt>
                <c:pt idx="60">
                  <c:v>1505.7443490000001</c:v>
                </c:pt>
                <c:pt idx="61">
                  <c:v>1478.3274980000001</c:v>
                </c:pt>
                <c:pt idx="62">
                  <c:v>1461.1492069999999</c:v>
                </c:pt>
                <c:pt idx="63">
                  <c:v>1474.8118730000001</c:v>
                </c:pt>
                <c:pt idx="64">
                  <c:v>1504.4435249999999</c:v>
                </c:pt>
                <c:pt idx="65">
                  <c:v>1407.8842420000001</c:v>
                </c:pt>
                <c:pt idx="66">
                  <c:v>1462.585225</c:v>
                </c:pt>
                <c:pt idx="67">
                  <c:v>1468.9277689999999</c:v>
                </c:pt>
                <c:pt idx="68">
                  <c:v>1460.257106</c:v>
                </c:pt>
                <c:pt idx="69">
                  <c:v>1520.893961</c:v>
                </c:pt>
                <c:pt idx="70">
                  <c:v>1474.086438</c:v>
                </c:pt>
                <c:pt idx="71">
                  <c:v>1514.2506089999999</c:v>
                </c:pt>
                <c:pt idx="72">
                  <c:v>1403.439153</c:v>
                </c:pt>
                <c:pt idx="73">
                  <c:v>1421.046503</c:v>
                </c:pt>
                <c:pt idx="74">
                  <c:v>1461.5577129999999</c:v>
                </c:pt>
                <c:pt idx="75">
                  <c:v>1521.4198899999999</c:v>
                </c:pt>
                <c:pt idx="76">
                  <c:v>1572.2361900000001</c:v>
                </c:pt>
                <c:pt idx="77">
                  <c:v>1524.4206859999999</c:v>
                </c:pt>
                <c:pt idx="78">
                  <c:v>1529.208357</c:v>
                </c:pt>
                <c:pt idx="79">
                  <c:v>1462.849473</c:v>
                </c:pt>
                <c:pt idx="80">
                  <c:v>1461.0821800000001</c:v>
                </c:pt>
                <c:pt idx="81">
                  <c:v>1509.9271060000001</c:v>
                </c:pt>
                <c:pt idx="82">
                  <c:v>1507.4506819999999</c:v>
                </c:pt>
                <c:pt idx="83">
                  <c:v>1528.8458189999999</c:v>
                </c:pt>
                <c:pt idx="84">
                  <c:v>1601.900124</c:v>
                </c:pt>
                <c:pt idx="85">
                  <c:v>1594.0149120000001</c:v>
                </c:pt>
                <c:pt idx="86">
                  <c:v>1519.3616549999999</c:v>
                </c:pt>
                <c:pt idx="87">
                  <c:v>1558.158185</c:v>
                </c:pt>
                <c:pt idx="88">
                  <c:v>1527.3330120000001</c:v>
                </c:pt>
                <c:pt idx="89">
                  <c:v>1585.3147690000001</c:v>
                </c:pt>
                <c:pt idx="90">
                  <c:v>1546.93616</c:v>
                </c:pt>
                <c:pt idx="91">
                  <c:v>1575.7912229999999</c:v>
                </c:pt>
                <c:pt idx="92">
                  <c:v>1602.305666</c:v>
                </c:pt>
                <c:pt idx="93">
                  <c:v>1469.418966</c:v>
                </c:pt>
                <c:pt idx="94">
                  <c:v>1546.096198</c:v>
                </c:pt>
                <c:pt idx="95">
                  <c:v>1472.235533</c:v>
                </c:pt>
                <c:pt idx="96">
                  <c:v>1459.3701599999999</c:v>
                </c:pt>
                <c:pt idx="97">
                  <c:v>1483.949574</c:v>
                </c:pt>
                <c:pt idx="98">
                  <c:v>1539.465541</c:v>
                </c:pt>
                <c:pt idx="99">
                  <c:v>1588.095949</c:v>
                </c:pt>
                <c:pt idx="100">
                  <c:v>1507.824734</c:v>
                </c:pt>
                <c:pt idx="101">
                  <c:v>1462.0192569999999</c:v>
                </c:pt>
                <c:pt idx="102">
                  <c:v>1474.21885</c:v>
                </c:pt>
                <c:pt idx="103">
                  <c:v>1516.696545</c:v>
                </c:pt>
                <c:pt idx="104">
                  <c:v>1510.835118</c:v>
                </c:pt>
                <c:pt idx="105">
                  <c:v>1518.43523</c:v>
                </c:pt>
                <c:pt idx="106">
                  <c:v>1516.9876389999999</c:v>
                </c:pt>
                <c:pt idx="107">
                  <c:v>1551.9290109999999</c:v>
                </c:pt>
                <c:pt idx="108">
                  <c:v>1470.9985079999999</c:v>
                </c:pt>
                <c:pt idx="109">
                  <c:v>1438.71732</c:v>
                </c:pt>
                <c:pt idx="110">
                  <c:v>1545.001305</c:v>
                </c:pt>
                <c:pt idx="111">
                  <c:v>1520.259677</c:v>
                </c:pt>
                <c:pt idx="112">
                  <c:v>1481.283803</c:v>
                </c:pt>
                <c:pt idx="113">
                  <c:v>1509.848776</c:v>
                </c:pt>
                <c:pt idx="114">
                  <c:v>1445.073371</c:v>
                </c:pt>
                <c:pt idx="115">
                  <c:v>1457.7569940000001</c:v>
                </c:pt>
                <c:pt idx="116">
                  <c:v>1464.9306839999999</c:v>
                </c:pt>
                <c:pt idx="117">
                  <c:v>1467.801496</c:v>
                </c:pt>
                <c:pt idx="118">
                  <c:v>1497.333607</c:v>
                </c:pt>
                <c:pt idx="119">
                  <c:v>1595.8535890000001</c:v>
                </c:pt>
                <c:pt idx="120">
                  <c:v>1609.9385569999999</c:v>
                </c:pt>
                <c:pt idx="121">
                  <c:v>1626.605024</c:v>
                </c:pt>
                <c:pt idx="122">
                  <c:v>1513.2164290000001</c:v>
                </c:pt>
                <c:pt idx="123">
                  <c:v>1514.955447</c:v>
                </c:pt>
                <c:pt idx="124">
                  <c:v>1518.751728</c:v>
                </c:pt>
                <c:pt idx="125">
                  <c:v>1540.9680470000001</c:v>
                </c:pt>
                <c:pt idx="126">
                  <c:v>1558.8398360000001</c:v>
                </c:pt>
                <c:pt idx="127">
                  <c:v>1602.6391860000001</c:v>
                </c:pt>
                <c:pt idx="128">
                  <c:v>1466.0473689999999</c:v>
                </c:pt>
                <c:pt idx="129">
                  <c:v>235.98272499999999</c:v>
                </c:pt>
                <c:pt idx="130">
                  <c:v>265.976675</c:v>
                </c:pt>
                <c:pt idx="131">
                  <c:v>232.57918699999999</c:v>
                </c:pt>
                <c:pt idx="132">
                  <c:v>250.18458000000001</c:v>
                </c:pt>
                <c:pt idx="133">
                  <c:v>238.49405899999999</c:v>
                </c:pt>
                <c:pt idx="134">
                  <c:v>268.62047200000001</c:v>
                </c:pt>
                <c:pt idx="135">
                  <c:v>242.33249499999999</c:v>
                </c:pt>
                <c:pt idx="136">
                  <c:v>251.07729</c:v>
                </c:pt>
                <c:pt idx="137">
                  <c:v>263.93886500000002</c:v>
                </c:pt>
                <c:pt idx="139">
                  <c:v>259.57784800000002</c:v>
                </c:pt>
                <c:pt idx="140">
                  <c:v>253.84730500000001</c:v>
                </c:pt>
                <c:pt idx="141">
                  <c:v>251.39148900000001</c:v>
                </c:pt>
                <c:pt idx="142">
                  <c:v>230.494922</c:v>
                </c:pt>
                <c:pt idx="143">
                  <c:v>247.448622</c:v>
                </c:pt>
                <c:pt idx="144">
                  <c:v>263.99954100000002</c:v>
                </c:pt>
                <c:pt idx="145">
                  <c:v>254.065641</c:v>
                </c:pt>
                <c:pt idx="146">
                  <c:v>257.83864999999997</c:v>
                </c:pt>
                <c:pt idx="147">
                  <c:v>253.185124</c:v>
                </c:pt>
                <c:pt idx="148">
                  <c:v>263.46882499999998</c:v>
                </c:pt>
                <c:pt idx="149">
                  <c:v>261.56057800000002</c:v>
                </c:pt>
                <c:pt idx="150">
                  <c:v>280.25974600000001</c:v>
                </c:pt>
                <c:pt idx="151">
                  <c:v>260.55764799999997</c:v>
                </c:pt>
                <c:pt idx="152">
                  <c:v>258.82901500000003</c:v>
                </c:pt>
                <c:pt idx="153">
                  <c:v>265.06107100000003</c:v>
                </c:pt>
                <c:pt idx="154">
                  <c:v>264.400105</c:v>
                </c:pt>
                <c:pt idx="155">
                  <c:v>237.6558</c:v>
                </c:pt>
                <c:pt idx="156">
                  <c:v>254.32299399999999</c:v>
                </c:pt>
                <c:pt idx="157">
                  <c:v>260.297079</c:v>
                </c:pt>
                <c:pt idx="158">
                  <c:v>270.46335599999998</c:v>
                </c:pt>
                <c:pt idx="159">
                  <c:v>245.64458300000001</c:v>
                </c:pt>
                <c:pt idx="160">
                  <c:v>63.264741000000001</c:v>
                </c:pt>
                <c:pt idx="161">
                  <c:v>169.77319399999999</c:v>
                </c:pt>
                <c:pt idx="162">
                  <c:v>234.56598700000001</c:v>
                </c:pt>
                <c:pt idx="163">
                  <c:v>250.59950000000001</c:v>
                </c:pt>
                <c:pt idx="164">
                  <c:v>256.27846799999998</c:v>
                </c:pt>
                <c:pt idx="165">
                  <c:v>253.399913</c:v>
                </c:pt>
                <c:pt idx="166">
                  <c:v>262.228679</c:v>
                </c:pt>
                <c:pt idx="167">
                  <c:v>272.24053500000002</c:v>
                </c:pt>
                <c:pt idx="168">
                  <c:v>244.26320999999999</c:v>
                </c:pt>
                <c:pt idx="169">
                  <c:v>270.42654700000003</c:v>
                </c:pt>
                <c:pt idx="170">
                  <c:v>249.41577000000001</c:v>
                </c:pt>
                <c:pt idx="171">
                  <c:v>227.13745700000001</c:v>
                </c:pt>
                <c:pt idx="172">
                  <c:v>230.586591</c:v>
                </c:pt>
                <c:pt idx="173">
                  <c:v>220.467455</c:v>
                </c:pt>
                <c:pt idx="174">
                  <c:v>212.644082</c:v>
                </c:pt>
                <c:pt idx="175">
                  <c:v>234.743842</c:v>
                </c:pt>
                <c:pt idx="176">
                  <c:v>243.71448699999999</c:v>
                </c:pt>
                <c:pt idx="177">
                  <c:v>239.36325199999999</c:v>
                </c:pt>
                <c:pt idx="178">
                  <c:v>234.37897000000001</c:v>
                </c:pt>
                <c:pt idx="179">
                  <c:v>229.15401299999999</c:v>
                </c:pt>
                <c:pt idx="180">
                  <c:v>225.712774</c:v>
                </c:pt>
                <c:pt idx="181">
                  <c:v>207.44532100000001</c:v>
                </c:pt>
                <c:pt idx="182">
                  <c:v>201.75769099999999</c:v>
                </c:pt>
                <c:pt idx="183">
                  <c:v>214.34183999999999</c:v>
                </c:pt>
                <c:pt idx="184">
                  <c:v>209.88574800000001</c:v>
                </c:pt>
                <c:pt idx="185">
                  <c:v>229.715124</c:v>
                </c:pt>
                <c:pt idx="186">
                  <c:v>223.59894199999999</c:v>
                </c:pt>
                <c:pt idx="187">
                  <c:v>205.408073</c:v>
                </c:pt>
                <c:pt idx="188">
                  <c:v>201.676177</c:v>
                </c:pt>
                <c:pt idx="189">
                  <c:v>207.248119</c:v>
                </c:pt>
                <c:pt idx="190">
                  <c:v>217.23509799999999</c:v>
                </c:pt>
                <c:pt idx="191">
                  <c:v>195.22558100000001</c:v>
                </c:pt>
                <c:pt idx="192">
                  <c:v>193.046031</c:v>
                </c:pt>
                <c:pt idx="193">
                  <c:v>205.68651299999999</c:v>
                </c:pt>
                <c:pt idx="194">
                  <c:v>212.323297</c:v>
                </c:pt>
                <c:pt idx="195">
                  <c:v>202.97553099999999</c:v>
                </c:pt>
                <c:pt idx="196">
                  <c:v>199.947147</c:v>
                </c:pt>
                <c:pt idx="197">
                  <c:v>198.565764</c:v>
                </c:pt>
                <c:pt idx="198">
                  <c:v>170.470463</c:v>
                </c:pt>
                <c:pt idx="199">
                  <c:v>191.86523299999999</c:v>
                </c:pt>
                <c:pt idx="200">
                  <c:v>183.51487399999999</c:v>
                </c:pt>
                <c:pt idx="201">
                  <c:v>200.65806599999999</c:v>
                </c:pt>
                <c:pt idx="202">
                  <c:v>214.08438699999999</c:v>
                </c:pt>
                <c:pt idx="203">
                  <c:v>218.52632600000001</c:v>
                </c:pt>
                <c:pt idx="204">
                  <c:v>226.62984800000001</c:v>
                </c:pt>
                <c:pt idx="205">
                  <c:v>201.89560499999999</c:v>
                </c:pt>
                <c:pt idx="206">
                  <c:v>205.03236699999999</c:v>
                </c:pt>
                <c:pt idx="207">
                  <c:v>206.90544399999999</c:v>
                </c:pt>
                <c:pt idx="208">
                  <c:v>216.72051200000001</c:v>
                </c:pt>
                <c:pt idx="209">
                  <c:v>213.06018399999999</c:v>
                </c:pt>
                <c:pt idx="210">
                  <c:v>200.971777</c:v>
                </c:pt>
                <c:pt idx="211">
                  <c:v>194.79317599999999</c:v>
                </c:pt>
                <c:pt idx="212">
                  <c:v>182.811183</c:v>
                </c:pt>
                <c:pt idx="213">
                  <c:v>173.370431</c:v>
                </c:pt>
                <c:pt idx="214">
                  <c:v>179.46277699999999</c:v>
                </c:pt>
                <c:pt idx="215">
                  <c:v>196.13224299999999</c:v>
                </c:pt>
                <c:pt idx="216">
                  <c:v>189.393801</c:v>
                </c:pt>
                <c:pt idx="217">
                  <c:v>205.38597200000001</c:v>
                </c:pt>
                <c:pt idx="218">
                  <c:v>208.86747299999999</c:v>
                </c:pt>
                <c:pt idx="219">
                  <c:v>175.61822000000001</c:v>
                </c:pt>
                <c:pt idx="220">
                  <c:v>196.92577</c:v>
                </c:pt>
                <c:pt idx="221">
                  <c:v>175.47609800000001</c:v>
                </c:pt>
                <c:pt idx="222">
                  <c:v>200.810261</c:v>
                </c:pt>
                <c:pt idx="223">
                  <c:v>188.94161600000001</c:v>
                </c:pt>
                <c:pt idx="224">
                  <c:v>208.58099799999999</c:v>
                </c:pt>
                <c:pt idx="225">
                  <c:v>209.03680199999999</c:v>
                </c:pt>
                <c:pt idx="226">
                  <c:v>181.13463200000001</c:v>
                </c:pt>
                <c:pt idx="227">
                  <c:v>198.52538300000001</c:v>
                </c:pt>
                <c:pt idx="228">
                  <c:v>210.44506999999999</c:v>
                </c:pt>
                <c:pt idx="229">
                  <c:v>198.29031699999999</c:v>
                </c:pt>
                <c:pt idx="230">
                  <c:v>211.359003</c:v>
                </c:pt>
                <c:pt idx="231">
                  <c:v>186.630594</c:v>
                </c:pt>
                <c:pt idx="232">
                  <c:v>204.85711000000001</c:v>
                </c:pt>
                <c:pt idx="233">
                  <c:v>179.60169300000001</c:v>
                </c:pt>
                <c:pt idx="234">
                  <c:v>186.40919299999999</c:v>
                </c:pt>
                <c:pt idx="235">
                  <c:v>193.45496199999999</c:v>
                </c:pt>
                <c:pt idx="236">
                  <c:v>202.20443599999999</c:v>
                </c:pt>
                <c:pt idx="237">
                  <c:v>212.82704699999999</c:v>
                </c:pt>
                <c:pt idx="238">
                  <c:v>204.34792400000001</c:v>
                </c:pt>
                <c:pt idx="239">
                  <c:v>224.68755300000001</c:v>
                </c:pt>
                <c:pt idx="240">
                  <c:v>218.26937699999999</c:v>
                </c:pt>
                <c:pt idx="241">
                  <c:v>186.966891</c:v>
                </c:pt>
                <c:pt idx="242">
                  <c:v>193.32997599999999</c:v>
                </c:pt>
                <c:pt idx="243">
                  <c:v>194.61568199999999</c:v>
                </c:pt>
                <c:pt idx="244">
                  <c:v>202.48753600000001</c:v>
                </c:pt>
                <c:pt idx="245">
                  <c:v>194.33351500000001</c:v>
                </c:pt>
                <c:pt idx="246">
                  <c:v>216.679529</c:v>
                </c:pt>
                <c:pt idx="247">
                  <c:v>189.54897600000001</c:v>
                </c:pt>
                <c:pt idx="248">
                  <c:v>188.50115700000001</c:v>
                </c:pt>
                <c:pt idx="249">
                  <c:v>193.20216400000001</c:v>
                </c:pt>
                <c:pt idx="250">
                  <c:v>192.139105</c:v>
                </c:pt>
                <c:pt idx="251">
                  <c:v>190.728072</c:v>
                </c:pt>
                <c:pt idx="252">
                  <c:v>206.59037799999999</c:v>
                </c:pt>
                <c:pt idx="253">
                  <c:v>207.18911600000001</c:v>
                </c:pt>
                <c:pt idx="254">
                  <c:v>194.60743199999999</c:v>
                </c:pt>
                <c:pt idx="255">
                  <c:v>183.600368</c:v>
                </c:pt>
                <c:pt idx="256">
                  <c:v>191.63754800000001</c:v>
                </c:pt>
                <c:pt idx="257">
                  <c:v>185.940214</c:v>
                </c:pt>
                <c:pt idx="258">
                  <c:v>193.47345799999999</c:v>
                </c:pt>
                <c:pt idx="259">
                  <c:v>193.98967200000001</c:v>
                </c:pt>
                <c:pt idx="260">
                  <c:v>167.854117</c:v>
                </c:pt>
                <c:pt idx="261">
                  <c:v>158.76787100000001</c:v>
                </c:pt>
                <c:pt idx="262">
                  <c:v>179.874087</c:v>
                </c:pt>
                <c:pt idx="263">
                  <c:v>204.16850500000001</c:v>
                </c:pt>
                <c:pt idx="264">
                  <c:v>190.213874</c:v>
                </c:pt>
                <c:pt idx="265">
                  <c:v>197.887663</c:v>
                </c:pt>
                <c:pt idx="266">
                  <c:v>199.127059</c:v>
                </c:pt>
                <c:pt idx="267">
                  <c:v>185.88331299999999</c:v>
                </c:pt>
                <c:pt idx="268">
                  <c:v>178.85835</c:v>
                </c:pt>
                <c:pt idx="269">
                  <c:v>193.60599999999999</c:v>
                </c:pt>
                <c:pt idx="270">
                  <c:v>188.527703</c:v>
                </c:pt>
                <c:pt idx="271">
                  <c:v>192.59718599999999</c:v>
                </c:pt>
                <c:pt idx="272">
                  <c:v>194.04506599999999</c:v>
                </c:pt>
                <c:pt idx="273">
                  <c:v>188.700098</c:v>
                </c:pt>
                <c:pt idx="274">
                  <c:v>205.73007200000001</c:v>
                </c:pt>
                <c:pt idx="275">
                  <c:v>201.89571100000001</c:v>
                </c:pt>
                <c:pt idx="276">
                  <c:v>206.477711</c:v>
                </c:pt>
                <c:pt idx="277">
                  <c:v>165.21271999999999</c:v>
                </c:pt>
                <c:pt idx="278">
                  <c:v>202.380494</c:v>
                </c:pt>
                <c:pt idx="279">
                  <c:v>193.583866</c:v>
                </c:pt>
                <c:pt idx="280">
                  <c:v>201.011032</c:v>
                </c:pt>
                <c:pt idx="281">
                  <c:v>203.773167</c:v>
                </c:pt>
                <c:pt idx="282">
                  <c:v>198.09769900000001</c:v>
                </c:pt>
                <c:pt idx="283">
                  <c:v>203.98836900000001</c:v>
                </c:pt>
                <c:pt idx="284">
                  <c:v>207.79785799999999</c:v>
                </c:pt>
                <c:pt idx="285">
                  <c:v>180.018541</c:v>
                </c:pt>
                <c:pt idx="286">
                  <c:v>159.311533</c:v>
                </c:pt>
                <c:pt idx="287">
                  <c:v>194.82538700000001</c:v>
                </c:pt>
                <c:pt idx="288">
                  <c:v>205.78021200000001</c:v>
                </c:pt>
                <c:pt idx="289">
                  <c:v>192.57309799999999</c:v>
                </c:pt>
                <c:pt idx="290">
                  <c:v>158.18890400000001</c:v>
                </c:pt>
                <c:pt idx="291">
                  <c:v>208.49234200000001</c:v>
                </c:pt>
                <c:pt idx="292">
                  <c:v>182.41036299999999</c:v>
                </c:pt>
                <c:pt idx="293">
                  <c:v>205.07875899999999</c:v>
                </c:pt>
                <c:pt idx="294">
                  <c:v>200.124314</c:v>
                </c:pt>
                <c:pt idx="295">
                  <c:v>212.78714600000001</c:v>
                </c:pt>
                <c:pt idx="296">
                  <c:v>230.96978899999999</c:v>
                </c:pt>
                <c:pt idx="297">
                  <c:v>235.89418900000001</c:v>
                </c:pt>
                <c:pt idx="298">
                  <c:v>236.318839</c:v>
                </c:pt>
                <c:pt idx="299">
                  <c:v>243.11201500000001</c:v>
                </c:pt>
                <c:pt idx="300">
                  <c:v>231.80796000000001</c:v>
                </c:pt>
                <c:pt idx="301">
                  <c:v>227.95625899999999</c:v>
                </c:pt>
                <c:pt idx="302">
                  <c:v>223.78047900000001</c:v>
                </c:pt>
                <c:pt idx="303">
                  <c:v>219.06503499999999</c:v>
                </c:pt>
                <c:pt idx="304">
                  <c:v>197.20540399999999</c:v>
                </c:pt>
                <c:pt idx="305">
                  <c:v>220.25790699999999</c:v>
                </c:pt>
                <c:pt idx="306">
                  <c:v>234.33286899999999</c:v>
                </c:pt>
                <c:pt idx="307">
                  <c:v>226.17786000000001</c:v>
                </c:pt>
                <c:pt idx="308">
                  <c:v>222.122423</c:v>
                </c:pt>
                <c:pt idx="309">
                  <c:v>222.49455399999999</c:v>
                </c:pt>
                <c:pt idx="310">
                  <c:v>208.820661</c:v>
                </c:pt>
                <c:pt idx="311">
                  <c:v>218.017257</c:v>
                </c:pt>
                <c:pt idx="312">
                  <c:v>211.17578800000001</c:v>
                </c:pt>
                <c:pt idx="313">
                  <c:v>190.40212099999999</c:v>
                </c:pt>
                <c:pt idx="314">
                  <c:v>248.198971</c:v>
                </c:pt>
                <c:pt idx="315">
                  <c:v>223.13688200000001</c:v>
                </c:pt>
                <c:pt idx="316">
                  <c:v>216.91581099999999</c:v>
                </c:pt>
                <c:pt idx="317">
                  <c:v>217.886256</c:v>
                </c:pt>
                <c:pt idx="318">
                  <c:v>212.74531400000001</c:v>
                </c:pt>
                <c:pt idx="319">
                  <c:v>212.83696399999999</c:v>
                </c:pt>
                <c:pt idx="320">
                  <c:v>192.572237</c:v>
                </c:pt>
                <c:pt idx="321">
                  <c:v>209.13659699999999</c:v>
                </c:pt>
                <c:pt idx="322">
                  <c:v>220.59763100000001</c:v>
                </c:pt>
                <c:pt idx="323">
                  <c:v>227.85360700000001</c:v>
                </c:pt>
                <c:pt idx="324">
                  <c:v>211.718673</c:v>
                </c:pt>
                <c:pt idx="325">
                  <c:v>219.88187500000001</c:v>
                </c:pt>
                <c:pt idx="326">
                  <c:v>211.72714999999999</c:v>
                </c:pt>
                <c:pt idx="327">
                  <c:v>233.795322</c:v>
                </c:pt>
                <c:pt idx="328">
                  <c:v>229.08504300000001</c:v>
                </c:pt>
                <c:pt idx="329">
                  <c:v>228.65392199999999</c:v>
                </c:pt>
                <c:pt idx="330">
                  <c:v>235.51277899999999</c:v>
                </c:pt>
                <c:pt idx="331">
                  <c:v>224.657928</c:v>
                </c:pt>
                <c:pt idx="332">
                  <c:v>208.772705</c:v>
                </c:pt>
                <c:pt idx="333">
                  <c:v>216.21457899999999</c:v>
                </c:pt>
                <c:pt idx="334">
                  <c:v>190.21795</c:v>
                </c:pt>
                <c:pt idx="335">
                  <c:v>219.903818</c:v>
                </c:pt>
                <c:pt idx="336">
                  <c:v>213.20915400000001</c:v>
                </c:pt>
                <c:pt idx="337">
                  <c:v>210.67665</c:v>
                </c:pt>
                <c:pt idx="338">
                  <c:v>213.352868</c:v>
                </c:pt>
                <c:pt idx="339">
                  <c:v>194.25521900000001</c:v>
                </c:pt>
                <c:pt idx="340">
                  <c:v>210.7972</c:v>
                </c:pt>
                <c:pt idx="341">
                  <c:v>207.20348100000001</c:v>
                </c:pt>
                <c:pt idx="342">
                  <c:v>210.341802</c:v>
                </c:pt>
                <c:pt idx="343">
                  <c:v>228.59911700000001</c:v>
                </c:pt>
                <c:pt idx="344">
                  <c:v>229.68122399999999</c:v>
                </c:pt>
                <c:pt idx="345">
                  <c:v>212.22188299999999</c:v>
                </c:pt>
                <c:pt idx="346">
                  <c:v>228.106708</c:v>
                </c:pt>
                <c:pt idx="347">
                  <c:v>217.36389399999999</c:v>
                </c:pt>
                <c:pt idx="348">
                  <c:v>226.45700500000001</c:v>
                </c:pt>
                <c:pt idx="349">
                  <c:v>228.17991599999999</c:v>
                </c:pt>
                <c:pt idx="350">
                  <c:v>227.415111</c:v>
                </c:pt>
                <c:pt idx="351">
                  <c:v>180.420402</c:v>
                </c:pt>
                <c:pt idx="352">
                  <c:v>212.178493</c:v>
                </c:pt>
                <c:pt idx="353">
                  <c:v>221.21889400000001</c:v>
                </c:pt>
                <c:pt idx="354">
                  <c:v>219.19299000000001</c:v>
                </c:pt>
                <c:pt idx="355">
                  <c:v>227.46595199999999</c:v>
                </c:pt>
                <c:pt idx="356">
                  <c:v>227.30071899999999</c:v>
                </c:pt>
                <c:pt idx="357">
                  <c:v>218.355007</c:v>
                </c:pt>
                <c:pt idx="358">
                  <c:v>223.47779600000001</c:v>
                </c:pt>
                <c:pt idx="359">
                  <c:v>213.169276</c:v>
                </c:pt>
                <c:pt idx="360">
                  <c:v>217.812907</c:v>
                </c:pt>
                <c:pt idx="361">
                  <c:v>210.921648</c:v>
                </c:pt>
                <c:pt idx="362">
                  <c:v>231.97494499999999</c:v>
                </c:pt>
                <c:pt idx="363">
                  <c:v>227.08179000000001</c:v>
                </c:pt>
                <c:pt idx="364">
                  <c:v>233.48231200000001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7-FA5F-4BBE-94A3-81A36868AD1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338257231"/>
        <c:axId val="1338257711"/>
      </c:lineChart>
      <c:lineChart>
        <c:grouping val="standard"/>
        <c:varyColors val="0"/>
        <c:ser>
          <c:idx val="8"/>
          <c:order val="8"/>
          <c:tx>
            <c:strRef>
              <c:f>'3G Data'!$J$1</c:f>
              <c:strCache>
                <c:ptCount val="1"/>
                <c:pt idx="0">
                  <c:v>Network</c:v>
                </c:pt>
              </c:strCache>
            </c:strRef>
          </c:tx>
          <c:spPr>
            <a:ln w="28575" cap="rnd">
              <a:solidFill>
                <a:schemeClr val="accent3">
                  <a:lumMod val="60000"/>
                </a:schemeClr>
              </a:solidFill>
              <a:round/>
            </a:ln>
            <a:effectLst/>
          </c:spPr>
          <c:marker>
            <c:symbol val="none"/>
          </c:marker>
          <c:cat>
            <c:numRef>
              <c:f>'3G Data'!$A$2:$A$366</c:f>
              <c:numCache>
                <c:formatCode>m/d/yyyy</c:formatCode>
                <c:ptCount val="365"/>
                <c:pt idx="0">
                  <c:v>45829</c:v>
                </c:pt>
                <c:pt idx="1">
                  <c:v>45830</c:v>
                </c:pt>
                <c:pt idx="2">
                  <c:v>45831</c:v>
                </c:pt>
                <c:pt idx="3">
                  <c:v>45832</c:v>
                </c:pt>
                <c:pt idx="4">
                  <c:v>45833</c:v>
                </c:pt>
                <c:pt idx="5">
                  <c:v>45834</c:v>
                </c:pt>
                <c:pt idx="6">
                  <c:v>45835</c:v>
                </c:pt>
                <c:pt idx="7">
                  <c:v>45836</c:v>
                </c:pt>
                <c:pt idx="8">
                  <c:v>45837</c:v>
                </c:pt>
                <c:pt idx="9">
                  <c:v>45838</c:v>
                </c:pt>
                <c:pt idx="10">
                  <c:v>45839</c:v>
                </c:pt>
                <c:pt idx="11">
                  <c:v>45840</c:v>
                </c:pt>
                <c:pt idx="12">
                  <c:v>45841</c:v>
                </c:pt>
                <c:pt idx="13">
                  <c:v>45842</c:v>
                </c:pt>
                <c:pt idx="14">
                  <c:v>45843</c:v>
                </c:pt>
                <c:pt idx="15">
                  <c:v>45844</c:v>
                </c:pt>
                <c:pt idx="16">
                  <c:v>45845</c:v>
                </c:pt>
                <c:pt idx="17">
                  <c:v>45846</c:v>
                </c:pt>
                <c:pt idx="18">
                  <c:v>45847</c:v>
                </c:pt>
                <c:pt idx="19">
                  <c:v>45848</c:v>
                </c:pt>
                <c:pt idx="20">
                  <c:v>45849</c:v>
                </c:pt>
                <c:pt idx="21">
                  <c:v>45850</c:v>
                </c:pt>
                <c:pt idx="22">
                  <c:v>45851</c:v>
                </c:pt>
                <c:pt idx="23">
                  <c:v>45852</c:v>
                </c:pt>
                <c:pt idx="24">
                  <c:v>45853</c:v>
                </c:pt>
                <c:pt idx="25">
                  <c:v>45854</c:v>
                </c:pt>
                <c:pt idx="26">
                  <c:v>45855</c:v>
                </c:pt>
                <c:pt idx="27">
                  <c:v>45856</c:v>
                </c:pt>
                <c:pt idx="28">
                  <c:v>45857</c:v>
                </c:pt>
                <c:pt idx="29">
                  <c:v>45858</c:v>
                </c:pt>
                <c:pt idx="30">
                  <c:v>45859</c:v>
                </c:pt>
                <c:pt idx="31">
                  <c:v>45860</c:v>
                </c:pt>
                <c:pt idx="32">
                  <c:v>45861</c:v>
                </c:pt>
                <c:pt idx="33">
                  <c:v>45862</c:v>
                </c:pt>
                <c:pt idx="34">
                  <c:v>45863</c:v>
                </c:pt>
                <c:pt idx="35">
                  <c:v>45864</c:v>
                </c:pt>
                <c:pt idx="36">
                  <c:v>45865</c:v>
                </c:pt>
                <c:pt idx="37">
                  <c:v>45866</c:v>
                </c:pt>
                <c:pt idx="38">
                  <c:v>45867</c:v>
                </c:pt>
                <c:pt idx="39">
                  <c:v>45868</c:v>
                </c:pt>
                <c:pt idx="40">
                  <c:v>45869</c:v>
                </c:pt>
                <c:pt idx="41">
                  <c:v>45870</c:v>
                </c:pt>
                <c:pt idx="42">
                  <c:v>45871</c:v>
                </c:pt>
                <c:pt idx="43">
                  <c:v>45872</c:v>
                </c:pt>
                <c:pt idx="44">
                  <c:v>45873</c:v>
                </c:pt>
                <c:pt idx="45">
                  <c:v>45874</c:v>
                </c:pt>
                <c:pt idx="46">
                  <c:v>45875</c:v>
                </c:pt>
                <c:pt idx="47">
                  <c:v>45876</c:v>
                </c:pt>
                <c:pt idx="48">
                  <c:v>45877</c:v>
                </c:pt>
                <c:pt idx="49">
                  <c:v>45878</c:v>
                </c:pt>
                <c:pt idx="50">
                  <c:v>45879</c:v>
                </c:pt>
                <c:pt idx="51">
                  <c:v>45880</c:v>
                </c:pt>
                <c:pt idx="52">
                  <c:v>45881</c:v>
                </c:pt>
                <c:pt idx="53">
                  <c:v>45882</c:v>
                </c:pt>
                <c:pt idx="54">
                  <c:v>45883</c:v>
                </c:pt>
                <c:pt idx="55">
                  <c:v>45884</c:v>
                </c:pt>
                <c:pt idx="56">
                  <c:v>45885</c:v>
                </c:pt>
                <c:pt idx="57">
                  <c:v>45886</c:v>
                </c:pt>
                <c:pt idx="58">
                  <c:v>45887</c:v>
                </c:pt>
                <c:pt idx="59">
                  <c:v>45888</c:v>
                </c:pt>
                <c:pt idx="60">
                  <c:v>45889</c:v>
                </c:pt>
                <c:pt idx="61">
                  <c:v>45890</c:v>
                </c:pt>
                <c:pt idx="62">
                  <c:v>45891</c:v>
                </c:pt>
                <c:pt idx="63">
                  <c:v>45892</c:v>
                </c:pt>
                <c:pt idx="64">
                  <c:v>45893</c:v>
                </c:pt>
                <c:pt idx="65">
                  <c:v>45894</c:v>
                </c:pt>
                <c:pt idx="66">
                  <c:v>45895</c:v>
                </c:pt>
                <c:pt idx="67">
                  <c:v>45896</c:v>
                </c:pt>
                <c:pt idx="68">
                  <c:v>45897</c:v>
                </c:pt>
                <c:pt idx="69">
                  <c:v>45898</c:v>
                </c:pt>
                <c:pt idx="70">
                  <c:v>45899</c:v>
                </c:pt>
                <c:pt idx="71">
                  <c:v>45900</c:v>
                </c:pt>
                <c:pt idx="72">
                  <c:v>45901</c:v>
                </c:pt>
                <c:pt idx="73">
                  <c:v>45902</c:v>
                </c:pt>
                <c:pt idx="74">
                  <c:v>45903</c:v>
                </c:pt>
                <c:pt idx="75">
                  <c:v>45904</c:v>
                </c:pt>
                <c:pt idx="76">
                  <c:v>45905</c:v>
                </c:pt>
                <c:pt idx="77">
                  <c:v>45906</c:v>
                </c:pt>
                <c:pt idx="78">
                  <c:v>45907</c:v>
                </c:pt>
                <c:pt idx="79">
                  <c:v>45908</c:v>
                </c:pt>
                <c:pt idx="80">
                  <c:v>45909</c:v>
                </c:pt>
                <c:pt idx="81">
                  <c:v>45910</c:v>
                </c:pt>
                <c:pt idx="82">
                  <c:v>45911</c:v>
                </c:pt>
                <c:pt idx="83">
                  <c:v>45912</c:v>
                </c:pt>
                <c:pt idx="84">
                  <c:v>45913</c:v>
                </c:pt>
                <c:pt idx="85">
                  <c:v>45914</c:v>
                </c:pt>
                <c:pt idx="86">
                  <c:v>45915</c:v>
                </c:pt>
                <c:pt idx="87">
                  <c:v>45916</c:v>
                </c:pt>
                <c:pt idx="88">
                  <c:v>45917</c:v>
                </c:pt>
                <c:pt idx="89">
                  <c:v>45918</c:v>
                </c:pt>
                <c:pt idx="90">
                  <c:v>45919</c:v>
                </c:pt>
                <c:pt idx="91">
                  <c:v>45920</c:v>
                </c:pt>
                <c:pt idx="92">
                  <c:v>45921</c:v>
                </c:pt>
                <c:pt idx="93">
                  <c:v>45922</c:v>
                </c:pt>
                <c:pt idx="94">
                  <c:v>45923</c:v>
                </c:pt>
                <c:pt idx="95">
                  <c:v>45924</c:v>
                </c:pt>
                <c:pt idx="96">
                  <c:v>45925</c:v>
                </c:pt>
                <c:pt idx="97">
                  <c:v>45926</c:v>
                </c:pt>
                <c:pt idx="98">
                  <c:v>45927</c:v>
                </c:pt>
                <c:pt idx="99">
                  <c:v>45928</c:v>
                </c:pt>
                <c:pt idx="100">
                  <c:v>45929</c:v>
                </c:pt>
                <c:pt idx="101">
                  <c:v>45930</c:v>
                </c:pt>
                <c:pt idx="102">
                  <c:v>45931</c:v>
                </c:pt>
                <c:pt idx="103">
                  <c:v>45932</c:v>
                </c:pt>
                <c:pt idx="104">
                  <c:v>45933</c:v>
                </c:pt>
                <c:pt idx="105">
                  <c:v>45934</c:v>
                </c:pt>
                <c:pt idx="106">
                  <c:v>45935</c:v>
                </c:pt>
                <c:pt idx="107">
                  <c:v>45936</c:v>
                </c:pt>
                <c:pt idx="108">
                  <c:v>45937</c:v>
                </c:pt>
                <c:pt idx="109">
                  <c:v>45938</c:v>
                </c:pt>
                <c:pt idx="110">
                  <c:v>45939</c:v>
                </c:pt>
                <c:pt idx="111">
                  <c:v>45940</c:v>
                </c:pt>
                <c:pt idx="112">
                  <c:v>45941</c:v>
                </c:pt>
                <c:pt idx="113">
                  <c:v>45942</c:v>
                </c:pt>
                <c:pt idx="114">
                  <c:v>45943</c:v>
                </c:pt>
                <c:pt idx="115">
                  <c:v>45944</c:v>
                </c:pt>
                <c:pt idx="116">
                  <c:v>45945</c:v>
                </c:pt>
                <c:pt idx="117">
                  <c:v>45946</c:v>
                </c:pt>
                <c:pt idx="118">
                  <c:v>45947</c:v>
                </c:pt>
                <c:pt idx="119">
                  <c:v>45948</c:v>
                </c:pt>
                <c:pt idx="120">
                  <c:v>45949</c:v>
                </c:pt>
                <c:pt idx="121">
                  <c:v>45950</c:v>
                </c:pt>
                <c:pt idx="122">
                  <c:v>45951</c:v>
                </c:pt>
                <c:pt idx="123">
                  <c:v>45952</c:v>
                </c:pt>
                <c:pt idx="124">
                  <c:v>45953</c:v>
                </c:pt>
                <c:pt idx="125">
                  <c:v>45954</c:v>
                </c:pt>
                <c:pt idx="126">
                  <c:v>45955</c:v>
                </c:pt>
                <c:pt idx="127">
                  <c:v>45956</c:v>
                </c:pt>
                <c:pt idx="128">
                  <c:v>45957</c:v>
                </c:pt>
                <c:pt idx="129">
                  <c:v>45958</c:v>
                </c:pt>
                <c:pt idx="130">
                  <c:v>45959</c:v>
                </c:pt>
                <c:pt idx="131">
                  <c:v>45960</c:v>
                </c:pt>
                <c:pt idx="132">
                  <c:v>45961</c:v>
                </c:pt>
                <c:pt idx="133">
                  <c:v>45962</c:v>
                </c:pt>
                <c:pt idx="134">
                  <c:v>45963</c:v>
                </c:pt>
                <c:pt idx="135">
                  <c:v>45964</c:v>
                </c:pt>
                <c:pt idx="136">
                  <c:v>45965</c:v>
                </c:pt>
                <c:pt idx="137">
                  <c:v>45966</c:v>
                </c:pt>
                <c:pt idx="138">
                  <c:v>45967</c:v>
                </c:pt>
                <c:pt idx="139">
                  <c:v>45968</c:v>
                </c:pt>
                <c:pt idx="140">
                  <c:v>45969</c:v>
                </c:pt>
                <c:pt idx="141">
                  <c:v>45970</c:v>
                </c:pt>
                <c:pt idx="142">
                  <c:v>45971</c:v>
                </c:pt>
                <c:pt idx="143">
                  <c:v>45972</c:v>
                </c:pt>
                <c:pt idx="144">
                  <c:v>45973</c:v>
                </c:pt>
                <c:pt idx="145">
                  <c:v>45974</c:v>
                </c:pt>
                <c:pt idx="146">
                  <c:v>45975</c:v>
                </c:pt>
                <c:pt idx="147">
                  <c:v>45976</c:v>
                </c:pt>
                <c:pt idx="148">
                  <c:v>45977</c:v>
                </c:pt>
                <c:pt idx="149">
                  <c:v>45978</c:v>
                </c:pt>
                <c:pt idx="150">
                  <c:v>45979</c:v>
                </c:pt>
                <c:pt idx="151">
                  <c:v>45980</c:v>
                </c:pt>
                <c:pt idx="152">
                  <c:v>45981</c:v>
                </c:pt>
                <c:pt idx="153">
                  <c:v>45982</c:v>
                </c:pt>
                <c:pt idx="154">
                  <c:v>45983</c:v>
                </c:pt>
                <c:pt idx="155">
                  <c:v>45984</c:v>
                </c:pt>
                <c:pt idx="156">
                  <c:v>45985</c:v>
                </c:pt>
                <c:pt idx="157">
                  <c:v>45986</c:v>
                </c:pt>
                <c:pt idx="158">
                  <c:v>45987</c:v>
                </c:pt>
                <c:pt idx="159">
                  <c:v>45988</c:v>
                </c:pt>
                <c:pt idx="160">
                  <c:v>45989</c:v>
                </c:pt>
                <c:pt idx="161">
                  <c:v>45990</c:v>
                </c:pt>
                <c:pt idx="162">
                  <c:v>45991</c:v>
                </c:pt>
                <c:pt idx="163">
                  <c:v>45992</c:v>
                </c:pt>
                <c:pt idx="164">
                  <c:v>45993</c:v>
                </c:pt>
                <c:pt idx="165">
                  <c:v>45994</c:v>
                </c:pt>
                <c:pt idx="166">
                  <c:v>45995</c:v>
                </c:pt>
                <c:pt idx="167">
                  <c:v>45996</c:v>
                </c:pt>
                <c:pt idx="168">
                  <c:v>45997</c:v>
                </c:pt>
                <c:pt idx="169">
                  <c:v>45998</c:v>
                </c:pt>
                <c:pt idx="170">
                  <c:v>45999</c:v>
                </c:pt>
                <c:pt idx="171">
                  <c:v>46000</c:v>
                </c:pt>
                <c:pt idx="172">
                  <c:v>46001</c:v>
                </c:pt>
                <c:pt idx="173">
                  <c:v>46002</c:v>
                </c:pt>
                <c:pt idx="174">
                  <c:v>46003</c:v>
                </c:pt>
                <c:pt idx="175">
                  <c:v>46004</c:v>
                </c:pt>
                <c:pt idx="176">
                  <c:v>46005</c:v>
                </c:pt>
                <c:pt idx="177">
                  <c:v>46006</c:v>
                </c:pt>
                <c:pt idx="178">
                  <c:v>46007</c:v>
                </c:pt>
                <c:pt idx="179">
                  <c:v>46008</c:v>
                </c:pt>
                <c:pt idx="180">
                  <c:v>46009</c:v>
                </c:pt>
                <c:pt idx="181">
                  <c:v>46010</c:v>
                </c:pt>
                <c:pt idx="182">
                  <c:v>46011</c:v>
                </c:pt>
                <c:pt idx="183">
                  <c:v>46012</c:v>
                </c:pt>
                <c:pt idx="184">
                  <c:v>46013</c:v>
                </c:pt>
                <c:pt idx="185">
                  <c:v>46014</c:v>
                </c:pt>
                <c:pt idx="186">
                  <c:v>46015</c:v>
                </c:pt>
                <c:pt idx="187">
                  <c:v>46016</c:v>
                </c:pt>
                <c:pt idx="188">
                  <c:v>46017</c:v>
                </c:pt>
                <c:pt idx="189">
                  <c:v>46018</c:v>
                </c:pt>
                <c:pt idx="190">
                  <c:v>46019</c:v>
                </c:pt>
                <c:pt idx="191">
                  <c:v>46020</c:v>
                </c:pt>
                <c:pt idx="192">
                  <c:v>46021</c:v>
                </c:pt>
                <c:pt idx="193">
                  <c:v>46022</c:v>
                </c:pt>
                <c:pt idx="194">
                  <c:v>46023</c:v>
                </c:pt>
                <c:pt idx="195">
                  <c:v>46024</c:v>
                </c:pt>
                <c:pt idx="196">
                  <c:v>46025</c:v>
                </c:pt>
                <c:pt idx="197">
                  <c:v>46026</c:v>
                </c:pt>
                <c:pt idx="198">
                  <c:v>46027</c:v>
                </c:pt>
                <c:pt idx="199">
                  <c:v>46028</c:v>
                </c:pt>
                <c:pt idx="200">
                  <c:v>46029</c:v>
                </c:pt>
                <c:pt idx="201">
                  <c:v>46030</c:v>
                </c:pt>
                <c:pt idx="202">
                  <c:v>46031</c:v>
                </c:pt>
                <c:pt idx="203">
                  <c:v>46032</c:v>
                </c:pt>
                <c:pt idx="204">
                  <c:v>46033</c:v>
                </c:pt>
                <c:pt idx="205">
                  <c:v>46034</c:v>
                </c:pt>
                <c:pt idx="206">
                  <c:v>46035</c:v>
                </c:pt>
                <c:pt idx="207">
                  <c:v>46036</c:v>
                </c:pt>
                <c:pt idx="208">
                  <c:v>46037</c:v>
                </c:pt>
                <c:pt idx="209">
                  <c:v>46038</c:v>
                </c:pt>
                <c:pt idx="210">
                  <c:v>46039</c:v>
                </c:pt>
                <c:pt idx="211">
                  <c:v>46040</c:v>
                </c:pt>
                <c:pt idx="212">
                  <c:v>46041</c:v>
                </c:pt>
                <c:pt idx="213">
                  <c:v>46042</c:v>
                </c:pt>
                <c:pt idx="214">
                  <c:v>46043</c:v>
                </c:pt>
                <c:pt idx="215">
                  <c:v>46044</c:v>
                </c:pt>
                <c:pt idx="216">
                  <c:v>46045</c:v>
                </c:pt>
                <c:pt idx="217">
                  <c:v>46046</c:v>
                </c:pt>
                <c:pt idx="218">
                  <c:v>46047</c:v>
                </c:pt>
                <c:pt idx="219">
                  <c:v>46048</c:v>
                </c:pt>
                <c:pt idx="220">
                  <c:v>46049</c:v>
                </c:pt>
                <c:pt idx="221">
                  <c:v>46050</c:v>
                </c:pt>
                <c:pt idx="222">
                  <c:v>46051</c:v>
                </c:pt>
                <c:pt idx="223">
                  <c:v>46052</c:v>
                </c:pt>
                <c:pt idx="224">
                  <c:v>46053</c:v>
                </c:pt>
                <c:pt idx="225">
                  <c:v>46054</c:v>
                </c:pt>
                <c:pt idx="226">
                  <c:v>46055</c:v>
                </c:pt>
                <c:pt idx="227">
                  <c:v>46056</c:v>
                </c:pt>
                <c:pt idx="228">
                  <c:v>46057</c:v>
                </c:pt>
                <c:pt idx="229">
                  <c:v>46058</c:v>
                </c:pt>
                <c:pt idx="230">
                  <c:v>46059</c:v>
                </c:pt>
                <c:pt idx="231">
                  <c:v>46060</c:v>
                </c:pt>
                <c:pt idx="232">
                  <c:v>46061</c:v>
                </c:pt>
                <c:pt idx="233">
                  <c:v>46062</c:v>
                </c:pt>
                <c:pt idx="234">
                  <c:v>46063</c:v>
                </c:pt>
                <c:pt idx="235">
                  <c:v>46064</c:v>
                </c:pt>
                <c:pt idx="236">
                  <c:v>46065</c:v>
                </c:pt>
                <c:pt idx="237">
                  <c:v>46066</c:v>
                </c:pt>
                <c:pt idx="238">
                  <c:v>46067</c:v>
                </c:pt>
                <c:pt idx="239">
                  <c:v>46068</c:v>
                </c:pt>
                <c:pt idx="240">
                  <c:v>46069</c:v>
                </c:pt>
                <c:pt idx="241">
                  <c:v>46070</c:v>
                </c:pt>
                <c:pt idx="242">
                  <c:v>46071</c:v>
                </c:pt>
                <c:pt idx="243">
                  <c:v>46072</c:v>
                </c:pt>
                <c:pt idx="244">
                  <c:v>46073</c:v>
                </c:pt>
                <c:pt idx="245">
                  <c:v>46074</c:v>
                </c:pt>
                <c:pt idx="246">
                  <c:v>46075</c:v>
                </c:pt>
                <c:pt idx="247">
                  <c:v>46076</c:v>
                </c:pt>
                <c:pt idx="248">
                  <c:v>46077</c:v>
                </c:pt>
                <c:pt idx="249">
                  <c:v>46078</c:v>
                </c:pt>
                <c:pt idx="250">
                  <c:v>46079</c:v>
                </c:pt>
                <c:pt idx="251">
                  <c:v>46080</c:v>
                </c:pt>
                <c:pt idx="252">
                  <c:v>46081</c:v>
                </c:pt>
                <c:pt idx="253">
                  <c:v>46082</c:v>
                </c:pt>
                <c:pt idx="254">
                  <c:v>46083</c:v>
                </c:pt>
                <c:pt idx="255">
                  <c:v>46084</c:v>
                </c:pt>
                <c:pt idx="256">
                  <c:v>46085</c:v>
                </c:pt>
                <c:pt idx="257">
                  <c:v>46086</c:v>
                </c:pt>
                <c:pt idx="258">
                  <c:v>46087</c:v>
                </c:pt>
                <c:pt idx="259">
                  <c:v>46088</c:v>
                </c:pt>
                <c:pt idx="260">
                  <c:v>46089</c:v>
                </c:pt>
                <c:pt idx="261">
                  <c:v>46090</c:v>
                </c:pt>
                <c:pt idx="262">
                  <c:v>46091</c:v>
                </c:pt>
                <c:pt idx="263">
                  <c:v>46092</c:v>
                </c:pt>
                <c:pt idx="264">
                  <c:v>46093</c:v>
                </c:pt>
                <c:pt idx="265">
                  <c:v>46094</c:v>
                </c:pt>
                <c:pt idx="266">
                  <c:v>46095</c:v>
                </c:pt>
                <c:pt idx="267">
                  <c:v>46096</c:v>
                </c:pt>
                <c:pt idx="268">
                  <c:v>46097</c:v>
                </c:pt>
                <c:pt idx="269">
                  <c:v>46098</c:v>
                </c:pt>
                <c:pt idx="270">
                  <c:v>46099</c:v>
                </c:pt>
                <c:pt idx="271">
                  <c:v>46100</c:v>
                </c:pt>
                <c:pt idx="272">
                  <c:v>46101</c:v>
                </c:pt>
                <c:pt idx="273">
                  <c:v>46102</c:v>
                </c:pt>
                <c:pt idx="274">
                  <c:v>46103</c:v>
                </c:pt>
                <c:pt idx="275">
                  <c:v>46104</c:v>
                </c:pt>
                <c:pt idx="276">
                  <c:v>46105</c:v>
                </c:pt>
                <c:pt idx="277">
                  <c:v>46106</c:v>
                </c:pt>
                <c:pt idx="278">
                  <c:v>46107</c:v>
                </c:pt>
                <c:pt idx="279">
                  <c:v>46108</c:v>
                </c:pt>
                <c:pt idx="280">
                  <c:v>46109</c:v>
                </c:pt>
                <c:pt idx="281">
                  <c:v>46110</c:v>
                </c:pt>
                <c:pt idx="282">
                  <c:v>46111</c:v>
                </c:pt>
                <c:pt idx="283">
                  <c:v>46112</c:v>
                </c:pt>
                <c:pt idx="284">
                  <c:v>46113</c:v>
                </c:pt>
                <c:pt idx="285">
                  <c:v>46114</c:v>
                </c:pt>
                <c:pt idx="286">
                  <c:v>46115</c:v>
                </c:pt>
                <c:pt idx="287">
                  <c:v>46116</c:v>
                </c:pt>
                <c:pt idx="288">
                  <c:v>46117</c:v>
                </c:pt>
                <c:pt idx="289">
                  <c:v>46118</c:v>
                </c:pt>
                <c:pt idx="290">
                  <c:v>46119</c:v>
                </c:pt>
                <c:pt idx="291">
                  <c:v>46120</c:v>
                </c:pt>
                <c:pt idx="292">
                  <c:v>46121</c:v>
                </c:pt>
                <c:pt idx="293">
                  <c:v>46122</c:v>
                </c:pt>
                <c:pt idx="294">
                  <c:v>46123</c:v>
                </c:pt>
                <c:pt idx="295">
                  <c:v>46124</c:v>
                </c:pt>
                <c:pt idx="296">
                  <c:v>46125</c:v>
                </c:pt>
                <c:pt idx="297">
                  <c:v>46126</c:v>
                </c:pt>
                <c:pt idx="298">
                  <c:v>46127</c:v>
                </c:pt>
                <c:pt idx="299">
                  <c:v>46128</c:v>
                </c:pt>
                <c:pt idx="300">
                  <c:v>46129</c:v>
                </c:pt>
                <c:pt idx="301">
                  <c:v>46130</c:v>
                </c:pt>
                <c:pt idx="302">
                  <c:v>46131</c:v>
                </c:pt>
                <c:pt idx="303">
                  <c:v>46132</c:v>
                </c:pt>
                <c:pt idx="304">
                  <c:v>46133</c:v>
                </c:pt>
                <c:pt idx="305">
                  <c:v>46134</c:v>
                </c:pt>
                <c:pt idx="306">
                  <c:v>46135</c:v>
                </c:pt>
                <c:pt idx="307">
                  <c:v>46136</c:v>
                </c:pt>
                <c:pt idx="308">
                  <c:v>46137</c:v>
                </c:pt>
                <c:pt idx="309">
                  <c:v>46138</c:v>
                </c:pt>
                <c:pt idx="310">
                  <c:v>46139</c:v>
                </c:pt>
                <c:pt idx="311">
                  <c:v>46140</c:v>
                </c:pt>
                <c:pt idx="312">
                  <c:v>46141</c:v>
                </c:pt>
                <c:pt idx="313">
                  <c:v>46142</c:v>
                </c:pt>
                <c:pt idx="314">
                  <c:v>46143</c:v>
                </c:pt>
                <c:pt idx="315">
                  <c:v>46144</c:v>
                </c:pt>
                <c:pt idx="316">
                  <c:v>46145</c:v>
                </c:pt>
                <c:pt idx="317">
                  <c:v>46146</c:v>
                </c:pt>
                <c:pt idx="318">
                  <c:v>46147</c:v>
                </c:pt>
                <c:pt idx="319">
                  <c:v>46148</c:v>
                </c:pt>
                <c:pt idx="320">
                  <c:v>46149</c:v>
                </c:pt>
                <c:pt idx="321">
                  <c:v>46150</c:v>
                </c:pt>
                <c:pt idx="322">
                  <c:v>46151</c:v>
                </c:pt>
                <c:pt idx="323">
                  <c:v>46152</c:v>
                </c:pt>
                <c:pt idx="324">
                  <c:v>46153</c:v>
                </c:pt>
                <c:pt idx="325">
                  <c:v>46154</c:v>
                </c:pt>
                <c:pt idx="326">
                  <c:v>46155</c:v>
                </c:pt>
                <c:pt idx="327">
                  <c:v>46156</c:v>
                </c:pt>
                <c:pt idx="328">
                  <c:v>46157</c:v>
                </c:pt>
                <c:pt idx="329">
                  <c:v>46158</c:v>
                </c:pt>
                <c:pt idx="330">
                  <c:v>46159</c:v>
                </c:pt>
                <c:pt idx="331">
                  <c:v>46160</c:v>
                </c:pt>
                <c:pt idx="332">
                  <c:v>46161</c:v>
                </c:pt>
                <c:pt idx="333">
                  <c:v>46162</c:v>
                </c:pt>
                <c:pt idx="334">
                  <c:v>46163</c:v>
                </c:pt>
                <c:pt idx="335">
                  <c:v>46164</c:v>
                </c:pt>
                <c:pt idx="336">
                  <c:v>46165</c:v>
                </c:pt>
                <c:pt idx="337">
                  <c:v>46166</c:v>
                </c:pt>
                <c:pt idx="338">
                  <c:v>46167</c:v>
                </c:pt>
                <c:pt idx="339">
                  <c:v>46168</c:v>
                </c:pt>
                <c:pt idx="340">
                  <c:v>46169</c:v>
                </c:pt>
                <c:pt idx="341">
                  <c:v>46170</c:v>
                </c:pt>
                <c:pt idx="342">
                  <c:v>46171</c:v>
                </c:pt>
                <c:pt idx="343">
                  <c:v>46172</c:v>
                </c:pt>
                <c:pt idx="344">
                  <c:v>46173</c:v>
                </c:pt>
                <c:pt idx="345">
                  <c:v>46174</c:v>
                </c:pt>
                <c:pt idx="346">
                  <c:v>46175</c:v>
                </c:pt>
                <c:pt idx="347">
                  <c:v>46176</c:v>
                </c:pt>
                <c:pt idx="348">
                  <c:v>46177</c:v>
                </c:pt>
                <c:pt idx="349">
                  <c:v>46178</c:v>
                </c:pt>
                <c:pt idx="350">
                  <c:v>46179</c:v>
                </c:pt>
                <c:pt idx="351">
                  <c:v>46180</c:v>
                </c:pt>
                <c:pt idx="352">
                  <c:v>46181</c:v>
                </c:pt>
                <c:pt idx="353">
                  <c:v>46182</c:v>
                </c:pt>
                <c:pt idx="354">
                  <c:v>46183</c:v>
                </c:pt>
                <c:pt idx="355">
                  <c:v>46184</c:v>
                </c:pt>
                <c:pt idx="356">
                  <c:v>46185</c:v>
                </c:pt>
                <c:pt idx="357">
                  <c:v>46186</c:v>
                </c:pt>
                <c:pt idx="358">
                  <c:v>46187</c:v>
                </c:pt>
                <c:pt idx="359">
                  <c:v>46188</c:v>
                </c:pt>
                <c:pt idx="360">
                  <c:v>46189</c:v>
                </c:pt>
                <c:pt idx="361">
                  <c:v>46190</c:v>
                </c:pt>
                <c:pt idx="362">
                  <c:v>46191</c:v>
                </c:pt>
                <c:pt idx="363">
                  <c:v>46192</c:v>
                </c:pt>
                <c:pt idx="364">
                  <c:v>46193</c:v>
                </c:pt>
              </c:numCache>
            </c:numRef>
          </c:cat>
          <c:val>
            <c:numRef>
              <c:f>'3G Data'!$J$2:$J$366</c:f>
              <c:numCache>
                <c:formatCode>General</c:formatCode>
                <c:ptCount val="365"/>
                <c:pt idx="0">
                  <c:v>62998.413015999999</c:v>
                </c:pt>
                <c:pt idx="1">
                  <c:v>63611.611016000003</c:v>
                </c:pt>
                <c:pt idx="2">
                  <c:v>59776.792397999998</c:v>
                </c:pt>
                <c:pt idx="3">
                  <c:v>61220.700703000002</c:v>
                </c:pt>
                <c:pt idx="4">
                  <c:v>60330.893084000003</c:v>
                </c:pt>
                <c:pt idx="5">
                  <c:v>60614.662732999997</c:v>
                </c:pt>
                <c:pt idx="6">
                  <c:v>60971.347191000001</c:v>
                </c:pt>
                <c:pt idx="7">
                  <c:v>62567.827892000001</c:v>
                </c:pt>
                <c:pt idx="8">
                  <c:v>62887.446278000003</c:v>
                </c:pt>
                <c:pt idx="9">
                  <c:v>58509.362357999998</c:v>
                </c:pt>
                <c:pt idx="10">
                  <c:v>59321.503295000002</c:v>
                </c:pt>
                <c:pt idx="11">
                  <c:v>60166.154407000002</c:v>
                </c:pt>
                <c:pt idx="12">
                  <c:v>59097.116825999998</c:v>
                </c:pt>
                <c:pt idx="13">
                  <c:v>59387.720981999999</c:v>
                </c:pt>
                <c:pt idx="14">
                  <c:v>62532.442671999997</c:v>
                </c:pt>
                <c:pt idx="15">
                  <c:v>61655.521159000004</c:v>
                </c:pt>
                <c:pt idx="16">
                  <c:v>57848.678745999998</c:v>
                </c:pt>
                <c:pt idx="17">
                  <c:v>59963.098363999998</c:v>
                </c:pt>
                <c:pt idx="18">
                  <c:v>58609.282979000003</c:v>
                </c:pt>
                <c:pt idx="19">
                  <c:v>61870.900927000002</c:v>
                </c:pt>
                <c:pt idx="20">
                  <c:v>58613.975270000003</c:v>
                </c:pt>
                <c:pt idx="21">
                  <c:v>60567.673473000003</c:v>
                </c:pt>
                <c:pt idx="22">
                  <c:v>62073.826337999999</c:v>
                </c:pt>
                <c:pt idx="23">
                  <c:v>58209.608311000004</c:v>
                </c:pt>
                <c:pt idx="24">
                  <c:v>58305.095760999997</c:v>
                </c:pt>
                <c:pt idx="25">
                  <c:v>59233.364950000003</c:v>
                </c:pt>
                <c:pt idx="26">
                  <c:v>58707.557111000002</c:v>
                </c:pt>
                <c:pt idx="27">
                  <c:v>59119.793916000002</c:v>
                </c:pt>
                <c:pt idx="28">
                  <c:v>61630.732753999997</c:v>
                </c:pt>
                <c:pt idx="29">
                  <c:v>62551.922817999999</c:v>
                </c:pt>
                <c:pt idx="30">
                  <c:v>58648.614743999999</c:v>
                </c:pt>
                <c:pt idx="31">
                  <c:v>59253.138213999999</c:v>
                </c:pt>
                <c:pt idx="32">
                  <c:v>58138.394111000001</c:v>
                </c:pt>
                <c:pt idx="33">
                  <c:v>58603.330532</c:v>
                </c:pt>
                <c:pt idx="34">
                  <c:v>59118.772093</c:v>
                </c:pt>
                <c:pt idx="35">
                  <c:v>61035.934724999999</c:v>
                </c:pt>
                <c:pt idx="36">
                  <c:v>60960.259273999996</c:v>
                </c:pt>
                <c:pt idx="37">
                  <c:v>56593.870508</c:v>
                </c:pt>
                <c:pt idx="38">
                  <c:v>54624.335599999999</c:v>
                </c:pt>
                <c:pt idx="39">
                  <c:v>55688.252861000001</c:v>
                </c:pt>
                <c:pt idx="40">
                  <c:v>55015.298707000002</c:v>
                </c:pt>
                <c:pt idx="41">
                  <c:v>56723.050915</c:v>
                </c:pt>
                <c:pt idx="42">
                  <c:v>56508.467924999997</c:v>
                </c:pt>
                <c:pt idx="43">
                  <c:v>59087.291542999999</c:v>
                </c:pt>
                <c:pt idx="44">
                  <c:v>54009.65322</c:v>
                </c:pt>
                <c:pt idx="45">
                  <c:v>54146.340569</c:v>
                </c:pt>
                <c:pt idx="46">
                  <c:v>56689.799471999999</c:v>
                </c:pt>
                <c:pt idx="47">
                  <c:v>55098.315459999998</c:v>
                </c:pt>
                <c:pt idx="48">
                  <c:v>58944.083404999998</c:v>
                </c:pt>
                <c:pt idx="49">
                  <c:v>56562.380017000003</c:v>
                </c:pt>
                <c:pt idx="50">
                  <c:v>57196.186764999999</c:v>
                </c:pt>
                <c:pt idx="51">
                  <c:v>56254.855303999997</c:v>
                </c:pt>
                <c:pt idx="52">
                  <c:v>56419.229313000003</c:v>
                </c:pt>
                <c:pt idx="53">
                  <c:v>56867.986550000001</c:v>
                </c:pt>
                <c:pt idx="54">
                  <c:v>56629.692043000003</c:v>
                </c:pt>
                <c:pt idx="55">
                  <c:v>56752.781952999998</c:v>
                </c:pt>
                <c:pt idx="56">
                  <c:v>57526.761793999998</c:v>
                </c:pt>
                <c:pt idx="57">
                  <c:v>58414.581608</c:v>
                </c:pt>
                <c:pt idx="58">
                  <c:v>55352.961771000002</c:v>
                </c:pt>
                <c:pt idx="59">
                  <c:v>54884.452264</c:v>
                </c:pt>
                <c:pt idx="60">
                  <c:v>54586.073665999997</c:v>
                </c:pt>
                <c:pt idx="61">
                  <c:v>52331.232993999998</c:v>
                </c:pt>
                <c:pt idx="62">
                  <c:v>53843.099364000002</c:v>
                </c:pt>
                <c:pt idx="63">
                  <c:v>54319.376714999999</c:v>
                </c:pt>
                <c:pt idx="64">
                  <c:v>54634.857207000001</c:v>
                </c:pt>
                <c:pt idx="65">
                  <c:v>51033.146903000001</c:v>
                </c:pt>
                <c:pt idx="66">
                  <c:v>52591.839331000003</c:v>
                </c:pt>
                <c:pt idx="67">
                  <c:v>52332.152280000002</c:v>
                </c:pt>
                <c:pt idx="68">
                  <c:v>52722.195066</c:v>
                </c:pt>
                <c:pt idx="69">
                  <c:v>54737.291752999998</c:v>
                </c:pt>
                <c:pt idx="70">
                  <c:v>55028.292434000003</c:v>
                </c:pt>
                <c:pt idx="71">
                  <c:v>56201.376428000003</c:v>
                </c:pt>
                <c:pt idx="72">
                  <c:v>52033.038106</c:v>
                </c:pt>
                <c:pt idx="73">
                  <c:v>51859.088231000002</c:v>
                </c:pt>
                <c:pt idx="74">
                  <c:v>52562.941676000002</c:v>
                </c:pt>
                <c:pt idx="75">
                  <c:v>52089.944461999999</c:v>
                </c:pt>
                <c:pt idx="76">
                  <c:v>55398.444072999999</c:v>
                </c:pt>
                <c:pt idx="77">
                  <c:v>54185.312106999998</c:v>
                </c:pt>
                <c:pt idx="78">
                  <c:v>56643.284312999996</c:v>
                </c:pt>
                <c:pt idx="79">
                  <c:v>51379.747539000004</c:v>
                </c:pt>
                <c:pt idx="80">
                  <c:v>52256.656901000002</c:v>
                </c:pt>
                <c:pt idx="81">
                  <c:v>52686.616516000002</c:v>
                </c:pt>
                <c:pt idx="82">
                  <c:v>53368.898965</c:v>
                </c:pt>
                <c:pt idx="83">
                  <c:v>53815.885144</c:v>
                </c:pt>
                <c:pt idx="84">
                  <c:v>57281.635763999999</c:v>
                </c:pt>
                <c:pt idx="85">
                  <c:v>56545.516380000001</c:v>
                </c:pt>
                <c:pt idx="86">
                  <c:v>54184.462192999999</c:v>
                </c:pt>
                <c:pt idx="87">
                  <c:v>54157.246088</c:v>
                </c:pt>
                <c:pt idx="88">
                  <c:v>53086.498699999996</c:v>
                </c:pt>
                <c:pt idx="89">
                  <c:v>55266.619752999999</c:v>
                </c:pt>
                <c:pt idx="90">
                  <c:v>54497.679121000001</c:v>
                </c:pt>
                <c:pt idx="91">
                  <c:v>56967.848356000002</c:v>
                </c:pt>
                <c:pt idx="92">
                  <c:v>56994.573877000003</c:v>
                </c:pt>
                <c:pt idx="93">
                  <c:v>51797.793984999997</c:v>
                </c:pt>
                <c:pt idx="94">
                  <c:v>52381.273728</c:v>
                </c:pt>
                <c:pt idx="95">
                  <c:v>51520.070052000003</c:v>
                </c:pt>
                <c:pt idx="96">
                  <c:v>51392.237508999999</c:v>
                </c:pt>
                <c:pt idx="97">
                  <c:v>53576.851119999999</c:v>
                </c:pt>
                <c:pt idx="98">
                  <c:v>53659.212390000001</c:v>
                </c:pt>
                <c:pt idx="99">
                  <c:v>54829.149423000003</c:v>
                </c:pt>
                <c:pt idx="100">
                  <c:v>50383.500231999999</c:v>
                </c:pt>
                <c:pt idx="101">
                  <c:v>48567.691094000002</c:v>
                </c:pt>
                <c:pt idx="102">
                  <c:v>48473.377359999999</c:v>
                </c:pt>
                <c:pt idx="103">
                  <c:v>48637.248979999997</c:v>
                </c:pt>
                <c:pt idx="104">
                  <c:v>49166.010106000002</c:v>
                </c:pt>
                <c:pt idx="105">
                  <c:v>50623.353631999998</c:v>
                </c:pt>
                <c:pt idx="106">
                  <c:v>51180.915844000003</c:v>
                </c:pt>
                <c:pt idx="107">
                  <c:v>52516.596766000002</c:v>
                </c:pt>
                <c:pt idx="108">
                  <c:v>48571.287064999997</c:v>
                </c:pt>
                <c:pt idx="109">
                  <c:v>48441.453910999997</c:v>
                </c:pt>
                <c:pt idx="110">
                  <c:v>50903.903875999997</c:v>
                </c:pt>
                <c:pt idx="111">
                  <c:v>49940.642992000001</c:v>
                </c:pt>
                <c:pt idx="112">
                  <c:v>51248.058364999997</c:v>
                </c:pt>
                <c:pt idx="113">
                  <c:v>51011.318028000002</c:v>
                </c:pt>
                <c:pt idx="114">
                  <c:v>47787.739528999999</c:v>
                </c:pt>
                <c:pt idx="115">
                  <c:v>48437.709043000003</c:v>
                </c:pt>
                <c:pt idx="116">
                  <c:v>49569.153741000002</c:v>
                </c:pt>
                <c:pt idx="117">
                  <c:v>48164.630699000001</c:v>
                </c:pt>
                <c:pt idx="118">
                  <c:v>49048.130249000002</c:v>
                </c:pt>
                <c:pt idx="119">
                  <c:v>50843.379354999997</c:v>
                </c:pt>
                <c:pt idx="120">
                  <c:v>52537.962012999997</c:v>
                </c:pt>
                <c:pt idx="121">
                  <c:v>52567.478902000003</c:v>
                </c:pt>
                <c:pt idx="122">
                  <c:v>50807.233732000001</c:v>
                </c:pt>
                <c:pt idx="123">
                  <c:v>50188.053928000001</c:v>
                </c:pt>
                <c:pt idx="124">
                  <c:v>50633.712919999998</c:v>
                </c:pt>
                <c:pt idx="125">
                  <c:v>52080.681161</c:v>
                </c:pt>
                <c:pt idx="126">
                  <c:v>53936.616083000001</c:v>
                </c:pt>
                <c:pt idx="127">
                  <c:v>52075.033363000002</c:v>
                </c:pt>
                <c:pt idx="128">
                  <c:v>48836.185787000002</c:v>
                </c:pt>
                <c:pt idx="129">
                  <c:v>43498.384257999998</c:v>
                </c:pt>
                <c:pt idx="130">
                  <c:v>44620.718176000002</c:v>
                </c:pt>
                <c:pt idx="131">
                  <c:v>43177.574307000003</c:v>
                </c:pt>
                <c:pt idx="132">
                  <c:v>43754.761267000002</c:v>
                </c:pt>
                <c:pt idx="133">
                  <c:v>44441.697579</c:v>
                </c:pt>
                <c:pt idx="134">
                  <c:v>47088.402511</c:v>
                </c:pt>
                <c:pt idx="135">
                  <c:v>41847.469054000001</c:v>
                </c:pt>
                <c:pt idx="136">
                  <c:v>37278.366417999998</c:v>
                </c:pt>
                <c:pt idx="137">
                  <c:v>40635.121249999997</c:v>
                </c:pt>
                <c:pt idx="138">
                  <c:v>16875.424289999999</c:v>
                </c:pt>
                <c:pt idx="139">
                  <c:v>40173.437565</c:v>
                </c:pt>
                <c:pt idx="140">
                  <c:v>38972.56538</c:v>
                </c:pt>
                <c:pt idx="141">
                  <c:v>38759.200871000001</c:v>
                </c:pt>
                <c:pt idx="142">
                  <c:v>37377.769662999999</c:v>
                </c:pt>
                <c:pt idx="143">
                  <c:v>38592.202336000002</c:v>
                </c:pt>
                <c:pt idx="144">
                  <c:v>38753.890097000003</c:v>
                </c:pt>
                <c:pt idx="145">
                  <c:v>38809.116851999999</c:v>
                </c:pt>
                <c:pt idx="146">
                  <c:v>39695.787670999998</c:v>
                </c:pt>
                <c:pt idx="147">
                  <c:v>38803.423003999997</c:v>
                </c:pt>
                <c:pt idx="148">
                  <c:v>40549.420590000002</c:v>
                </c:pt>
                <c:pt idx="149">
                  <c:v>38699.446485</c:v>
                </c:pt>
                <c:pt idx="150">
                  <c:v>36345.956234999998</c:v>
                </c:pt>
                <c:pt idx="151">
                  <c:v>34303.888356000003</c:v>
                </c:pt>
                <c:pt idx="152">
                  <c:v>36318.305032999997</c:v>
                </c:pt>
                <c:pt idx="153">
                  <c:v>36278.012402</c:v>
                </c:pt>
                <c:pt idx="154">
                  <c:v>37094.305423999998</c:v>
                </c:pt>
                <c:pt idx="155">
                  <c:v>37637.535146000002</c:v>
                </c:pt>
                <c:pt idx="156">
                  <c:v>35878.991314999999</c:v>
                </c:pt>
                <c:pt idx="157">
                  <c:v>36404.927054</c:v>
                </c:pt>
                <c:pt idx="158">
                  <c:v>35884.421524999998</c:v>
                </c:pt>
                <c:pt idx="159">
                  <c:v>33485.349347000003</c:v>
                </c:pt>
                <c:pt idx="160">
                  <c:v>22868.850046</c:v>
                </c:pt>
                <c:pt idx="161">
                  <c:v>24816.425379</c:v>
                </c:pt>
                <c:pt idx="162">
                  <c:v>28608.604318999998</c:v>
                </c:pt>
                <c:pt idx="163">
                  <c:v>30387.686153999999</c:v>
                </c:pt>
                <c:pt idx="164">
                  <c:v>31496.280949</c:v>
                </c:pt>
                <c:pt idx="165">
                  <c:v>32487.884568000001</c:v>
                </c:pt>
                <c:pt idx="166">
                  <c:v>35531.725199</c:v>
                </c:pt>
                <c:pt idx="167">
                  <c:v>34548.229052000002</c:v>
                </c:pt>
                <c:pt idx="168">
                  <c:v>35377.029944000002</c:v>
                </c:pt>
                <c:pt idx="169">
                  <c:v>35459.979569000003</c:v>
                </c:pt>
                <c:pt idx="170">
                  <c:v>34409.159614999997</c:v>
                </c:pt>
                <c:pt idx="171">
                  <c:v>35188.022339000003</c:v>
                </c:pt>
                <c:pt idx="172">
                  <c:v>35974.476114999998</c:v>
                </c:pt>
                <c:pt idx="173">
                  <c:v>35338.223207000003</c:v>
                </c:pt>
                <c:pt idx="174">
                  <c:v>35334.781179999998</c:v>
                </c:pt>
                <c:pt idx="175">
                  <c:v>35759.553376999997</c:v>
                </c:pt>
                <c:pt idx="176">
                  <c:v>35663.211790000001</c:v>
                </c:pt>
                <c:pt idx="177">
                  <c:v>33715.029000000002</c:v>
                </c:pt>
                <c:pt idx="178">
                  <c:v>34027.961423000001</c:v>
                </c:pt>
                <c:pt idx="179">
                  <c:v>34847.426308000002</c:v>
                </c:pt>
                <c:pt idx="180">
                  <c:v>35770.361964000003</c:v>
                </c:pt>
                <c:pt idx="181">
                  <c:v>35668.907291000003</c:v>
                </c:pt>
                <c:pt idx="182">
                  <c:v>35503.309130000001</c:v>
                </c:pt>
                <c:pt idx="183">
                  <c:v>35546.742847000001</c:v>
                </c:pt>
                <c:pt idx="184">
                  <c:v>33723.722538000002</c:v>
                </c:pt>
                <c:pt idx="185">
                  <c:v>34069.221352</c:v>
                </c:pt>
                <c:pt idx="186">
                  <c:v>33977.431876000002</c:v>
                </c:pt>
                <c:pt idx="187">
                  <c:v>34965.828257000001</c:v>
                </c:pt>
                <c:pt idx="188">
                  <c:v>33989.456223000001</c:v>
                </c:pt>
                <c:pt idx="189">
                  <c:v>34051.064093000001</c:v>
                </c:pt>
                <c:pt idx="190">
                  <c:v>33772.730206</c:v>
                </c:pt>
                <c:pt idx="191">
                  <c:v>33413.977679000003</c:v>
                </c:pt>
                <c:pt idx="192">
                  <c:v>33390.65367</c:v>
                </c:pt>
                <c:pt idx="193">
                  <c:v>32614.781266000002</c:v>
                </c:pt>
                <c:pt idx="194">
                  <c:v>34326.094243</c:v>
                </c:pt>
                <c:pt idx="195">
                  <c:v>33040.116357999999</c:v>
                </c:pt>
                <c:pt idx="196">
                  <c:v>33660.207932999998</c:v>
                </c:pt>
                <c:pt idx="197">
                  <c:v>32291.356062999999</c:v>
                </c:pt>
                <c:pt idx="198">
                  <c:v>31402.308652</c:v>
                </c:pt>
                <c:pt idx="199">
                  <c:v>32644.321098</c:v>
                </c:pt>
                <c:pt idx="200">
                  <c:v>32345.911297999999</c:v>
                </c:pt>
                <c:pt idx="201">
                  <c:v>32291.645133000002</c:v>
                </c:pt>
                <c:pt idx="202">
                  <c:v>32829.434469</c:v>
                </c:pt>
                <c:pt idx="203">
                  <c:v>34019.796573</c:v>
                </c:pt>
                <c:pt idx="204">
                  <c:v>34573.042806999998</c:v>
                </c:pt>
                <c:pt idx="205">
                  <c:v>33025.003578000003</c:v>
                </c:pt>
                <c:pt idx="206">
                  <c:v>32588.85626</c:v>
                </c:pt>
                <c:pt idx="207">
                  <c:v>33956.135434999997</c:v>
                </c:pt>
                <c:pt idx="208">
                  <c:v>34121.306406000003</c:v>
                </c:pt>
                <c:pt idx="209">
                  <c:v>31652.231357000001</c:v>
                </c:pt>
                <c:pt idx="210">
                  <c:v>31639.375274999999</c:v>
                </c:pt>
                <c:pt idx="211">
                  <c:v>32073.610189999999</c:v>
                </c:pt>
                <c:pt idx="212">
                  <c:v>31199.761727000001</c:v>
                </c:pt>
                <c:pt idx="213">
                  <c:v>30170.832342000002</c:v>
                </c:pt>
                <c:pt idx="214">
                  <c:v>30083.561057999999</c:v>
                </c:pt>
                <c:pt idx="215">
                  <c:v>31048.761599000001</c:v>
                </c:pt>
                <c:pt idx="216">
                  <c:v>30830.481627000001</c:v>
                </c:pt>
                <c:pt idx="217">
                  <c:v>33055.064524000001</c:v>
                </c:pt>
                <c:pt idx="218">
                  <c:v>32791.752287000003</c:v>
                </c:pt>
                <c:pt idx="219">
                  <c:v>31132.757232</c:v>
                </c:pt>
                <c:pt idx="220">
                  <c:v>31087.959158000001</c:v>
                </c:pt>
                <c:pt idx="221">
                  <c:v>30666.315642000001</c:v>
                </c:pt>
                <c:pt idx="222">
                  <c:v>32360.032511000001</c:v>
                </c:pt>
                <c:pt idx="223">
                  <c:v>32503.824611</c:v>
                </c:pt>
                <c:pt idx="224">
                  <c:v>33137.005496999998</c:v>
                </c:pt>
                <c:pt idx="225">
                  <c:v>34869.315027999997</c:v>
                </c:pt>
                <c:pt idx="226">
                  <c:v>30826.679224</c:v>
                </c:pt>
                <c:pt idx="227">
                  <c:v>31307.02564</c:v>
                </c:pt>
                <c:pt idx="228">
                  <c:v>34488.318668</c:v>
                </c:pt>
                <c:pt idx="229">
                  <c:v>31147.284605000001</c:v>
                </c:pt>
                <c:pt idx="230">
                  <c:v>29745.998320999999</c:v>
                </c:pt>
                <c:pt idx="231">
                  <c:v>30619.782725000001</c:v>
                </c:pt>
                <c:pt idx="232">
                  <c:v>31166.188996000001</c:v>
                </c:pt>
                <c:pt idx="233">
                  <c:v>27855.517223999999</c:v>
                </c:pt>
                <c:pt idx="234">
                  <c:v>27696.314836000001</c:v>
                </c:pt>
                <c:pt idx="235">
                  <c:v>28624.944286999998</c:v>
                </c:pt>
                <c:pt idx="236">
                  <c:v>29199.168981999999</c:v>
                </c:pt>
                <c:pt idx="237">
                  <c:v>29935.610295999999</c:v>
                </c:pt>
                <c:pt idx="238">
                  <c:v>31404.448294000002</c:v>
                </c:pt>
                <c:pt idx="239">
                  <c:v>31649.851631000001</c:v>
                </c:pt>
                <c:pt idx="240">
                  <c:v>30510.126009</c:v>
                </c:pt>
                <c:pt idx="241">
                  <c:v>30017.834706000001</c:v>
                </c:pt>
                <c:pt idx="242">
                  <c:v>30403.829807999999</c:v>
                </c:pt>
                <c:pt idx="243">
                  <c:v>30765.760447000001</c:v>
                </c:pt>
                <c:pt idx="244">
                  <c:v>30054.543976000001</c:v>
                </c:pt>
                <c:pt idx="245">
                  <c:v>30124.753815</c:v>
                </c:pt>
                <c:pt idx="246">
                  <c:v>32248.473888</c:v>
                </c:pt>
                <c:pt idx="247">
                  <c:v>29221.3979</c:v>
                </c:pt>
                <c:pt idx="248">
                  <c:v>29454.194219000001</c:v>
                </c:pt>
                <c:pt idx="249">
                  <c:v>29046.444016000001</c:v>
                </c:pt>
                <c:pt idx="250">
                  <c:v>29902.315119999999</c:v>
                </c:pt>
                <c:pt idx="251">
                  <c:v>29952.366343000002</c:v>
                </c:pt>
                <c:pt idx="252">
                  <c:v>30565.643701000001</c:v>
                </c:pt>
                <c:pt idx="253">
                  <c:v>30389.075615999998</c:v>
                </c:pt>
                <c:pt idx="254">
                  <c:v>30549.554232999999</c:v>
                </c:pt>
                <c:pt idx="255">
                  <c:v>28632.7716</c:v>
                </c:pt>
                <c:pt idx="256">
                  <c:v>29062.787995999999</c:v>
                </c:pt>
                <c:pt idx="257">
                  <c:v>29238.427022</c:v>
                </c:pt>
                <c:pt idx="258">
                  <c:v>29219.167619</c:v>
                </c:pt>
                <c:pt idx="259">
                  <c:v>29869.804969000001</c:v>
                </c:pt>
                <c:pt idx="260">
                  <c:v>30244.013894</c:v>
                </c:pt>
                <c:pt idx="261">
                  <c:v>28388.905143</c:v>
                </c:pt>
                <c:pt idx="262">
                  <c:v>28540.058814</c:v>
                </c:pt>
                <c:pt idx="263">
                  <c:v>28330.479157000002</c:v>
                </c:pt>
                <c:pt idx="264">
                  <c:v>29099.655722</c:v>
                </c:pt>
                <c:pt idx="265">
                  <c:v>29435.861018</c:v>
                </c:pt>
                <c:pt idx="266">
                  <c:v>30288.117568000001</c:v>
                </c:pt>
                <c:pt idx="267">
                  <c:v>30316.074457999999</c:v>
                </c:pt>
                <c:pt idx="268">
                  <c:v>28440.66577</c:v>
                </c:pt>
                <c:pt idx="269">
                  <c:v>28862.714074</c:v>
                </c:pt>
                <c:pt idx="270">
                  <c:v>30447.755710000001</c:v>
                </c:pt>
                <c:pt idx="271">
                  <c:v>28984.755754999998</c:v>
                </c:pt>
                <c:pt idx="272">
                  <c:v>29466.008221</c:v>
                </c:pt>
                <c:pt idx="273">
                  <c:v>30928.326326999999</c:v>
                </c:pt>
                <c:pt idx="274">
                  <c:v>30850.744945999999</c:v>
                </c:pt>
                <c:pt idx="275">
                  <c:v>29156.713125999999</c:v>
                </c:pt>
                <c:pt idx="276">
                  <c:v>29478.180262999998</c:v>
                </c:pt>
                <c:pt idx="277">
                  <c:v>30412.50131</c:v>
                </c:pt>
                <c:pt idx="278">
                  <c:v>29435.317368</c:v>
                </c:pt>
                <c:pt idx="279">
                  <c:v>29623.095700000002</c:v>
                </c:pt>
                <c:pt idx="280">
                  <c:v>30508.416997</c:v>
                </c:pt>
                <c:pt idx="281">
                  <c:v>30642.297597000001</c:v>
                </c:pt>
                <c:pt idx="282">
                  <c:v>29156.773719000001</c:v>
                </c:pt>
                <c:pt idx="283">
                  <c:v>29276.023233</c:v>
                </c:pt>
                <c:pt idx="284">
                  <c:v>31374.87975</c:v>
                </c:pt>
                <c:pt idx="285">
                  <c:v>29107.135064999999</c:v>
                </c:pt>
                <c:pt idx="286">
                  <c:v>30577.642865999998</c:v>
                </c:pt>
                <c:pt idx="287">
                  <c:v>30583.627412000002</c:v>
                </c:pt>
                <c:pt idx="288">
                  <c:v>30647.853198000001</c:v>
                </c:pt>
                <c:pt idx="289">
                  <c:v>28659.008825000001</c:v>
                </c:pt>
                <c:pt idx="290">
                  <c:v>28900.390401000001</c:v>
                </c:pt>
                <c:pt idx="291">
                  <c:v>29292.174792000002</c:v>
                </c:pt>
                <c:pt idx="292">
                  <c:v>28866.992037</c:v>
                </c:pt>
                <c:pt idx="293">
                  <c:v>28715.37081</c:v>
                </c:pt>
                <c:pt idx="294">
                  <c:v>29226.917195000002</c:v>
                </c:pt>
                <c:pt idx="295">
                  <c:v>29357.750262000001</c:v>
                </c:pt>
                <c:pt idx="296">
                  <c:v>30343.528610000001</c:v>
                </c:pt>
                <c:pt idx="297">
                  <c:v>31523.134977999998</c:v>
                </c:pt>
                <c:pt idx="298">
                  <c:v>29808.428884000001</c:v>
                </c:pt>
                <c:pt idx="299">
                  <c:v>30250.225726000001</c:v>
                </c:pt>
                <c:pt idx="300">
                  <c:v>30827.031406999999</c:v>
                </c:pt>
                <c:pt idx="301">
                  <c:v>30560.206962</c:v>
                </c:pt>
                <c:pt idx="302">
                  <c:v>30394.772153999998</c:v>
                </c:pt>
                <c:pt idx="303">
                  <c:v>28953.249323</c:v>
                </c:pt>
                <c:pt idx="304">
                  <c:v>29588.60673</c:v>
                </c:pt>
                <c:pt idx="305">
                  <c:v>29532.347329</c:v>
                </c:pt>
                <c:pt idx="306">
                  <c:v>30173.073429</c:v>
                </c:pt>
                <c:pt idx="307">
                  <c:v>30954.34907</c:v>
                </c:pt>
                <c:pt idx="308">
                  <c:v>31163.387812000001</c:v>
                </c:pt>
                <c:pt idx="309">
                  <c:v>30649.108120000001</c:v>
                </c:pt>
                <c:pt idx="310">
                  <c:v>29714.574468999999</c:v>
                </c:pt>
                <c:pt idx="311">
                  <c:v>30375.747125000002</c:v>
                </c:pt>
                <c:pt idx="312">
                  <c:v>30330.642088000001</c:v>
                </c:pt>
                <c:pt idx="313">
                  <c:v>30273.361489999999</c:v>
                </c:pt>
                <c:pt idx="314">
                  <c:v>33741.931143000002</c:v>
                </c:pt>
                <c:pt idx="315">
                  <c:v>32202.392684999999</c:v>
                </c:pt>
                <c:pt idx="316">
                  <c:v>31945.958331000002</c:v>
                </c:pt>
                <c:pt idx="317">
                  <c:v>29988.821328999999</c:v>
                </c:pt>
                <c:pt idx="318">
                  <c:v>29732.263287000002</c:v>
                </c:pt>
                <c:pt idx="319">
                  <c:v>30005.408985999999</c:v>
                </c:pt>
                <c:pt idx="320">
                  <c:v>29694.263513000002</c:v>
                </c:pt>
                <c:pt idx="321">
                  <c:v>30724.91646</c:v>
                </c:pt>
                <c:pt idx="322">
                  <c:v>32017.991779</c:v>
                </c:pt>
                <c:pt idx="323">
                  <c:v>32265.705323999999</c:v>
                </c:pt>
                <c:pt idx="324">
                  <c:v>30824.864182000001</c:v>
                </c:pt>
                <c:pt idx="325">
                  <c:v>31424.001271000001</c:v>
                </c:pt>
                <c:pt idx="326">
                  <c:v>32438.302424000001</c:v>
                </c:pt>
                <c:pt idx="327">
                  <c:v>31322.826897999999</c:v>
                </c:pt>
                <c:pt idx="328">
                  <c:v>31960.269774</c:v>
                </c:pt>
                <c:pt idx="329">
                  <c:v>32770.207516000002</c:v>
                </c:pt>
                <c:pt idx="330">
                  <c:v>32195.322269</c:v>
                </c:pt>
                <c:pt idx="331">
                  <c:v>30272.278566000001</c:v>
                </c:pt>
                <c:pt idx="332">
                  <c:v>30548.997579999999</c:v>
                </c:pt>
                <c:pt idx="333">
                  <c:v>30551.131214000001</c:v>
                </c:pt>
                <c:pt idx="334">
                  <c:v>30278.717637999998</c:v>
                </c:pt>
                <c:pt idx="335">
                  <c:v>31327.798916</c:v>
                </c:pt>
                <c:pt idx="336">
                  <c:v>31802.488965</c:v>
                </c:pt>
                <c:pt idx="337">
                  <c:v>32009.036838</c:v>
                </c:pt>
                <c:pt idx="338">
                  <c:v>29733.930606000002</c:v>
                </c:pt>
                <c:pt idx="339">
                  <c:v>29771.772399000001</c:v>
                </c:pt>
                <c:pt idx="340">
                  <c:v>30504.90221</c:v>
                </c:pt>
                <c:pt idx="341">
                  <c:v>31910.031744</c:v>
                </c:pt>
                <c:pt idx="342">
                  <c:v>30496.076670999999</c:v>
                </c:pt>
                <c:pt idx="343">
                  <c:v>28961.812488</c:v>
                </c:pt>
                <c:pt idx="344">
                  <c:v>31441.434172000001</c:v>
                </c:pt>
                <c:pt idx="345">
                  <c:v>30318.609315000002</c:v>
                </c:pt>
                <c:pt idx="346">
                  <c:v>30404.089327999998</c:v>
                </c:pt>
                <c:pt idx="347">
                  <c:v>30828.770457999999</c:v>
                </c:pt>
                <c:pt idx="348">
                  <c:v>30408.057863000002</c:v>
                </c:pt>
                <c:pt idx="349">
                  <c:v>30842.327932</c:v>
                </c:pt>
                <c:pt idx="350">
                  <c:v>31717.340149</c:v>
                </c:pt>
                <c:pt idx="351">
                  <c:v>31978.456289000002</c:v>
                </c:pt>
                <c:pt idx="352">
                  <c:v>30155.806863999998</c:v>
                </c:pt>
                <c:pt idx="353">
                  <c:v>30212.582548999999</c:v>
                </c:pt>
                <c:pt idx="354">
                  <c:v>30207.909479000002</c:v>
                </c:pt>
                <c:pt idx="355">
                  <c:v>30441.468839000001</c:v>
                </c:pt>
                <c:pt idx="356">
                  <c:v>30874.782386999999</c:v>
                </c:pt>
                <c:pt idx="357">
                  <c:v>31942.207115000001</c:v>
                </c:pt>
                <c:pt idx="358">
                  <c:v>32117.603053999999</c:v>
                </c:pt>
                <c:pt idx="359">
                  <c:v>30284.52176</c:v>
                </c:pt>
                <c:pt idx="360">
                  <c:v>29996.649794000001</c:v>
                </c:pt>
                <c:pt idx="361">
                  <c:v>30208.149745999999</c:v>
                </c:pt>
                <c:pt idx="362">
                  <c:v>30516.903377999999</c:v>
                </c:pt>
                <c:pt idx="363">
                  <c:v>30524.869284</c:v>
                </c:pt>
                <c:pt idx="364">
                  <c:v>30643.834046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8-FA5F-4BBE-94A3-81A36868AD1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19369007"/>
        <c:axId val="119365647"/>
      </c:lineChart>
      <c:dateAx>
        <c:axId val="1338257231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Date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m/d/yyyy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38257711"/>
        <c:crosses val="autoZero"/>
        <c:auto val="1"/>
        <c:lblOffset val="100"/>
        <c:baseTimeUnit val="days"/>
      </c:dateAx>
      <c:valAx>
        <c:axId val="133825771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000" b="0" i="0" u="none" strike="noStrike" kern="1200" baseline="0" dirty="0">
                    <a:solidFill>
                      <a:sysClr val="windowText" lastClr="000000">
                        <a:lumMod val="65000"/>
                        <a:lumOff val="35000"/>
                      </a:sysClr>
                    </a:solidFill>
                  </a:rPr>
                  <a:t>Data Traffic (TB)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0.00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38257231"/>
        <c:crosses val="autoZero"/>
        <c:crossBetween val="between"/>
        <c:dispUnits>
          <c:builtInUnit val="thousands"/>
        </c:dispUnits>
      </c:valAx>
      <c:valAx>
        <c:axId val="119365647"/>
        <c:scaling>
          <c:orientation val="minMax"/>
        </c:scaling>
        <c:delete val="0"/>
        <c:axPos val="r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000" b="0" i="0" u="none" strike="noStrike" kern="1200" baseline="0" dirty="0">
                    <a:solidFill>
                      <a:sysClr val="windowText" lastClr="000000">
                        <a:lumMod val="65000"/>
                        <a:lumOff val="35000"/>
                      </a:sysClr>
                    </a:solidFill>
                  </a:rPr>
                  <a:t>Data Traffic (TB)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0.00" sourceLinked="0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 algn="ctr">
              <a:defRPr lang="en-US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9369007"/>
        <c:crosses val="max"/>
        <c:crossBetween val="between"/>
        <c:dispUnits>
          <c:builtInUnit val="thousands"/>
        </c:dispUnits>
      </c:valAx>
      <c:dateAx>
        <c:axId val="119369007"/>
        <c:scaling>
          <c:orientation val="minMax"/>
        </c:scaling>
        <c:delete val="1"/>
        <c:axPos val="b"/>
        <c:numFmt formatCode="m/d/yyyy" sourceLinked="1"/>
        <c:majorTickMark val="out"/>
        <c:minorTickMark val="none"/>
        <c:tickLblPos val="nextTo"/>
        <c:crossAx val="119365647"/>
        <c:crosses val="autoZero"/>
        <c:auto val="1"/>
        <c:lblOffset val="100"/>
        <c:baseTimeUnit val="days"/>
      </c:date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400" b="1" dirty="0">
                <a:solidFill>
                  <a:srgbClr val="002060"/>
                </a:solidFill>
              </a:rPr>
              <a:t>Total Data Traffic (3G/4G) 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'Total Data'!$J$1</c:f>
              <c:strCache>
                <c:ptCount val="1"/>
                <c:pt idx="0">
                  <c:v> Total Network Data Traffic 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'Total Data'!$A$2:$A$366</c:f>
              <c:numCache>
                <c:formatCode>m/d/yyyy</c:formatCode>
                <c:ptCount val="365"/>
                <c:pt idx="0">
                  <c:v>45829</c:v>
                </c:pt>
                <c:pt idx="1">
                  <c:v>45830</c:v>
                </c:pt>
                <c:pt idx="2">
                  <c:v>45831</c:v>
                </c:pt>
                <c:pt idx="3">
                  <c:v>45832</c:v>
                </c:pt>
                <c:pt idx="4">
                  <c:v>45833</c:v>
                </c:pt>
                <c:pt idx="5">
                  <c:v>45834</c:v>
                </c:pt>
                <c:pt idx="6">
                  <c:v>45835</c:v>
                </c:pt>
                <c:pt idx="7">
                  <c:v>45836</c:v>
                </c:pt>
                <c:pt idx="8">
                  <c:v>45837</c:v>
                </c:pt>
                <c:pt idx="9">
                  <c:v>45838</c:v>
                </c:pt>
                <c:pt idx="10">
                  <c:v>45839</c:v>
                </c:pt>
                <c:pt idx="11">
                  <c:v>45840</c:v>
                </c:pt>
                <c:pt idx="12">
                  <c:v>45841</c:v>
                </c:pt>
                <c:pt idx="13">
                  <c:v>45842</c:v>
                </c:pt>
                <c:pt idx="14">
                  <c:v>45843</c:v>
                </c:pt>
                <c:pt idx="15">
                  <c:v>45844</c:v>
                </c:pt>
                <c:pt idx="16">
                  <c:v>45845</c:v>
                </c:pt>
                <c:pt idx="17">
                  <c:v>45846</c:v>
                </c:pt>
                <c:pt idx="18">
                  <c:v>45847</c:v>
                </c:pt>
                <c:pt idx="19">
                  <c:v>45848</c:v>
                </c:pt>
                <c:pt idx="20">
                  <c:v>45849</c:v>
                </c:pt>
                <c:pt idx="21">
                  <c:v>45850</c:v>
                </c:pt>
                <c:pt idx="22">
                  <c:v>45851</c:v>
                </c:pt>
                <c:pt idx="23">
                  <c:v>45852</c:v>
                </c:pt>
                <c:pt idx="24">
                  <c:v>45853</c:v>
                </c:pt>
                <c:pt idx="25">
                  <c:v>45854</c:v>
                </c:pt>
                <c:pt idx="26">
                  <c:v>45855</c:v>
                </c:pt>
                <c:pt idx="27">
                  <c:v>45856</c:v>
                </c:pt>
                <c:pt idx="28">
                  <c:v>45857</c:v>
                </c:pt>
                <c:pt idx="29">
                  <c:v>45858</c:v>
                </c:pt>
                <c:pt idx="30">
                  <c:v>45859</c:v>
                </c:pt>
                <c:pt idx="31">
                  <c:v>45860</c:v>
                </c:pt>
                <c:pt idx="32">
                  <c:v>45861</c:v>
                </c:pt>
                <c:pt idx="33">
                  <c:v>45862</c:v>
                </c:pt>
                <c:pt idx="34">
                  <c:v>45863</c:v>
                </c:pt>
                <c:pt idx="35">
                  <c:v>45864</c:v>
                </c:pt>
                <c:pt idx="36">
                  <c:v>45865</c:v>
                </c:pt>
                <c:pt idx="37">
                  <c:v>45866</c:v>
                </c:pt>
                <c:pt idx="38">
                  <c:v>45867</c:v>
                </c:pt>
                <c:pt idx="39">
                  <c:v>45868</c:v>
                </c:pt>
                <c:pt idx="40">
                  <c:v>45869</c:v>
                </c:pt>
                <c:pt idx="41">
                  <c:v>45870</c:v>
                </c:pt>
                <c:pt idx="42">
                  <c:v>45871</c:v>
                </c:pt>
                <c:pt idx="43">
                  <c:v>45872</c:v>
                </c:pt>
                <c:pt idx="44">
                  <c:v>45873</c:v>
                </c:pt>
                <c:pt idx="45">
                  <c:v>45874</c:v>
                </c:pt>
                <c:pt idx="46">
                  <c:v>45875</c:v>
                </c:pt>
                <c:pt idx="47">
                  <c:v>45876</c:v>
                </c:pt>
                <c:pt idx="48">
                  <c:v>45877</c:v>
                </c:pt>
                <c:pt idx="49">
                  <c:v>45878</c:v>
                </c:pt>
                <c:pt idx="50">
                  <c:v>45879</c:v>
                </c:pt>
                <c:pt idx="51">
                  <c:v>45880</c:v>
                </c:pt>
                <c:pt idx="52">
                  <c:v>45881</c:v>
                </c:pt>
                <c:pt idx="53">
                  <c:v>45882</c:v>
                </c:pt>
                <c:pt idx="54">
                  <c:v>45883</c:v>
                </c:pt>
                <c:pt idx="55">
                  <c:v>45884</c:v>
                </c:pt>
                <c:pt idx="56">
                  <c:v>45885</c:v>
                </c:pt>
                <c:pt idx="57">
                  <c:v>45886</c:v>
                </c:pt>
                <c:pt idx="58">
                  <c:v>45887</c:v>
                </c:pt>
                <c:pt idx="59">
                  <c:v>45888</c:v>
                </c:pt>
                <c:pt idx="60">
                  <c:v>45889</c:v>
                </c:pt>
                <c:pt idx="61">
                  <c:v>45890</c:v>
                </c:pt>
                <c:pt idx="62">
                  <c:v>45891</c:v>
                </c:pt>
                <c:pt idx="63">
                  <c:v>45892</c:v>
                </c:pt>
                <c:pt idx="64">
                  <c:v>45893</c:v>
                </c:pt>
                <c:pt idx="65">
                  <c:v>45894</c:v>
                </c:pt>
                <c:pt idx="66">
                  <c:v>45895</c:v>
                </c:pt>
                <c:pt idx="67">
                  <c:v>45896</c:v>
                </c:pt>
                <c:pt idx="68">
                  <c:v>45897</c:v>
                </c:pt>
                <c:pt idx="69">
                  <c:v>45898</c:v>
                </c:pt>
                <c:pt idx="70">
                  <c:v>45899</c:v>
                </c:pt>
                <c:pt idx="71">
                  <c:v>45900</c:v>
                </c:pt>
                <c:pt idx="72">
                  <c:v>45901</c:v>
                </c:pt>
                <c:pt idx="73">
                  <c:v>45902</c:v>
                </c:pt>
                <c:pt idx="74">
                  <c:v>45903</c:v>
                </c:pt>
                <c:pt idx="75">
                  <c:v>45904</c:v>
                </c:pt>
                <c:pt idx="76">
                  <c:v>45905</c:v>
                </c:pt>
                <c:pt idx="77">
                  <c:v>45906</c:v>
                </c:pt>
                <c:pt idx="78">
                  <c:v>45907</c:v>
                </c:pt>
                <c:pt idx="79">
                  <c:v>45908</c:v>
                </c:pt>
                <c:pt idx="80">
                  <c:v>45909</c:v>
                </c:pt>
                <c:pt idx="81">
                  <c:v>45910</c:v>
                </c:pt>
                <c:pt idx="82">
                  <c:v>45911</c:v>
                </c:pt>
                <c:pt idx="83">
                  <c:v>45912</c:v>
                </c:pt>
                <c:pt idx="84">
                  <c:v>45913</c:v>
                </c:pt>
                <c:pt idx="85">
                  <c:v>45914</c:v>
                </c:pt>
                <c:pt idx="86">
                  <c:v>45915</c:v>
                </c:pt>
                <c:pt idx="87">
                  <c:v>45916</c:v>
                </c:pt>
                <c:pt idx="88">
                  <c:v>45917</c:v>
                </c:pt>
                <c:pt idx="89">
                  <c:v>45918</c:v>
                </c:pt>
                <c:pt idx="90">
                  <c:v>45919</c:v>
                </c:pt>
                <c:pt idx="91">
                  <c:v>45920</c:v>
                </c:pt>
                <c:pt idx="92">
                  <c:v>45921</c:v>
                </c:pt>
                <c:pt idx="93">
                  <c:v>45922</c:v>
                </c:pt>
                <c:pt idx="94">
                  <c:v>45923</c:v>
                </c:pt>
                <c:pt idx="95">
                  <c:v>45924</c:v>
                </c:pt>
                <c:pt idx="96">
                  <c:v>45925</c:v>
                </c:pt>
                <c:pt idx="97">
                  <c:v>45926</c:v>
                </c:pt>
                <c:pt idx="98">
                  <c:v>45927</c:v>
                </c:pt>
                <c:pt idx="99">
                  <c:v>45928</c:v>
                </c:pt>
                <c:pt idx="100">
                  <c:v>45929</c:v>
                </c:pt>
                <c:pt idx="101">
                  <c:v>45930</c:v>
                </c:pt>
                <c:pt idx="102">
                  <c:v>45931</c:v>
                </c:pt>
                <c:pt idx="103">
                  <c:v>45932</c:v>
                </c:pt>
                <c:pt idx="104">
                  <c:v>45933</c:v>
                </c:pt>
                <c:pt idx="105">
                  <c:v>45934</c:v>
                </c:pt>
                <c:pt idx="106">
                  <c:v>45935</c:v>
                </c:pt>
                <c:pt idx="107">
                  <c:v>45936</c:v>
                </c:pt>
                <c:pt idx="108">
                  <c:v>45937</c:v>
                </c:pt>
                <c:pt idx="109">
                  <c:v>45938</c:v>
                </c:pt>
                <c:pt idx="110">
                  <c:v>45939</c:v>
                </c:pt>
                <c:pt idx="111">
                  <c:v>45940</c:v>
                </c:pt>
                <c:pt idx="112">
                  <c:v>45941</c:v>
                </c:pt>
                <c:pt idx="113">
                  <c:v>45942</c:v>
                </c:pt>
                <c:pt idx="114">
                  <c:v>45943</c:v>
                </c:pt>
                <c:pt idx="115">
                  <c:v>45944</c:v>
                </c:pt>
                <c:pt idx="116">
                  <c:v>45945</c:v>
                </c:pt>
                <c:pt idx="117">
                  <c:v>45946</c:v>
                </c:pt>
                <c:pt idx="118">
                  <c:v>45947</c:v>
                </c:pt>
                <c:pt idx="119">
                  <c:v>45948</c:v>
                </c:pt>
                <c:pt idx="120">
                  <c:v>45949</c:v>
                </c:pt>
                <c:pt idx="121">
                  <c:v>45950</c:v>
                </c:pt>
                <c:pt idx="122">
                  <c:v>45951</c:v>
                </c:pt>
                <c:pt idx="123">
                  <c:v>45952</c:v>
                </c:pt>
                <c:pt idx="124">
                  <c:v>45953</c:v>
                </c:pt>
                <c:pt idx="125">
                  <c:v>45954</c:v>
                </c:pt>
                <c:pt idx="126">
                  <c:v>45955</c:v>
                </c:pt>
                <c:pt idx="127">
                  <c:v>45956</c:v>
                </c:pt>
                <c:pt idx="128">
                  <c:v>45957</c:v>
                </c:pt>
                <c:pt idx="129">
                  <c:v>45958</c:v>
                </c:pt>
                <c:pt idx="130">
                  <c:v>45959</c:v>
                </c:pt>
                <c:pt idx="131">
                  <c:v>45960</c:v>
                </c:pt>
                <c:pt idx="132">
                  <c:v>45961</c:v>
                </c:pt>
                <c:pt idx="133">
                  <c:v>45962</c:v>
                </c:pt>
                <c:pt idx="134">
                  <c:v>45963</c:v>
                </c:pt>
                <c:pt idx="135">
                  <c:v>45964</c:v>
                </c:pt>
                <c:pt idx="136">
                  <c:v>45965</c:v>
                </c:pt>
                <c:pt idx="137">
                  <c:v>45966</c:v>
                </c:pt>
                <c:pt idx="138">
                  <c:v>45967</c:v>
                </c:pt>
                <c:pt idx="139">
                  <c:v>45968</c:v>
                </c:pt>
                <c:pt idx="140">
                  <c:v>45969</c:v>
                </c:pt>
                <c:pt idx="141">
                  <c:v>45970</c:v>
                </c:pt>
                <c:pt idx="142">
                  <c:v>45971</c:v>
                </c:pt>
                <c:pt idx="143">
                  <c:v>45972</c:v>
                </c:pt>
                <c:pt idx="144">
                  <c:v>45973</c:v>
                </c:pt>
                <c:pt idx="145">
                  <c:v>45974</c:v>
                </c:pt>
                <c:pt idx="146">
                  <c:v>45975</c:v>
                </c:pt>
                <c:pt idx="147">
                  <c:v>45976</c:v>
                </c:pt>
                <c:pt idx="148">
                  <c:v>45977</c:v>
                </c:pt>
                <c:pt idx="149">
                  <c:v>45978</c:v>
                </c:pt>
                <c:pt idx="150">
                  <c:v>45979</c:v>
                </c:pt>
                <c:pt idx="151">
                  <c:v>45980</c:v>
                </c:pt>
                <c:pt idx="152">
                  <c:v>45981</c:v>
                </c:pt>
                <c:pt idx="153">
                  <c:v>45982</c:v>
                </c:pt>
                <c:pt idx="154">
                  <c:v>45983</c:v>
                </c:pt>
                <c:pt idx="155">
                  <c:v>45984</c:v>
                </c:pt>
                <c:pt idx="156">
                  <c:v>45985</c:v>
                </c:pt>
                <c:pt idx="157">
                  <c:v>45986</c:v>
                </c:pt>
                <c:pt idx="158">
                  <c:v>45987</c:v>
                </c:pt>
                <c:pt idx="159">
                  <c:v>45988</c:v>
                </c:pt>
                <c:pt idx="160">
                  <c:v>45989</c:v>
                </c:pt>
                <c:pt idx="161">
                  <c:v>45990</c:v>
                </c:pt>
                <c:pt idx="162">
                  <c:v>45991</c:v>
                </c:pt>
                <c:pt idx="163">
                  <c:v>45992</c:v>
                </c:pt>
                <c:pt idx="164">
                  <c:v>45993</c:v>
                </c:pt>
                <c:pt idx="165">
                  <c:v>45994</c:v>
                </c:pt>
                <c:pt idx="166">
                  <c:v>45995</c:v>
                </c:pt>
                <c:pt idx="167">
                  <c:v>45996</c:v>
                </c:pt>
                <c:pt idx="168">
                  <c:v>45997</c:v>
                </c:pt>
                <c:pt idx="169">
                  <c:v>45998</c:v>
                </c:pt>
                <c:pt idx="170">
                  <c:v>45999</c:v>
                </c:pt>
                <c:pt idx="171">
                  <c:v>46000</c:v>
                </c:pt>
                <c:pt idx="172">
                  <c:v>46001</c:v>
                </c:pt>
                <c:pt idx="173">
                  <c:v>46002</c:v>
                </c:pt>
                <c:pt idx="174">
                  <c:v>46003</c:v>
                </c:pt>
                <c:pt idx="175">
                  <c:v>46004</c:v>
                </c:pt>
                <c:pt idx="176">
                  <c:v>46005</c:v>
                </c:pt>
                <c:pt idx="177">
                  <c:v>46006</c:v>
                </c:pt>
                <c:pt idx="178">
                  <c:v>46007</c:v>
                </c:pt>
                <c:pt idx="179">
                  <c:v>46008</c:v>
                </c:pt>
                <c:pt idx="180">
                  <c:v>46009</c:v>
                </c:pt>
                <c:pt idx="181">
                  <c:v>46010</c:v>
                </c:pt>
                <c:pt idx="182">
                  <c:v>46011</c:v>
                </c:pt>
                <c:pt idx="183">
                  <c:v>46012</c:v>
                </c:pt>
                <c:pt idx="184">
                  <c:v>46013</c:v>
                </c:pt>
                <c:pt idx="185">
                  <c:v>46014</c:v>
                </c:pt>
                <c:pt idx="186">
                  <c:v>46015</c:v>
                </c:pt>
                <c:pt idx="187">
                  <c:v>46016</c:v>
                </c:pt>
                <c:pt idx="188">
                  <c:v>46017</c:v>
                </c:pt>
                <c:pt idx="189">
                  <c:v>46018</c:v>
                </c:pt>
                <c:pt idx="190">
                  <c:v>46019</c:v>
                </c:pt>
                <c:pt idx="191">
                  <c:v>46020</c:v>
                </c:pt>
                <c:pt idx="192">
                  <c:v>46021</c:v>
                </c:pt>
                <c:pt idx="193">
                  <c:v>46022</c:v>
                </c:pt>
                <c:pt idx="194">
                  <c:v>46023</c:v>
                </c:pt>
                <c:pt idx="195">
                  <c:v>46024</c:v>
                </c:pt>
                <c:pt idx="196">
                  <c:v>46025</c:v>
                </c:pt>
                <c:pt idx="197">
                  <c:v>46026</c:v>
                </c:pt>
                <c:pt idx="198">
                  <c:v>46027</c:v>
                </c:pt>
                <c:pt idx="199">
                  <c:v>46028</c:v>
                </c:pt>
                <c:pt idx="200">
                  <c:v>46029</c:v>
                </c:pt>
                <c:pt idx="201">
                  <c:v>46030</c:v>
                </c:pt>
                <c:pt idx="202">
                  <c:v>46031</c:v>
                </c:pt>
                <c:pt idx="203">
                  <c:v>46032</c:v>
                </c:pt>
                <c:pt idx="204">
                  <c:v>46033</c:v>
                </c:pt>
                <c:pt idx="205">
                  <c:v>46034</c:v>
                </c:pt>
                <c:pt idx="206">
                  <c:v>46035</c:v>
                </c:pt>
                <c:pt idx="207">
                  <c:v>46036</c:v>
                </c:pt>
                <c:pt idx="208">
                  <c:v>46037</c:v>
                </c:pt>
                <c:pt idx="209">
                  <c:v>46038</c:v>
                </c:pt>
                <c:pt idx="210">
                  <c:v>46039</c:v>
                </c:pt>
                <c:pt idx="211">
                  <c:v>46040</c:v>
                </c:pt>
                <c:pt idx="212">
                  <c:v>46041</c:v>
                </c:pt>
                <c:pt idx="213">
                  <c:v>46042</c:v>
                </c:pt>
                <c:pt idx="214">
                  <c:v>46043</c:v>
                </c:pt>
                <c:pt idx="215">
                  <c:v>46044</c:v>
                </c:pt>
                <c:pt idx="216">
                  <c:v>46045</c:v>
                </c:pt>
                <c:pt idx="217">
                  <c:v>46046</c:v>
                </c:pt>
                <c:pt idx="218">
                  <c:v>46047</c:v>
                </c:pt>
                <c:pt idx="219">
                  <c:v>46048</c:v>
                </c:pt>
                <c:pt idx="220">
                  <c:v>46049</c:v>
                </c:pt>
                <c:pt idx="221">
                  <c:v>46050</c:v>
                </c:pt>
                <c:pt idx="222">
                  <c:v>46051</c:v>
                </c:pt>
                <c:pt idx="223">
                  <c:v>46052</c:v>
                </c:pt>
                <c:pt idx="224">
                  <c:v>46053</c:v>
                </c:pt>
                <c:pt idx="225">
                  <c:v>46054</c:v>
                </c:pt>
                <c:pt idx="226">
                  <c:v>46055</c:v>
                </c:pt>
                <c:pt idx="227">
                  <c:v>46056</c:v>
                </c:pt>
                <c:pt idx="228">
                  <c:v>46057</c:v>
                </c:pt>
                <c:pt idx="229">
                  <c:v>46058</c:v>
                </c:pt>
                <c:pt idx="230">
                  <c:v>46059</c:v>
                </c:pt>
                <c:pt idx="231">
                  <c:v>46060</c:v>
                </c:pt>
                <c:pt idx="232">
                  <c:v>46061</c:v>
                </c:pt>
                <c:pt idx="233">
                  <c:v>46062</c:v>
                </c:pt>
                <c:pt idx="234">
                  <c:v>46063</c:v>
                </c:pt>
                <c:pt idx="235">
                  <c:v>46064</c:v>
                </c:pt>
                <c:pt idx="236">
                  <c:v>46065</c:v>
                </c:pt>
                <c:pt idx="237">
                  <c:v>46066</c:v>
                </c:pt>
                <c:pt idx="238">
                  <c:v>46067</c:v>
                </c:pt>
                <c:pt idx="239">
                  <c:v>46068</c:v>
                </c:pt>
                <c:pt idx="240">
                  <c:v>46069</c:v>
                </c:pt>
                <c:pt idx="241">
                  <c:v>46070</c:v>
                </c:pt>
                <c:pt idx="242">
                  <c:v>46071</c:v>
                </c:pt>
                <c:pt idx="243">
                  <c:v>46072</c:v>
                </c:pt>
                <c:pt idx="244">
                  <c:v>46073</c:v>
                </c:pt>
                <c:pt idx="245">
                  <c:v>46074</c:v>
                </c:pt>
                <c:pt idx="246">
                  <c:v>46075</c:v>
                </c:pt>
                <c:pt idx="247">
                  <c:v>46076</c:v>
                </c:pt>
                <c:pt idx="248">
                  <c:v>46077</c:v>
                </c:pt>
                <c:pt idx="249">
                  <c:v>46078</c:v>
                </c:pt>
                <c:pt idx="250">
                  <c:v>46079</c:v>
                </c:pt>
                <c:pt idx="251">
                  <c:v>46080</c:v>
                </c:pt>
                <c:pt idx="252">
                  <c:v>46081</c:v>
                </c:pt>
                <c:pt idx="253">
                  <c:v>46082</c:v>
                </c:pt>
                <c:pt idx="254">
                  <c:v>46083</c:v>
                </c:pt>
                <c:pt idx="255">
                  <c:v>46084</c:v>
                </c:pt>
                <c:pt idx="256">
                  <c:v>46085</c:v>
                </c:pt>
                <c:pt idx="257">
                  <c:v>46086</c:v>
                </c:pt>
                <c:pt idx="258">
                  <c:v>46087</c:v>
                </c:pt>
                <c:pt idx="259">
                  <c:v>46088</c:v>
                </c:pt>
                <c:pt idx="260">
                  <c:v>46089</c:v>
                </c:pt>
                <c:pt idx="261">
                  <c:v>46090</c:v>
                </c:pt>
                <c:pt idx="262">
                  <c:v>46091</c:v>
                </c:pt>
                <c:pt idx="263">
                  <c:v>46092</c:v>
                </c:pt>
                <c:pt idx="264">
                  <c:v>46093</c:v>
                </c:pt>
                <c:pt idx="265">
                  <c:v>46094</c:v>
                </c:pt>
                <c:pt idx="266">
                  <c:v>46095</c:v>
                </c:pt>
                <c:pt idx="267">
                  <c:v>46096</c:v>
                </c:pt>
                <c:pt idx="268">
                  <c:v>46097</c:v>
                </c:pt>
                <c:pt idx="269">
                  <c:v>46098</c:v>
                </c:pt>
                <c:pt idx="270">
                  <c:v>46099</c:v>
                </c:pt>
                <c:pt idx="271">
                  <c:v>46100</c:v>
                </c:pt>
                <c:pt idx="272">
                  <c:v>46101</c:v>
                </c:pt>
                <c:pt idx="273">
                  <c:v>46102</c:v>
                </c:pt>
                <c:pt idx="274">
                  <c:v>46103</c:v>
                </c:pt>
                <c:pt idx="275">
                  <c:v>46104</c:v>
                </c:pt>
                <c:pt idx="276">
                  <c:v>46105</c:v>
                </c:pt>
                <c:pt idx="277">
                  <c:v>46106</c:v>
                </c:pt>
                <c:pt idx="278">
                  <c:v>46107</c:v>
                </c:pt>
                <c:pt idx="279">
                  <c:v>46108</c:v>
                </c:pt>
                <c:pt idx="280">
                  <c:v>46109</c:v>
                </c:pt>
                <c:pt idx="281">
                  <c:v>46110</c:v>
                </c:pt>
                <c:pt idx="282">
                  <c:v>46111</c:v>
                </c:pt>
                <c:pt idx="283">
                  <c:v>46112</c:v>
                </c:pt>
                <c:pt idx="284">
                  <c:v>46113</c:v>
                </c:pt>
                <c:pt idx="285">
                  <c:v>46114</c:v>
                </c:pt>
                <c:pt idx="286">
                  <c:v>46115</c:v>
                </c:pt>
                <c:pt idx="287">
                  <c:v>46116</c:v>
                </c:pt>
                <c:pt idx="288">
                  <c:v>46117</c:v>
                </c:pt>
                <c:pt idx="289">
                  <c:v>46118</c:v>
                </c:pt>
                <c:pt idx="290">
                  <c:v>46119</c:v>
                </c:pt>
                <c:pt idx="291">
                  <c:v>46120</c:v>
                </c:pt>
                <c:pt idx="292">
                  <c:v>46121</c:v>
                </c:pt>
                <c:pt idx="293">
                  <c:v>46122</c:v>
                </c:pt>
                <c:pt idx="294">
                  <c:v>46123</c:v>
                </c:pt>
                <c:pt idx="295">
                  <c:v>46124</c:v>
                </c:pt>
                <c:pt idx="296">
                  <c:v>46125</c:v>
                </c:pt>
                <c:pt idx="297">
                  <c:v>46126</c:v>
                </c:pt>
                <c:pt idx="298">
                  <c:v>46127</c:v>
                </c:pt>
                <c:pt idx="299">
                  <c:v>46128</c:v>
                </c:pt>
                <c:pt idx="300">
                  <c:v>46129</c:v>
                </c:pt>
                <c:pt idx="301">
                  <c:v>46130</c:v>
                </c:pt>
                <c:pt idx="302">
                  <c:v>46131</c:v>
                </c:pt>
                <c:pt idx="303">
                  <c:v>46132</c:v>
                </c:pt>
                <c:pt idx="304">
                  <c:v>46133</c:v>
                </c:pt>
                <c:pt idx="305">
                  <c:v>46134</c:v>
                </c:pt>
                <c:pt idx="306">
                  <c:v>46135</c:v>
                </c:pt>
                <c:pt idx="307">
                  <c:v>46136</c:v>
                </c:pt>
                <c:pt idx="308">
                  <c:v>46137</c:v>
                </c:pt>
                <c:pt idx="309">
                  <c:v>46138</c:v>
                </c:pt>
                <c:pt idx="310">
                  <c:v>46139</c:v>
                </c:pt>
                <c:pt idx="311">
                  <c:v>46140</c:v>
                </c:pt>
                <c:pt idx="312">
                  <c:v>46141</c:v>
                </c:pt>
                <c:pt idx="313">
                  <c:v>46142</c:v>
                </c:pt>
                <c:pt idx="314">
                  <c:v>46143</c:v>
                </c:pt>
                <c:pt idx="315">
                  <c:v>46144</c:v>
                </c:pt>
                <c:pt idx="316">
                  <c:v>46145</c:v>
                </c:pt>
                <c:pt idx="317">
                  <c:v>46146</c:v>
                </c:pt>
                <c:pt idx="318">
                  <c:v>46147</c:v>
                </c:pt>
                <c:pt idx="319">
                  <c:v>46148</c:v>
                </c:pt>
                <c:pt idx="320">
                  <c:v>46149</c:v>
                </c:pt>
                <c:pt idx="321">
                  <c:v>46150</c:v>
                </c:pt>
                <c:pt idx="322">
                  <c:v>46151</c:v>
                </c:pt>
                <c:pt idx="323">
                  <c:v>46152</c:v>
                </c:pt>
                <c:pt idx="324">
                  <c:v>46153</c:v>
                </c:pt>
                <c:pt idx="325">
                  <c:v>46154</c:v>
                </c:pt>
                <c:pt idx="326">
                  <c:v>46155</c:v>
                </c:pt>
                <c:pt idx="327">
                  <c:v>46156</c:v>
                </c:pt>
                <c:pt idx="328">
                  <c:v>46157</c:v>
                </c:pt>
                <c:pt idx="329">
                  <c:v>46158</c:v>
                </c:pt>
                <c:pt idx="330">
                  <c:v>46159</c:v>
                </c:pt>
                <c:pt idx="331">
                  <c:v>46160</c:v>
                </c:pt>
                <c:pt idx="332">
                  <c:v>46161</c:v>
                </c:pt>
                <c:pt idx="333">
                  <c:v>46162</c:v>
                </c:pt>
                <c:pt idx="334">
                  <c:v>46163</c:v>
                </c:pt>
                <c:pt idx="335">
                  <c:v>46164</c:v>
                </c:pt>
                <c:pt idx="336">
                  <c:v>46165</c:v>
                </c:pt>
                <c:pt idx="337">
                  <c:v>46166</c:v>
                </c:pt>
                <c:pt idx="338">
                  <c:v>46167</c:v>
                </c:pt>
                <c:pt idx="339">
                  <c:v>46168</c:v>
                </c:pt>
                <c:pt idx="340">
                  <c:v>46169</c:v>
                </c:pt>
                <c:pt idx="341">
                  <c:v>46170</c:v>
                </c:pt>
                <c:pt idx="342">
                  <c:v>46171</c:v>
                </c:pt>
                <c:pt idx="343">
                  <c:v>46172</c:v>
                </c:pt>
                <c:pt idx="344">
                  <c:v>46173</c:v>
                </c:pt>
                <c:pt idx="345">
                  <c:v>46174</c:v>
                </c:pt>
                <c:pt idx="346">
                  <c:v>46175</c:v>
                </c:pt>
                <c:pt idx="347">
                  <c:v>46176</c:v>
                </c:pt>
                <c:pt idx="348">
                  <c:v>46177</c:v>
                </c:pt>
                <c:pt idx="349">
                  <c:v>46178</c:v>
                </c:pt>
                <c:pt idx="350">
                  <c:v>46179</c:v>
                </c:pt>
                <c:pt idx="351">
                  <c:v>46180</c:v>
                </c:pt>
                <c:pt idx="352">
                  <c:v>46181</c:v>
                </c:pt>
                <c:pt idx="353">
                  <c:v>46182</c:v>
                </c:pt>
                <c:pt idx="354">
                  <c:v>46183</c:v>
                </c:pt>
                <c:pt idx="355">
                  <c:v>46184</c:v>
                </c:pt>
                <c:pt idx="356">
                  <c:v>46185</c:v>
                </c:pt>
                <c:pt idx="357">
                  <c:v>46186</c:v>
                </c:pt>
                <c:pt idx="358">
                  <c:v>46187</c:v>
                </c:pt>
                <c:pt idx="359">
                  <c:v>46188</c:v>
                </c:pt>
                <c:pt idx="360">
                  <c:v>46189</c:v>
                </c:pt>
                <c:pt idx="361">
                  <c:v>46190</c:v>
                </c:pt>
                <c:pt idx="362">
                  <c:v>46191</c:v>
                </c:pt>
                <c:pt idx="363">
                  <c:v>46192</c:v>
                </c:pt>
                <c:pt idx="364">
                  <c:v>46193</c:v>
                </c:pt>
              </c:numCache>
            </c:numRef>
          </c:cat>
          <c:val>
            <c:numRef>
              <c:f>'Total Data'!$J$2:$J$366</c:f>
              <c:numCache>
                <c:formatCode>_(* #,##0.00_);_(* \(#,##0.00\);_(* "-"??_);_(@_)</c:formatCode>
                <c:ptCount val="365"/>
                <c:pt idx="0">
                  <c:v>1393380.528616</c:v>
                </c:pt>
                <c:pt idx="1">
                  <c:v>1408883.789316</c:v>
                </c:pt>
                <c:pt idx="2">
                  <c:v>1326652.7312979999</c:v>
                </c:pt>
                <c:pt idx="3">
                  <c:v>1345315.506603</c:v>
                </c:pt>
                <c:pt idx="4">
                  <c:v>1348397.8186840001</c:v>
                </c:pt>
                <c:pt idx="5">
                  <c:v>1360635.240433</c:v>
                </c:pt>
                <c:pt idx="6">
                  <c:v>1375513.8101909999</c:v>
                </c:pt>
                <c:pt idx="7">
                  <c:v>1411825.7828920002</c:v>
                </c:pt>
                <c:pt idx="8">
                  <c:v>1420058.676978</c:v>
                </c:pt>
                <c:pt idx="9">
                  <c:v>1333831.6973579999</c:v>
                </c:pt>
                <c:pt idx="10">
                  <c:v>1352319.1676949998</c:v>
                </c:pt>
                <c:pt idx="11">
                  <c:v>1361212.275107</c:v>
                </c:pt>
                <c:pt idx="12">
                  <c:v>1351463.1374259999</c:v>
                </c:pt>
                <c:pt idx="13">
                  <c:v>1357750.8331820001</c:v>
                </c:pt>
                <c:pt idx="14">
                  <c:v>1411884.589372</c:v>
                </c:pt>
                <c:pt idx="15">
                  <c:v>1396932.5953589999</c:v>
                </c:pt>
                <c:pt idx="16">
                  <c:v>1324865.8543459999</c:v>
                </c:pt>
                <c:pt idx="17">
                  <c:v>1359596.3366640001</c:v>
                </c:pt>
                <c:pt idx="18">
                  <c:v>1340454.4960789999</c:v>
                </c:pt>
                <c:pt idx="19">
                  <c:v>1457573.6126270001</c:v>
                </c:pt>
                <c:pt idx="20">
                  <c:v>1361615.94997</c:v>
                </c:pt>
                <c:pt idx="21">
                  <c:v>1402904.9627730001</c:v>
                </c:pt>
                <c:pt idx="22">
                  <c:v>1426036.9656379998</c:v>
                </c:pt>
                <c:pt idx="23">
                  <c:v>1336248.686311</c:v>
                </c:pt>
                <c:pt idx="24">
                  <c:v>1347882.2394609998</c:v>
                </c:pt>
                <c:pt idx="25">
                  <c:v>1356880.05415</c:v>
                </c:pt>
                <c:pt idx="26">
                  <c:v>1353245.582011</c:v>
                </c:pt>
                <c:pt idx="27">
                  <c:v>1365477.564916</c:v>
                </c:pt>
                <c:pt idx="28">
                  <c:v>1405218.7459539999</c:v>
                </c:pt>
                <c:pt idx="29">
                  <c:v>1431818.8631179999</c:v>
                </c:pt>
                <c:pt idx="30">
                  <c:v>1355674.605644</c:v>
                </c:pt>
                <c:pt idx="31">
                  <c:v>1368384.394814</c:v>
                </c:pt>
                <c:pt idx="32">
                  <c:v>1341743.5870109999</c:v>
                </c:pt>
                <c:pt idx="33">
                  <c:v>1363448.696832</c:v>
                </c:pt>
                <c:pt idx="34">
                  <c:v>1383236.677193</c:v>
                </c:pt>
                <c:pt idx="35">
                  <c:v>1422702.735325</c:v>
                </c:pt>
                <c:pt idx="36">
                  <c:v>1439632.981074</c:v>
                </c:pt>
                <c:pt idx="37">
                  <c:v>1368689.167508</c:v>
                </c:pt>
                <c:pt idx="38">
                  <c:v>1377341.8717</c:v>
                </c:pt>
                <c:pt idx="39">
                  <c:v>1403600.475261</c:v>
                </c:pt>
                <c:pt idx="40">
                  <c:v>1390613.5571069999</c:v>
                </c:pt>
                <c:pt idx="41">
                  <c:v>1372981.2751150001</c:v>
                </c:pt>
                <c:pt idx="42">
                  <c:v>1424334.337425</c:v>
                </c:pt>
                <c:pt idx="43">
                  <c:v>1471628.218443</c:v>
                </c:pt>
                <c:pt idx="44">
                  <c:v>1368534.64002</c:v>
                </c:pt>
                <c:pt idx="45">
                  <c:v>1349257.168569</c:v>
                </c:pt>
                <c:pt idx="46">
                  <c:v>1314187.3452719999</c:v>
                </c:pt>
                <c:pt idx="47">
                  <c:v>1384746.89916</c:v>
                </c:pt>
                <c:pt idx="48">
                  <c:v>1499110.1968049998</c:v>
                </c:pt>
                <c:pt idx="49">
                  <c:v>1448877.973217</c:v>
                </c:pt>
                <c:pt idx="50">
                  <c:v>1454983.2598649999</c:v>
                </c:pt>
                <c:pt idx="51">
                  <c:v>1416481.942204</c:v>
                </c:pt>
                <c:pt idx="52">
                  <c:v>1410335.2678130001</c:v>
                </c:pt>
                <c:pt idx="53">
                  <c:v>1426310.77715</c:v>
                </c:pt>
                <c:pt idx="54">
                  <c:v>1426635.1501429998</c:v>
                </c:pt>
                <c:pt idx="55">
                  <c:v>1436025.077453</c:v>
                </c:pt>
                <c:pt idx="56">
                  <c:v>1453424.6248939999</c:v>
                </c:pt>
                <c:pt idx="57">
                  <c:v>1474647.984308</c:v>
                </c:pt>
                <c:pt idx="58">
                  <c:v>1400892.561671</c:v>
                </c:pt>
                <c:pt idx="59">
                  <c:v>1397094.584664</c:v>
                </c:pt>
                <c:pt idx="60">
                  <c:v>1399285.517066</c:v>
                </c:pt>
                <c:pt idx="61">
                  <c:v>1403505.542894</c:v>
                </c:pt>
                <c:pt idx="62">
                  <c:v>1403509.3240639998</c:v>
                </c:pt>
                <c:pt idx="63">
                  <c:v>1455527.1531150001</c:v>
                </c:pt>
                <c:pt idx="64">
                  <c:v>1466825.106807</c:v>
                </c:pt>
                <c:pt idx="65">
                  <c:v>1380090.0127030001</c:v>
                </c:pt>
                <c:pt idx="66">
                  <c:v>1403908.5195310002</c:v>
                </c:pt>
                <c:pt idx="67">
                  <c:v>1388862.8372800001</c:v>
                </c:pt>
                <c:pt idx="68">
                  <c:v>1400438.2327660001</c:v>
                </c:pt>
                <c:pt idx="69">
                  <c:v>1424234.8209529999</c:v>
                </c:pt>
                <c:pt idx="70">
                  <c:v>1462934.157134</c:v>
                </c:pt>
                <c:pt idx="71">
                  <c:v>1488577.791428</c:v>
                </c:pt>
                <c:pt idx="72">
                  <c:v>1382961.038006</c:v>
                </c:pt>
                <c:pt idx="73">
                  <c:v>1374317.4983310001</c:v>
                </c:pt>
                <c:pt idx="74">
                  <c:v>1397263.044976</c:v>
                </c:pt>
                <c:pt idx="75">
                  <c:v>1396021.4635619998</c:v>
                </c:pt>
                <c:pt idx="76">
                  <c:v>1484067.890073</c:v>
                </c:pt>
                <c:pt idx="77">
                  <c:v>1454731.2686070001</c:v>
                </c:pt>
                <c:pt idx="78">
                  <c:v>1505356.6102130001</c:v>
                </c:pt>
                <c:pt idx="79">
                  <c:v>1389910.1481389999</c:v>
                </c:pt>
                <c:pt idx="80">
                  <c:v>1397908.636901</c:v>
                </c:pt>
                <c:pt idx="81">
                  <c:v>1409563.0159159999</c:v>
                </c:pt>
                <c:pt idx="82">
                  <c:v>1421764.153565</c:v>
                </c:pt>
                <c:pt idx="83">
                  <c:v>1439362.2574439999</c:v>
                </c:pt>
                <c:pt idx="84">
                  <c:v>1511410.1147640001</c:v>
                </c:pt>
                <c:pt idx="85">
                  <c:v>1509565.4078799998</c:v>
                </c:pt>
                <c:pt idx="86">
                  <c:v>1435141.8262929998</c:v>
                </c:pt>
                <c:pt idx="87">
                  <c:v>1441270.275688</c:v>
                </c:pt>
                <c:pt idx="88">
                  <c:v>1456827.4498999999</c:v>
                </c:pt>
                <c:pt idx="89">
                  <c:v>1482667.4982530002</c:v>
                </c:pt>
                <c:pt idx="90">
                  <c:v>1468921.6075210001</c:v>
                </c:pt>
                <c:pt idx="91">
                  <c:v>1531737.0284559999</c:v>
                </c:pt>
                <c:pt idx="92">
                  <c:v>1525566.8284770001</c:v>
                </c:pt>
                <c:pt idx="93">
                  <c:v>1409587.4962849999</c:v>
                </c:pt>
                <c:pt idx="94">
                  <c:v>1438925.0402279999</c:v>
                </c:pt>
                <c:pt idx="95">
                  <c:v>1446923.3750519999</c:v>
                </c:pt>
                <c:pt idx="96">
                  <c:v>1404410.6274089999</c:v>
                </c:pt>
                <c:pt idx="97">
                  <c:v>1482532.8464200001</c:v>
                </c:pt>
                <c:pt idx="98">
                  <c:v>1504699.34259</c:v>
                </c:pt>
                <c:pt idx="99">
                  <c:v>1524019.516323</c:v>
                </c:pt>
                <c:pt idx="100">
                  <c:v>1424353.7772319999</c:v>
                </c:pt>
                <c:pt idx="101">
                  <c:v>1428523.3164939999</c:v>
                </c:pt>
                <c:pt idx="102">
                  <c:v>1431479.6412599999</c:v>
                </c:pt>
                <c:pt idx="103">
                  <c:v>1438085.28498</c:v>
                </c:pt>
                <c:pt idx="104">
                  <c:v>1455138.1107060001</c:v>
                </c:pt>
                <c:pt idx="105">
                  <c:v>1494237.8651320001</c:v>
                </c:pt>
                <c:pt idx="106">
                  <c:v>1500224.9183439999</c:v>
                </c:pt>
                <c:pt idx="107">
                  <c:v>1515164.4980659999</c:v>
                </c:pt>
                <c:pt idx="108">
                  <c:v>1430699.517765</c:v>
                </c:pt>
                <c:pt idx="109">
                  <c:v>1435443.8185109999</c:v>
                </c:pt>
                <c:pt idx="110">
                  <c:v>1404077.282776</c:v>
                </c:pt>
                <c:pt idx="111">
                  <c:v>1442189.5290920001</c:v>
                </c:pt>
                <c:pt idx="112">
                  <c:v>1522025.842765</c:v>
                </c:pt>
                <c:pt idx="113">
                  <c:v>1520878.341828</c:v>
                </c:pt>
                <c:pt idx="114">
                  <c:v>1420839.6236289998</c:v>
                </c:pt>
                <c:pt idx="115">
                  <c:v>1434701.8043429998</c:v>
                </c:pt>
                <c:pt idx="116">
                  <c:v>1442810.592341</c:v>
                </c:pt>
                <c:pt idx="117">
                  <c:v>1432708.346899</c:v>
                </c:pt>
                <c:pt idx="118">
                  <c:v>1452869.7569489998</c:v>
                </c:pt>
                <c:pt idx="119">
                  <c:v>1496079.753855</c:v>
                </c:pt>
                <c:pt idx="120">
                  <c:v>1528319.713913</c:v>
                </c:pt>
                <c:pt idx="121">
                  <c:v>1519780.918202</c:v>
                </c:pt>
                <c:pt idx="122">
                  <c:v>1473337.270432</c:v>
                </c:pt>
                <c:pt idx="123">
                  <c:v>1460841.3511279998</c:v>
                </c:pt>
                <c:pt idx="124">
                  <c:v>1458167.19172</c:v>
                </c:pt>
                <c:pt idx="125">
                  <c:v>1478770.7963609998</c:v>
                </c:pt>
                <c:pt idx="126">
                  <c:v>1544454.7089830001</c:v>
                </c:pt>
                <c:pt idx="127">
                  <c:v>1525302.6451630001</c:v>
                </c:pt>
                <c:pt idx="128">
                  <c:v>1431088.2836869999</c:v>
                </c:pt>
                <c:pt idx="129">
                  <c:v>1464891.9814579999</c:v>
                </c:pt>
                <c:pt idx="130">
                  <c:v>1480750.9940760001</c:v>
                </c:pt>
                <c:pt idx="131">
                  <c:v>1487329.768707</c:v>
                </c:pt>
                <c:pt idx="132">
                  <c:v>1498692.2483670001</c:v>
                </c:pt>
                <c:pt idx="133">
                  <c:v>1534627.2459789999</c:v>
                </c:pt>
                <c:pt idx="134">
                  <c:v>1558293.564611</c:v>
                </c:pt>
                <c:pt idx="135">
                  <c:v>1466215.968354</c:v>
                </c:pt>
                <c:pt idx="136">
                  <c:v>1484449.4862180001</c:v>
                </c:pt>
                <c:pt idx="137">
                  <c:v>1601438.1006500002</c:v>
                </c:pt>
                <c:pt idx="138">
                  <c:v>1405364.19909</c:v>
                </c:pt>
                <c:pt idx="139">
                  <c:v>1518440.4073650001</c:v>
                </c:pt>
                <c:pt idx="140">
                  <c:v>1534897.4442799999</c:v>
                </c:pt>
                <c:pt idx="141">
                  <c:v>1547201.7226710001</c:v>
                </c:pt>
                <c:pt idx="142">
                  <c:v>1480962.0383629999</c:v>
                </c:pt>
                <c:pt idx="143">
                  <c:v>1507511.544336</c:v>
                </c:pt>
                <c:pt idx="144">
                  <c:v>1511009.5012969999</c:v>
                </c:pt>
                <c:pt idx="145">
                  <c:v>1512860.413952</c:v>
                </c:pt>
                <c:pt idx="146">
                  <c:v>1551023.1172710001</c:v>
                </c:pt>
                <c:pt idx="147">
                  <c:v>1532264.3973039999</c:v>
                </c:pt>
                <c:pt idx="148">
                  <c:v>1593006.2735899999</c:v>
                </c:pt>
                <c:pt idx="149">
                  <c:v>1521816.1544850001</c:v>
                </c:pt>
                <c:pt idx="150">
                  <c:v>1536947.738135</c:v>
                </c:pt>
                <c:pt idx="151">
                  <c:v>1530762.0070559999</c:v>
                </c:pt>
                <c:pt idx="152">
                  <c:v>1568571.8441329999</c:v>
                </c:pt>
                <c:pt idx="153">
                  <c:v>1557036.5572019999</c:v>
                </c:pt>
                <c:pt idx="154">
                  <c:v>1583629.504924</c:v>
                </c:pt>
                <c:pt idx="155">
                  <c:v>1607394.665146</c:v>
                </c:pt>
                <c:pt idx="156">
                  <c:v>1528551.391115</c:v>
                </c:pt>
                <c:pt idx="157">
                  <c:v>1558744.2100540001</c:v>
                </c:pt>
                <c:pt idx="158">
                  <c:v>1540890.2777249999</c:v>
                </c:pt>
                <c:pt idx="159">
                  <c:v>1445017.033547</c:v>
                </c:pt>
                <c:pt idx="160">
                  <c:v>1110647.964346</c:v>
                </c:pt>
                <c:pt idx="161">
                  <c:v>1174037.0022789999</c:v>
                </c:pt>
                <c:pt idx="162">
                  <c:v>1298902.7862189999</c:v>
                </c:pt>
                <c:pt idx="163">
                  <c:v>1382400.880354</c:v>
                </c:pt>
                <c:pt idx="164">
                  <c:v>1412026.948849</c:v>
                </c:pt>
                <c:pt idx="165">
                  <c:v>1479160.0708679999</c:v>
                </c:pt>
                <c:pt idx="166">
                  <c:v>1572774.6639989999</c:v>
                </c:pt>
                <c:pt idx="167">
                  <c:v>1509996.2784519999</c:v>
                </c:pt>
                <c:pt idx="168">
                  <c:v>1560064.4601440001</c:v>
                </c:pt>
                <c:pt idx="169">
                  <c:v>1598340.432669</c:v>
                </c:pt>
                <c:pt idx="170">
                  <c:v>1552810.702915</c:v>
                </c:pt>
                <c:pt idx="171">
                  <c:v>1584657.465939</c:v>
                </c:pt>
                <c:pt idx="172">
                  <c:v>1592124.8916149999</c:v>
                </c:pt>
                <c:pt idx="173">
                  <c:v>1607210.4928069999</c:v>
                </c:pt>
                <c:pt idx="174">
                  <c:v>1600979.2259799999</c:v>
                </c:pt>
                <c:pt idx="175">
                  <c:v>1625565.2996769999</c:v>
                </c:pt>
                <c:pt idx="176">
                  <c:v>1644407.96459</c:v>
                </c:pt>
                <c:pt idx="177">
                  <c:v>1566384.9552000002</c:v>
                </c:pt>
                <c:pt idx="178">
                  <c:v>1577632.7755230002</c:v>
                </c:pt>
                <c:pt idx="179">
                  <c:v>1598474.423308</c:v>
                </c:pt>
                <c:pt idx="180">
                  <c:v>1618423.0479639999</c:v>
                </c:pt>
                <c:pt idx="181">
                  <c:v>1622325.4500909999</c:v>
                </c:pt>
                <c:pt idx="182">
                  <c:v>1636598.0657299999</c:v>
                </c:pt>
                <c:pt idx="183">
                  <c:v>1649266.413347</c:v>
                </c:pt>
                <c:pt idx="184">
                  <c:v>1573117.830538</c:v>
                </c:pt>
                <c:pt idx="185">
                  <c:v>1586584.267252</c:v>
                </c:pt>
                <c:pt idx="186">
                  <c:v>1590061.4013759999</c:v>
                </c:pt>
                <c:pt idx="187">
                  <c:v>1659438.2777570002</c:v>
                </c:pt>
                <c:pt idx="188">
                  <c:v>1621976.530023</c:v>
                </c:pt>
                <c:pt idx="189">
                  <c:v>1623032.7564930001</c:v>
                </c:pt>
                <c:pt idx="190">
                  <c:v>1621476.853906</c:v>
                </c:pt>
                <c:pt idx="191">
                  <c:v>1586557.1663790001</c:v>
                </c:pt>
                <c:pt idx="192">
                  <c:v>1587425.5688699998</c:v>
                </c:pt>
                <c:pt idx="193">
                  <c:v>1556412.7971659999</c:v>
                </c:pt>
                <c:pt idx="194">
                  <c:v>1639366.4430430001</c:v>
                </c:pt>
                <c:pt idx="195">
                  <c:v>1559024.3060580001</c:v>
                </c:pt>
                <c:pt idx="196">
                  <c:v>1618229.767833</c:v>
                </c:pt>
                <c:pt idx="197">
                  <c:v>1575436.2447629999</c:v>
                </c:pt>
                <c:pt idx="198">
                  <c:v>1506455.092552</c:v>
                </c:pt>
                <c:pt idx="199">
                  <c:v>1531649.2883979999</c:v>
                </c:pt>
                <c:pt idx="200">
                  <c:v>1522104.7147979999</c:v>
                </c:pt>
                <c:pt idx="201">
                  <c:v>1541545.3758330001</c:v>
                </c:pt>
                <c:pt idx="202">
                  <c:v>1567720.460069</c:v>
                </c:pt>
                <c:pt idx="203">
                  <c:v>1599491.4697730001</c:v>
                </c:pt>
                <c:pt idx="204">
                  <c:v>1647084.2172069999</c:v>
                </c:pt>
                <c:pt idx="205">
                  <c:v>1585583.4046779999</c:v>
                </c:pt>
                <c:pt idx="206">
                  <c:v>1568130.3973600001</c:v>
                </c:pt>
                <c:pt idx="207">
                  <c:v>1604371.243735</c:v>
                </c:pt>
                <c:pt idx="208">
                  <c:v>1651642.510306</c:v>
                </c:pt>
                <c:pt idx="209">
                  <c:v>1607416.2243570001</c:v>
                </c:pt>
                <c:pt idx="210">
                  <c:v>1623867.204075</c:v>
                </c:pt>
                <c:pt idx="211">
                  <c:v>1655119.4654899999</c:v>
                </c:pt>
                <c:pt idx="212">
                  <c:v>1584958.790327</c:v>
                </c:pt>
                <c:pt idx="213">
                  <c:v>1571364.239242</c:v>
                </c:pt>
                <c:pt idx="214">
                  <c:v>1547545.8711579998</c:v>
                </c:pt>
                <c:pt idx="215">
                  <c:v>1565184.9092990002</c:v>
                </c:pt>
                <c:pt idx="216">
                  <c:v>1577237.299327</c:v>
                </c:pt>
                <c:pt idx="217">
                  <c:v>1645271.612824</c:v>
                </c:pt>
                <c:pt idx="218">
                  <c:v>1651376.2314869999</c:v>
                </c:pt>
                <c:pt idx="219">
                  <c:v>1573350.4438319998</c:v>
                </c:pt>
                <c:pt idx="220">
                  <c:v>1607510.548158</c:v>
                </c:pt>
                <c:pt idx="221">
                  <c:v>1573847.567942</c:v>
                </c:pt>
                <c:pt idx="222">
                  <c:v>1586233.0718110001</c:v>
                </c:pt>
                <c:pt idx="223">
                  <c:v>1622324.326811</c:v>
                </c:pt>
                <c:pt idx="224">
                  <c:v>1667858.8955969999</c:v>
                </c:pt>
                <c:pt idx="225">
                  <c:v>1725103.1700279999</c:v>
                </c:pt>
                <c:pt idx="226">
                  <c:v>1554781.2766240002</c:v>
                </c:pt>
                <c:pt idx="227">
                  <c:v>1584147.6420399998</c:v>
                </c:pt>
                <c:pt idx="228">
                  <c:v>1716744.410868</c:v>
                </c:pt>
                <c:pt idx="229">
                  <c:v>1585033.2853049999</c:v>
                </c:pt>
                <c:pt idx="230">
                  <c:v>1613077.1726210001</c:v>
                </c:pt>
                <c:pt idx="231">
                  <c:v>1667889.6723250002</c:v>
                </c:pt>
                <c:pt idx="232">
                  <c:v>1697444.8275959999</c:v>
                </c:pt>
                <c:pt idx="233">
                  <c:v>1564284.709824</c:v>
                </c:pt>
                <c:pt idx="234">
                  <c:v>1558797.2909360002</c:v>
                </c:pt>
                <c:pt idx="235">
                  <c:v>1585212.193487</c:v>
                </c:pt>
                <c:pt idx="236">
                  <c:v>1632065.0543820001</c:v>
                </c:pt>
                <c:pt idx="237">
                  <c:v>1635955.856196</c:v>
                </c:pt>
                <c:pt idx="238">
                  <c:v>1707337.0293940001</c:v>
                </c:pt>
                <c:pt idx="239">
                  <c:v>1727457.243331</c:v>
                </c:pt>
                <c:pt idx="240">
                  <c:v>1662867.1886090001</c:v>
                </c:pt>
                <c:pt idx="241">
                  <c:v>1644543.451806</c:v>
                </c:pt>
                <c:pt idx="242">
                  <c:v>1646605.549408</c:v>
                </c:pt>
                <c:pt idx="243">
                  <c:v>1679887.4433469998</c:v>
                </c:pt>
                <c:pt idx="244">
                  <c:v>1645842.157776</c:v>
                </c:pt>
                <c:pt idx="245">
                  <c:v>1667882.9803150001</c:v>
                </c:pt>
                <c:pt idx="246">
                  <c:v>1746454.8716879999</c:v>
                </c:pt>
                <c:pt idx="247">
                  <c:v>1631133.2275</c:v>
                </c:pt>
                <c:pt idx="248">
                  <c:v>1644212.9156189999</c:v>
                </c:pt>
                <c:pt idx="249">
                  <c:v>1648682.3291160001</c:v>
                </c:pt>
                <c:pt idx="250">
                  <c:v>1659137.0321199999</c:v>
                </c:pt>
                <c:pt idx="251">
                  <c:v>1666772.131843</c:v>
                </c:pt>
                <c:pt idx="252">
                  <c:v>1692754.9894009999</c:v>
                </c:pt>
                <c:pt idx="253">
                  <c:v>1697717.867416</c:v>
                </c:pt>
                <c:pt idx="254">
                  <c:v>1707389.888633</c:v>
                </c:pt>
                <c:pt idx="255">
                  <c:v>1624183.5065000001</c:v>
                </c:pt>
                <c:pt idx="256">
                  <c:v>1637793.1173959998</c:v>
                </c:pt>
                <c:pt idx="257">
                  <c:v>1641604.5407220002</c:v>
                </c:pt>
                <c:pt idx="258">
                  <c:v>1652056.8687189999</c:v>
                </c:pt>
                <c:pt idx="259">
                  <c:v>1697846.9579689999</c:v>
                </c:pt>
                <c:pt idx="260">
                  <c:v>1721813.6998940001</c:v>
                </c:pt>
                <c:pt idx="261">
                  <c:v>1617189.674843</c:v>
                </c:pt>
                <c:pt idx="262">
                  <c:v>1597590.6192140002</c:v>
                </c:pt>
                <c:pt idx="263">
                  <c:v>1605471.5761570001</c:v>
                </c:pt>
                <c:pt idx="264">
                  <c:v>1641222.6645219999</c:v>
                </c:pt>
                <c:pt idx="265">
                  <c:v>1652072.330818</c:v>
                </c:pt>
                <c:pt idx="266">
                  <c:v>1699138.951868</c:v>
                </c:pt>
                <c:pt idx="267">
                  <c:v>1710812.1634579999</c:v>
                </c:pt>
                <c:pt idx="268">
                  <c:v>1626321.15857</c:v>
                </c:pt>
                <c:pt idx="269">
                  <c:v>1631897.4073739999</c:v>
                </c:pt>
                <c:pt idx="270">
                  <c:v>1713780.5337099999</c:v>
                </c:pt>
                <c:pt idx="271">
                  <c:v>1657350.437955</c:v>
                </c:pt>
                <c:pt idx="272">
                  <c:v>1680298.4035209999</c:v>
                </c:pt>
                <c:pt idx="273">
                  <c:v>1740768.3907270001</c:v>
                </c:pt>
                <c:pt idx="274">
                  <c:v>1737547.5244459999</c:v>
                </c:pt>
                <c:pt idx="275">
                  <c:v>1656486.164326</c:v>
                </c:pt>
                <c:pt idx="276">
                  <c:v>1684595.0966630001</c:v>
                </c:pt>
                <c:pt idx="277">
                  <c:v>1711776.4850099999</c:v>
                </c:pt>
                <c:pt idx="278">
                  <c:v>1669410.0722680001</c:v>
                </c:pt>
                <c:pt idx="279">
                  <c:v>1679181.3824999998</c:v>
                </c:pt>
                <c:pt idx="280">
                  <c:v>1732580.5942970002</c:v>
                </c:pt>
                <c:pt idx="281">
                  <c:v>1751210.3477969998</c:v>
                </c:pt>
                <c:pt idx="282">
                  <c:v>1648441.499819</c:v>
                </c:pt>
                <c:pt idx="283">
                  <c:v>1664066.692633</c:v>
                </c:pt>
                <c:pt idx="284">
                  <c:v>1775359.2906500001</c:v>
                </c:pt>
                <c:pt idx="285">
                  <c:v>1667431.130565</c:v>
                </c:pt>
                <c:pt idx="286">
                  <c:v>1733574.5701660002</c:v>
                </c:pt>
                <c:pt idx="287">
                  <c:v>1732433.4209119999</c:v>
                </c:pt>
                <c:pt idx="288">
                  <c:v>1745074.766298</c:v>
                </c:pt>
                <c:pt idx="289">
                  <c:v>1640542.3331249999</c:v>
                </c:pt>
                <c:pt idx="290">
                  <c:v>1648524.194501</c:v>
                </c:pt>
                <c:pt idx="291">
                  <c:v>1685406.4949920001</c:v>
                </c:pt>
                <c:pt idx="292">
                  <c:v>1649833.8917369999</c:v>
                </c:pt>
                <c:pt idx="293">
                  <c:v>1663772.51361</c:v>
                </c:pt>
                <c:pt idx="294">
                  <c:v>1686200.1670949999</c:v>
                </c:pt>
                <c:pt idx="295">
                  <c:v>1676736.2070619999</c:v>
                </c:pt>
                <c:pt idx="296">
                  <c:v>1702027.0229099998</c:v>
                </c:pt>
                <c:pt idx="297">
                  <c:v>1736672.3917780002</c:v>
                </c:pt>
                <c:pt idx="298">
                  <c:v>1682932.3242840001</c:v>
                </c:pt>
                <c:pt idx="299">
                  <c:v>1698825.0280260001</c:v>
                </c:pt>
                <c:pt idx="300">
                  <c:v>1727219.2757069999</c:v>
                </c:pt>
                <c:pt idx="301">
                  <c:v>1728902.1854620001</c:v>
                </c:pt>
                <c:pt idx="302">
                  <c:v>1706247.759354</c:v>
                </c:pt>
                <c:pt idx="303">
                  <c:v>1657551.4497229999</c:v>
                </c:pt>
                <c:pt idx="304">
                  <c:v>1675098.8323300001</c:v>
                </c:pt>
                <c:pt idx="305">
                  <c:v>1687146.6090289999</c:v>
                </c:pt>
                <c:pt idx="306">
                  <c:v>1700699.0757290001</c:v>
                </c:pt>
                <c:pt idx="307">
                  <c:v>1733189.15647</c:v>
                </c:pt>
                <c:pt idx="308">
                  <c:v>1761088.294312</c:v>
                </c:pt>
                <c:pt idx="309">
                  <c:v>1761263.11672</c:v>
                </c:pt>
                <c:pt idx="310">
                  <c:v>1689452.3717690001</c:v>
                </c:pt>
                <c:pt idx="311">
                  <c:v>1699276.1089250001</c:v>
                </c:pt>
                <c:pt idx="312">
                  <c:v>1695188.4337879999</c:v>
                </c:pt>
                <c:pt idx="313">
                  <c:v>1680279.6547900001</c:v>
                </c:pt>
                <c:pt idx="314">
                  <c:v>1840062.410343</c:v>
                </c:pt>
                <c:pt idx="315">
                  <c:v>1778953.344085</c:v>
                </c:pt>
                <c:pt idx="316">
                  <c:v>1759886.9054310001</c:v>
                </c:pt>
                <c:pt idx="317">
                  <c:v>1673156.5993289999</c:v>
                </c:pt>
                <c:pt idx="318">
                  <c:v>1672261.2084869999</c:v>
                </c:pt>
                <c:pt idx="319">
                  <c:v>1675084.9429860001</c:v>
                </c:pt>
                <c:pt idx="320">
                  <c:v>1669801.1841130001</c:v>
                </c:pt>
                <c:pt idx="321">
                  <c:v>1694661.8519599999</c:v>
                </c:pt>
                <c:pt idx="322">
                  <c:v>1757431.738779</c:v>
                </c:pt>
                <c:pt idx="323">
                  <c:v>1794428.524824</c:v>
                </c:pt>
                <c:pt idx="324">
                  <c:v>1694110.0261820001</c:v>
                </c:pt>
                <c:pt idx="325">
                  <c:v>1705312.8162709998</c:v>
                </c:pt>
                <c:pt idx="326">
                  <c:v>1771840.932824</c:v>
                </c:pt>
                <c:pt idx="327">
                  <c:v>1723944.6111979999</c:v>
                </c:pt>
                <c:pt idx="328">
                  <c:v>1748188.3520739998</c:v>
                </c:pt>
                <c:pt idx="329">
                  <c:v>1804833.148116</c:v>
                </c:pt>
                <c:pt idx="330">
                  <c:v>1795292.8485690001</c:v>
                </c:pt>
                <c:pt idx="331">
                  <c:v>1689817.940466</c:v>
                </c:pt>
                <c:pt idx="332">
                  <c:v>1695358.92668</c:v>
                </c:pt>
                <c:pt idx="333">
                  <c:v>1690311.4345140001</c:v>
                </c:pt>
                <c:pt idx="334">
                  <c:v>1682507.7964379999</c:v>
                </c:pt>
                <c:pt idx="335">
                  <c:v>1739017.379616</c:v>
                </c:pt>
                <c:pt idx="336">
                  <c:v>1776487.216665</c:v>
                </c:pt>
                <c:pt idx="337">
                  <c:v>1787252.2948379999</c:v>
                </c:pt>
                <c:pt idx="338">
                  <c:v>1670351.3167059999</c:v>
                </c:pt>
                <c:pt idx="339">
                  <c:v>1671079.5253989999</c:v>
                </c:pt>
                <c:pt idx="340">
                  <c:v>1706274.3698100001</c:v>
                </c:pt>
                <c:pt idx="341">
                  <c:v>1768826.5932440001</c:v>
                </c:pt>
                <c:pt idx="342">
                  <c:v>1712099.362771</c:v>
                </c:pt>
                <c:pt idx="343">
                  <c:v>1675431.1747879998</c:v>
                </c:pt>
                <c:pt idx="344">
                  <c:v>1780538.735072</c:v>
                </c:pt>
                <c:pt idx="345">
                  <c:v>1729825.7392150001</c:v>
                </c:pt>
                <c:pt idx="346">
                  <c:v>1714572.6209280002</c:v>
                </c:pt>
                <c:pt idx="347">
                  <c:v>1721454.8997579999</c:v>
                </c:pt>
                <c:pt idx="348">
                  <c:v>1707380.593663</c:v>
                </c:pt>
                <c:pt idx="349">
                  <c:v>1718956.836232</c:v>
                </c:pt>
                <c:pt idx="350">
                  <c:v>1773449.0310490001</c:v>
                </c:pt>
                <c:pt idx="351">
                  <c:v>1792095.1732890001</c:v>
                </c:pt>
                <c:pt idx="352">
                  <c:v>1691786.289564</c:v>
                </c:pt>
                <c:pt idx="353">
                  <c:v>1698882.008749</c:v>
                </c:pt>
                <c:pt idx="354">
                  <c:v>1707193.7060789999</c:v>
                </c:pt>
                <c:pt idx="355">
                  <c:v>1700129.825339</c:v>
                </c:pt>
                <c:pt idx="356">
                  <c:v>1733642.0946870001</c:v>
                </c:pt>
                <c:pt idx="357">
                  <c:v>1789588.0898150001</c:v>
                </c:pt>
                <c:pt idx="358">
                  <c:v>1827723.8835540002</c:v>
                </c:pt>
                <c:pt idx="359">
                  <c:v>1726968.4414599999</c:v>
                </c:pt>
                <c:pt idx="360">
                  <c:v>1708825.6577939999</c:v>
                </c:pt>
                <c:pt idx="361">
                  <c:v>1715287.8015460002</c:v>
                </c:pt>
                <c:pt idx="362">
                  <c:v>1742639.3055779999</c:v>
                </c:pt>
                <c:pt idx="363">
                  <c:v>1739819.3249840001</c:v>
                </c:pt>
                <c:pt idx="364">
                  <c:v>1773769.2323459999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199E-4749-8BB7-4B83B79B0AD2}"/>
            </c:ext>
          </c:extLst>
        </c:ser>
        <c:ser>
          <c:idx val="1"/>
          <c:order val="1"/>
          <c:tx>
            <c:strRef>
              <c:f>'Total Data'!$K$1</c:f>
              <c:strCache>
                <c:ptCount val="1"/>
                <c:pt idx="0">
                  <c:v>Total North East Data Traffic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Ref>
              <c:f>'Total Data'!$A$2:$A$366</c:f>
              <c:numCache>
                <c:formatCode>m/d/yyyy</c:formatCode>
                <c:ptCount val="365"/>
                <c:pt idx="0">
                  <c:v>45829</c:v>
                </c:pt>
                <c:pt idx="1">
                  <c:v>45830</c:v>
                </c:pt>
                <c:pt idx="2">
                  <c:v>45831</c:v>
                </c:pt>
                <c:pt idx="3">
                  <c:v>45832</c:v>
                </c:pt>
                <c:pt idx="4">
                  <c:v>45833</c:v>
                </c:pt>
                <c:pt idx="5">
                  <c:v>45834</c:v>
                </c:pt>
                <c:pt idx="6">
                  <c:v>45835</c:v>
                </c:pt>
                <c:pt idx="7">
                  <c:v>45836</c:v>
                </c:pt>
                <c:pt idx="8">
                  <c:v>45837</c:v>
                </c:pt>
                <c:pt idx="9">
                  <c:v>45838</c:v>
                </c:pt>
                <c:pt idx="10">
                  <c:v>45839</c:v>
                </c:pt>
                <c:pt idx="11">
                  <c:v>45840</c:v>
                </c:pt>
                <c:pt idx="12">
                  <c:v>45841</c:v>
                </c:pt>
                <c:pt idx="13">
                  <c:v>45842</c:v>
                </c:pt>
                <c:pt idx="14">
                  <c:v>45843</c:v>
                </c:pt>
                <c:pt idx="15">
                  <c:v>45844</c:v>
                </c:pt>
                <c:pt idx="16">
                  <c:v>45845</c:v>
                </c:pt>
                <c:pt idx="17">
                  <c:v>45846</c:v>
                </c:pt>
                <c:pt idx="18">
                  <c:v>45847</c:v>
                </c:pt>
                <c:pt idx="19">
                  <c:v>45848</c:v>
                </c:pt>
                <c:pt idx="20">
                  <c:v>45849</c:v>
                </c:pt>
                <c:pt idx="21">
                  <c:v>45850</c:v>
                </c:pt>
                <c:pt idx="22">
                  <c:v>45851</c:v>
                </c:pt>
                <c:pt idx="23">
                  <c:v>45852</c:v>
                </c:pt>
                <c:pt idx="24">
                  <c:v>45853</c:v>
                </c:pt>
                <c:pt idx="25">
                  <c:v>45854</c:v>
                </c:pt>
                <c:pt idx="26">
                  <c:v>45855</c:v>
                </c:pt>
                <c:pt idx="27">
                  <c:v>45856</c:v>
                </c:pt>
                <c:pt idx="28">
                  <c:v>45857</c:v>
                </c:pt>
                <c:pt idx="29">
                  <c:v>45858</c:v>
                </c:pt>
                <c:pt idx="30">
                  <c:v>45859</c:v>
                </c:pt>
                <c:pt idx="31">
                  <c:v>45860</c:v>
                </c:pt>
                <c:pt idx="32">
                  <c:v>45861</c:v>
                </c:pt>
                <c:pt idx="33">
                  <c:v>45862</c:v>
                </c:pt>
                <c:pt idx="34">
                  <c:v>45863</c:v>
                </c:pt>
                <c:pt idx="35">
                  <c:v>45864</c:v>
                </c:pt>
                <c:pt idx="36">
                  <c:v>45865</c:v>
                </c:pt>
                <c:pt idx="37">
                  <c:v>45866</c:v>
                </c:pt>
                <c:pt idx="38">
                  <c:v>45867</c:v>
                </c:pt>
                <c:pt idx="39">
                  <c:v>45868</c:v>
                </c:pt>
                <c:pt idx="40">
                  <c:v>45869</c:v>
                </c:pt>
                <c:pt idx="41">
                  <c:v>45870</c:v>
                </c:pt>
                <c:pt idx="42">
                  <c:v>45871</c:v>
                </c:pt>
                <c:pt idx="43">
                  <c:v>45872</c:v>
                </c:pt>
                <c:pt idx="44">
                  <c:v>45873</c:v>
                </c:pt>
                <c:pt idx="45">
                  <c:v>45874</c:v>
                </c:pt>
                <c:pt idx="46">
                  <c:v>45875</c:v>
                </c:pt>
                <c:pt idx="47">
                  <c:v>45876</c:v>
                </c:pt>
                <c:pt idx="48">
                  <c:v>45877</c:v>
                </c:pt>
                <c:pt idx="49">
                  <c:v>45878</c:v>
                </c:pt>
                <c:pt idx="50">
                  <c:v>45879</c:v>
                </c:pt>
                <c:pt idx="51">
                  <c:v>45880</c:v>
                </c:pt>
                <c:pt idx="52">
                  <c:v>45881</c:v>
                </c:pt>
                <c:pt idx="53">
                  <c:v>45882</c:v>
                </c:pt>
                <c:pt idx="54">
                  <c:v>45883</c:v>
                </c:pt>
                <c:pt idx="55">
                  <c:v>45884</c:v>
                </c:pt>
                <c:pt idx="56">
                  <c:v>45885</c:v>
                </c:pt>
                <c:pt idx="57">
                  <c:v>45886</c:v>
                </c:pt>
                <c:pt idx="58">
                  <c:v>45887</c:v>
                </c:pt>
                <c:pt idx="59">
                  <c:v>45888</c:v>
                </c:pt>
                <c:pt idx="60">
                  <c:v>45889</c:v>
                </c:pt>
                <c:pt idx="61">
                  <c:v>45890</c:v>
                </c:pt>
                <c:pt idx="62">
                  <c:v>45891</c:v>
                </c:pt>
                <c:pt idx="63">
                  <c:v>45892</c:v>
                </c:pt>
                <c:pt idx="64">
                  <c:v>45893</c:v>
                </c:pt>
                <c:pt idx="65">
                  <c:v>45894</c:v>
                </c:pt>
                <c:pt idx="66">
                  <c:v>45895</c:v>
                </c:pt>
                <c:pt idx="67">
                  <c:v>45896</c:v>
                </c:pt>
                <c:pt idx="68">
                  <c:v>45897</c:v>
                </c:pt>
                <c:pt idx="69">
                  <c:v>45898</c:v>
                </c:pt>
                <c:pt idx="70">
                  <c:v>45899</c:v>
                </c:pt>
                <c:pt idx="71">
                  <c:v>45900</c:v>
                </c:pt>
                <c:pt idx="72">
                  <c:v>45901</c:v>
                </c:pt>
                <c:pt idx="73">
                  <c:v>45902</c:v>
                </c:pt>
                <c:pt idx="74">
                  <c:v>45903</c:v>
                </c:pt>
                <c:pt idx="75">
                  <c:v>45904</c:v>
                </c:pt>
                <c:pt idx="76">
                  <c:v>45905</c:v>
                </c:pt>
                <c:pt idx="77">
                  <c:v>45906</c:v>
                </c:pt>
                <c:pt idx="78">
                  <c:v>45907</c:v>
                </c:pt>
                <c:pt idx="79">
                  <c:v>45908</c:v>
                </c:pt>
                <c:pt idx="80">
                  <c:v>45909</c:v>
                </c:pt>
                <c:pt idx="81">
                  <c:v>45910</c:v>
                </c:pt>
                <c:pt idx="82">
                  <c:v>45911</c:v>
                </c:pt>
                <c:pt idx="83">
                  <c:v>45912</c:v>
                </c:pt>
                <c:pt idx="84">
                  <c:v>45913</c:v>
                </c:pt>
                <c:pt idx="85">
                  <c:v>45914</c:v>
                </c:pt>
                <c:pt idx="86">
                  <c:v>45915</c:v>
                </c:pt>
                <c:pt idx="87">
                  <c:v>45916</c:v>
                </c:pt>
                <c:pt idx="88">
                  <c:v>45917</c:v>
                </c:pt>
                <c:pt idx="89">
                  <c:v>45918</c:v>
                </c:pt>
                <c:pt idx="90">
                  <c:v>45919</c:v>
                </c:pt>
                <c:pt idx="91">
                  <c:v>45920</c:v>
                </c:pt>
                <c:pt idx="92">
                  <c:v>45921</c:v>
                </c:pt>
                <c:pt idx="93">
                  <c:v>45922</c:v>
                </c:pt>
                <c:pt idx="94">
                  <c:v>45923</c:v>
                </c:pt>
                <c:pt idx="95">
                  <c:v>45924</c:v>
                </c:pt>
                <c:pt idx="96">
                  <c:v>45925</c:v>
                </c:pt>
                <c:pt idx="97">
                  <c:v>45926</c:v>
                </c:pt>
                <c:pt idx="98">
                  <c:v>45927</c:v>
                </c:pt>
                <c:pt idx="99">
                  <c:v>45928</c:v>
                </c:pt>
                <c:pt idx="100">
                  <c:v>45929</c:v>
                </c:pt>
                <c:pt idx="101">
                  <c:v>45930</c:v>
                </c:pt>
                <c:pt idx="102">
                  <c:v>45931</c:v>
                </c:pt>
                <c:pt idx="103">
                  <c:v>45932</c:v>
                </c:pt>
                <c:pt idx="104">
                  <c:v>45933</c:v>
                </c:pt>
                <c:pt idx="105">
                  <c:v>45934</c:v>
                </c:pt>
                <c:pt idx="106">
                  <c:v>45935</c:v>
                </c:pt>
                <c:pt idx="107">
                  <c:v>45936</c:v>
                </c:pt>
                <c:pt idx="108">
                  <c:v>45937</c:v>
                </c:pt>
                <c:pt idx="109">
                  <c:v>45938</c:v>
                </c:pt>
                <c:pt idx="110">
                  <c:v>45939</c:v>
                </c:pt>
                <c:pt idx="111">
                  <c:v>45940</c:v>
                </c:pt>
                <c:pt idx="112">
                  <c:v>45941</c:v>
                </c:pt>
                <c:pt idx="113">
                  <c:v>45942</c:v>
                </c:pt>
                <c:pt idx="114">
                  <c:v>45943</c:v>
                </c:pt>
                <c:pt idx="115">
                  <c:v>45944</c:v>
                </c:pt>
                <c:pt idx="116">
                  <c:v>45945</c:v>
                </c:pt>
                <c:pt idx="117">
                  <c:v>45946</c:v>
                </c:pt>
                <c:pt idx="118">
                  <c:v>45947</c:v>
                </c:pt>
                <c:pt idx="119">
                  <c:v>45948</c:v>
                </c:pt>
                <c:pt idx="120">
                  <c:v>45949</c:v>
                </c:pt>
                <c:pt idx="121">
                  <c:v>45950</c:v>
                </c:pt>
                <c:pt idx="122">
                  <c:v>45951</c:v>
                </c:pt>
                <c:pt idx="123">
                  <c:v>45952</c:v>
                </c:pt>
                <c:pt idx="124">
                  <c:v>45953</c:v>
                </c:pt>
                <c:pt idx="125">
                  <c:v>45954</c:v>
                </c:pt>
                <c:pt idx="126">
                  <c:v>45955</c:v>
                </c:pt>
                <c:pt idx="127">
                  <c:v>45956</c:v>
                </c:pt>
                <c:pt idx="128">
                  <c:v>45957</c:v>
                </c:pt>
                <c:pt idx="129">
                  <c:v>45958</c:v>
                </c:pt>
                <c:pt idx="130">
                  <c:v>45959</c:v>
                </c:pt>
                <c:pt idx="131">
                  <c:v>45960</c:v>
                </c:pt>
                <c:pt idx="132">
                  <c:v>45961</c:v>
                </c:pt>
                <c:pt idx="133">
                  <c:v>45962</c:v>
                </c:pt>
                <c:pt idx="134">
                  <c:v>45963</c:v>
                </c:pt>
                <c:pt idx="135">
                  <c:v>45964</c:v>
                </c:pt>
                <c:pt idx="136">
                  <c:v>45965</c:v>
                </c:pt>
                <c:pt idx="137">
                  <c:v>45966</c:v>
                </c:pt>
                <c:pt idx="138">
                  <c:v>45967</c:v>
                </c:pt>
                <c:pt idx="139">
                  <c:v>45968</c:v>
                </c:pt>
                <c:pt idx="140">
                  <c:v>45969</c:v>
                </c:pt>
                <c:pt idx="141">
                  <c:v>45970</c:v>
                </c:pt>
                <c:pt idx="142">
                  <c:v>45971</c:v>
                </c:pt>
                <c:pt idx="143">
                  <c:v>45972</c:v>
                </c:pt>
                <c:pt idx="144">
                  <c:v>45973</c:v>
                </c:pt>
                <c:pt idx="145">
                  <c:v>45974</c:v>
                </c:pt>
                <c:pt idx="146">
                  <c:v>45975</c:v>
                </c:pt>
                <c:pt idx="147">
                  <c:v>45976</c:v>
                </c:pt>
                <c:pt idx="148">
                  <c:v>45977</c:v>
                </c:pt>
                <c:pt idx="149">
                  <c:v>45978</c:v>
                </c:pt>
                <c:pt idx="150">
                  <c:v>45979</c:v>
                </c:pt>
                <c:pt idx="151">
                  <c:v>45980</c:v>
                </c:pt>
                <c:pt idx="152">
                  <c:v>45981</c:v>
                </c:pt>
                <c:pt idx="153">
                  <c:v>45982</c:v>
                </c:pt>
                <c:pt idx="154">
                  <c:v>45983</c:v>
                </c:pt>
                <c:pt idx="155">
                  <c:v>45984</c:v>
                </c:pt>
                <c:pt idx="156">
                  <c:v>45985</c:v>
                </c:pt>
                <c:pt idx="157">
                  <c:v>45986</c:v>
                </c:pt>
                <c:pt idx="158">
                  <c:v>45987</c:v>
                </c:pt>
                <c:pt idx="159">
                  <c:v>45988</c:v>
                </c:pt>
                <c:pt idx="160">
                  <c:v>45989</c:v>
                </c:pt>
                <c:pt idx="161">
                  <c:v>45990</c:v>
                </c:pt>
                <c:pt idx="162">
                  <c:v>45991</c:v>
                </c:pt>
                <c:pt idx="163">
                  <c:v>45992</c:v>
                </c:pt>
                <c:pt idx="164">
                  <c:v>45993</c:v>
                </c:pt>
                <c:pt idx="165">
                  <c:v>45994</c:v>
                </c:pt>
                <c:pt idx="166">
                  <c:v>45995</c:v>
                </c:pt>
                <c:pt idx="167">
                  <c:v>45996</c:v>
                </c:pt>
                <c:pt idx="168">
                  <c:v>45997</c:v>
                </c:pt>
                <c:pt idx="169">
                  <c:v>45998</c:v>
                </c:pt>
                <c:pt idx="170">
                  <c:v>45999</c:v>
                </c:pt>
                <c:pt idx="171">
                  <c:v>46000</c:v>
                </c:pt>
                <c:pt idx="172">
                  <c:v>46001</c:v>
                </c:pt>
                <c:pt idx="173">
                  <c:v>46002</c:v>
                </c:pt>
                <c:pt idx="174">
                  <c:v>46003</c:v>
                </c:pt>
                <c:pt idx="175">
                  <c:v>46004</c:v>
                </c:pt>
                <c:pt idx="176">
                  <c:v>46005</c:v>
                </c:pt>
                <c:pt idx="177">
                  <c:v>46006</c:v>
                </c:pt>
                <c:pt idx="178">
                  <c:v>46007</c:v>
                </c:pt>
                <c:pt idx="179">
                  <c:v>46008</c:v>
                </c:pt>
                <c:pt idx="180">
                  <c:v>46009</c:v>
                </c:pt>
                <c:pt idx="181">
                  <c:v>46010</c:v>
                </c:pt>
                <c:pt idx="182">
                  <c:v>46011</c:v>
                </c:pt>
                <c:pt idx="183">
                  <c:v>46012</c:v>
                </c:pt>
                <c:pt idx="184">
                  <c:v>46013</c:v>
                </c:pt>
                <c:pt idx="185">
                  <c:v>46014</c:v>
                </c:pt>
                <c:pt idx="186">
                  <c:v>46015</c:v>
                </c:pt>
                <c:pt idx="187">
                  <c:v>46016</c:v>
                </c:pt>
                <c:pt idx="188">
                  <c:v>46017</c:v>
                </c:pt>
                <c:pt idx="189">
                  <c:v>46018</c:v>
                </c:pt>
                <c:pt idx="190">
                  <c:v>46019</c:v>
                </c:pt>
                <c:pt idx="191">
                  <c:v>46020</c:v>
                </c:pt>
                <c:pt idx="192">
                  <c:v>46021</c:v>
                </c:pt>
                <c:pt idx="193">
                  <c:v>46022</c:v>
                </c:pt>
                <c:pt idx="194">
                  <c:v>46023</c:v>
                </c:pt>
                <c:pt idx="195">
                  <c:v>46024</c:v>
                </c:pt>
                <c:pt idx="196">
                  <c:v>46025</c:v>
                </c:pt>
                <c:pt idx="197">
                  <c:v>46026</c:v>
                </c:pt>
                <c:pt idx="198">
                  <c:v>46027</c:v>
                </c:pt>
                <c:pt idx="199">
                  <c:v>46028</c:v>
                </c:pt>
                <c:pt idx="200">
                  <c:v>46029</c:v>
                </c:pt>
                <c:pt idx="201">
                  <c:v>46030</c:v>
                </c:pt>
                <c:pt idx="202">
                  <c:v>46031</c:v>
                </c:pt>
                <c:pt idx="203">
                  <c:v>46032</c:v>
                </c:pt>
                <c:pt idx="204">
                  <c:v>46033</c:v>
                </c:pt>
                <c:pt idx="205">
                  <c:v>46034</c:v>
                </c:pt>
                <c:pt idx="206">
                  <c:v>46035</c:v>
                </c:pt>
                <c:pt idx="207">
                  <c:v>46036</c:v>
                </c:pt>
                <c:pt idx="208">
                  <c:v>46037</c:v>
                </c:pt>
                <c:pt idx="209">
                  <c:v>46038</c:v>
                </c:pt>
                <c:pt idx="210">
                  <c:v>46039</c:v>
                </c:pt>
                <c:pt idx="211">
                  <c:v>46040</c:v>
                </c:pt>
                <c:pt idx="212">
                  <c:v>46041</c:v>
                </c:pt>
                <c:pt idx="213">
                  <c:v>46042</c:v>
                </c:pt>
                <c:pt idx="214">
                  <c:v>46043</c:v>
                </c:pt>
                <c:pt idx="215">
                  <c:v>46044</c:v>
                </c:pt>
                <c:pt idx="216">
                  <c:v>46045</c:v>
                </c:pt>
                <c:pt idx="217">
                  <c:v>46046</c:v>
                </c:pt>
                <c:pt idx="218">
                  <c:v>46047</c:v>
                </c:pt>
                <c:pt idx="219">
                  <c:v>46048</c:v>
                </c:pt>
                <c:pt idx="220">
                  <c:v>46049</c:v>
                </c:pt>
                <c:pt idx="221">
                  <c:v>46050</c:v>
                </c:pt>
                <c:pt idx="222">
                  <c:v>46051</c:v>
                </c:pt>
                <c:pt idx="223">
                  <c:v>46052</c:v>
                </c:pt>
                <c:pt idx="224">
                  <c:v>46053</c:v>
                </c:pt>
                <c:pt idx="225">
                  <c:v>46054</c:v>
                </c:pt>
                <c:pt idx="226">
                  <c:v>46055</c:v>
                </c:pt>
                <c:pt idx="227">
                  <c:v>46056</c:v>
                </c:pt>
                <c:pt idx="228">
                  <c:v>46057</c:v>
                </c:pt>
                <c:pt idx="229">
                  <c:v>46058</c:v>
                </c:pt>
                <c:pt idx="230">
                  <c:v>46059</c:v>
                </c:pt>
                <c:pt idx="231">
                  <c:v>46060</c:v>
                </c:pt>
                <c:pt idx="232">
                  <c:v>46061</c:v>
                </c:pt>
                <c:pt idx="233">
                  <c:v>46062</c:v>
                </c:pt>
                <c:pt idx="234">
                  <c:v>46063</c:v>
                </c:pt>
                <c:pt idx="235">
                  <c:v>46064</c:v>
                </c:pt>
                <c:pt idx="236">
                  <c:v>46065</c:v>
                </c:pt>
                <c:pt idx="237">
                  <c:v>46066</c:v>
                </c:pt>
                <c:pt idx="238">
                  <c:v>46067</c:v>
                </c:pt>
                <c:pt idx="239">
                  <c:v>46068</c:v>
                </c:pt>
                <c:pt idx="240">
                  <c:v>46069</c:v>
                </c:pt>
                <c:pt idx="241">
                  <c:v>46070</c:v>
                </c:pt>
                <c:pt idx="242">
                  <c:v>46071</c:v>
                </c:pt>
                <c:pt idx="243">
                  <c:v>46072</c:v>
                </c:pt>
                <c:pt idx="244">
                  <c:v>46073</c:v>
                </c:pt>
                <c:pt idx="245">
                  <c:v>46074</c:v>
                </c:pt>
                <c:pt idx="246">
                  <c:v>46075</c:v>
                </c:pt>
                <c:pt idx="247">
                  <c:v>46076</c:v>
                </c:pt>
                <c:pt idx="248">
                  <c:v>46077</c:v>
                </c:pt>
                <c:pt idx="249">
                  <c:v>46078</c:v>
                </c:pt>
                <c:pt idx="250">
                  <c:v>46079</c:v>
                </c:pt>
                <c:pt idx="251">
                  <c:v>46080</c:v>
                </c:pt>
                <c:pt idx="252">
                  <c:v>46081</c:v>
                </c:pt>
                <c:pt idx="253">
                  <c:v>46082</c:v>
                </c:pt>
                <c:pt idx="254">
                  <c:v>46083</c:v>
                </c:pt>
                <c:pt idx="255">
                  <c:v>46084</c:v>
                </c:pt>
                <c:pt idx="256">
                  <c:v>46085</c:v>
                </c:pt>
                <c:pt idx="257">
                  <c:v>46086</c:v>
                </c:pt>
                <c:pt idx="258">
                  <c:v>46087</c:v>
                </c:pt>
                <c:pt idx="259">
                  <c:v>46088</c:v>
                </c:pt>
                <c:pt idx="260">
                  <c:v>46089</c:v>
                </c:pt>
                <c:pt idx="261">
                  <c:v>46090</c:v>
                </c:pt>
                <c:pt idx="262">
                  <c:v>46091</c:v>
                </c:pt>
                <c:pt idx="263">
                  <c:v>46092</c:v>
                </c:pt>
                <c:pt idx="264">
                  <c:v>46093</c:v>
                </c:pt>
                <c:pt idx="265">
                  <c:v>46094</c:v>
                </c:pt>
                <c:pt idx="266">
                  <c:v>46095</c:v>
                </c:pt>
                <c:pt idx="267">
                  <c:v>46096</c:v>
                </c:pt>
                <c:pt idx="268">
                  <c:v>46097</c:v>
                </c:pt>
                <c:pt idx="269">
                  <c:v>46098</c:v>
                </c:pt>
                <c:pt idx="270">
                  <c:v>46099</c:v>
                </c:pt>
                <c:pt idx="271">
                  <c:v>46100</c:v>
                </c:pt>
                <c:pt idx="272">
                  <c:v>46101</c:v>
                </c:pt>
                <c:pt idx="273">
                  <c:v>46102</c:v>
                </c:pt>
                <c:pt idx="274">
                  <c:v>46103</c:v>
                </c:pt>
                <c:pt idx="275">
                  <c:v>46104</c:v>
                </c:pt>
                <c:pt idx="276">
                  <c:v>46105</c:v>
                </c:pt>
                <c:pt idx="277">
                  <c:v>46106</c:v>
                </c:pt>
                <c:pt idx="278">
                  <c:v>46107</c:v>
                </c:pt>
                <c:pt idx="279">
                  <c:v>46108</c:v>
                </c:pt>
                <c:pt idx="280">
                  <c:v>46109</c:v>
                </c:pt>
                <c:pt idx="281">
                  <c:v>46110</c:v>
                </c:pt>
                <c:pt idx="282">
                  <c:v>46111</c:v>
                </c:pt>
                <c:pt idx="283">
                  <c:v>46112</c:v>
                </c:pt>
                <c:pt idx="284">
                  <c:v>46113</c:v>
                </c:pt>
                <c:pt idx="285">
                  <c:v>46114</c:v>
                </c:pt>
                <c:pt idx="286">
                  <c:v>46115</c:v>
                </c:pt>
                <c:pt idx="287">
                  <c:v>46116</c:v>
                </c:pt>
                <c:pt idx="288">
                  <c:v>46117</c:v>
                </c:pt>
                <c:pt idx="289">
                  <c:v>46118</c:v>
                </c:pt>
                <c:pt idx="290">
                  <c:v>46119</c:v>
                </c:pt>
                <c:pt idx="291">
                  <c:v>46120</c:v>
                </c:pt>
                <c:pt idx="292">
                  <c:v>46121</c:v>
                </c:pt>
                <c:pt idx="293">
                  <c:v>46122</c:v>
                </c:pt>
                <c:pt idx="294">
                  <c:v>46123</c:v>
                </c:pt>
                <c:pt idx="295">
                  <c:v>46124</c:v>
                </c:pt>
                <c:pt idx="296">
                  <c:v>46125</c:v>
                </c:pt>
                <c:pt idx="297">
                  <c:v>46126</c:v>
                </c:pt>
                <c:pt idx="298">
                  <c:v>46127</c:v>
                </c:pt>
                <c:pt idx="299">
                  <c:v>46128</c:v>
                </c:pt>
                <c:pt idx="300">
                  <c:v>46129</c:v>
                </c:pt>
                <c:pt idx="301">
                  <c:v>46130</c:v>
                </c:pt>
                <c:pt idx="302">
                  <c:v>46131</c:v>
                </c:pt>
                <c:pt idx="303">
                  <c:v>46132</c:v>
                </c:pt>
                <c:pt idx="304">
                  <c:v>46133</c:v>
                </c:pt>
                <c:pt idx="305">
                  <c:v>46134</c:v>
                </c:pt>
                <c:pt idx="306">
                  <c:v>46135</c:v>
                </c:pt>
                <c:pt idx="307">
                  <c:v>46136</c:v>
                </c:pt>
                <c:pt idx="308">
                  <c:v>46137</c:v>
                </c:pt>
                <c:pt idx="309">
                  <c:v>46138</c:v>
                </c:pt>
                <c:pt idx="310">
                  <c:v>46139</c:v>
                </c:pt>
                <c:pt idx="311">
                  <c:v>46140</c:v>
                </c:pt>
                <c:pt idx="312">
                  <c:v>46141</c:v>
                </c:pt>
                <c:pt idx="313">
                  <c:v>46142</c:v>
                </c:pt>
                <c:pt idx="314">
                  <c:v>46143</c:v>
                </c:pt>
                <c:pt idx="315">
                  <c:v>46144</c:v>
                </c:pt>
                <c:pt idx="316">
                  <c:v>46145</c:v>
                </c:pt>
                <c:pt idx="317">
                  <c:v>46146</c:v>
                </c:pt>
                <c:pt idx="318">
                  <c:v>46147</c:v>
                </c:pt>
                <c:pt idx="319">
                  <c:v>46148</c:v>
                </c:pt>
                <c:pt idx="320">
                  <c:v>46149</c:v>
                </c:pt>
                <c:pt idx="321">
                  <c:v>46150</c:v>
                </c:pt>
                <c:pt idx="322">
                  <c:v>46151</c:v>
                </c:pt>
                <c:pt idx="323">
                  <c:v>46152</c:v>
                </c:pt>
                <c:pt idx="324">
                  <c:v>46153</c:v>
                </c:pt>
                <c:pt idx="325">
                  <c:v>46154</c:v>
                </c:pt>
                <c:pt idx="326">
                  <c:v>46155</c:v>
                </c:pt>
                <c:pt idx="327">
                  <c:v>46156</c:v>
                </c:pt>
                <c:pt idx="328">
                  <c:v>46157</c:v>
                </c:pt>
                <c:pt idx="329">
                  <c:v>46158</c:v>
                </c:pt>
                <c:pt idx="330">
                  <c:v>46159</c:v>
                </c:pt>
                <c:pt idx="331">
                  <c:v>46160</c:v>
                </c:pt>
                <c:pt idx="332">
                  <c:v>46161</c:v>
                </c:pt>
                <c:pt idx="333">
                  <c:v>46162</c:v>
                </c:pt>
                <c:pt idx="334">
                  <c:v>46163</c:v>
                </c:pt>
                <c:pt idx="335">
                  <c:v>46164</c:v>
                </c:pt>
                <c:pt idx="336">
                  <c:v>46165</c:v>
                </c:pt>
                <c:pt idx="337">
                  <c:v>46166</c:v>
                </c:pt>
                <c:pt idx="338">
                  <c:v>46167</c:v>
                </c:pt>
                <c:pt idx="339">
                  <c:v>46168</c:v>
                </c:pt>
                <c:pt idx="340">
                  <c:v>46169</c:v>
                </c:pt>
                <c:pt idx="341">
                  <c:v>46170</c:v>
                </c:pt>
                <c:pt idx="342">
                  <c:v>46171</c:v>
                </c:pt>
                <c:pt idx="343">
                  <c:v>46172</c:v>
                </c:pt>
                <c:pt idx="344">
                  <c:v>46173</c:v>
                </c:pt>
                <c:pt idx="345">
                  <c:v>46174</c:v>
                </c:pt>
                <c:pt idx="346">
                  <c:v>46175</c:v>
                </c:pt>
                <c:pt idx="347">
                  <c:v>46176</c:v>
                </c:pt>
                <c:pt idx="348">
                  <c:v>46177</c:v>
                </c:pt>
                <c:pt idx="349">
                  <c:v>46178</c:v>
                </c:pt>
                <c:pt idx="350">
                  <c:v>46179</c:v>
                </c:pt>
                <c:pt idx="351">
                  <c:v>46180</c:v>
                </c:pt>
                <c:pt idx="352">
                  <c:v>46181</c:v>
                </c:pt>
                <c:pt idx="353">
                  <c:v>46182</c:v>
                </c:pt>
                <c:pt idx="354">
                  <c:v>46183</c:v>
                </c:pt>
                <c:pt idx="355">
                  <c:v>46184</c:v>
                </c:pt>
                <c:pt idx="356">
                  <c:v>46185</c:v>
                </c:pt>
                <c:pt idx="357">
                  <c:v>46186</c:v>
                </c:pt>
                <c:pt idx="358">
                  <c:v>46187</c:v>
                </c:pt>
                <c:pt idx="359">
                  <c:v>46188</c:v>
                </c:pt>
                <c:pt idx="360">
                  <c:v>46189</c:v>
                </c:pt>
                <c:pt idx="361">
                  <c:v>46190</c:v>
                </c:pt>
                <c:pt idx="362">
                  <c:v>46191</c:v>
                </c:pt>
                <c:pt idx="363">
                  <c:v>46192</c:v>
                </c:pt>
                <c:pt idx="364">
                  <c:v>46193</c:v>
                </c:pt>
              </c:numCache>
            </c:numRef>
          </c:cat>
          <c:val>
            <c:numRef>
              <c:f>'Total Data'!$K$2:$K$366</c:f>
              <c:numCache>
                <c:formatCode>_(* #,##0.00_);_(* \(#,##0.00\);_(* "-"??_);_(@_)</c:formatCode>
                <c:ptCount val="365"/>
                <c:pt idx="0">
                  <c:v>150905.760649</c:v>
                </c:pt>
                <c:pt idx="1">
                  <c:v>151520.452422</c:v>
                </c:pt>
                <c:pt idx="2">
                  <c:v>145290.74809699997</c:v>
                </c:pt>
                <c:pt idx="3">
                  <c:v>147780.14530899998</c:v>
                </c:pt>
                <c:pt idx="4">
                  <c:v>147119.367386</c:v>
                </c:pt>
                <c:pt idx="5">
                  <c:v>148979.94894200002</c:v>
                </c:pt>
                <c:pt idx="6">
                  <c:v>151251.65950900002</c:v>
                </c:pt>
                <c:pt idx="7">
                  <c:v>152859.49002899998</c:v>
                </c:pt>
                <c:pt idx="8">
                  <c:v>154047.441972</c:v>
                </c:pt>
                <c:pt idx="9">
                  <c:v>146625.89461100003</c:v>
                </c:pt>
                <c:pt idx="10">
                  <c:v>147494.00118399999</c:v>
                </c:pt>
                <c:pt idx="11">
                  <c:v>148625.188972</c:v>
                </c:pt>
                <c:pt idx="12">
                  <c:v>148530.54976299999</c:v>
                </c:pt>
                <c:pt idx="13">
                  <c:v>149441.25489399998</c:v>
                </c:pt>
                <c:pt idx="14">
                  <c:v>151829.41772899998</c:v>
                </c:pt>
                <c:pt idx="15">
                  <c:v>151109.12010300002</c:v>
                </c:pt>
                <c:pt idx="16">
                  <c:v>144558.64475500002</c:v>
                </c:pt>
                <c:pt idx="17">
                  <c:v>147922.18841200002</c:v>
                </c:pt>
                <c:pt idx="18">
                  <c:v>148620.67254500004</c:v>
                </c:pt>
                <c:pt idx="19">
                  <c:v>156329.819961</c:v>
                </c:pt>
                <c:pt idx="20">
                  <c:v>151169.33474399999</c:v>
                </c:pt>
                <c:pt idx="21">
                  <c:v>152805.82530199998</c:v>
                </c:pt>
                <c:pt idx="22">
                  <c:v>152624.42811699997</c:v>
                </c:pt>
                <c:pt idx="23">
                  <c:v>147424.542545</c:v>
                </c:pt>
                <c:pt idx="24">
                  <c:v>148330.29431699999</c:v>
                </c:pt>
                <c:pt idx="25">
                  <c:v>147965.19196900001</c:v>
                </c:pt>
                <c:pt idx="26">
                  <c:v>149126.48168600001</c:v>
                </c:pt>
                <c:pt idx="27">
                  <c:v>152070.15801700001</c:v>
                </c:pt>
                <c:pt idx="28">
                  <c:v>153967.483308</c:v>
                </c:pt>
                <c:pt idx="29">
                  <c:v>154873.13257700001</c:v>
                </c:pt>
                <c:pt idx="30">
                  <c:v>148302.402069</c:v>
                </c:pt>
                <c:pt idx="31">
                  <c:v>149880.53225599998</c:v>
                </c:pt>
                <c:pt idx="32">
                  <c:v>146467.96484300002</c:v>
                </c:pt>
                <c:pt idx="33">
                  <c:v>150268.695507</c:v>
                </c:pt>
                <c:pt idx="34">
                  <c:v>151445.23751600002</c:v>
                </c:pt>
                <c:pt idx="35">
                  <c:v>153728.189098</c:v>
                </c:pt>
                <c:pt idx="36">
                  <c:v>156003.678938</c:v>
                </c:pt>
                <c:pt idx="37">
                  <c:v>149617.23697600001</c:v>
                </c:pt>
                <c:pt idx="38">
                  <c:v>150746.73405</c:v>
                </c:pt>
                <c:pt idx="39">
                  <c:v>153073.573018</c:v>
                </c:pt>
                <c:pt idx="40">
                  <c:v>151809.24415399999</c:v>
                </c:pt>
                <c:pt idx="41">
                  <c:v>150224.16984799999</c:v>
                </c:pt>
                <c:pt idx="42">
                  <c:v>152227.53042899998</c:v>
                </c:pt>
                <c:pt idx="43">
                  <c:v>157916.705652</c:v>
                </c:pt>
                <c:pt idx="44">
                  <c:v>149634.89512999999</c:v>
                </c:pt>
                <c:pt idx="45">
                  <c:v>147125.62200599999</c:v>
                </c:pt>
                <c:pt idx="46">
                  <c:v>144465.71795200001</c:v>
                </c:pt>
                <c:pt idx="47">
                  <c:v>151885.94815500002</c:v>
                </c:pt>
                <c:pt idx="48">
                  <c:v>159030.65685800003</c:v>
                </c:pt>
                <c:pt idx="49">
                  <c:v>156385.62125699999</c:v>
                </c:pt>
                <c:pt idx="50">
                  <c:v>156364.10167400003</c:v>
                </c:pt>
                <c:pt idx="51">
                  <c:v>154008.548274</c:v>
                </c:pt>
                <c:pt idx="52">
                  <c:v>153191.601242</c:v>
                </c:pt>
                <c:pt idx="53">
                  <c:v>154501.06238999998</c:v>
                </c:pt>
                <c:pt idx="54">
                  <c:v>155099.517181</c:v>
                </c:pt>
                <c:pt idx="55">
                  <c:v>157283.03342700002</c:v>
                </c:pt>
                <c:pt idx="56">
                  <c:v>156079.640182</c:v>
                </c:pt>
                <c:pt idx="57">
                  <c:v>157893.472102</c:v>
                </c:pt>
                <c:pt idx="58">
                  <c:v>155030.832911</c:v>
                </c:pt>
                <c:pt idx="59">
                  <c:v>152766.59799799998</c:v>
                </c:pt>
                <c:pt idx="60">
                  <c:v>154059.49139399998</c:v>
                </c:pt>
                <c:pt idx="61">
                  <c:v>154976.27161900001</c:v>
                </c:pt>
                <c:pt idx="62">
                  <c:v>154768.43884299998</c:v>
                </c:pt>
                <c:pt idx="63">
                  <c:v>156912.32951800001</c:v>
                </c:pt>
                <c:pt idx="64">
                  <c:v>158009.20723899998</c:v>
                </c:pt>
                <c:pt idx="65">
                  <c:v>151001.769455</c:v>
                </c:pt>
                <c:pt idx="66">
                  <c:v>150957.76674299999</c:v>
                </c:pt>
                <c:pt idx="67">
                  <c:v>151437.62358999997</c:v>
                </c:pt>
                <c:pt idx="68">
                  <c:v>153069.58641700001</c:v>
                </c:pt>
                <c:pt idx="69">
                  <c:v>154600.722262</c:v>
                </c:pt>
                <c:pt idx="70">
                  <c:v>156486.48962099999</c:v>
                </c:pt>
                <c:pt idx="71">
                  <c:v>157631.72844100001</c:v>
                </c:pt>
                <c:pt idx="72">
                  <c:v>150203.75234799998</c:v>
                </c:pt>
                <c:pt idx="73">
                  <c:v>149312.538317</c:v>
                </c:pt>
                <c:pt idx="74">
                  <c:v>151788.08237600001</c:v>
                </c:pt>
                <c:pt idx="75">
                  <c:v>153332.04367099999</c:v>
                </c:pt>
                <c:pt idx="76">
                  <c:v>158607.06070899998</c:v>
                </c:pt>
                <c:pt idx="77">
                  <c:v>156487.609566</c:v>
                </c:pt>
                <c:pt idx="78">
                  <c:v>158229.99530000001</c:v>
                </c:pt>
                <c:pt idx="79">
                  <c:v>151480.66426600001</c:v>
                </c:pt>
                <c:pt idx="80">
                  <c:v>151913.75248600001</c:v>
                </c:pt>
                <c:pt idx="81">
                  <c:v>151913.336255</c:v>
                </c:pt>
                <c:pt idx="82">
                  <c:v>153871.54411299998</c:v>
                </c:pt>
                <c:pt idx="83">
                  <c:v>156010.69592900001</c:v>
                </c:pt>
                <c:pt idx="84">
                  <c:v>161034.055253</c:v>
                </c:pt>
                <c:pt idx="85">
                  <c:v>161203.373937</c:v>
                </c:pt>
                <c:pt idx="86">
                  <c:v>153510.86254</c:v>
                </c:pt>
                <c:pt idx="87">
                  <c:v>154626.14368899999</c:v>
                </c:pt>
                <c:pt idx="88">
                  <c:v>157391.185646</c:v>
                </c:pt>
                <c:pt idx="89">
                  <c:v>159198.18206300001</c:v>
                </c:pt>
                <c:pt idx="90">
                  <c:v>160153.48339899999</c:v>
                </c:pt>
                <c:pt idx="91">
                  <c:v>164466.17244699999</c:v>
                </c:pt>
                <c:pt idx="92">
                  <c:v>162865.00705099999</c:v>
                </c:pt>
                <c:pt idx="93">
                  <c:v>152854.35829500001</c:v>
                </c:pt>
                <c:pt idx="94">
                  <c:v>155925.16495000001</c:v>
                </c:pt>
                <c:pt idx="95">
                  <c:v>154950.47531500002</c:v>
                </c:pt>
                <c:pt idx="96">
                  <c:v>151909.01415</c:v>
                </c:pt>
                <c:pt idx="97">
                  <c:v>160563.724238</c:v>
                </c:pt>
                <c:pt idx="98">
                  <c:v>161840.482322</c:v>
                </c:pt>
                <c:pt idx="99">
                  <c:v>163951.55327600002</c:v>
                </c:pt>
                <c:pt idx="100">
                  <c:v>155914.38867000001</c:v>
                </c:pt>
                <c:pt idx="101">
                  <c:v>156088.816632</c:v>
                </c:pt>
                <c:pt idx="102">
                  <c:v>155405.870386</c:v>
                </c:pt>
                <c:pt idx="103">
                  <c:v>158000.99660799999</c:v>
                </c:pt>
                <c:pt idx="104">
                  <c:v>161412.36043299999</c:v>
                </c:pt>
                <c:pt idx="105">
                  <c:v>160229.02606900001</c:v>
                </c:pt>
                <c:pt idx="106">
                  <c:v>161982.99743400002</c:v>
                </c:pt>
                <c:pt idx="107">
                  <c:v>161374.207471</c:v>
                </c:pt>
                <c:pt idx="108">
                  <c:v>155110.30986400001</c:v>
                </c:pt>
                <c:pt idx="109">
                  <c:v>156918.08683500002</c:v>
                </c:pt>
                <c:pt idx="110">
                  <c:v>155572.788504</c:v>
                </c:pt>
                <c:pt idx="111">
                  <c:v>158722.88961400001</c:v>
                </c:pt>
                <c:pt idx="112">
                  <c:v>163189.75746300002</c:v>
                </c:pt>
                <c:pt idx="113">
                  <c:v>163458.36674299999</c:v>
                </c:pt>
                <c:pt idx="114">
                  <c:v>155660.72559999998</c:v>
                </c:pt>
                <c:pt idx="115">
                  <c:v>155980.108301</c:v>
                </c:pt>
                <c:pt idx="116">
                  <c:v>155745.85169400001</c:v>
                </c:pt>
                <c:pt idx="117">
                  <c:v>157256.20314999999</c:v>
                </c:pt>
                <c:pt idx="118">
                  <c:v>159331.63093099999</c:v>
                </c:pt>
                <c:pt idx="119">
                  <c:v>163245.11050900002</c:v>
                </c:pt>
                <c:pt idx="120">
                  <c:v>163927.42099399999</c:v>
                </c:pt>
                <c:pt idx="121">
                  <c:v>167640.97917999999</c:v>
                </c:pt>
                <c:pt idx="122">
                  <c:v>160622.68182</c:v>
                </c:pt>
                <c:pt idx="123">
                  <c:v>156282.27231500001</c:v>
                </c:pt>
                <c:pt idx="124">
                  <c:v>159095.52054200001</c:v>
                </c:pt>
                <c:pt idx="125">
                  <c:v>161865.50806399999</c:v>
                </c:pt>
                <c:pt idx="126">
                  <c:v>163808.75986799999</c:v>
                </c:pt>
                <c:pt idx="127">
                  <c:v>153404.22744700001</c:v>
                </c:pt>
                <c:pt idx="128">
                  <c:v>155861.99351899998</c:v>
                </c:pt>
                <c:pt idx="129">
                  <c:v>160258.978692</c:v>
                </c:pt>
                <c:pt idx="130">
                  <c:v>161739.21662000002</c:v>
                </c:pt>
                <c:pt idx="131">
                  <c:v>162222.833346</c:v>
                </c:pt>
                <c:pt idx="132">
                  <c:v>165852.90981800001</c:v>
                </c:pt>
                <c:pt idx="133">
                  <c:v>168602.73027499998</c:v>
                </c:pt>
                <c:pt idx="134">
                  <c:v>168961.06811200001</c:v>
                </c:pt>
                <c:pt idx="135">
                  <c:v>160542.04500499999</c:v>
                </c:pt>
                <c:pt idx="136">
                  <c:v>163928.549742</c:v>
                </c:pt>
                <c:pt idx="137">
                  <c:v>170300.29434000002</c:v>
                </c:pt>
                <c:pt idx="138">
                  <c:v>161896.603244</c:v>
                </c:pt>
                <c:pt idx="139">
                  <c:v>166349.01140600001</c:v>
                </c:pt>
                <c:pt idx="140">
                  <c:v>167317.99460499999</c:v>
                </c:pt>
                <c:pt idx="141">
                  <c:v>166948.450346</c:v>
                </c:pt>
                <c:pt idx="142">
                  <c:v>160486.76029799998</c:v>
                </c:pt>
                <c:pt idx="143">
                  <c:v>163224.35659899999</c:v>
                </c:pt>
                <c:pt idx="144">
                  <c:v>163571.01712499998</c:v>
                </c:pt>
                <c:pt idx="145">
                  <c:v>165509.424658</c:v>
                </c:pt>
                <c:pt idx="146">
                  <c:v>168378.96868699999</c:v>
                </c:pt>
                <c:pt idx="147">
                  <c:v>167862.03806200001</c:v>
                </c:pt>
                <c:pt idx="148">
                  <c:v>172342.99415499999</c:v>
                </c:pt>
                <c:pt idx="149">
                  <c:v>164345.31145199999</c:v>
                </c:pt>
                <c:pt idx="150">
                  <c:v>165094.24611200002</c:v>
                </c:pt>
                <c:pt idx="151">
                  <c:v>164432.72644400003</c:v>
                </c:pt>
                <c:pt idx="152">
                  <c:v>168656.30531200001</c:v>
                </c:pt>
                <c:pt idx="153">
                  <c:v>169480.85939300002</c:v>
                </c:pt>
                <c:pt idx="154">
                  <c:v>169992.173388</c:v>
                </c:pt>
                <c:pt idx="155">
                  <c:v>170301.739413</c:v>
                </c:pt>
                <c:pt idx="156">
                  <c:v>165968.66022799999</c:v>
                </c:pt>
                <c:pt idx="157">
                  <c:v>169659.49484600002</c:v>
                </c:pt>
                <c:pt idx="158">
                  <c:v>167208.62407299998</c:v>
                </c:pt>
                <c:pt idx="159">
                  <c:v>150571.09596000001</c:v>
                </c:pt>
                <c:pt idx="160">
                  <c:v>86390.006638000006</c:v>
                </c:pt>
                <c:pt idx="161">
                  <c:v>105013.884204</c:v>
                </c:pt>
                <c:pt idx="162">
                  <c:v>119880.20018299999</c:v>
                </c:pt>
                <c:pt idx="163">
                  <c:v>123944.55079199999</c:v>
                </c:pt>
                <c:pt idx="164">
                  <c:v>121418.09646799999</c:v>
                </c:pt>
                <c:pt idx="165">
                  <c:v>131582.79298600001</c:v>
                </c:pt>
                <c:pt idx="166">
                  <c:v>135516.74177300002</c:v>
                </c:pt>
                <c:pt idx="167">
                  <c:v>131224.638599</c:v>
                </c:pt>
                <c:pt idx="168">
                  <c:v>142895.69232600002</c:v>
                </c:pt>
                <c:pt idx="169">
                  <c:v>179291.441391</c:v>
                </c:pt>
                <c:pt idx="170">
                  <c:v>172042.176301</c:v>
                </c:pt>
                <c:pt idx="171">
                  <c:v>175343.57379999998</c:v>
                </c:pt>
                <c:pt idx="172">
                  <c:v>174225.690501</c:v>
                </c:pt>
                <c:pt idx="173">
                  <c:v>175829.88556600001</c:v>
                </c:pt>
                <c:pt idx="174">
                  <c:v>175106.563433</c:v>
                </c:pt>
                <c:pt idx="175">
                  <c:v>174835.19429000001</c:v>
                </c:pt>
                <c:pt idx="176">
                  <c:v>174622.27797200001</c:v>
                </c:pt>
                <c:pt idx="177">
                  <c:v>168358.427608</c:v>
                </c:pt>
                <c:pt idx="178">
                  <c:v>171410.778666</c:v>
                </c:pt>
                <c:pt idx="179">
                  <c:v>171295.96608000001</c:v>
                </c:pt>
                <c:pt idx="180">
                  <c:v>170202.65581</c:v>
                </c:pt>
                <c:pt idx="181">
                  <c:v>174525.56722500001</c:v>
                </c:pt>
                <c:pt idx="182">
                  <c:v>174916.19842600002</c:v>
                </c:pt>
                <c:pt idx="183">
                  <c:v>175841.37167399999</c:v>
                </c:pt>
                <c:pt idx="184">
                  <c:v>168268.89058099999</c:v>
                </c:pt>
                <c:pt idx="185">
                  <c:v>170839.03103800002</c:v>
                </c:pt>
                <c:pt idx="186">
                  <c:v>170350.27101299999</c:v>
                </c:pt>
                <c:pt idx="187">
                  <c:v>176906.75878599999</c:v>
                </c:pt>
                <c:pt idx="188">
                  <c:v>175996.77178099999</c:v>
                </c:pt>
                <c:pt idx="189">
                  <c:v>177517.86946799999</c:v>
                </c:pt>
                <c:pt idx="190">
                  <c:v>177356.48672700001</c:v>
                </c:pt>
                <c:pt idx="191">
                  <c:v>172256.65945099998</c:v>
                </c:pt>
                <c:pt idx="192">
                  <c:v>171205.77552599998</c:v>
                </c:pt>
                <c:pt idx="193">
                  <c:v>168301.83674200001</c:v>
                </c:pt>
                <c:pt idx="194">
                  <c:v>174677.247451</c:v>
                </c:pt>
                <c:pt idx="195">
                  <c:v>169837.338735</c:v>
                </c:pt>
                <c:pt idx="196">
                  <c:v>171034.38411799999</c:v>
                </c:pt>
                <c:pt idx="197">
                  <c:v>169756.12181099999</c:v>
                </c:pt>
                <c:pt idx="198">
                  <c:v>163672.06440899998</c:v>
                </c:pt>
                <c:pt idx="199">
                  <c:v>169121.14415800001</c:v>
                </c:pt>
                <c:pt idx="200">
                  <c:v>165495.46267899999</c:v>
                </c:pt>
                <c:pt idx="201">
                  <c:v>170097.286972</c:v>
                </c:pt>
                <c:pt idx="202">
                  <c:v>172734.56901600002</c:v>
                </c:pt>
                <c:pt idx="203">
                  <c:v>166377.294781</c:v>
                </c:pt>
                <c:pt idx="204">
                  <c:v>178517.44003599999</c:v>
                </c:pt>
                <c:pt idx="205">
                  <c:v>174069.74395400001</c:v>
                </c:pt>
                <c:pt idx="206">
                  <c:v>169609.19881099998</c:v>
                </c:pt>
                <c:pt idx="207">
                  <c:v>172934.06913300004</c:v>
                </c:pt>
                <c:pt idx="208">
                  <c:v>177895.52753299999</c:v>
                </c:pt>
                <c:pt idx="209">
                  <c:v>173881.67594500002</c:v>
                </c:pt>
                <c:pt idx="210">
                  <c:v>173946.84487599999</c:v>
                </c:pt>
                <c:pt idx="211">
                  <c:v>175042.37736899999</c:v>
                </c:pt>
                <c:pt idx="212">
                  <c:v>169179.323967</c:v>
                </c:pt>
                <c:pt idx="213">
                  <c:v>168024.46058700001</c:v>
                </c:pt>
                <c:pt idx="214">
                  <c:v>166007.92537099999</c:v>
                </c:pt>
                <c:pt idx="215">
                  <c:v>164110.05848500002</c:v>
                </c:pt>
                <c:pt idx="216">
                  <c:v>171013.90826599998</c:v>
                </c:pt>
                <c:pt idx="217">
                  <c:v>176167.86230299997</c:v>
                </c:pt>
                <c:pt idx="218">
                  <c:v>175680.948317</c:v>
                </c:pt>
                <c:pt idx="219">
                  <c:v>166420.42825499998</c:v>
                </c:pt>
                <c:pt idx="220">
                  <c:v>169641.69768600003</c:v>
                </c:pt>
                <c:pt idx="221">
                  <c:v>167706.724728</c:v>
                </c:pt>
                <c:pt idx="222">
                  <c:v>169783.93752899999</c:v>
                </c:pt>
                <c:pt idx="223">
                  <c:v>176643.03990500001</c:v>
                </c:pt>
                <c:pt idx="224">
                  <c:v>179050.92497299999</c:v>
                </c:pt>
                <c:pt idx="225">
                  <c:v>180715.42258200003</c:v>
                </c:pt>
                <c:pt idx="226">
                  <c:v>164768.55725200003</c:v>
                </c:pt>
                <c:pt idx="227">
                  <c:v>167492.01140799999</c:v>
                </c:pt>
                <c:pt idx="228">
                  <c:v>179124.29281399999</c:v>
                </c:pt>
                <c:pt idx="229">
                  <c:v>170933.889635</c:v>
                </c:pt>
                <c:pt idx="230">
                  <c:v>175772.310138</c:v>
                </c:pt>
                <c:pt idx="231">
                  <c:v>175640.78793200001</c:v>
                </c:pt>
                <c:pt idx="232">
                  <c:v>176015.80501800001</c:v>
                </c:pt>
                <c:pt idx="233">
                  <c:v>163550.00027600001</c:v>
                </c:pt>
                <c:pt idx="234">
                  <c:v>165106.39493099999</c:v>
                </c:pt>
                <c:pt idx="235">
                  <c:v>167940.038114</c:v>
                </c:pt>
                <c:pt idx="236">
                  <c:v>175403.74252600002</c:v>
                </c:pt>
                <c:pt idx="237">
                  <c:v>177151.14887199999</c:v>
                </c:pt>
                <c:pt idx="238">
                  <c:v>182436.74627799998</c:v>
                </c:pt>
                <c:pt idx="239">
                  <c:v>179096.271626</c:v>
                </c:pt>
                <c:pt idx="240">
                  <c:v>175857.10561700002</c:v>
                </c:pt>
                <c:pt idx="241">
                  <c:v>178049.40507000001</c:v>
                </c:pt>
                <c:pt idx="242">
                  <c:v>176382.126292</c:v>
                </c:pt>
                <c:pt idx="243">
                  <c:v>178179.76217600002</c:v>
                </c:pt>
                <c:pt idx="244">
                  <c:v>174074.83049600001</c:v>
                </c:pt>
                <c:pt idx="245">
                  <c:v>178885.04591399999</c:v>
                </c:pt>
                <c:pt idx="246">
                  <c:v>183371.881704</c:v>
                </c:pt>
                <c:pt idx="247">
                  <c:v>173018.49232499997</c:v>
                </c:pt>
                <c:pt idx="248">
                  <c:v>174335.16074199998</c:v>
                </c:pt>
                <c:pt idx="249">
                  <c:v>173972.364268</c:v>
                </c:pt>
                <c:pt idx="250">
                  <c:v>176928.297743</c:v>
                </c:pt>
                <c:pt idx="251">
                  <c:v>178822.19409</c:v>
                </c:pt>
                <c:pt idx="252">
                  <c:v>178670.924639</c:v>
                </c:pt>
                <c:pt idx="253">
                  <c:v>181279.22628499998</c:v>
                </c:pt>
                <c:pt idx="254">
                  <c:v>174860.94332999998</c:v>
                </c:pt>
                <c:pt idx="255">
                  <c:v>176082.91764300002</c:v>
                </c:pt>
                <c:pt idx="256">
                  <c:v>176790.34306099999</c:v>
                </c:pt>
                <c:pt idx="257">
                  <c:v>177170.44147600001</c:v>
                </c:pt>
                <c:pt idx="258">
                  <c:v>180150.06193</c:v>
                </c:pt>
                <c:pt idx="259">
                  <c:v>181774.50658900003</c:v>
                </c:pt>
                <c:pt idx="260">
                  <c:v>183897.95633299998</c:v>
                </c:pt>
                <c:pt idx="261">
                  <c:v>174436.756406</c:v>
                </c:pt>
                <c:pt idx="262">
                  <c:v>167643.03792200002</c:v>
                </c:pt>
                <c:pt idx="263">
                  <c:v>176961.321234</c:v>
                </c:pt>
                <c:pt idx="264">
                  <c:v>178024.58680600001</c:v>
                </c:pt>
                <c:pt idx="265">
                  <c:v>180729.77539300002</c:v>
                </c:pt>
                <c:pt idx="266">
                  <c:v>181957.754953</c:v>
                </c:pt>
                <c:pt idx="267">
                  <c:v>182636.49379199999</c:v>
                </c:pt>
                <c:pt idx="268">
                  <c:v>175887.57056800002</c:v>
                </c:pt>
                <c:pt idx="269">
                  <c:v>177208.49122200001</c:v>
                </c:pt>
                <c:pt idx="270">
                  <c:v>184242.72287200001</c:v>
                </c:pt>
                <c:pt idx="271">
                  <c:v>180205.90238400002</c:v>
                </c:pt>
                <c:pt idx="272">
                  <c:v>182984.618693</c:v>
                </c:pt>
                <c:pt idx="273">
                  <c:v>184300.66508999999</c:v>
                </c:pt>
                <c:pt idx="274">
                  <c:v>182441.54753600003</c:v>
                </c:pt>
                <c:pt idx="275">
                  <c:v>177121.94248800003</c:v>
                </c:pt>
                <c:pt idx="276">
                  <c:v>179204.144264</c:v>
                </c:pt>
                <c:pt idx="277">
                  <c:v>166964.46899000002</c:v>
                </c:pt>
                <c:pt idx="278">
                  <c:v>178712.35465699999</c:v>
                </c:pt>
                <c:pt idx="279">
                  <c:v>179643.79412799998</c:v>
                </c:pt>
                <c:pt idx="280">
                  <c:v>183256.64296299996</c:v>
                </c:pt>
                <c:pt idx="281">
                  <c:v>184312.46090599999</c:v>
                </c:pt>
                <c:pt idx="282">
                  <c:v>171182.51723200001</c:v>
                </c:pt>
                <c:pt idx="283">
                  <c:v>176461.98538600001</c:v>
                </c:pt>
                <c:pt idx="284">
                  <c:v>183840.19765799999</c:v>
                </c:pt>
                <c:pt idx="285">
                  <c:v>177145.61923000001</c:v>
                </c:pt>
                <c:pt idx="286">
                  <c:v>184759.90229599999</c:v>
                </c:pt>
                <c:pt idx="287">
                  <c:v>184107.05445699999</c:v>
                </c:pt>
                <c:pt idx="288">
                  <c:v>186028.80502200002</c:v>
                </c:pt>
                <c:pt idx="289">
                  <c:v>174785.06864699998</c:v>
                </c:pt>
                <c:pt idx="290">
                  <c:v>176348.06096100001</c:v>
                </c:pt>
                <c:pt idx="291">
                  <c:v>180648.200965</c:v>
                </c:pt>
                <c:pt idx="292">
                  <c:v>176358.23838600001</c:v>
                </c:pt>
                <c:pt idx="293">
                  <c:v>182890.42761499999</c:v>
                </c:pt>
                <c:pt idx="294">
                  <c:v>185667.85717</c:v>
                </c:pt>
                <c:pt idx="295">
                  <c:v>183369.69909899999</c:v>
                </c:pt>
                <c:pt idx="296">
                  <c:v>183674.93870200001</c:v>
                </c:pt>
                <c:pt idx="297">
                  <c:v>187181.01664700001</c:v>
                </c:pt>
                <c:pt idx="298">
                  <c:v>186969.32074200001</c:v>
                </c:pt>
                <c:pt idx="299">
                  <c:v>188526.21348499996</c:v>
                </c:pt>
                <c:pt idx="300">
                  <c:v>187685.97818700003</c:v>
                </c:pt>
                <c:pt idx="301">
                  <c:v>188116.466655</c:v>
                </c:pt>
                <c:pt idx="302">
                  <c:v>184700.23366100001</c:v>
                </c:pt>
                <c:pt idx="303">
                  <c:v>178970.72486500003</c:v>
                </c:pt>
                <c:pt idx="304">
                  <c:v>180650.92459999997</c:v>
                </c:pt>
                <c:pt idx="305">
                  <c:v>182627.02000799999</c:v>
                </c:pt>
                <c:pt idx="306">
                  <c:v>184934.975186</c:v>
                </c:pt>
                <c:pt idx="307">
                  <c:v>186812.99234300002</c:v>
                </c:pt>
                <c:pt idx="308">
                  <c:v>187444.522004</c:v>
                </c:pt>
                <c:pt idx="309">
                  <c:v>189261.76383699998</c:v>
                </c:pt>
                <c:pt idx="310">
                  <c:v>179544.97270499999</c:v>
                </c:pt>
                <c:pt idx="311">
                  <c:v>180806.83272499999</c:v>
                </c:pt>
                <c:pt idx="312">
                  <c:v>181235.82205199997</c:v>
                </c:pt>
                <c:pt idx="313">
                  <c:v>181037.81976099999</c:v>
                </c:pt>
                <c:pt idx="314">
                  <c:v>190767.75251999998</c:v>
                </c:pt>
                <c:pt idx="315">
                  <c:v>187156.64755599998</c:v>
                </c:pt>
                <c:pt idx="316">
                  <c:v>187328.64570299999</c:v>
                </c:pt>
                <c:pt idx="317">
                  <c:v>181676.16534199999</c:v>
                </c:pt>
                <c:pt idx="318">
                  <c:v>180612.323481</c:v>
                </c:pt>
                <c:pt idx="319">
                  <c:v>181827.82215599998</c:v>
                </c:pt>
                <c:pt idx="320">
                  <c:v>181147.293573</c:v>
                </c:pt>
                <c:pt idx="321">
                  <c:v>184145.53945100002</c:v>
                </c:pt>
                <c:pt idx="322">
                  <c:v>186416.31282299999</c:v>
                </c:pt>
                <c:pt idx="323">
                  <c:v>193452.24425400002</c:v>
                </c:pt>
                <c:pt idx="324">
                  <c:v>180689.699968</c:v>
                </c:pt>
                <c:pt idx="325">
                  <c:v>183525.71897799999</c:v>
                </c:pt>
                <c:pt idx="326">
                  <c:v>183190.907236</c:v>
                </c:pt>
                <c:pt idx="327">
                  <c:v>186712.69469600002</c:v>
                </c:pt>
                <c:pt idx="328">
                  <c:v>189446.97887999998</c:v>
                </c:pt>
                <c:pt idx="329">
                  <c:v>190717.19823900002</c:v>
                </c:pt>
                <c:pt idx="330">
                  <c:v>189686.037098</c:v>
                </c:pt>
                <c:pt idx="331">
                  <c:v>181570.98510200001</c:v>
                </c:pt>
                <c:pt idx="332">
                  <c:v>180966.70408999998</c:v>
                </c:pt>
                <c:pt idx="333">
                  <c:v>180312.83546999999</c:v>
                </c:pt>
                <c:pt idx="334">
                  <c:v>180338.809958</c:v>
                </c:pt>
                <c:pt idx="335">
                  <c:v>184783.92432399999</c:v>
                </c:pt>
                <c:pt idx="336">
                  <c:v>185875.61917799999</c:v>
                </c:pt>
                <c:pt idx="337">
                  <c:v>187573.93927199999</c:v>
                </c:pt>
                <c:pt idx="338">
                  <c:v>177283.02338899998</c:v>
                </c:pt>
                <c:pt idx="339">
                  <c:v>178129.49093599999</c:v>
                </c:pt>
                <c:pt idx="340">
                  <c:v>181421.15867199999</c:v>
                </c:pt>
                <c:pt idx="341">
                  <c:v>186472.860499</c:v>
                </c:pt>
                <c:pt idx="342">
                  <c:v>183526.408547</c:v>
                </c:pt>
                <c:pt idx="343">
                  <c:v>181849.65494699997</c:v>
                </c:pt>
                <c:pt idx="344">
                  <c:v>189662.49898600002</c:v>
                </c:pt>
                <c:pt idx="345">
                  <c:v>180846.67779300001</c:v>
                </c:pt>
                <c:pt idx="346">
                  <c:v>181182.37612899998</c:v>
                </c:pt>
                <c:pt idx="347">
                  <c:v>182779.50870000001</c:v>
                </c:pt>
                <c:pt idx="348">
                  <c:v>181147.44284899998</c:v>
                </c:pt>
                <c:pt idx="349">
                  <c:v>185984.11923000001</c:v>
                </c:pt>
                <c:pt idx="350">
                  <c:v>185498.09371699998</c:v>
                </c:pt>
                <c:pt idx="351">
                  <c:v>186447.77382199999</c:v>
                </c:pt>
                <c:pt idx="352">
                  <c:v>179105.17626000001</c:v>
                </c:pt>
                <c:pt idx="353">
                  <c:v>180991.55147100001</c:v>
                </c:pt>
                <c:pt idx="354">
                  <c:v>181364.421829</c:v>
                </c:pt>
                <c:pt idx="355">
                  <c:v>181033.942258</c:v>
                </c:pt>
                <c:pt idx="356">
                  <c:v>186723.28357800003</c:v>
                </c:pt>
                <c:pt idx="357">
                  <c:v>187139.43798300001</c:v>
                </c:pt>
                <c:pt idx="358">
                  <c:v>192158.13172100001</c:v>
                </c:pt>
                <c:pt idx="359">
                  <c:v>183198.83805599998</c:v>
                </c:pt>
                <c:pt idx="360">
                  <c:v>181251.06600200001</c:v>
                </c:pt>
                <c:pt idx="361">
                  <c:v>181633.24209700001</c:v>
                </c:pt>
                <c:pt idx="362">
                  <c:v>182041.19464200002</c:v>
                </c:pt>
                <c:pt idx="363">
                  <c:v>185422.894845</c:v>
                </c:pt>
                <c:pt idx="364">
                  <c:v>186200.00571900001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199E-4749-8BB7-4B83B79B0AD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04261647"/>
        <c:axId val="104264047"/>
      </c:lineChart>
      <c:dateAx>
        <c:axId val="104261647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Date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m/d/yyyy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4264047"/>
        <c:crosses val="autoZero"/>
        <c:auto val="1"/>
        <c:lblOffset val="100"/>
        <c:baseTimeUnit val="days"/>
      </c:dateAx>
      <c:valAx>
        <c:axId val="10426404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000" b="0" i="0" u="none" strike="noStrike" kern="1200" baseline="0" dirty="0">
                    <a:solidFill>
                      <a:sysClr val="windowText" lastClr="000000">
                        <a:lumMod val="65000"/>
                        <a:lumOff val="35000"/>
                      </a:sysClr>
                    </a:solidFill>
                  </a:rPr>
                  <a:t>Data Traffic (TB) Network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0.00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4261647"/>
        <c:crosses val="autoZero"/>
        <c:crossBetween val="between"/>
        <c:dispUnits>
          <c:builtInUnit val="thousands"/>
        </c:dispUnits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88925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778250" y="0"/>
            <a:ext cx="288925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C4E1E74-BE2F-4132-B6B7-B525972D300A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428163"/>
            <a:ext cx="2889250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778250" y="9428163"/>
            <a:ext cx="2889250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0AF687A-0FC4-42B7-A8F3-58A5169818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26054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889938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777607" y="0"/>
            <a:ext cx="2889938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46F4E12-3E92-4DEA-AF37-25F52F88F2AC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57188" y="1241425"/>
            <a:ext cx="5954712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66909" y="4777194"/>
            <a:ext cx="533527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889938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777607" y="9428584"/>
            <a:ext cx="2889938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9CC5E4C-FB3B-4B25-8B01-946B835A98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45984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CC5E4C-FB3B-4B25-8B01-946B835A9872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93657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CC5E4C-FB3B-4B25-8B01-946B835A9872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331908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B2F27F-89ED-F92E-D678-993833D202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50FC6FD-5603-A52E-282B-6A0C6EF220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03A8181-4CDA-409D-01CF-449E1EDDFE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A6242D-9FD7-117E-F3C3-008E7CA4B8E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CC5E4C-FB3B-4B25-8B01-946B835A9872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22351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in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edit title - Title Font = Arial, Font Size = 28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29A84D-83B6-4E87-9839-7C59DBEAF3F4}" type="slidenum">
              <a:rPr lang="en-US" smtClean="0">
                <a:solidFill>
                  <a:prstClr val="black">
                    <a:lumMod val="50000"/>
                    <a:lumOff val="50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cxnSp>
        <p:nvCxnSpPr>
          <p:cNvPr id="10" name="Straight Connector 9"/>
          <p:cNvCxnSpPr/>
          <p:nvPr userDrawn="1"/>
        </p:nvCxnSpPr>
        <p:spPr>
          <a:xfrm>
            <a:off x="381000" y="307239"/>
            <a:ext cx="0" cy="548640"/>
          </a:xfrm>
          <a:prstGeom prst="line">
            <a:avLst/>
          </a:prstGeom>
          <a:ln w="38100">
            <a:solidFill>
              <a:srgbClr val="F6701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 userDrawn="1"/>
        </p:nvCxnSpPr>
        <p:spPr>
          <a:xfrm>
            <a:off x="11506200" y="6233160"/>
            <a:ext cx="0" cy="548640"/>
          </a:xfrm>
          <a:prstGeom prst="line">
            <a:avLst/>
          </a:prstGeom>
          <a:ln w="38100">
            <a:solidFill>
              <a:srgbClr val="F6701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199682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8A3AC-E332-4944-9F22-8ED6617DC568}" type="slidenum">
              <a:rPr lang="en-US" smtClean="0">
                <a:solidFill>
                  <a:prstClr val="black">
                    <a:lumMod val="50000"/>
                    <a:lumOff val="50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165594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in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edit title - Title Font = Arial, Font Size = 28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29A84D-83B6-4E87-9839-7C59DBEAF3F4}" type="slidenum">
              <a:rPr lang="en-US" smtClean="0">
                <a:solidFill>
                  <a:prstClr val="black">
                    <a:lumMod val="50000"/>
                    <a:lumOff val="50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cxnSp>
        <p:nvCxnSpPr>
          <p:cNvPr id="10" name="Straight Connector 9"/>
          <p:cNvCxnSpPr/>
          <p:nvPr userDrawn="1"/>
        </p:nvCxnSpPr>
        <p:spPr>
          <a:xfrm>
            <a:off x="381000" y="307239"/>
            <a:ext cx="0" cy="548640"/>
          </a:xfrm>
          <a:prstGeom prst="line">
            <a:avLst/>
          </a:prstGeom>
          <a:ln w="38100">
            <a:solidFill>
              <a:srgbClr val="F6701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 userDrawn="1"/>
        </p:nvCxnSpPr>
        <p:spPr>
          <a:xfrm>
            <a:off x="11506200" y="6233160"/>
            <a:ext cx="0" cy="548640"/>
          </a:xfrm>
          <a:prstGeom prst="line">
            <a:avLst/>
          </a:prstGeom>
          <a:ln w="38100">
            <a:solidFill>
              <a:srgbClr val="F6701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503726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914400"/>
            <a:ext cx="10972800" cy="12954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4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1038A3AC-E332-4944-9F22-8ED6617DC568}" type="slidenum">
              <a:rPr lang="en-US" smtClean="0">
                <a:solidFill>
                  <a:prstClr val="black">
                    <a:lumMod val="50000"/>
                    <a:lumOff val="50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703560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DEFAUL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/>
          <p:cNvCxnSpPr/>
          <p:nvPr userDrawn="1"/>
        </p:nvCxnSpPr>
        <p:spPr>
          <a:xfrm>
            <a:off x="469900" y="457200"/>
            <a:ext cx="0" cy="685800"/>
          </a:xfrm>
          <a:prstGeom prst="line">
            <a:avLst/>
          </a:prstGeom>
          <a:ln w="88900">
            <a:solidFill>
              <a:schemeClr val="accent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 userDrawn="1"/>
        </p:nvSpPr>
        <p:spPr>
          <a:xfrm>
            <a:off x="584200" y="6105832"/>
            <a:ext cx="723900" cy="5493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85" b="1">
                <a:solidFill>
                  <a:srgbClr val="ED7D31"/>
                </a:solidFill>
              </a:rPr>
              <a:t>your logo</a:t>
            </a:r>
            <a:endParaRPr lang="uk-UA" sz="1061" b="1">
              <a:solidFill>
                <a:srgbClr val="ED7D31"/>
              </a:solidFill>
            </a:endParaRPr>
          </a:p>
        </p:txBody>
      </p:sp>
      <p:cxnSp>
        <p:nvCxnSpPr>
          <p:cNvPr id="5" name="Straight Connector 4"/>
          <p:cNvCxnSpPr/>
          <p:nvPr userDrawn="1"/>
        </p:nvCxnSpPr>
        <p:spPr>
          <a:xfrm>
            <a:off x="469900" y="6142998"/>
            <a:ext cx="0" cy="432718"/>
          </a:xfrm>
          <a:prstGeom prst="line">
            <a:avLst/>
          </a:prstGeom>
          <a:ln w="88900">
            <a:solidFill>
              <a:schemeClr val="accent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 userDrawn="1"/>
        </p:nvCxnSpPr>
        <p:spPr>
          <a:xfrm>
            <a:off x="11163300" y="6142998"/>
            <a:ext cx="0" cy="432718"/>
          </a:xfrm>
          <a:prstGeom prst="line">
            <a:avLst/>
          </a:prstGeom>
          <a:ln w="88900">
            <a:solidFill>
              <a:schemeClr val="accent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itle 7"/>
          <p:cNvSpPr>
            <a:spLocks noGrp="1"/>
          </p:cNvSpPr>
          <p:nvPr>
            <p:ph type="title" hasCustomPrompt="1"/>
          </p:nvPr>
        </p:nvSpPr>
        <p:spPr>
          <a:xfrm>
            <a:off x="584200" y="433051"/>
            <a:ext cx="3632200" cy="7535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 lang="uk-UA" sz="2387" b="1">
                <a:latin typeface="+mn-lt"/>
                <a:ea typeface="Roboto Condensed" panose="02000000000000000000" pitchFamily="2" charset="0"/>
                <a:cs typeface="+mn-cs"/>
              </a:defRPr>
            </a:lvl1pPr>
          </a:lstStyle>
          <a:p>
            <a:pPr marL="0" lvl="0"/>
            <a:r>
              <a:rPr lang="en-US"/>
              <a:t>click to edit master title style</a:t>
            </a:r>
            <a:endParaRPr lang="uk-U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0"/>
          </p:nvPr>
        </p:nvSpPr>
        <p:spPr>
          <a:xfrm>
            <a:off x="11277600" y="6074406"/>
            <a:ext cx="1155700" cy="5493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 lang="uk-UA" sz="1485" b="1" smtClean="0">
                <a:solidFill>
                  <a:schemeClr val="accent2"/>
                </a:solidFill>
              </a:defRPr>
            </a:lvl1pPr>
          </a:lstStyle>
          <a:p>
            <a:pPr algn="l"/>
            <a:r>
              <a:rPr lang="en-US">
                <a:solidFill>
                  <a:srgbClr val="ED7D31"/>
                </a:solidFill>
              </a:rPr>
              <a:t>page</a:t>
            </a:r>
          </a:p>
          <a:p>
            <a:pPr algn="l"/>
            <a:r>
              <a:rPr lang="en-US">
                <a:solidFill>
                  <a:srgbClr val="ED7D31"/>
                </a:solidFill>
              </a:rPr>
              <a:t>0</a:t>
            </a:r>
            <a:fld id="{37D409AB-2201-4E18-8A34-C31753AD9B06}" type="slidenum">
              <a:rPr>
                <a:solidFill>
                  <a:srgbClr val="ED7D31"/>
                </a:solidFill>
              </a:rPr>
              <a:pPr algn="l"/>
              <a:t>‹#›</a:t>
            </a:fld>
            <a:endParaRPr>
              <a:solidFill>
                <a:srgbClr val="ED7D3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595067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>
        <p14:flip dir="r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328231"/>
            <a:ext cx="10515600" cy="49075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title - Title Font = Arial, Font Size = 28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506200" y="6324917"/>
            <a:ext cx="533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629A84D-83B6-4E87-9839-7C59DBEAF3F4}" type="slidenum">
              <a:rPr lang="en-US" smtClean="0">
                <a:solidFill>
                  <a:prstClr val="black">
                    <a:lumMod val="50000"/>
                    <a:lumOff val="50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cxnSp>
        <p:nvCxnSpPr>
          <p:cNvPr id="9" name="Straight Connector 8"/>
          <p:cNvCxnSpPr/>
          <p:nvPr userDrawn="1"/>
        </p:nvCxnSpPr>
        <p:spPr>
          <a:xfrm>
            <a:off x="381000" y="307239"/>
            <a:ext cx="0" cy="548640"/>
          </a:xfrm>
          <a:prstGeom prst="line">
            <a:avLst/>
          </a:prstGeom>
          <a:ln w="38100">
            <a:solidFill>
              <a:srgbClr val="F6701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 userDrawn="1"/>
        </p:nvCxnSpPr>
        <p:spPr>
          <a:xfrm>
            <a:off x="11506200" y="6233160"/>
            <a:ext cx="0" cy="548640"/>
          </a:xfrm>
          <a:prstGeom prst="line">
            <a:avLst/>
          </a:prstGeom>
          <a:ln w="38100">
            <a:solidFill>
              <a:srgbClr val="F6701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525159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4" r:id="rId1"/>
    <p:sldLayoutId id="2147483817" r:id="rId2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kern="1200" baseline="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328231"/>
            <a:ext cx="10515600" cy="49075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title - Title Font = Arial, Font Size = 28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506200" y="6324917"/>
            <a:ext cx="533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629A84D-83B6-4E87-9839-7C59DBEAF3F4}" type="slidenum">
              <a:rPr lang="en-US" smtClean="0">
                <a:solidFill>
                  <a:prstClr val="black">
                    <a:lumMod val="50000"/>
                    <a:lumOff val="50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cxnSp>
        <p:nvCxnSpPr>
          <p:cNvPr id="9" name="Straight Connector 8"/>
          <p:cNvCxnSpPr/>
          <p:nvPr userDrawn="1"/>
        </p:nvCxnSpPr>
        <p:spPr>
          <a:xfrm>
            <a:off x="381000" y="307239"/>
            <a:ext cx="0" cy="548640"/>
          </a:xfrm>
          <a:prstGeom prst="line">
            <a:avLst/>
          </a:prstGeom>
          <a:ln w="38100">
            <a:solidFill>
              <a:srgbClr val="F6701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 userDrawn="1"/>
        </p:nvCxnSpPr>
        <p:spPr>
          <a:xfrm>
            <a:off x="11506200" y="6233160"/>
            <a:ext cx="0" cy="548640"/>
          </a:xfrm>
          <a:prstGeom prst="line">
            <a:avLst/>
          </a:prstGeom>
          <a:ln w="38100">
            <a:solidFill>
              <a:srgbClr val="F6701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85734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6" r:id="rId1"/>
    <p:sldLayoutId id="2147483797" r:id="rId2"/>
    <p:sldLayoutId id="2147483798" r:id="rId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kern="1200" baseline="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5.xml"/><Relationship Id="rId4" Type="http://schemas.openxmlformats.org/officeDocument/2006/relationships/chart" Target="../charts/char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7.xml"/><Relationship Id="rId4" Type="http://schemas.openxmlformats.org/officeDocument/2006/relationships/chart" Target="../charts/char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9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0.xml"/><Relationship Id="rId4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Say Hello to Big Changes in the Telecommunication Industry">
            <a:extLst>
              <a:ext uri="{FF2B5EF4-FFF2-40B4-BE49-F238E27FC236}">
                <a16:creationId xmlns:a16="http://schemas.microsoft.com/office/drawing/2014/main" id="{68A7B19A-EB0B-153F-9198-D0E7A3E2D4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8315AF5-5769-A9E8-69B6-F7C0958364A0}"/>
              </a:ext>
            </a:extLst>
          </p:cNvPr>
          <p:cNvSpPr txBox="1"/>
          <p:nvPr/>
        </p:nvSpPr>
        <p:spPr>
          <a:xfrm>
            <a:off x="228600" y="228600"/>
            <a:ext cx="10563597" cy="3352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54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Garamond" panose="02020404030301010803" pitchFamily="18" charset="0"/>
                <a:cs typeface="Arial" panose="020B0604020202020204" pitchFamily="34" charset="0"/>
              </a:rPr>
              <a:t>Northeast Region </a:t>
            </a: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54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Garamond" panose="02020404030301010803" pitchFamily="18" charset="0"/>
                <a:cs typeface="Arial" panose="020B0604020202020204" pitchFamily="34" charset="0"/>
              </a:rPr>
              <a:t>Network-Sales Meeting</a:t>
            </a: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54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Garamond" panose="02020404030301010803" pitchFamily="18" charset="0"/>
                <a:cs typeface="Arial" panose="020B0604020202020204" pitchFamily="34" charset="0"/>
              </a:rPr>
              <a:t>July 2026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213A91-15C9-94A5-54ED-87282C71C1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8A3AC-E332-4944-9F22-8ED6617DC568}" type="slidenum">
              <a:rPr lang="en-US" smtClean="0">
                <a:solidFill>
                  <a:prstClr val="black">
                    <a:lumMod val="50000"/>
                    <a:lumOff val="50000"/>
                  </a:prstClr>
                </a:solidFill>
              </a:rPr>
              <a:pPr/>
              <a:t>1</a:t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pic>
        <p:nvPicPr>
          <p:cNvPr id="7" name="Picture 2" descr="Hutch logo and symbol, meaning, history, PNG">
            <a:extLst>
              <a:ext uri="{FF2B5EF4-FFF2-40B4-BE49-F238E27FC236}">
                <a16:creationId xmlns:a16="http://schemas.microsoft.com/office/drawing/2014/main" id="{49D6CAA3-22E7-A83A-1C16-7DBF679B46A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5034" t="-6970" r="-10198" b="-14"/>
          <a:stretch/>
        </p:blipFill>
        <p:spPr bwMode="auto">
          <a:xfrm>
            <a:off x="-304800" y="4678680"/>
            <a:ext cx="5425699" cy="2590800"/>
          </a:xfrm>
          <a:custGeom>
            <a:avLst/>
            <a:gdLst/>
            <a:ahLst/>
            <a:cxnLst/>
            <a:rect l="l" t="t" r="r" b="b"/>
            <a:pathLst>
              <a:path w="5283866" h="4210442">
                <a:moveTo>
                  <a:pt x="839883" y="18"/>
                </a:moveTo>
                <a:cubicBezTo>
                  <a:pt x="851945" y="328"/>
                  <a:pt x="864423" y="4671"/>
                  <a:pt x="875727" y="6050"/>
                </a:cubicBezTo>
                <a:cubicBezTo>
                  <a:pt x="1125267" y="36932"/>
                  <a:pt x="1374804" y="70296"/>
                  <a:pt x="1624617" y="99799"/>
                </a:cubicBezTo>
                <a:cubicBezTo>
                  <a:pt x="1858164" y="127373"/>
                  <a:pt x="2093363" y="133714"/>
                  <a:pt x="2328012" y="148051"/>
                </a:cubicBezTo>
                <a:cubicBezTo>
                  <a:pt x="2612016" y="165424"/>
                  <a:pt x="2895470" y="189965"/>
                  <a:pt x="3177820" y="228566"/>
                </a:cubicBezTo>
                <a:cubicBezTo>
                  <a:pt x="3373866" y="255590"/>
                  <a:pt x="3571843" y="274338"/>
                  <a:pt x="3770646" y="252831"/>
                </a:cubicBezTo>
                <a:cubicBezTo>
                  <a:pt x="3780572" y="251727"/>
                  <a:pt x="3791878" y="248144"/>
                  <a:pt x="3800149" y="251727"/>
                </a:cubicBezTo>
                <a:cubicBezTo>
                  <a:pt x="3896658" y="291986"/>
                  <a:pt x="4001986" y="263033"/>
                  <a:pt x="4102076" y="288400"/>
                </a:cubicBezTo>
                <a:cubicBezTo>
                  <a:pt x="4076434" y="386286"/>
                  <a:pt x="3966416" y="378289"/>
                  <a:pt x="3904377" y="446120"/>
                </a:cubicBezTo>
                <a:cubicBezTo>
                  <a:pt x="4005570" y="473141"/>
                  <a:pt x="4096562" y="500439"/>
                  <a:pt x="4188933" y="520843"/>
                </a:cubicBezTo>
                <a:cubicBezTo>
                  <a:pt x="4286818" y="542350"/>
                  <a:pt x="4369813" y="600531"/>
                  <a:pt x="4465492" y="626449"/>
                </a:cubicBezTo>
                <a:cubicBezTo>
                  <a:pt x="4485897" y="631964"/>
                  <a:pt x="4510437" y="651264"/>
                  <a:pt x="4517606" y="670015"/>
                </a:cubicBezTo>
                <a:cubicBezTo>
                  <a:pt x="4540768" y="730677"/>
                  <a:pt x="5003171" y="900804"/>
                  <a:pt x="4948576" y="954847"/>
                </a:cubicBezTo>
                <a:cubicBezTo>
                  <a:pt x="4925966" y="977182"/>
                  <a:pt x="4896738" y="993174"/>
                  <a:pt x="4866132" y="1015233"/>
                </a:cubicBezTo>
                <a:cubicBezTo>
                  <a:pt x="4912180" y="1056869"/>
                  <a:pt x="4964017" y="1075067"/>
                  <a:pt x="5019164" y="1087474"/>
                </a:cubicBezTo>
                <a:cubicBezTo>
                  <a:pt x="5035708" y="1091335"/>
                  <a:pt x="5051977" y="1099055"/>
                  <a:pt x="5053630" y="1117806"/>
                </a:cubicBezTo>
                <a:cubicBezTo>
                  <a:pt x="5055284" y="1137382"/>
                  <a:pt x="5038464" y="1145101"/>
                  <a:pt x="5024404" y="1154202"/>
                </a:cubicBezTo>
                <a:cubicBezTo>
                  <a:pt x="5004826" y="1166885"/>
                  <a:pt x="4985800" y="1177916"/>
                  <a:pt x="4960984" y="1179569"/>
                </a:cubicBezTo>
                <a:cubicBezTo>
                  <a:pt x="4920176" y="1182051"/>
                  <a:pt x="4900600" y="1217344"/>
                  <a:pt x="4876887" y="1243814"/>
                </a:cubicBezTo>
                <a:cubicBezTo>
                  <a:pt x="4863652" y="1258705"/>
                  <a:pt x="4857034" y="1288759"/>
                  <a:pt x="4880195" y="1293998"/>
                </a:cubicBezTo>
                <a:cubicBezTo>
                  <a:pt x="4935892" y="1306682"/>
                  <a:pt x="4931480" y="1343355"/>
                  <a:pt x="4930104" y="1384991"/>
                </a:cubicBezTo>
                <a:cubicBezTo>
                  <a:pt x="4928173" y="1436553"/>
                  <a:pt x="4895360" y="1460265"/>
                  <a:pt x="4855103" y="1480119"/>
                </a:cubicBezTo>
                <a:cubicBezTo>
                  <a:pt x="4841316" y="1487011"/>
                  <a:pt x="4821740" y="1486735"/>
                  <a:pt x="4816500" y="1508242"/>
                </a:cubicBezTo>
                <a:cubicBezTo>
                  <a:pt x="4839110" y="1528648"/>
                  <a:pt x="4866684" y="1512103"/>
                  <a:pt x="4890949" y="1517893"/>
                </a:cubicBezTo>
                <a:cubicBezTo>
                  <a:pt x="4911077" y="1522581"/>
                  <a:pt x="4944441" y="1520100"/>
                  <a:pt x="4916868" y="1557599"/>
                </a:cubicBezTo>
                <a:cubicBezTo>
                  <a:pt x="4908870" y="1568352"/>
                  <a:pt x="4918245" y="1576625"/>
                  <a:pt x="4928448" y="1577453"/>
                </a:cubicBezTo>
                <a:cubicBezTo>
                  <a:pt x="5010066" y="1586000"/>
                  <a:pt x="4972566" y="1661827"/>
                  <a:pt x="4998760" y="1701809"/>
                </a:cubicBezTo>
                <a:cubicBezTo>
                  <a:pt x="5005928" y="1712836"/>
                  <a:pt x="4998208" y="1731862"/>
                  <a:pt x="4986903" y="1736550"/>
                </a:cubicBezTo>
                <a:cubicBezTo>
                  <a:pt x="4914660" y="1767432"/>
                  <a:pt x="4904735" y="1841053"/>
                  <a:pt x="4869716" y="1904472"/>
                </a:cubicBezTo>
                <a:cubicBezTo>
                  <a:pt x="4907768" y="1929562"/>
                  <a:pt x="4953264" y="1935077"/>
                  <a:pt x="4994348" y="1951346"/>
                </a:cubicBezTo>
                <a:cubicBezTo>
                  <a:pt x="5037087" y="1968441"/>
                  <a:pt x="5037087" y="1981125"/>
                  <a:pt x="5001792" y="2030756"/>
                </a:cubicBezTo>
                <a:cubicBezTo>
                  <a:pt x="5093611" y="2041511"/>
                  <a:pt x="5093611" y="2041511"/>
                  <a:pt x="5065212" y="2119543"/>
                </a:cubicBezTo>
                <a:cubicBezTo>
                  <a:pt x="5142142" y="2126712"/>
                  <a:pt x="5192876" y="2163660"/>
                  <a:pt x="5204732" y="2244450"/>
                </a:cubicBezTo>
                <a:cubicBezTo>
                  <a:pt x="5210523" y="2283604"/>
                  <a:pt x="5245265" y="2302077"/>
                  <a:pt x="5283866" y="2328272"/>
                </a:cubicBezTo>
                <a:cubicBezTo>
                  <a:pt x="5235890" y="2353641"/>
                  <a:pt x="5203354" y="2406580"/>
                  <a:pt x="5147380" y="2350606"/>
                </a:cubicBezTo>
                <a:cubicBezTo>
                  <a:pt x="5126976" y="2330203"/>
                  <a:pt x="5128904" y="2356121"/>
                  <a:pt x="5126148" y="2363566"/>
                </a:cubicBezTo>
                <a:cubicBezTo>
                  <a:pt x="5119532" y="2381764"/>
                  <a:pt x="5133316" y="2393897"/>
                  <a:pt x="5142417" y="2407682"/>
                </a:cubicBezTo>
                <a:cubicBezTo>
                  <a:pt x="5151240" y="2421470"/>
                  <a:pt x="5161718" y="2436083"/>
                  <a:pt x="5164200" y="2451526"/>
                </a:cubicBezTo>
                <a:cubicBezTo>
                  <a:pt x="5165852" y="2462279"/>
                  <a:pt x="5157858" y="2477994"/>
                  <a:pt x="5149034" y="2485992"/>
                </a:cubicBezTo>
                <a:cubicBezTo>
                  <a:pt x="5102710" y="2528178"/>
                  <a:pt x="5130284" y="2623031"/>
                  <a:pt x="5042601" y="2635164"/>
                </a:cubicBezTo>
                <a:cubicBezTo>
                  <a:pt x="5003171" y="2640677"/>
                  <a:pt x="4984146" y="2675420"/>
                  <a:pt x="4955194" y="2694445"/>
                </a:cubicBezTo>
                <a:cubicBezTo>
                  <a:pt x="4854552" y="2760897"/>
                  <a:pt x="4787272" y="2846375"/>
                  <a:pt x="4756116" y="2963836"/>
                </a:cubicBezTo>
                <a:cubicBezTo>
                  <a:pt x="4747568" y="2996372"/>
                  <a:pt x="4714754" y="3022569"/>
                  <a:pt x="4693523" y="3051244"/>
                </a:cubicBezTo>
                <a:cubicBezTo>
                  <a:pt x="4703726" y="3072199"/>
                  <a:pt x="4759424" y="3026979"/>
                  <a:pt x="4739848" y="3082125"/>
                </a:cubicBezTo>
                <a:cubicBezTo>
                  <a:pt x="4724958" y="3123486"/>
                  <a:pt x="4686906" y="3149129"/>
                  <a:pt x="4651060" y="3173670"/>
                </a:cubicBezTo>
                <a:cubicBezTo>
                  <a:pt x="4610252" y="3201518"/>
                  <a:pt x="4565032" y="3223852"/>
                  <a:pt x="4546556" y="3275413"/>
                </a:cubicBezTo>
                <a:cubicBezTo>
                  <a:pt x="4542697" y="3286444"/>
                  <a:pt x="4530288" y="3298024"/>
                  <a:pt x="4519261" y="3302437"/>
                </a:cubicBezTo>
                <a:cubicBezTo>
                  <a:pt x="3944081" y="4209875"/>
                  <a:pt x="2528194" y="4215939"/>
                  <a:pt x="2364961" y="4209597"/>
                </a:cubicBezTo>
                <a:cubicBezTo>
                  <a:pt x="2167260" y="4201602"/>
                  <a:pt x="1980313" y="4145627"/>
                  <a:pt x="1796951" y="4075867"/>
                </a:cubicBezTo>
                <a:cubicBezTo>
                  <a:pt x="1719469" y="4046365"/>
                  <a:pt x="1647505" y="4004453"/>
                  <a:pt x="1572227" y="3971917"/>
                </a:cubicBezTo>
                <a:cubicBezTo>
                  <a:pt x="1468277" y="3926971"/>
                  <a:pt x="1388040" y="3841219"/>
                  <a:pt x="1284364" y="3805097"/>
                </a:cubicBezTo>
                <a:cubicBezTo>
                  <a:pt x="1177655" y="3767873"/>
                  <a:pt x="1086388" y="3699767"/>
                  <a:pt x="976645" y="3670815"/>
                </a:cubicBezTo>
                <a:cubicBezTo>
                  <a:pt x="918742" y="3655375"/>
                  <a:pt x="862768" y="3627527"/>
                  <a:pt x="871866" y="3547839"/>
                </a:cubicBezTo>
                <a:cubicBezTo>
                  <a:pt x="874349" y="3525228"/>
                  <a:pt x="859184" y="3506755"/>
                  <a:pt x="835195" y="3513373"/>
                </a:cubicBezTo>
                <a:cubicBezTo>
                  <a:pt x="789424" y="3525780"/>
                  <a:pt x="768744" y="3492967"/>
                  <a:pt x="743375" y="3468427"/>
                </a:cubicBezTo>
                <a:cubicBezTo>
                  <a:pt x="698156" y="3424863"/>
                  <a:pt x="655142" y="3378540"/>
                  <a:pt x="583175" y="3371370"/>
                </a:cubicBezTo>
                <a:cubicBezTo>
                  <a:pt x="596961" y="3337178"/>
                  <a:pt x="620399" y="3342142"/>
                  <a:pt x="641906" y="3349311"/>
                </a:cubicBezTo>
                <a:cubicBezTo>
                  <a:pt x="698432" y="3368062"/>
                  <a:pt x="754405" y="3389293"/>
                  <a:pt x="810930" y="3408042"/>
                </a:cubicBezTo>
                <a:cubicBezTo>
                  <a:pt x="847878" y="3420175"/>
                  <a:pt x="884551" y="3437271"/>
                  <a:pt x="933908" y="3423758"/>
                </a:cubicBezTo>
                <a:cubicBezTo>
                  <a:pt x="891445" y="3354826"/>
                  <a:pt x="819202" y="3342418"/>
                  <a:pt x="760747" y="3321187"/>
                </a:cubicBezTo>
                <a:cubicBezTo>
                  <a:pt x="687678" y="3294441"/>
                  <a:pt x="644664" y="3243980"/>
                  <a:pt x="593101" y="3187731"/>
                </a:cubicBezTo>
                <a:cubicBezTo>
                  <a:pt x="646869" y="3174220"/>
                  <a:pt x="680233" y="3215581"/>
                  <a:pt x="722419" y="3213374"/>
                </a:cubicBezTo>
                <a:cubicBezTo>
                  <a:pt x="724627" y="3206207"/>
                  <a:pt x="728486" y="3195729"/>
                  <a:pt x="727934" y="3195451"/>
                </a:cubicBezTo>
                <a:cubicBezTo>
                  <a:pt x="659002" y="3164570"/>
                  <a:pt x="626741" y="3106666"/>
                  <a:pt x="615987" y="3036630"/>
                </a:cubicBezTo>
                <a:cubicBezTo>
                  <a:pt x="610473" y="3000510"/>
                  <a:pt x="585381" y="2989205"/>
                  <a:pt x="560564" y="2972660"/>
                </a:cubicBezTo>
                <a:cubicBezTo>
                  <a:pt x="473984" y="2913930"/>
                  <a:pt x="382441" y="2860713"/>
                  <a:pt x="311302" y="2779924"/>
                </a:cubicBezTo>
                <a:cubicBezTo>
                  <a:pt x="393471" y="2790677"/>
                  <a:pt x="459371" y="2843341"/>
                  <a:pt x="547882" y="2865952"/>
                </a:cubicBezTo>
                <a:cubicBezTo>
                  <a:pt x="477570" y="2777166"/>
                  <a:pt x="386577" y="2732222"/>
                  <a:pt x="303582" y="2678453"/>
                </a:cubicBezTo>
                <a:cubicBezTo>
                  <a:pt x="265806" y="2653913"/>
                  <a:pt x="230790" y="2622479"/>
                  <a:pt x="185016" y="2609244"/>
                </a:cubicBezTo>
                <a:cubicBezTo>
                  <a:pt x="168748" y="2604556"/>
                  <a:pt x="142002" y="2594630"/>
                  <a:pt x="154963" y="2568435"/>
                </a:cubicBezTo>
                <a:cubicBezTo>
                  <a:pt x="165990" y="2546654"/>
                  <a:pt x="187773" y="2553269"/>
                  <a:pt x="207627" y="2559612"/>
                </a:cubicBezTo>
                <a:cubicBezTo>
                  <a:pt x="255328" y="2575330"/>
                  <a:pt x="304685" y="2575604"/>
                  <a:pt x="369207" y="2575330"/>
                </a:cubicBezTo>
                <a:cubicBezTo>
                  <a:pt x="315163" y="2503363"/>
                  <a:pt x="216174" y="2524871"/>
                  <a:pt x="169852" y="2449319"/>
                </a:cubicBezTo>
                <a:cubicBezTo>
                  <a:pt x="227755" y="2436083"/>
                  <a:pt x="272424" y="2463381"/>
                  <a:pt x="319299" y="2468619"/>
                </a:cubicBezTo>
                <a:cubicBezTo>
                  <a:pt x="361761" y="2473307"/>
                  <a:pt x="372239" y="2460624"/>
                  <a:pt x="362313" y="2418988"/>
                </a:cubicBezTo>
                <a:cubicBezTo>
                  <a:pt x="346873" y="2354190"/>
                  <a:pt x="370034" y="2321102"/>
                  <a:pt x="431798" y="2338750"/>
                </a:cubicBezTo>
                <a:cubicBezTo>
                  <a:pt x="489149" y="2355293"/>
                  <a:pt x="495215" y="2331030"/>
                  <a:pt x="479775" y="2294082"/>
                </a:cubicBezTo>
                <a:cubicBezTo>
                  <a:pt x="457716" y="2240315"/>
                  <a:pt x="482807" y="2198678"/>
                  <a:pt x="499903" y="2153458"/>
                </a:cubicBezTo>
                <a:cubicBezTo>
                  <a:pt x="526099" y="2084525"/>
                  <a:pt x="515069" y="2050885"/>
                  <a:pt x="458544" y="1999599"/>
                </a:cubicBezTo>
                <a:cubicBezTo>
                  <a:pt x="426835" y="1970921"/>
                  <a:pt x="392645" y="1946658"/>
                  <a:pt x="346596" y="1921843"/>
                </a:cubicBezTo>
                <a:cubicBezTo>
                  <a:pt x="452753" y="1908331"/>
                  <a:pt x="341358" y="1862836"/>
                  <a:pt x="378857" y="1834435"/>
                </a:cubicBezTo>
                <a:cubicBezTo>
                  <a:pt x="453856" y="1822854"/>
                  <a:pt x="515069" y="1913294"/>
                  <a:pt x="617091" y="1887376"/>
                </a:cubicBezTo>
                <a:cubicBezTo>
                  <a:pt x="491080" y="1809066"/>
                  <a:pt x="351835" y="1783423"/>
                  <a:pt x="260568" y="1679198"/>
                </a:cubicBezTo>
                <a:cubicBezTo>
                  <a:pt x="281523" y="1655484"/>
                  <a:pt x="302479" y="1677543"/>
                  <a:pt x="320402" y="1668720"/>
                </a:cubicBezTo>
                <a:cubicBezTo>
                  <a:pt x="319850" y="1663205"/>
                  <a:pt x="321230" y="1654932"/>
                  <a:pt x="317920" y="1652452"/>
                </a:cubicBezTo>
                <a:cubicBezTo>
                  <a:pt x="249815" y="1595650"/>
                  <a:pt x="248711" y="1594273"/>
                  <a:pt x="321779" y="1552359"/>
                </a:cubicBezTo>
                <a:cubicBezTo>
                  <a:pt x="347424" y="1537746"/>
                  <a:pt x="345218" y="1524786"/>
                  <a:pt x="331707" y="1506313"/>
                </a:cubicBezTo>
                <a:cubicBezTo>
                  <a:pt x="322055" y="1493353"/>
                  <a:pt x="310475" y="1481772"/>
                  <a:pt x="315990" y="1453371"/>
                </a:cubicBezTo>
                <a:cubicBezTo>
                  <a:pt x="355971" y="1489769"/>
                  <a:pt x="549259" y="1477912"/>
                  <a:pt x="583450" y="1474052"/>
                </a:cubicBezTo>
                <a:cubicBezTo>
                  <a:pt x="621777" y="1469917"/>
                  <a:pt x="659553" y="1452269"/>
                  <a:pt x="699809" y="1461919"/>
                </a:cubicBezTo>
                <a:cubicBezTo>
                  <a:pt x="732070" y="1469641"/>
                  <a:pt x="881516" y="1544364"/>
                  <a:pt x="902750" y="1458612"/>
                </a:cubicBezTo>
                <a:cubicBezTo>
                  <a:pt x="903853" y="1454475"/>
                  <a:pt x="964237" y="1464127"/>
                  <a:pt x="996774" y="1468814"/>
                </a:cubicBezTo>
                <a:cubicBezTo>
                  <a:pt x="1025451" y="1472674"/>
                  <a:pt x="1057712" y="1489769"/>
                  <a:pt x="1077012" y="1455578"/>
                </a:cubicBezTo>
                <a:cubicBezTo>
                  <a:pt x="1088317" y="1435450"/>
                  <a:pt x="1041719" y="1396571"/>
                  <a:pt x="1000083" y="1393262"/>
                </a:cubicBezTo>
                <a:cubicBezTo>
                  <a:pt x="963961" y="1390229"/>
                  <a:pt x="926186" y="1385817"/>
                  <a:pt x="891720" y="1394089"/>
                </a:cubicBezTo>
                <a:cubicBezTo>
                  <a:pt x="849258" y="1404017"/>
                  <a:pt x="826372" y="1388024"/>
                  <a:pt x="814515" y="1353557"/>
                </a:cubicBezTo>
                <a:cubicBezTo>
                  <a:pt x="801280" y="1315506"/>
                  <a:pt x="775911" y="1297858"/>
                  <a:pt x="740895" y="1280211"/>
                </a:cubicBezTo>
                <a:cubicBezTo>
                  <a:pt x="655967" y="1237474"/>
                  <a:pt x="574352" y="1188118"/>
                  <a:pt x="481154" y="1163301"/>
                </a:cubicBezTo>
                <a:cubicBezTo>
                  <a:pt x="462679" y="1158337"/>
                  <a:pt x="442276" y="1151719"/>
                  <a:pt x="433728" y="1118909"/>
                </a:cubicBezTo>
                <a:cubicBezTo>
                  <a:pt x="686023" y="1167987"/>
                  <a:pt x="915984" y="1295929"/>
                  <a:pt x="1176276" y="1288484"/>
                </a:cubicBezTo>
                <a:cubicBezTo>
                  <a:pt x="1105137" y="1247950"/>
                  <a:pt x="1022694" y="1245745"/>
                  <a:pt x="946867" y="1217344"/>
                </a:cubicBezTo>
                <a:cubicBezTo>
                  <a:pt x="1000635" y="1196113"/>
                  <a:pt x="1051094" y="1218172"/>
                  <a:pt x="1102104" y="1230304"/>
                </a:cubicBezTo>
                <a:cubicBezTo>
                  <a:pt x="1144843" y="1240230"/>
                  <a:pt x="1183446" y="1241885"/>
                  <a:pt x="1188133" y="1182603"/>
                </a:cubicBezTo>
                <a:cubicBezTo>
                  <a:pt x="1186478" y="1178742"/>
                  <a:pt x="1186754" y="1173780"/>
                  <a:pt x="1187030" y="1169092"/>
                </a:cubicBezTo>
                <a:cubicBezTo>
                  <a:pt x="1172690" y="1144552"/>
                  <a:pt x="1150358" y="1131868"/>
                  <a:pt x="1123887" y="1124698"/>
                </a:cubicBezTo>
                <a:cubicBezTo>
                  <a:pt x="1107894" y="1120286"/>
                  <a:pt x="1086663" y="1113668"/>
                  <a:pt x="1086938" y="1096023"/>
                </a:cubicBezTo>
                <a:cubicBezTo>
                  <a:pt x="1087765" y="1030674"/>
                  <a:pt x="1036756" y="1011647"/>
                  <a:pt x="985744" y="992622"/>
                </a:cubicBezTo>
                <a:cubicBezTo>
                  <a:pt x="1014145" y="960086"/>
                  <a:pt x="1036479" y="984074"/>
                  <a:pt x="1057987" y="981594"/>
                </a:cubicBezTo>
                <a:cubicBezTo>
                  <a:pt x="1072049" y="979939"/>
                  <a:pt x="1084733" y="976906"/>
                  <a:pt x="1084733" y="960086"/>
                </a:cubicBezTo>
                <a:cubicBezTo>
                  <a:pt x="1085008" y="946023"/>
                  <a:pt x="1078390" y="930030"/>
                  <a:pt x="1064605" y="929756"/>
                </a:cubicBezTo>
                <a:cubicBezTo>
                  <a:pt x="978300" y="927273"/>
                  <a:pt x="930599" y="836833"/>
                  <a:pt x="840985" y="836558"/>
                </a:cubicBezTo>
                <a:cubicBezTo>
                  <a:pt x="787493" y="836558"/>
                  <a:pt x="868834" y="785547"/>
                  <a:pt x="823615" y="764315"/>
                </a:cubicBezTo>
                <a:cubicBezTo>
                  <a:pt x="813687" y="759628"/>
                  <a:pt x="849533" y="752460"/>
                  <a:pt x="865526" y="753562"/>
                </a:cubicBezTo>
                <a:cubicBezTo>
                  <a:pt x="881242" y="754665"/>
                  <a:pt x="895304" y="768175"/>
                  <a:pt x="914331" y="758525"/>
                </a:cubicBezTo>
                <a:cubicBezTo>
                  <a:pt x="924808" y="724059"/>
                  <a:pt x="897787" y="711375"/>
                  <a:pt x="875452" y="701724"/>
                </a:cubicBezTo>
                <a:cubicBezTo>
                  <a:pt x="823889" y="679390"/>
                  <a:pt x="773706" y="652369"/>
                  <a:pt x="717181" y="644371"/>
                </a:cubicBezTo>
                <a:cubicBezTo>
                  <a:pt x="697053" y="641614"/>
                  <a:pt x="746133" y="604666"/>
                  <a:pt x="755783" y="591707"/>
                </a:cubicBezTo>
                <a:cubicBezTo>
                  <a:pt x="528304" y="455496"/>
                  <a:pt x="254778" y="462388"/>
                  <a:pt x="0" y="352370"/>
                </a:cubicBezTo>
                <a:cubicBezTo>
                  <a:pt x="56250" y="330864"/>
                  <a:pt x="97610" y="346580"/>
                  <a:pt x="135937" y="349889"/>
                </a:cubicBezTo>
                <a:cubicBezTo>
                  <a:pt x="231615" y="358160"/>
                  <a:pt x="326193" y="375256"/>
                  <a:pt x="421595" y="385458"/>
                </a:cubicBezTo>
                <a:cubicBezTo>
                  <a:pt x="468469" y="390421"/>
                  <a:pt x="512035" y="409172"/>
                  <a:pt x="564424" y="379393"/>
                </a:cubicBezTo>
                <a:cubicBezTo>
                  <a:pt x="599443" y="359540"/>
                  <a:pt x="655418" y="381046"/>
                  <a:pt x="698432" y="398694"/>
                </a:cubicBezTo>
                <a:cubicBezTo>
                  <a:pt x="734000" y="413307"/>
                  <a:pt x="767916" y="417167"/>
                  <a:pt x="815067" y="398694"/>
                </a:cubicBezTo>
                <a:cubicBezTo>
                  <a:pt x="772328" y="387389"/>
                  <a:pt x="739515" y="377463"/>
                  <a:pt x="705876" y="370568"/>
                </a:cubicBezTo>
                <a:cubicBezTo>
                  <a:pt x="679130" y="365055"/>
                  <a:pt x="742825" y="342719"/>
                  <a:pt x="775360" y="345477"/>
                </a:cubicBezTo>
                <a:cubicBezTo>
                  <a:pt x="820857" y="349337"/>
                  <a:pt x="795214" y="335000"/>
                  <a:pt x="787493" y="315146"/>
                </a:cubicBezTo>
                <a:cubicBezTo>
                  <a:pt x="779221" y="293915"/>
                  <a:pt x="803761" y="287298"/>
                  <a:pt x="819202" y="291709"/>
                </a:cubicBezTo>
                <a:cubicBezTo>
                  <a:pt x="878484" y="309081"/>
                  <a:pt x="937491" y="278474"/>
                  <a:pt x="998705" y="303291"/>
                </a:cubicBezTo>
                <a:cubicBezTo>
                  <a:pt x="983263" y="242077"/>
                  <a:pt x="949899" y="215331"/>
                  <a:pt x="880139" y="206783"/>
                </a:cubicBezTo>
                <a:cubicBezTo>
                  <a:pt x="853944" y="203475"/>
                  <a:pt x="826647" y="208438"/>
                  <a:pt x="804037" y="190790"/>
                </a:cubicBezTo>
                <a:cubicBezTo>
                  <a:pt x="791076" y="180590"/>
                  <a:pt x="776463" y="168457"/>
                  <a:pt x="786666" y="149707"/>
                </a:cubicBezTo>
                <a:cubicBezTo>
                  <a:pt x="793834" y="136471"/>
                  <a:pt x="809276" y="136471"/>
                  <a:pt x="821960" y="140884"/>
                </a:cubicBezTo>
                <a:cubicBezTo>
                  <a:pt x="878761" y="160461"/>
                  <a:pt x="938043" y="167630"/>
                  <a:pt x="997325" y="174800"/>
                </a:cubicBezTo>
                <a:cubicBezTo>
                  <a:pt x="1006426" y="175902"/>
                  <a:pt x="1016626" y="179487"/>
                  <a:pt x="1026829" y="161287"/>
                </a:cubicBezTo>
                <a:cubicBezTo>
                  <a:pt x="915984" y="131783"/>
                  <a:pt x="810655" y="89872"/>
                  <a:pt x="696777" y="73604"/>
                </a:cubicBezTo>
                <a:cubicBezTo>
                  <a:pt x="698432" y="65884"/>
                  <a:pt x="700086" y="58164"/>
                  <a:pt x="701741" y="50444"/>
                </a:cubicBezTo>
                <a:cubicBezTo>
                  <a:pt x="790801" y="61471"/>
                  <a:pt x="879864" y="72501"/>
                  <a:pt x="992362" y="86289"/>
                </a:cubicBezTo>
                <a:cubicBezTo>
                  <a:pt x="923153" y="42446"/>
                  <a:pt x="857805" y="57060"/>
                  <a:pt x="806519" y="18183"/>
                </a:cubicBezTo>
                <a:cubicBezTo>
                  <a:pt x="816170" y="3431"/>
                  <a:pt x="827820" y="-292"/>
                  <a:pt x="839883" y="18"/>
                </a:cubicBezTo>
                <a:close/>
              </a:path>
            </a:pathLst>
          </a:custGeom>
          <a:noFill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736135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6" name="Rectangle 51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192F89A-FD22-E565-2902-4294A68543CC}"/>
              </a:ext>
            </a:extLst>
          </p:cNvPr>
          <p:cNvSpPr txBox="1"/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000" b="1" dirty="0">
                <a:solidFill>
                  <a:srgbClr val="002060"/>
                </a:solidFill>
                <a:latin typeface="+mj-lt"/>
                <a:ea typeface="+mj-ea"/>
                <a:cs typeface="+mj-cs"/>
              </a:rPr>
              <a:t>Content</a:t>
            </a:r>
          </a:p>
        </p:txBody>
      </p:sp>
      <p:sp>
        <p:nvSpPr>
          <p:cNvPr id="67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TextBox 4">
            <a:extLst>
              <a:ext uri="{FF2B5EF4-FFF2-40B4-BE49-F238E27FC236}">
                <a16:creationId xmlns:a16="http://schemas.microsoft.com/office/drawing/2014/main" id="{438E11FF-1DB9-8AB4-24C1-19891EE42BE3}"/>
              </a:ext>
            </a:extLst>
          </p:cNvPr>
          <p:cNvSpPr txBox="1"/>
          <p:nvPr/>
        </p:nvSpPr>
        <p:spPr>
          <a:xfrm>
            <a:off x="838200" y="1929384"/>
            <a:ext cx="10515600" cy="42519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85750" indent="-2286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/>
              <a:t>Data and Voice Traffic Behavior of Northeast Region</a:t>
            </a:r>
          </a:p>
          <a:p>
            <a:pPr marL="285750" indent="-2286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/>
              <a:t>Capacity addition summary</a:t>
            </a:r>
          </a:p>
          <a:p>
            <a:pPr marL="285750" indent="-2286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/>
              <a:t>Cluster Improvement Initiatives</a:t>
            </a:r>
          </a:p>
          <a:p>
            <a:pPr marL="57150">
              <a:spcAft>
                <a:spcPts val="600"/>
              </a:spcAft>
            </a:pPr>
            <a:endParaRPr lang="en-US" sz="2200" dirty="0"/>
          </a:p>
          <a:p>
            <a:pPr marL="57150">
              <a:spcAft>
                <a:spcPts val="600"/>
              </a:spcAft>
            </a:pPr>
            <a:br>
              <a:rPr lang="en-US" sz="2200" b="1" dirty="0"/>
            </a:br>
            <a:endParaRPr lang="en-US" sz="2200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  <a:defRPr/>
            </a:pPr>
            <a:fld id="{1038A3AC-E332-4944-9F22-8ED6617DC568}" type="slidenum">
              <a:rPr lang="en-US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rPr>
              <a:pPr>
                <a:spcAft>
                  <a:spcPts val="600"/>
                </a:spcAft>
                <a:defRPr/>
              </a:pPr>
              <a:t>2</a:t>
            </a:fld>
            <a:endParaRPr lang="en-US">
              <a:solidFill>
                <a:schemeClr val="tx1">
                  <a:tint val="75000"/>
                </a:schemeClr>
              </a:solidFill>
              <a:latin typeface="+mn-lt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627789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73FFE1-FC54-1C68-BBB4-EFF047370F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EF5F10B-4EF3-E847-97F7-810D4D1CA404}"/>
              </a:ext>
            </a:extLst>
          </p:cNvPr>
          <p:cNvSpPr txBox="1"/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000" b="1" dirty="0">
                <a:solidFill>
                  <a:srgbClr val="002060"/>
                </a:solidFill>
                <a:latin typeface="+mj-lt"/>
                <a:ea typeface="+mj-ea"/>
                <a:cs typeface="+mj-cs"/>
              </a:rPr>
              <a:t>Distribution of Sites - NEA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4EF115-EE71-CB8A-90F7-8C0FDF6108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  <a:defRPr/>
            </a:pPr>
            <a:fld id="{1038A3AC-E332-4944-9F22-8ED6617DC568}" type="slidenum">
              <a:rPr lang="en-US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rPr>
              <a:pPr>
                <a:spcAft>
                  <a:spcPts val="600"/>
                </a:spcAft>
                <a:defRPr/>
              </a:pPr>
              <a:t>3</a:t>
            </a:fld>
            <a:endParaRPr lang="en-US">
              <a:solidFill>
                <a:schemeClr val="tx1">
                  <a:tint val="75000"/>
                </a:schemeClr>
              </a:solidFill>
              <a:latin typeface="+mn-lt"/>
              <a:cs typeface="+mn-cs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5F08760-E531-7096-8DB4-67A649A0DB2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376412" y="1955912"/>
            <a:ext cx="4468374" cy="4383024"/>
          </a:xfrm>
          <a:prstGeom prst="rect">
            <a:avLst/>
          </a:prstGeom>
        </p:spPr>
      </p:pic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5FADE2FE-61B7-2182-5EA5-3A6ADCE551C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5992805"/>
              </p:ext>
            </p:extLst>
          </p:nvPr>
        </p:nvGraphicFramePr>
        <p:xfrm>
          <a:off x="873368" y="1690688"/>
          <a:ext cx="3089031" cy="1931460"/>
        </p:xfrm>
        <a:graphic>
          <a:graphicData uri="http://schemas.openxmlformats.org/drawingml/2006/table">
            <a:tbl>
              <a:tblPr/>
              <a:tblGrid>
                <a:gridCol w="1346501">
                  <a:extLst>
                    <a:ext uri="{9D8B030D-6E8A-4147-A177-3AD203B41FA5}">
                      <a16:colId xmlns:a16="http://schemas.microsoft.com/office/drawing/2014/main" val="2828858233"/>
                    </a:ext>
                  </a:extLst>
                </a:gridCol>
                <a:gridCol w="1742530">
                  <a:extLst>
                    <a:ext uri="{9D8B030D-6E8A-4147-A177-3AD203B41FA5}">
                      <a16:colId xmlns:a16="http://schemas.microsoft.com/office/drawing/2014/main" val="3796674451"/>
                    </a:ext>
                  </a:extLst>
                </a:gridCol>
              </a:tblGrid>
              <a:tr h="19314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Row Labels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Count of Sites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5517316"/>
                  </a:ext>
                </a:extLst>
              </a:tr>
              <a:tr h="19314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 dirty="0">
                          <a:effectLst/>
                          <a:latin typeface="Calibri" panose="020F0502020204030204" pitchFamily="34" charset="0"/>
                        </a:rPr>
                        <a:t>Ampara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 dirty="0">
                          <a:effectLst/>
                          <a:latin typeface="Calibri" panose="020F0502020204030204" pitchFamily="34" charset="0"/>
                        </a:rPr>
                        <a:t>85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2661533"/>
                  </a:ext>
                </a:extLst>
              </a:tr>
              <a:tr h="19314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 dirty="0">
                          <a:effectLst/>
                          <a:latin typeface="Calibri" panose="020F0502020204030204" pitchFamily="34" charset="0"/>
                        </a:rPr>
                        <a:t>Batticaloa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 dirty="0">
                          <a:effectLst/>
                          <a:latin typeface="Calibri" panose="020F0502020204030204" pitchFamily="34" charset="0"/>
                        </a:rPr>
                        <a:t>58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28365361"/>
                  </a:ext>
                </a:extLst>
              </a:tr>
              <a:tr h="19314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 dirty="0">
                          <a:effectLst/>
                          <a:latin typeface="Calibri" panose="020F0502020204030204" pitchFamily="34" charset="0"/>
                        </a:rPr>
                        <a:t>Jaffna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 dirty="0">
                          <a:effectLst/>
                          <a:latin typeface="Calibri" panose="020F0502020204030204" pitchFamily="34" charset="0"/>
                        </a:rPr>
                        <a:t>63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67118434"/>
                  </a:ext>
                </a:extLst>
              </a:tr>
              <a:tr h="19314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 dirty="0">
                          <a:effectLst/>
                          <a:latin typeface="Calibri" panose="020F0502020204030204" pitchFamily="34" charset="0"/>
                        </a:rPr>
                        <a:t>Kilinochchi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 dirty="0">
                          <a:effectLst/>
                          <a:latin typeface="Calibri" panose="020F0502020204030204" pitchFamily="34" charset="0"/>
                        </a:rPr>
                        <a:t>9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1027726"/>
                  </a:ext>
                </a:extLst>
              </a:tr>
              <a:tr h="19314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 dirty="0">
                          <a:effectLst/>
                          <a:latin typeface="Calibri" panose="020F0502020204030204" pitchFamily="34" charset="0"/>
                        </a:rPr>
                        <a:t>Mullaitivu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 dirty="0"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84605832"/>
                  </a:ext>
                </a:extLst>
              </a:tr>
              <a:tr h="19314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 dirty="0">
                          <a:effectLst/>
                          <a:latin typeface="Calibri" panose="020F0502020204030204" pitchFamily="34" charset="0"/>
                        </a:rPr>
                        <a:t>Trincomalee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 dirty="0">
                          <a:effectLst/>
                          <a:latin typeface="Calibri" panose="020F0502020204030204" pitchFamily="34" charset="0"/>
                        </a:rPr>
                        <a:t>58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29504804"/>
                  </a:ext>
                </a:extLst>
              </a:tr>
              <a:tr h="19314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 dirty="0">
                          <a:effectLst/>
                          <a:latin typeface="Calibri" panose="020F0502020204030204" pitchFamily="34" charset="0"/>
                        </a:rPr>
                        <a:t>Vavuniya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 dirty="0">
                          <a:effectLst/>
                          <a:latin typeface="Calibri" panose="020F0502020204030204" pitchFamily="34" charset="0"/>
                        </a:rPr>
                        <a:t>22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29002089"/>
                  </a:ext>
                </a:extLst>
              </a:tr>
              <a:tr h="19314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 dirty="0">
                          <a:effectLst/>
                          <a:latin typeface="Calibri" panose="020F0502020204030204" pitchFamily="34" charset="0"/>
                        </a:rPr>
                        <a:t>Mannar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 dirty="0">
                          <a:effectLst/>
                          <a:latin typeface="Calibri" panose="020F0502020204030204" pitchFamily="34" charset="0"/>
                        </a:rPr>
                        <a:t>18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3123523"/>
                  </a:ext>
                </a:extLst>
              </a:tr>
              <a:tr h="19314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Grand Total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323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4221082"/>
                  </a:ext>
                </a:extLst>
              </a:tr>
            </a:tbl>
          </a:graphicData>
        </a:graphic>
      </p:graphicFrame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D8B5C677-38E4-7803-AE6A-300776E8ED3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20521941"/>
              </p:ext>
            </p:extLst>
          </p:nvPr>
        </p:nvGraphicFramePr>
        <p:xfrm>
          <a:off x="838200" y="3810952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7753257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192F89A-FD22-E565-2902-4294A68543CC}"/>
              </a:ext>
            </a:extLst>
          </p:cNvPr>
          <p:cNvSpPr txBox="1"/>
          <p:nvPr/>
        </p:nvSpPr>
        <p:spPr>
          <a:xfrm>
            <a:off x="457200" y="489524"/>
            <a:ext cx="11353800" cy="8167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000" b="1" dirty="0">
                <a:solidFill>
                  <a:srgbClr val="002060"/>
                </a:solidFill>
                <a:latin typeface="+mj-lt"/>
                <a:ea typeface="+mj-ea"/>
                <a:cs typeface="+mj-cs"/>
              </a:rPr>
              <a:t>Data and Voice Traffic Behavior of Northeast Cluster – 2G Voice Traffic</a:t>
            </a: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3000" b="1" dirty="0">
              <a:solidFill>
                <a:srgbClr val="00206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7" name="TextBox 4">
            <a:extLst>
              <a:ext uri="{FF2B5EF4-FFF2-40B4-BE49-F238E27FC236}">
                <a16:creationId xmlns:a16="http://schemas.microsoft.com/office/drawing/2014/main" id="{438E11FF-1DB9-8AB4-24C1-19891EE42BE3}"/>
              </a:ext>
            </a:extLst>
          </p:cNvPr>
          <p:cNvSpPr txBox="1"/>
          <p:nvPr/>
        </p:nvSpPr>
        <p:spPr>
          <a:xfrm>
            <a:off x="609600" y="1295400"/>
            <a:ext cx="11430000" cy="50730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85750" indent="-228600">
              <a:lnSpc>
                <a:spcPct val="20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b="1" dirty="0">
              <a:solidFill>
                <a:srgbClr val="00206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  <a:defRPr/>
            </a:pPr>
            <a:fld id="{1038A3AC-E332-4944-9F22-8ED6617DC568}" type="slidenum">
              <a:rPr lang="en-US">
                <a:solidFill>
                  <a:schemeClr val="tx1"/>
                </a:solidFill>
                <a:latin typeface="Calibri" panose="020F0502020204030204"/>
                <a:cs typeface="+mn-cs"/>
              </a:rPr>
              <a:pPr>
                <a:spcAft>
                  <a:spcPts val="600"/>
                </a:spcAft>
                <a:defRPr/>
              </a:pPr>
              <a:t>4</a:t>
            </a:fld>
            <a:endParaRPr lang="en-US" dirty="0">
              <a:solidFill>
                <a:schemeClr val="tx1"/>
              </a:solidFill>
              <a:latin typeface="Calibri" panose="020F0502020204030204"/>
              <a:cs typeface="+mn-cs"/>
            </a:endParaRPr>
          </a:p>
        </p:txBody>
      </p: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99466431-CE26-8803-0755-68E600C8F0A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88119353"/>
              </p:ext>
            </p:extLst>
          </p:nvPr>
        </p:nvGraphicFramePr>
        <p:xfrm>
          <a:off x="1619488" y="1139033"/>
          <a:ext cx="9410224" cy="488203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89277097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192F89A-FD22-E565-2902-4294A68543CC}"/>
              </a:ext>
            </a:extLst>
          </p:cNvPr>
          <p:cNvSpPr txBox="1"/>
          <p:nvPr/>
        </p:nvSpPr>
        <p:spPr>
          <a:xfrm>
            <a:off x="457200" y="489524"/>
            <a:ext cx="11353800" cy="8167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000" b="1" dirty="0">
                <a:solidFill>
                  <a:srgbClr val="002060"/>
                </a:solidFill>
                <a:latin typeface="+mj-lt"/>
                <a:ea typeface="+mj-ea"/>
                <a:cs typeface="+mj-cs"/>
              </a:rPr>
              <a:t>Data and Voice Traffic Behavior of Northeast Cluster – 3G Voice Traffic</a:t>
            </a: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3000" b="1" dirty="0">
              <a:solidFill>
                <a:srgbClr val="00206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7" name="TextBox 4">
            <a:extLst>
              <a:ext uri="{FF2B5EF4-FFF2-40B4-BE49-F238E27FC236}">
                <a16:creationId xmlns:a16="http://schemas.microsoft.com/office/drawing/2014/main" id="{438E11FF-1DB9-8AB4-24C1-19891EE42BE3}"/>
              </a:ext>
            </a:extLst>
          </p:cNvPr>
          <p:cNvSpPr txBox="1"/>
          <p:nvPr/>
        </p:nvSpPr>
        <p:spPr>
          <a:xfrm>
            <a:off x="609600" y="1295400"/>
            <a:ext cx="11430000" cy="50730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85750" indent="-228600">
              <a:lnSpc>
                <a:spcPct val="20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b="1" dirty="0">
              <a:solidFill>
                <a:srgbClr val="00206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  <a:defRPr/>
            </a:pPr>
            <a:fld id="{1038A3AC-E332-4944-9F22-8ED6617DC568}" type="slidenum">
              <a:rPr lang="en-US">
                <a:solidFill>
                  <a:schemeClr val="tx1"/>
                </a:solidFill>
                <a:latin typeface="Calibri" panose="020F0502020204030204"/>
                <a:cs typeface="+mn-cs"/>
              </a:rPr>
              <a:pPr>
                <a:spcAft>
                  <a:spcPts val="600"/>
                </a:spcAft>
                <a:defRPr/>
              </a:pPr>
              <a:t>5</a:t>
            </a:fld>
            <a:endParaRPr lang="en-US" dirty="0">
              <a:solidFill>
                <a:schemeClr val="tx1"/>
              </a:solidFill>
              <a:latin typeface="Calibri" panose="020F0502020204030204"/>
              <a:cs typeface="+mn-cs"/>
            </a:endParaRPr>
          </a:p>
        </p:txBody>
      </p: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B73CB8FD-8AA7-FB6B-13C5-AA8D9A2925A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20055058"/>
              </p:ext>
            </p:extLst>
          </p:nvPr>
        </p:nvGraphicFramePr>
        <p:xfrm>
          <a:off x="1409700" y="1143000"/>
          <a:ext cx="9829800" cy="4724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99134345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192F89A-FD22-E565-2902-4294A68543CC}"/>
              </a:ext>
            </a:extLst>
          </p:cNvPr>
          <p:cNvSpPr txBox="1"/>
          <p:nvPr/>
        </p:nvSpPr>
        <p:spPr>
          <a:xfrm>
            <a:off x="457200" y="489524"/>
            <a:ext cx="11582400" cy="8167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000" b="1" dirty="0">
                <a:solidFill>
                  <a:srgbClr val="002060"/>
                </a:solidFill>
                <a:latin typeface="+mj-lt"/>
                <a:ea typeface="+mj-ea"/>
                <a:cs typeface="+mj-cs"/>
              </a:rPr>
              <a:t>Data and Voice Traffic Behavior of Northeast Cluster – Total Voice Traffic (2G/3G) </a:t>
            </a: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3000" b="1" dirty="0">
              <a:solidFill>
                <a:srgbClr val="00206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7" name="TextBox 4">
            <a:extLst>
              <a:ext uri="{FF2B5EF4-FFF2-40B4-BE49-F238E27FC236}">
                <a16:creationId xmlns:a16="http://schemas.microsoft.com/office/drawing/2014/main" id="{438E11FF-1DB9-8AB4-24C1-19891EE42BE3}"/>
              </a:ext>
            </a:extLst>
          </p:cNvPr>
          <p:cNvSpPr txBox="1"/>
          <p:nvPr/>
        </p:nvSpPr>
        <p:spPr>
          <a:xfrm>
            <a:off x="609600" y="1295400"/>
            <a:ext cx="11430000" cy="50730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85750" indent="-228600">
              <a:lnSpc>
                <a:spcPct val="20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b="1" dirty="0">
              <a:solidFill>
                <a:srgbClr val="00206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  <a:defRPr/>
            </a:pPr>
            <a:fld id="{1038A3AC-E332-4944-9F22-8ED6617DC568}" type="slidenum">
              <a:rPr lang="en-US">
                <a:solidFill>
                  <a:schemeClr val="tx1"/>
                </a:solidFill>
                <a:latin typeface="Calibri" panose="020F0502020204030204"/>
                <a:cs typeface="+mn-cs"/>
              </a:rPr>
              <a:pPr>
                <a:spcAft>
                  <a:spcPts val="600"/>
                </a:spcAft>
                <a:defRPr/>
              </a:pPr>
              <a:t>6</a:t>
            </a:fld>
            <a:endParaRPr lang="en-US" dirty="0">
              <a:solidFill>
                <a:schemeClr val="tx1"/>
              </a:solidFill>
              <a:latin typeface="Calibri" panose="020F0502020204030204"/>
              <a:cs typeface="+mn-cs"/>
            </a:endParaRPr>
          </a:p>
        </p:txBody>
      </p:sp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14FA676A-3F86-3C34-2F64-F958397440D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53360375"/>
              </p:ext>
            </p:extLst>
          </p:nvPr>
        </p:nvGraphicFramePr>
        <p:xfrm>
          <a:off x="533400" y="1291389"/>
          <a:ext cx="11125200" cy="486035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52453085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CC1D342-B784-5952-9B88-7DEAE66F01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1D042604-7D1F-E9DE-7B14-E0BDA755F9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7561" y="1033245"/>
            <a:ext cx="10515600" cy="490754"/>
          </a:xfrm>
        </p:spPr>
        <p:txBody>
          <a:bodyPr>
            <a:normAutofit fontScale="90000"/>
          </a:bodyPr>
          <a:lstStyle/>
          <a:p>
            <a:pPr>
              <a:spcAft>
                <a:spcPts val="600"/>
              </a:spcAft>
            </a:pPr>
            <a:r>
              <a:rPr lang="en-US" sz="2800" b="1" dirty="0">
                <a:latin typeface="+mj-lt"/>
                <a:ea typeface="+mj-ea"/>
                <a:cs typeface="+mj-cs"/>
              </a:rPr>
              <a:t>Network VoLTE Traffic</a:t>
            </a:r>
            <a:br>
              <a:rPr lang="en-US" sz="2800" b="1" dirty="0">
                <a:latin typeface="+mj-lt"/>
                <a:ea typeface="+mj-ea"/>
                <a:cs typeface="+mj-cs"/>
              </a:rPr>
            </a:br>
            <a:br>
              <a:rPr lang="en-US" sz="2800" b="1" dirty="0">
                <a:latin typeface="+mj-lt"/>
                <a:ea typeface="+mj-ea"/>
                <a:cs typeface="+mj-cs"/>
              </a:rPr>
            </a:br>
            <a:r>
              <a:rPr lang="en-US" sz="2800" b="1" dirty="0">
                <a:latin typeface="+mj-lt"/>
                <a:ea typeface="+mj-ea"/>
                <a:cs typeface="+mj-cs"/>
              </a:rPr>
              <a:t> </a:t>
            </a:r>
            <a:br>
              <a:rPr lang="en-US" sz="2800" b="1" dirty="0">
                <a:latin typeface="+mj-lt"/>
                <a:ea typeface="+mj-ea"/>
                <a:cs typeface="+mj-cs"/>
              </a:rPr>
            </a:br>
            <a:br>
              <a:rPr lang="en-US" sz="28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8D7335-51C5-CB9B-ED8C-2B9D909C8A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  <a:defRPr/>
            </a:pPr>
            <a:fld id="{1038A3AC-E332-4944-9F22-8ED6617DC568}" type="slidenum">
              <a:rPr lang="en-US">
                <a:latin typeface="+mn-lt"/>
                <a:cs typeface="+mn-cs"/>
              </a:rPr>
              <a:pPr>
                <a:spcAft>
                  <a:spcPts val="600"/>
                </a:spcAft>
                <a:defRPr/>
              </a:pPr>
              <a:t>7</a:t>
            </a:fld>
            <a:endParaRPr lang="en-US">
              <a:latin typeface="+mn-lt"/>
              <a:cs typeface="+mn-cs"/>
            </a:endParaRPr>
          </a:p>
        </p:txBody>
      </p:sp>
      <p:sp>
        <p:nvSpPr>
          <p:cNvPr id="47" name="TextBox 4">
            <a:extLst>
              <a:ext uri="{FF2B5EF4-FFF2-40B4-BE49-F238E27FC236}">
                <a16:creationId xmlns:a16="http://schemas.microsoft.com/office/drawing/2014/main" id="{9F321065-E502-40B6-83DC-C0AF4853FF23}"/>
              </a:ext>
            </a:extLst>
          </p:cNvPr>
          <p:cNvSpPr txBox="1"/>
          <p:nvPr/>
        </p:nvSpPr>
        <p:spPr>
          <a:xfrm>
            <a:off x="609600" y="1295400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57150">
              <a:lnSpc>
                <a:spcPct val="200000"/>
              </a:lnSpc>
              <a:spcAft>
                <a:spcPts val="600"/>
              </a:spcAft>
            </a:pPr>
            <a:br>
              <a:rPr lang="en-US" b="1" dirty="0">
                <a:solidFill>
                  <a:srgbClr val="002060"/>
                </a:solidFill>
              </a:rPr>
            </a:br>
            <a:endParaRPr lang="en-US" b="1" dirty="0">
              <a:solidFill>
                <a:srgbClr val="002060"/>
              </a:solidFill>
            </a:endParaRPr>
          </a:p>
        </p:txBody>
      </p: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31E0013A-FFA7-5146-E364-8417B8AD00D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6288149"/>
              </p:ext>
            </p:extLst>
          </p:nvPr>
        </p:nvGraphicFramePr>
        <p:xfrm>
          <a:off x="1075661" y="1170619"/>
          <a:ext cx="10049539" cy="43513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872005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192F89A-FD22-E565-2902-4294A68543CC}"/>
              </a:ext>
            </a:extLst>
          </p:cNvPr>
          <p:cNvSpPr txBox="1"/>
          <p:nvPr/>
        </p:nvSpPr>
        <p:spPr>
          <a:xfrm>
            <a:off x="457200" y="489524"/>
            <a:ext cx="11353800" cy="8167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000" b="1" dirty="0">
                <a:solidFill>
                  <a:srgbClr val="002060"/>
                </a:solidFill>
                <a:latin typeface="+mj-lt"/>
                <a:ea typeface="+mj-ea"/>
                <a:cs typeface="+mj-cs"/>
              </a:rPr>
              <a:t>Data Traffic Behavior of Northeast Cluster – 4G Data Traffic</a:t>
            </a: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3000" b="1" dirty="0">
              <a:solidFill>
                <a:srgbClr val="00206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7" name="TextBox 4">
            <a:extLst>
              <a:ext uri="{FF2B5EF4-FFF2-40B4-BE49-F238E27FC236}">
                <a16:creationId xmlns:a16="http://schemas.microsoft.com/office/drawing/2014/main" id="{438E11FF-1DB9-8AB4-24C1-19891EE42BE3}"/>
              </a:ext>
            </a:extLst>
          </p:cNvPr>
          <p:cNvSpPr txBox="1"/>
          <p:nvPr/>
        </p:nvSpPr>
        <p:spPr>
          <a:xfrm>
            <a:off x="609600" y="1295400"/>
            <a:ext cx="11430000" cy="50730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85750" indent="-228600">
              <a:lnSpc>
                <a:spcPct val="20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b="1" dirty="0">
              <a:solidFill>
                <a:srgbClr val="00206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  <a:defRPr/>
            </a:pPr>
            <a:fld id="{1038A3AC-E332-4944-9F22-8ED6617DC568}" type="slidenum">
              <a:rPr lang="en-US">
                <a:solidFill>
                  <a:schemeClr val="tx1"/>
                </a:solidFill>
                <a:latin typeface="Calibri" panose="020F0502020204030204"/>
                <a:cs typeface="+mn-cs"/>
              </a:rPr>
              <a:pPr>
                <a:spcAft>
                  <a:spcPts val="600"/>
                </a:spcAft>
                <a:defRPr/>
              </a:pPr>
              <a:t>8</a:t>
            </a:fld>
            <a:endParaRPr lang="en-US" dirty="0">
              <a:solidFill>
                <a:schemeClr val="tx1"/>
              </a:solidFill>
              <a:latin typeface="Calibri" panose="020F0502020204030204"/>
              <a:cs typeface="+mn-cs"/>
            </a:endParaRPr>
          </a:p>
        </p:txBody>
      </p:sp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D7B87B59-CABE-6F54-855F-1F1B9C18570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9368782"/>
              </p:ext>
            </p:extLst>
          </p:nvPr>
        </p:nvGraphicFramePr>
        <p:xfrm>
          <a:off x="1088065" y="1104900"/>
          <a:ext cx="10287000" cy="4648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21148079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192F89A-FD22-E565-2902-4294A68543CC}"/>
              </a:ext>
            </a:extLst>
          </p:cNvPr>
          <p:cNvSpPr txBox="1"/>
          <p:nvPr/>
        </p:nvSpPr>
        <p:spPr>
          <a:xfrm>
            <a:off x="457200" y="489524"/>
            <a:ext cx="11353800" cy="8167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000" b="1" dirty="0">
                <a:solidFill>
                  <a:srgbClr val="002060"/>
                </a:solidFill>
                <a:latin typeface="+mj-lt"/>
                <a:ea typeface="+mj-ea"/>
                <a:cs typeface="+mj-cs"/>
              </a:rPr>
              <a:t>Data and Voice Traffic Behavior of Northeast Cluster – 3G Data Traffic</a:t>
            </a: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3000" b="1" dirty="0">
              <a:solidFill>
                <a:srgbClr val="00206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7" name="TextBox 4">
            <a:extLst>
              <a:ext uri="{FF2B5EF4-FFF2-40B4-BE49-F238E27FC236}">
                <a16:creationId xmlns:a16="http://schemas.microsoft.com/office/drawing/2014/main" id="{438E11FF-1DB9-8AB4-24C1-19891EE42BE3}"/>
              </a:ext>
            </a:extLst>
          </p:cNvPr>
          <p:cNvSpPr txBox="1"/>
          <p:nvPr/>
        </p:nvSpPr>
        <p:spPr>
          <a:xfrm>
            <a:off x="609600" y="1295400"/>
            <a:ext cx="11430000" cy="50730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85750" indent="-228600">
              <a:lnSpc>
                <a:spcPct val="20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b="1" dirty="0">
              <a:solidFill>
                <a:srgbClr val="00206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  <a:defRPr/>
            </a:pPr>
            <a:fld id="{1038A3AC-E332-4944-9F22-8ED6617DC568}" type="slidenum">
              <a:rPr lang="en-US">
                <a:solidFill>
                  <a:schemeClr val="tx1"/>
                </a:solidFill>
                <a:latin typeface="Calibri" panose="020F0502020204030204"/>
                <a:cs typeface="+mn-cs"/>
              </a:rPr>
              <a:pPr>
                <a:spcAft>
                  <a:spcPts val="600"/>
                </a:spcAft>
                <a:defRPr/>
              </a:pPr>
              <a:t>9</a:t>
            </a:fld>
            <a:endParaRPr lang="en-US" dirty="0">
              <a:solidFill>
                <a:schemeClr val="tx1"/>
              </a:solidFill>
              <a:latin typeface="Calibri" panose="020F0502020204030204"/>
              <a:cs typeface="+mn-cs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CB54D286-9E9D-B16F-3CA1-346A202FB90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5751302"/>
              </p:ext>
            </p:extLst>
          </p:nvPr>
        </p:nvGraphicFramePr>
        <p:xfrm>
          <a:off x="228600" y="5732112"/>
          <a:ext cx="2590801" cy="1051560"/>
        </p:xfrm>
        <a:graphic>
          <a:graphicData uri="http://schemas.openxmlformats.org/drawingml/2006/table">
            <a:tbl>
              <a:tblPr/>
              <a:tblGrid>
                <a:gridCol w="1449897">
                  <a:extLst>
                    <a:ext uri="{9D8B030D-6E8A-4147-A177-3AD203B41FA5}">
                      <a16:colId xmlns:a16="http://schemas.microsoft.com/office/drawing/2014/main" val="2975110283"/>
                    </a:ext>
                  </a:extLst>
                </a:gridCol>
                <a:gridCol w="570452">
                  <a:extLst>
                    <a:ext uri="{9D8B030D-6E8A-4147-A177-3AD203B41FA5}">
                      <a16:colId xmlns:a16="http://schemas.microsoft.com/office/drawing/2014/main" val="2199269125"/>
                    </a:ext>
                  </a:extLst>
                </a:gridCol>
                <a:gridCol w="570452">
                  <a:extLst>
                    <a:ext uri="{9D8B030D-6E8A-4147-A177-3AD203B41FA5}">
                      <a16:colId xmlns:a16="http://schemas.microsoft.com/office/drawing/2014/main" val="2912047833"/>
                    </a:ext>
                  </a:extLst>
                </a:gridCol>
              </a:tblGrid>
              <a:tr h="10191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3G remain Sites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Site ID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District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77102614"/>
                  </a:ext>
                </a:extLst>
              </a:tr>
              <a:tr h="10191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NamalOya-1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AMP019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AMP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082654"/>
                  </a:ext>
                </a:extLst>
              </a:tr>
              <a:tr h="10191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ParanaMedawachchiya-1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TRN013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TRN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86577551"/>
                  </a:ext>
                </a:extLst>
              </a:tr>
              <a:tr h="10191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Pulmoddai-1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TRN012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TRN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28000555"/>
                  </a:ext>
                </a:extLst>
              </a:tr>
              <a:tr h="10191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Pulmoddai-2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TRN029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TRN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0952425"/>
                  </a:ext>
                </a:extLst>
              </a:tr>
              <a:tr h="10191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Punani-1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BAT017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BAT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0561808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C018C320-ED90-03BA-7AB3-9B25F63B07C2}"/>
              </a:ext>
            </a:extLst>
          </p:cNvPr>
          <p:cNvSpPr txBox="1"/>
          <p:nvPr/>
        </p:nvSpPr>
        <p:spPr>
          <a:xfrm>
            <a:off x="9114440" y="5732112"/>
            <a:ext cx="292516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Eastern cluster 3G shutdown – Oct 27</a:t>
            </a:r>
          </a:p>
        </p:txBody>
      </p:sp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F78FB310-4BF4-3AB3-1BAC-29E8519C931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02444035"/>
              </p:ext>
            </p:extLst>
          </p:nvPr>
        </p:nvGraphicFramePr>
        <p:xfrm>
          <a:off x="1104900" y="952426"/>
          <a:ext cx="10058400" cy="451285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97338594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192F89A-FD22-E565-2902-4294A68543CC}"/>
              </a:ext>
            </a:extLst>
          </p:cNvPr>
          <p:cNvSpPr txBox="1"/>
          <p:nvPr/>
        </p:nvSpPr>
        <p:spPr>
          <a:xfrm>
            <a:off x="457200" y="489524"/>
            <a:ext cx="11353800" cy="8167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000" b="1" dirty="0">
                <a:solidFill>
                  <a:srgbClr val="002060"/>
                </a:solidFill>
                <a:latin typeface="+mj-lt"/>
                <a:ea typeface="+mj-ea"/>
                <a:cs typeface="+mj-cs"/>
              </a:rPr>
              <a:t>Data and Voice Traffic Behavior of Northeast Cluster – Total Data Traffic (3G/4G) </a:t>
            </a: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3000" b="1" dirty="0">
              <a:solidFill>
                <a:srgbClr val="00206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7" name="TextBox 4">
            <a:extLst>
              <a:ext uri="{FF2B5EF4-FFF2-40B4-BE49-F238E27FC236}">
                <a16:creationId xmlns:a16="http://schemas.microsoft.com/office/drawing/2014/main" id="{438E11FF-1DB9-8AB4-24C1-19891EE42BE3}"/>
              </a:ext>
            </a:extLst>
          </p:cNvPr>
          <p:cNvSpPr txBox="1"/>
          <p:nvPr/>
        </p:nvSpPr>
        <p:spPr>
          <a:xfrm>
            <a:off x="609600" y="1295400"/>
            <a:ext cx="11430000" cy="50730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85750" indent="-228600">
              <a:lnSpc>
                <a:spcPct val="20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b="1" dirty="0">
              <a:solidFill>
                <a:srgbClr val="00206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  <a:defRPr/>
            </a:pPr>
            <a:fld id="{1038A3AC-E332-4944-9F22-8ED6617DC568}" type="slidenum">
              <a:rPr lang="en-US">
                <a:solidFill>
                  <a:schemeClr val="tx1"/>
                </a:solidFill>
                <a:latin typeface="Calibri" panose="020F0502020204030204"/>
                <a:cs typeface="+mn-cs"/>
              </a:rPr>
              <a:pPr>
                <a:spcAft>
                  <a:spcPts val="600"/>
                </a:spcAft>
                <a:defRPr/>
              </a:pPr>
              <a:t>10</a:t>
            </a:fld>
            <a:endParaRPr lang="en-US" dirty="0">
              <a:solidFill>
                <a:schemeClr val="tx1"/>
              </a:solidFill>
              <a:latin typeface="Calibri" panose="020F0502020204030204"/>
              <a:cs typeface="+mn-cs"/>
            </a:endParaRPr>
          </a:p>
        </p:txBody>
      </p: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4E5F004F-365A-FBB6-743D-F601FC81792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41168093"/>
              </p:ext>
            </p:extLst>
          </p:nvPr>
        </p:nvGraphicFramePr>
        <p:xfrm>
          <a:off x="723900" y="1143000"/>
          <a:ext cx="10820400" cy="50730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06892775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703904D9-AEB7-8018-E397-8067DC8B43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7561" y="1033245"/>
            <a:ext cx="10515600" cy="490754"/>
          </a:xfrm>
        </p:spPr>
        <p:txBody>
          <a:bodyPr>
            <a:normAutofit fontScale="90000"/>
          </a:bodyPr>
          <a:lstStyle/>
          <a:p>
            <a:pPr>
              <a:spcAft>
                <a:spcPts val="600"/>
              </a:spcAft>
            </a:pPr>
            <a:r>
              <a:rPr lang="en-US" sz="2800" b="1" dirty="0">
                <a:latin typeface="+mj-lt"/>
                <a:ea typeface="+mj-ea"/>
                <a:cs typeface="+mj-cs"/>
              </a:rPr>
              <a:t>Data and Voice Traffic Improvement - 2026 January 2nd Week vs 2026 June 2nd Week</a:t>
            </a:r>
            <a:br>
              <a:rPr lang="en-US" sz="2800" b="1" dirty="0">
                <a:latin typeface="+mj-lt"/>
                <a:ea typeface="+mj-ea"/>
                <a:cs typeface="+mj-cs"/>
              </a:rPr>
            </a:br>
            <a:br>
              <a:rPr lang="en-US" sz="2800" b="1" dirty="0">
                <a:latin typeface="+mj-lt"/>
                <a:ea typeface="+mj-ea"/>
                <a:cs typeface="+mj-cs"/>
              </a:rPr>
            </a:br>
            <a:r>
              <a:rPr lang="en-US" sz="2800" b="1" dirty="0">
                <a:latin typeface="+mj-lt"/>
                <a:ea typeface="+mj-ea"/>
                <a:cs typeface="+mj-cs"/>
              </a:rPr>
              <a:t> </a:t>
            </a:r>
            <a:br>
              <a:rPr lang="en-US" sz="2800" b="1" dirty="0">
                <a:latin typeface="+mj-lt"/>
                <a:ea typeface="+mj-ea"/>
                <a:cs typeface="+mj-cs"/>
              </a:rPr>
            </a:br>
            <a:br>
              <a:rPr lang="en-US" sz="28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  <a:defRPr/>
            </a:pPr>
            <a:fld id="{1038A3AC-E332-4944-9F22-8ED6617DC568}" type="slidenum">
              <a:rPr lang="en-US">
                <a:latin typeface="+mn-lt"/>
                <a:cs typeface="+mn-cs"/>
              </a:rPr>
              <a:pPr>
                <a:spcAft>
                  <a:spcPts val="600"/>
                </a:spcAft>
                <a:defRPr/>
              </a:pPr>
              <a:t>11</a:t>
            </a:fld>
            <a:endParaRPr lang="en-US">
              <a:latin typeface="+mn-lt"/>
              <a:cs typeface="+mn-cs"/>
            </a:endParaRPr>
          </a:p>
        </p:txBody>
      </p:sp>
      <p:sp>
        <p:nvSpPr>
          <p:cNvPr id="47" name="TextBox 4">
            <a:extLst>
              <a:ext uri="{FF2B5EF4-FFF2-40B4-BE49-F238E27FC236}">
                <a16:creationId xmlns:a16="http://schemas.microsoft.com/office/drawing/2014/main" id="{438E11FF-1DB9-8AB4-24C1-19891EE42BE3}"/>
              </a:ext>
            </a:extLst>
          </p:cNvPr>
          <p:cNvSpPr txBox="1"/>
          <p:nvPr/>
        </p:nvSpPr>
        <p:spPr>
          <a:xfrm>
            <a:off x="609600" y="1295400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57150">
              <a:lnSpc>
                <a:spcPct val="200000"/>
              </a:lnSpc>
              <a:spcAft>
                <a:spcPts val="600"/>
              </a:spcAft>
            </a:pPr>
            <a:br>
              <a:rPr lang="en-US" b="1" dirty="0">
                <a:solidFill>
                  <a:srgbClr val="002060"/>
                </a:solidFill>
              </a:rPr>
            </a:br>
            <a:endParaRPr lang="en-US" b="1" dirty="0">
              <a:solidFill>
                <a:srgbClr val="002060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4CE3AF4-D957-6ECF-FED0-0BA2AA7274C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04344" y="1624323"/>
            <a:ext cx="10782300" cy="71783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BBCBBC7-3AD4-E19F-2E0A-C9BFE648897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04344" y="3112152"/>
            <a:ext cx="10782300" cy="717833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B4C52855-8C2C-5526-D479-A34A318695E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09599" y="4709206"/>
            <a:ext cx="10782300" cy="717833"/>
          </a:xfrm>
          <a:prstGeom prst="rect">
            <a:avLst/>
          </a:prstGeom>
        </p:spPr>
      </p:pic>
      <p:sp>
        <p:nvSpPr>
          <p:cNvPr id="16" name="TextBox 4">
            <a:extLst>
              <a:ext uri="{FF2B5EF4-FFF2-40B4-BE49-F238E27FC236}">
                <a16:creationId xmlns:a16="http://schemas.microsoft.com/office/drawing/2014/main" id="{9AE1D19F-6031-B8FC-F7D8-FD9E84AF1537}"/>
              </a:ext>
            </a:extLst>
          </p:cNvPr>
          <p:cNvSpPr txBox="1"/>
          <p:nvPr/>
        </p:nvSpPr>
        <p:spPr>
          <a:xfrm>
            <a:off x="612227" y="1211262"/>
            <a:ext cx="990600" cy="490754"/>
          </a:xfrm>
          <a:prstGeom prst="rect">
            <a:avLst/>
          </a:prstGeom>
        </p:spPr>
        <p:txBody>
          <a:bodyPr vert="horz" lIns="91440" tIns="45720" rIns="91440" bIns="45720" rtlCol="0">
            <a:normAutofit fontScale="25000" lnSpcReduction="20000"/>
          </a:bodyPr>
          <a:lstStyle/>
          <a:p>
            <a:pPr marL="285750" indent="-2286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7200" dirty="0"/>
              <a:t>Data</a:t>
            </a:r>
          </a:p>
          <a:p>
            <a:pPr marL="57150">
              <a:spcAft>
                <a:spcPts val="600"/>
              </a:spcAft>
            </a:pPr>
            <a:endParaRPr lang="en-US" sz="2200" dirty="0"/>
          </a:p>
          <a:p>
            <a:pPr marL="57150">
              <a:spcAft>
                <a:spcPts val="600"/>
              </a:spcAft>
            </a:pPr>
            <a:br>
              <a:rPr lang="en-US" sz="2200" b="1" dirty="0"/>
            </a:br>
            <a:endParaRPr lang="en-US" sz="2200" b="1" dirty="0"/>
          </a:p>
        </p:txBody>
      </p:sp>
      <p:sp>
        <p:nvSpPr>
          <p:cNvPr id="18" name="TextBox 4">
            <a:extLst>
              <a:ext uri="{FF2B5EF4-FFF2-40B4-BE49-F238E27FC236}">
                <a16:creationId xmlns:a16="http://schemas.microsoft.com/office/drawing/2014/main" id="{C85D24FA-44F6-95C3-7261-224285230539}"/>
              </a:ext>
            </a:extLst>
          </p:cNvPr>
          <p:cNvSpPr txBox="1"/>
          <p:nvPr/>
        </p:nvSpPr>
        <p:spPr>
          <a:xfrm>
            <a:off x="614855" y="2698295"/>
            <a:ext cx="990600" cy="490754"/>
          </a:xfrm>
          <a:prstGeom prst="rect">
            <a:avLst/>
          </a:prstGeom>
        </p:spPr>
        <p:txBody>
          <a:bodyPr vert="horz" lIns="91440" tIns="45720" rIns="91440" bIns="45720" rtlCol="0">
            <a:normAutofit fontScale="25000" lnSpcReduction="20000"/>
          </a:bodyPr>
          <a:lstStyle/>
          <a:p>
            <a:pPr marL="285750" indent="-2286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7200" dirty="0"/>
              <a:t>Voice</a:t>
            </a:r>
          </a:p>
          <a:p>
            <a:pPr marL="57150">
              <a:spcAft>
                <a:spcPts val="600"/>
              </a:spcAft>
            </a:pPr>
            <a:endParaRPr lang="en-US" sz="2200" dirty="0"/>
          </a:p>
          <a:p>
            <a:pPr marL="57150">
              <a:spcAft>
                <a:spcPts val="600"/>
              </a:spcAft>
            </a:pPr>
            <a:br>
              <a:rPr lang="en-US" sz="2200" b="1" dirty="0"/>
            </a:br>
            <a:endParaRPr lang="en-US" sz="2200" b="1" dirty="0"/>
          </a:p>
        </p:txBody>
      </p:sp>
      <p:sp>
        <p:nvSpPr>
          <p:cNvPr id="20" name="TextBox 4">
            <a:extLst>
              <a:ext uri="{FF2B5EF4-FFF2-40B4-BE49-F238E27FC236}">
                <a16:creationId xmlns:a16="http://schemas.microsoft.com/office/drawing/2014/main" id="{806451BB-77B5-DB75-6049-826E62DF7849}"/>
              </a:ext>
            </a:extLst>
          </p:cNvPr>
          <p:cNvSpPr txBox="1"/>
          <p:nvPr/>
        </p:nvSpPr>
        <p:spPr>
          <a:xfrm>
            <a:off x="617482" y="4353799"/>
            <a:ext cx="1219200" cy="490754"/>
          </a:xfrm>
          <a:prstGeom prst="rect">
            <a:avLst/>
          </a:prstGeom>
        </p:spPr>
        <p:txBody>
          <a:bodyPr vert="horz" lIns="91440" tIns="45720" rIns="91440" bIns="45720" rtlCol="0">
            <a:normAutofit fontScale="25000" lnSpcReduction="20000"/>
          </a:bodyPr>
          <a:lstStyle/>
          <a:p>
            <a:pPr marL="285750" indent="-2286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7200" dirty="0"/>
              <a:t>VoLTE</a:t>
            </a:r>
          </a:p>
          <a:p>
            <a:pPr marL="57150">
              <a:spcAft>
                <a:spcPts val="600"/>
              </a:spcAft>
            </a:pPr>
            <a:endParaRPr lang="en-US" sz="7200" dirty="0"/>
          </a:p>
          <a:p>
            <a:pPr marL="57150">
              <a:spcAft>
                <a:spcPts val="600"/>
              </a:spcAft>
            </a:pPr>
            <a:endParaRPr lang="en-US" sz="2200" dirty="0"/>
          </a:p>
          <a:p>
            <a:pPr marL="57150">
              <a:spcAft>
                <a:spcPts val="600"/>
              </a:spcAft>
            </a:pPr>
            <a:br>
              <a:rPr lang="en-US" sz="2200" b="1" dirty="0"/>
            </a:br>
            <a:endParaRPr lang="en-US" sz="2200" b="1" dirty="0"/>
          </a:p>
        </p:txBody>
      </p:sp>
    </p:spTree>
    <p:extLst>
      <p:ext uri="{BB962C8B-B14F-4D97-AF65-F5344CB8AC3E}">
        <p14:creationId xmlns:p14="http://schemas.microsoft.com/office/powerpoint/2010/main" val="8516845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2854CA-241D-3B09-4849-AB7B8AF4D1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60F13539-AAE1-5A06-ADAD-67F169293A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52400"/>
            <a:ext cx="2636520" cy="2068313"/>
          </a:xfrm>
          <a:prstGeom prst="ellipse">
            <a:avLst/>
          </a:prstGeom>
          <a:solidFill>
            <a:srgbClr val="262626"/>
          </a:solidFill>
          <a:ln w="174625" cmpd="thinThick">
            <a:solidFill>
              <a:srgbClr val="262626"/>
            </a:solidFill>
          </a:ln>
        </p:spPr>
        <p:txBody>
          <a:bodyPr vert="horz" lIns="91440" tIns="45720" rIns="91440" bIns="45720" rtlCol="0" anchor="ctr">
            <a:normAutofit fontScale="90000"/>
          </a:bodyPr>
          <a:lstStyle/>
          <a:p>
            <a:pPr algn="ctr">
              <a:spcAft>
                <a:spcPts val="600"/>
              </a:spcAft>
            </a:pPr>
            <a:br>
              <a:rPr lang="en-US" sz="18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br>
              <a:rPr lang="en-US" sz="18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br>
              <a:rPr lang="en-US" sz="18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en-US" sz="18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Capacity Upgrades 2026 – Current status</a:t>
            </a:r>
            <a:br>
              <a:rPr lang="en-US" sz="2800" b="0" i="0" u="none" strike="noStrike" dirty="0">
                <a:effectLst/>
                <a:latin typeface="Arial" panose="020B0604020202020204" pitchFamily="34" charset="0"/>
              </a:rPr>
            </a:br>
            <a:br>
              <a:rPr lang="en-US" sz="18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en-US" sz="18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</a:t>
            </a:r>
            <a:br>
              <a:rPr lang="en-US" sz="18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br>
              <a:rPr lang="en-US" sz="18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endParaRPr lang="en-US" sz="18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B3DDEF-47ED-B158-54B6-63640064DD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10257" y="6356350"/>
            <a:ext cx="560009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  <a:defRPr/>
            </a:pPr>
            <a:fld id="{1038A3AC-E332-4944-9F22-8ED6617DC568}" type="slidenum">
              <a:rPr lang="en-US">
                <a:solidFill>
                  <a:srgbClr val="898989"/>
                </a:solidFill>
                <a:latin typeface="+mn-lt"/>
                <a:cs typeface="+mn-cs"/>
              </a:rPr>
              <a:pPr>
                <a:spcAft>
                  <a:spcPts val="600"/>
                </a:spcAft>
                <a:defRPr/>
              </a:pPr>
              <a:t>12</a:t>
            </a:fld>
            <a:endParaRPr lang="en-US">
              <a:solidFill>
                <a:srgbClr val="898989"/>
              </a:solidFill>
              <a:latin typeface="+mn-lt"/>
              <a:cs typeface="+mn-cs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97F24A4F-8D23-F830-9DAB-D96EE4B06B1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7133264" y="3687499"/>
            <a:ext cx="4584587" cy="2754565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29FB419C-69E5-FCE7-50A1-79433BA271F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7133264" y="423077"/>
            <a:ext cx="4584587" cy="2754565"/>
          </a:xfrm>
          <a:prstGeom prst="rect">
            <a:avLst/>
          </a:prstGeom>
        </p:spPr>
      </p:pic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E1F7B953-5496-5FB8-8927-12464F240A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15642203"/>
              </p:ext>
            </p:extLst>
          </p:nvPr>
        </p:nvGraphicFramePr>
        <p:xfrm>
          <a:off x="3550483" y="3807481"/>
          <a:ext cx="2636520" cy="2758440"/>
        </p:xfrm>
        <a:graphic>
          <a:graphicData uri="http://schemas.openxmlformats.org/drawingml/2006/table">
            <a:tbl>
              <a:tblPr/>
              <a:tblGrid>
                <a:gridCol w="1219614">
                  <a:extLst>
                    <a:ext uri="{9D8B030D-6E8A-4147-A177-3AD203B41FA5}">
                      <a16:colId xmlns:a16="http://schemas.microsoft.com/office/drawing/2014/main" val="4187512436"/>
                    </a:ext>
                  </a:extLst>
                </a:gridCol>
                <a:gridCol w="1416906">
                  <a:extLst>
                    <a:ext uri="{9D8B030D-6E8A-4147-A177-3AD203B41FA5}">
                      <a16:colId xmlns:a16="http://schemas.microsoft.com/office/drawing/2014/main" val="3476127505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Row Labels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Count of Sector ID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5197296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AMP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1041306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BAT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5197589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JAF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21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4138832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KIL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2571346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MAN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16618276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MUL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5035628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TRN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879000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VAV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8928546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Grand Total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83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0218088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21BFFA60-0B0E-CB1C-3446-AC60A3B5A27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6019608"/>
              </p:ext>
            </p:extLst>
          </p:nvPr>
        </p:nvGraphicFramePr>
        <p:xfrm>
          <a:off x="3550483" y="667053"/>
          <a:ext cx="2555944" cy="2514600"/>
        </p:xfrm>
        <a:graphic>
          <a:graphicData uri="http://schemas.openxmlformats.org/drawingml/2006/table">
            <a:tbl>
              <a:tblPr/>
              <a:tblGrid>
                <a:gridCol w="1198650">
                  <a:extLst>
                    <a:ext uri="{9D8B030D-6E8A-4147-A177-3AD203B41FA5}">
                      <a16:colId xmlns:a16="http://schemas.microsoft.com/office/drawing/2014/main" val="2487896103"/>
                    </a:ext>
                  </a:extLst>
                </a:gridCol>
                <a:gridCol w="1357294">
                  <a:extLst>
                    <a:ext uri="{9D8B030D-6E8A-4147-A177-3AD203B41FA5}">
                      <a16:colId xmlns:a16="http://schemas.microsoft.com/office/drawing/2014/main" val="3072662405"/>
                    </a:ext>
                  </a:extLst>
                </a:gridCol>
              </a:tblGrid>
              <a:tr h="19456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Row Labels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Count of Site ID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8335743"/>
                  </a:ext>
                </a:extLst>
              </a:tr>
              <a:tr h="19456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AMP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85173933"/>
                  </a:ext>
                </a:extLst>
              </a:tr>
              <a:tr h="19456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BAT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56269946"/>
                  </a:ext>
                </a:extLst>
              </a:tr>
              <a:tr h="19456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JAF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9596831"/>
                  </a:ext>
                </a:extLst>
              </a:tr>
              <a:tr h="19456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KIL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7785137"/>
                  </a:ext>
                </a:extLst>
              </a:tr>
              <a:tr h="19456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MAN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68133400"/>
                  </a:ext>
                </a:extLst>
              </a:tr>
              <a:tr h="19456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MUL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64456502"/>
                  </a:ext>
                </a:extLst>
              </a:tr>
              <a:tr h="19456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TRN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8550650"/>
                  </a:ext>
                </a:extLst>
              </a:tr>
              <a:tr h="19456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VAV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1370129"/>
                  </a:ext>
                </a:extLst>
              </a:tr>
              <a:tr h="19456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Grand Total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62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74200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428745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1E44568-3DB5-4D5A-B7B5-D0B7EDD425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2" name="Rectangle 51">
            <a:extLst>
              <a:ext uri="{FF2B5EF4-FFF2-40B4-BE49-F238E27FC236}">
                <a16:creationId xmlns:a16="http://schemas.microsoft.com/office/drawing/2014/main" id="{41C7AD61-0C8C-8716-78FA-5F3FB436A6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70E61DB-ABF8-72DF-DFAB-9A3245148617}"/>
              </a:ext>
            </a:extLst>
          </p:cNvPr>
          <p:cNvSpPr txBox="1"/>
          <p:nvPr/>
        </p:nvSpPr>
        <p:spPr>
          <a:xfrm>
            <a:off x="152400" y="-3283"/>
            <a:ext cx="6629400" cy="12493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6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New sites – upcoming - &gt; On-aired</a:t>
            </a:r>
          </a:p>
        </p:txBody>
      </p:sp>
      <p:sp>
        <p:nvSpPr>
          <p:cNvPr id="54" name="sketch line">
            <a:extLst>
              <a:ext uri="{FF2B5EF4-FFF2-40B4-BE49-F238E27FC236}">
                <a16:creationId xmlns:a16="http://schemas.microsoft.com/office/drawing/2014/main" id="{325AEF14-713F-8D2C-7954-D3270DCF2A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07702" y="1733454"/>
            <a:ext cx="4572000" cy="18288"/>
          </a:xfrm>
          <a:custGeom>
            <a:avLst/>
            <a:gdLst>
              <a:gd name="csX0" fmla="*/ 0 w 4572000"/>
              <a:gd name="csY0" fmla="*/ 0 h 18288"/>
              <a:gd name="csX1" fmla="*/ 515983 w 4572000"/>
              <a:gd name="csY1" fmla="*/ 0 h 18288"/>
              <a:gd name="csX2" fmla="*/ 1031966 w 4572000"/>
              <a:gd name="csY2" fmla="*/ 0 h 18288"/>
              <a:gd name="csX3" fmla="*/ 1639389 w 4572000"/>
              <a:gd name="csY3" fmla="*/ 0 h 18288"/>
              <a:gd name="csX4" fmla="*/ 2383971 w 4572000"/>
              <a:gd name="csY4" fmla="*/ 0 h 18288"/>
              <a:gd name="csX5" fmla="*/ 2945674 w 4572000"/>
              <a:gd name="csY5" fmla="*/ 0 h 18288"/>
              <a:gd name="csX6" fmla="*/ 3507377 w 4572000"/>
              <a:gd name="csY6" fmla="*/ 0 h 18288"/>
              <a:gd name="csX7" fmla="*/ 4572000 w 4572000"/>
              <a:gd name="csY7" fmla="*/ 0 h 18288"/>
              <a:gd name="csX8" fmla="*/ 4572000 w 4572000"/>
              <a:gd name="csY8" fmla="*/ 18288 h 18288"/>
              <a:gd name="csX9" fmla="*/ 3873137 w 4572000"/>
              <a:gd name="csY9" fmla="*/ 18288 h 18288"/>
              <a:gd name="csX10" fmla="*/ 3311434 w 4572000"/>
              <a:gd name="csY10" fmla="*/ 18288 h 18288"/>
              <a:gd name="csX11" fmla="*/ 2749731 w 4572000"/>
              <a:gd name="csY11" fmla="*/ 18288 h 18288"/>
              <a:gd name="csX12" fmla="*/ 2050869 w 4572000"/>
              <a:gd name="csY12" fmla="*/ 18288 h 18288"/>
              <a:gd name="csX13" fmla="*/ 1306286 w 4572000"/>
              <a:gd name="csY13" fmla="*/ 18288 h 18288"/>
              <a:gd name="csX14" fmla="*/ 790303 w 4572000"/>
              <a:gd name="csY14" fmla="*/ 18288 h 18288"/>
              <a:gd name="csX15" fmla="*/ 0 w 4572000"/>
              <a:gd name="csY15" fmla="*/ 18288 h 18288"/>
              <a:gd name="csX16" fmla="*/ 0 w 4572000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572000" h="18288" fill="none" extrusionOk="0">
                <a:moveTo>
                  <a:pt x="0" y="0"/>
                </a:moveTo>
                <a:cubicBezTo>
                  <a:pt x="105156" y="-20963"/>
                  <a:pt x="340432" y="822"/>
                  <a:pt x="515983" y="0"/>
                </a:cubicBezTo>
                <a:cubicBezTo>
                  <a:pt x="691534" y="-822"/>
                  <a:pt x="850679" y="16479"/>
                  <a:pt x="1031966" y="0"/>
                </a:cubicBezTo>
                <a:cubicBezTo>
                  <a:pt x="1213253" y="-16479"/>
                  <a:pt x="1443646" y="-18730"/>
                  <a:pt x="1639389" y="0"/>
                </a:cubicBezTo>
                <a:cubicBezTo>
                  <a:pt x="1835132" y="18730"/>
                  <a:pt x="2159975" y="18531"/>
                  <a:pt x="2383971" y="0"/>
                </a:cubicBezTo>
                <a:cubicBezTo>
                  <a:pt x="2607967" y="-18531"/>
                  <a:pt x="2719096" y="-12030"/>
                  <a:pt x="2945674" y="0"/>
                </a:cubicBezTo>
                <a:cubicBezTo>
                  <a:pt x="3172252" y="12030"/>
                  <a:pt x="3269167" y="27666"/>
                  <a:pt x="3507377" y="0"/>
                </a:cubicBezTo>
                <a:cubicBezTo>
                  <a:pt x="3745587" y="-27666"/>
                  <a:pt x="4116741" y="18705"/>
                  <a:pt x="4572000" y="0"/>
                </a:cubicBezTo>
                <a:cubicBezTo>
                  <a:pt x="4572895" y="8974"/>
                  <a:pt x="4571454" y="9359"/>
                  <a:pt x="4572000" y="18288"/>
                </a:cubicBezTo>
                <a:cubicBezTo>
                  <a:pt x="4374698" y="3942"/>
                  <a:pt x="4098874" y="-11042"/>
                  <a:pt x="3873137" y="18288"/>
                </a:cubicBezTo>
                <a:cubicBezTo>
                  <a:pt x="3647400" y="47618"/>
                  <a:pt x="3517055" y="5421"/>
                  <a:pt x="3311434" y="18288"/>
                </a:cubicBezTo>
                <a:cubicBezTo>
                  <a:pt x="3105813" y="31155"/>
                  <a:pt x="3025168" y="17856"/>
                  <a:pt x="2749731" y="18288"/>
                </a:cubicBezTo>
                <a:cubicBezTo>
                  <a:pt x="2474294" y="18720"/>
                  <a:pt x="2291766" y="-14168"/>
                  <a:pt x="2050869" y="18288"/>
                </a:cubicBezTo>
                <a:cubicBezTo>
                  <a:pt x="1809972" y="50744"/>
                  <a:pt x="1540276" y="46798"/>
                  <a:pt x="1306286" y="18288"/>
                </a:cubicBezTo>
                <a:cubicBezTo>
                  <a:pt x="1072296" y="-10222"/>
                  <a:pt x="972445" y="19645"/>
                  <a:pt x="790303" y="18288"/>
                </a:cubicBezTo>
                <a:cubicBezTo>
                  <a:pt x="608161" y="16931"/>
                  <a:pt x="200981" y="8241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572000" h="18288" stroke="0" extrusionOk="0">
                <a:moveTo>
                  <a:pt x="0" y="0"/>
                </a:moveTo>
                <a:cubicBezTo>
                  <a:pt x="143285" y="-9565"/>
                  <a:pt x="327959" y="-11498"/>
                  <a:pt x="561703" y="0"/>
                </a:cubicBezTo>
                <a:cubicBezTo>
                  <a:pt x="795447" y="11498"/>
                  <a:pt x="838260" y="18255"/>
                  <a:pt x="1077686" y="0"/>
                </a:cubicBezTo>
                <a:cubicBezTo>
                  <a:pt x="1317112" y="-18255"/>
                  <a:pt x="1437472" y="23514"/>
                  <a:pt x="1639389" y="0"/>
                </a:cubicBezTo>
                <a:cubicBezTo>
                  <a:pt x="1841306" y="-23514"/>
                  <a:pt x="2037142" y="-12551"/>
                  <a:pt x="2292531" y="0"/>
                </a:cubicBezTo>
                <a:cubicBezTo>
                  <a:pt x="2547920" y="12551"/>
                  <a:pt x="2810436" y="-20352"/>
                  <a:pt x="2991394" y="0"/>
                </a:cubicBezTo>
                <a:cubicBezTo>
                  <a:pt x="3172352" y="20352"/>
                  <a:pt x="3530025" y="-13347"/>
                  <a:pt x="3735977" y="0"/>
                </a:cubicBezTo>
                <a:cubicBezTo>
                  <a:pt x="3941929" y="13347"/>
                  <a:pt x="4161497" y="34086"/>
                  <a:pt x="4572000" y="0"/>
                </a:cubicBezTo>
                <a:cubicBezTo>
                  <a:pt x="4571545" y="6162"/>
                  <a:pt x="4571903" y="11775"/>
                  <a:pt x="4572000" y="18288"/>
                </a:cubicBezTo>
                <a:cubicBezTo>
                  <a:pt x="4228040" y="36490"/>
                  <a:pt x="4199736" y="42557"/>
                  <a:pt x="3873137" y="18288"/>
                </a:cubicBezTo>
                <a:cubicBezTo>
                  <a:pt x="3546538" y="-5981"/>
                  <a:pt x="3472124" y="16809"/>
                  <a:pt x="3128554" y="18288"/>
                </a:cubicBezTo>
                <a:cubicBezTo>
                  <a:pt x="2784984" y="19767"/>
                  <a:pt x="2735896" y="-17781"/>
                  <a:pt x="2383971" y="18288"/>
                </a:cubicBezTo>
                <a:cubicBezTo>
                  <a:pt x="2032046" y="54357"/>
                  <a:pt x="2019324" y="2920"/>
                  <a:pt x="1867989" y="18288"/>
                </a:cubicBezTo>
                <a:cubicBezTo>
                  <a:pt x="1716654" y="33656"/>
                  <a:pt x="1418675" y="32575"/>
                  <a:pt x="1169126" y="18288"/>
                </a:cubicBezTo>
                <a:cubicBezTo>
                  <a:pt x="919577" y="4001"/>
                  <a:pt x="798537" y="16165"/>
                  <a:pt x="561703" y="18288"/>
                </a:cubicBezTo>
                <a:cubicBezTo>
                  <a:pt x="324869" y="20411"/>
                  <a:pt x="221395" y="-912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DB0D3A-D987-08ED-43AB-CDFF638EED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  <a:defRPr/>
            </a:pPr>
            <a:fld id="{1038A3AC-E332-4944-9F22-8ED6617DC568}" type="slidenum">
              <a:rPr lang="en-US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rPr>
              <a:pPr>
                <a:spcAft>
                  <a:spcPts val="600"/>
                </a:spcAft>
                <a:defRPr/>
              </a:pPr>
              <a:t>13</a:t>
            </a:fld>
            <a:endParaRPr lang="en-US">
              <a:solidFill>
                <a:schemeClr val="tx1">
                  <a:tint val="75000"/>
                </a:schemeClr>
              </a:solidFill>
              <a:latin typeface="+mn-lt"/>
              <a:cs typeface="+mn-cs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44BFD3B-90D5-E223-87F7-6BA3D3B8D2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7403" y="124781"/>
            <a:ext cx="5671437" cy="3796418"/>
          </a:xfrm>
          <a:prstGeom prst="rect">
            <a:avLst/>
          </a:prstGeom>
        </p:spPr>
      </p:pic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4919837B-CB62-522F-2087-7115CED2575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87037505"/>
              </p:ext>
            </p:extLst>
          </p:nvPr>
        </p:nvGraphicFramePr>
        <p:xfrm>
          <a:off x="231063" y="1080149"/>
          <a:ext cx="4330947" cy="1684020"/>
        </p:xfrm>
        <a:graphic>
          <a:graphicData uri="http://schemas.openxmlformats.org/drawingml/2006/table">
            <a:tbl>
              <a:tblPr/>
              <a:tblGrid>
                <a:gridCol w="4330947">
                  <a:extLst>
                    <a:ext uri="{9D8B030D-6E8A-4147-A177-3AD203B41FA5}">
                      <a16:colId xmlns:a16="http://schemas.microsoft.com/office/drawing/2014/main" val="314864653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marL="285750" indent="-285750" algn="l" fontAlgn="b">
                        <a:buFont typeface="Arial" panose="020B0604020202020204" pitchFamily="34" charset="0"/>
                        <a:buChar char="•"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Eravur-3 - BAT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6444430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Pothuvil-3 - AMP</a:t>
                      </a:r>
                    </a:p>
                    <a:p>
                      <a:pPr marL="0" indent="0" algn="l" fontAlgn="b">
                        <a:buFont typeface="Arial" panose="020B0604020202020204" pitchFamily="34" charset="0"/>
                        <a:buNone/>
                      </a:pP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4267066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285750" indent="-285750" algn="l" fontAlgn="b">
                        <a:buFont typeface="Arial" panose="020B0604020202020204" pitchFamily="34" charset="0"/>
                        <a:buChar char="•"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Uhana 2 – AMP – ATP pending (Final stage)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3071282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285750" indent="-285750" algn="l" fontAlgn="b">
                        <a:buFont typeface="Arial" panose="020B0604020202020204" pitchFamily="34" charset="0"/>
                        <a:buChar char="•"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Kohombana-1 - AMP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129942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 algn="l" fontAlgn="b">
                        <a:buFont typeface="Arial" panose="020B0604020202020204" pitchFamily="34" charset="0"/>
                        <a:buNone/>
                      </a:pP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548192"/>
                  </a:ext>
                </a:extLst>
              </a:tr>
            </a:tbl>
          </a:graphicData>
        </a:graphic>
      </p:graphicFrame>
      <p:pic>
        <p:nvPicPr>
          <p:cNvPr id="12" name="Picture 11">
            <a:extLst>
              <a:ext uri="{FF2B5EF4-FFF2-40B4-BE49-F238E27FC236}">
                <a16:creationId xmlns:a16="http://schemas.microsoft.com/office/drawing/2014/main" id="{47B5AFC2-F5E3-85BA-87CC-5A14D7FE5F9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35304" y="2819400"/>
            <a:ext cx="4330947" cy="383370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A753B78-954D-C1AC-9A09-09AEDA83ACAA}"/>
              </a:ext>
            </a:extLst>
          </p:cNvPr>
          <p:cNvSpPr txBox="1"/>
          <p:nvPr/>
        </p:nvSpPr>
        <p:spPr>
          <a:xfrm>
            <a:off x="6553200" y="4369333"/>
            <a:ext cx="6198668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>
                <a:effectLst/>
                <a:ea typeface="Times New Roman" panose="02020603050405020304" pitchFamily="18" charset="0"/>
              </a:rPr>
              <a:t>Batticaloa_VetharaniyamSt-1 relocate to </a:t>
            </a:r>
            <a:r>
              <a:rPr lang="en-US" sz="1100" dirty="0" err="1">
                <a:effectLst/>
                <a:ea typeface="Times New Roman" panose="02020603050405020304" pitchFamily="18" charset="0"/>
              </a:rPr>
              <a:t>Oddamavadi</a:t>
            </a:r>
            <a:r>
              <a:rPr lang="en-US" sz="1100" dirty="0">
                <a:effectLst/>
                <a:ea typeface="Times New Roman" panose="02020603050405020304" pitchFamily="18" charset="0"/>
              </a:rPr>
              <a:t> area - &gt; Included to plans</a:t>
            </a:r>
          </a:p>
          <a:p>
            <a:endParaRPr lang="en-US" sz="1100" dirty="0"/>
          </a:p>
          <a:p>
            <a:pPr marR="0" lvl="0"/>
            <a:r>
              <a:rPr lang="en-US" sz="1100" dirty="0">
                <a:effectLst/>
                <a:ea typeface="Times New Roman" panose="02020603050405020304" pitchFamily="18" charset="0"/>
                <a:cs typeface="Aptos" panose="020B0004020202020204" pitchFamily="34" charset="0"/>
              </a:rPr>
              <a:t>KurunchakernySouth-1 – proceed for a 4</a:t>
            </a:r>
            <a:r>
              <a:rPr lang="en-US" sz="1100" baseline="30000" dirty="0">
                <a:effectLst/>
                <a:ea typeface="Times New Roman" panose="02020603050405020304" pitchFamily="18" charset="0"/>
                <a:cs typeface="Aptos" panose="020B0004020202020204" pitchFamily="34" charset="0"/>
              </a:rPr>
              <a:t>th</a:t>
            </a:r>
            <a:r>
              <a:rPr lang="en-US" sz="1100" dirty="0">
                <a:effectLst/>
                <a:ea typeface="Times New Roman" panose="02020603050405020304" pitchFamily="18" charset="0"/>
                <a:cs typeface="Aptos" panose="020B0004020202020204" pitchFamily="34" charset="0"/>
              </a:rPr>
              <a:t> sector addition + Capacity upgrade - &gt; Completed </a:t>
            </a:r>
            <a:endParaRPr lang="en-US" sz="1100" dirty="0">
              <a:effectLst/>
              <a:ea typeface="Aptos" panose="020B0004020202020204" pitchFamily="34" charset="0"/>
              <a:cs typeface="Aptos" panose="020B0004020202020204" pitchFamily="34" charset="0"/>
            </a:endParaRPr>
          </a:p>
          <a:p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699246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58F7D36-A2D8-820A-2FB9-E5D75AC43F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2" name="Rectangle 51">
            <a:extLst>
              <a:ext uri="{FF2B5EF4-FFF2-40B4-BE49-F238E27FC236}">
                <a16:creationId xmlns:a16="http://schemas.microsoft.com/office/drawing/2014/main" id="{A330CB36-EE72-2AEC-BF76-59BC2CF7A9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6316B58-682D-AF7D-C5D5-5DD0585C233B}"/>
              </a:ext>
            </a:extLst>
          </p:cNvPr>
          <p:cNvSpPr txBox="1"/>
          <p:nvPr/>
        </p:nvSpPr>
        <p:spPr>
          <a:xfrm>
            <a:off x="4724400" y="1117553"/>
            <a:ext cx="1447800" cy="39687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77500" lnSpcReduction="20000"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4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08 New sites</a:t>
            </a:r>
            <a:endParaRPr lang="en-US" sz="2800" b="1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54" name="sketch line">
            <a:extLst>
              <a:ext uri="{FF2B5EF4-FFF2-40B4-BE49-F238E27FC236}">
                <a16:creationId xmlns:a16="http://schemas.microsoft.com/office/drawing/2014/main" id="{EC0B7793-F1D5-4E50-3C22-D78B635AFB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07702" y="1733454"/>
            <a:ext cx="4572000" cy="18288"/>
          </a:xfrm>
          <a:custGeom>
            <a:avLst/>
            <a:gdLst>
              <a:gd name="csX0" fmla="*/ 0 w 4572000"/>
              <a:gd name="csY0" fmla="*/ 0 h 18288"/>
              <a:gd name="csX1" fmla="*/ 515983 w 4572000"/>
              <a:gd name="csY1" fmla="*/ 0 h 18288"/>
              <a:gd name="csX2" fmla="*/ 1031966 w 4572000"/>
              <a:gd name="csY2" fmla="*/ 0 h 18288"/>
              <a:gd name="csX3" fmla="*/ 1639389 w 4572000"/>
              <a:gd name="csY3" fmla="*/ 0 h 18288"/>
              <a:gd name="csX4" fmla="*/ 2383971 w 4572000"/>
              <a:gd name="csY4" fmla="*/ 0 h 18288"/>
              <a:gd name="csX5" fmla="*/ 2945674 w 4572000"/>
              <a:gd name="csY5" fmla="*/ 0 h 18288"/>
              <a:gd name="csX6" fmla="*/ 3507377 w 4572000"/>
              <a:gd name="csY6" fmla="*/ 0 h 18288"/>
              <a:gd name="csX7" fmla="*/ 4572000 w 4572000"/>
              <a:gd name="csY7" fmla="*/ 0 h 18288"/>
              <a:gd name="csX8" fmla="*/ 4572000 w 4572000"/>
              <a:gd name="csY8" fmla="*/ 18288 h 18288"/>
              <a:gd name="csX9" fmla="*/ 3873137 w 4572000"/>
              <a:gd name="csY9" fmla="*/ 18288 h 18288"/>
              <a:gd name="csX10" fmla="*/ 3311434 w 4572000"/>
              <a:gd name="csY10" fmla="*/ 18288 h 18288"/>
              <a:gd name="csX11" fmla="*/ 2749731 w 4572000"/>
              <a:gd name="csY11" fmla="*/ 18288 h 18288"/>
              <a:gd name="csX12" fmla="*/ 2050869 w 4572000"/>
              <a:gd name="csY12" fmla="*/ 18288 h 18288"/>
              <a:gd name="csX13" fmla="*/ 1306286 w 4572000"/>
              <a:gd name="csY13" fmla="*/ 18288 h 18288"/>
              <a:gd name="csX14" fmla="*/ 790303 w 4572000"/>
              <a:gd name="csY14" fmla="*/ 18288 h 18288"/>
              <a:gd name="csX15" fmla="*/ 0 w 4572000"/>
              <a:gd name="csY15" fmla="*/ 18288 h 18288"/>
              <a:gd name="csX16" fmla="*/ 0 w 4572000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572000" h="18288" fill="none" extrusionOk="0">
                <a:moveTo>
                  <a:pt x="0" y="0"/>
                </a:moveTo>
                <a:cubicBezTo>
                  <a:pt x="105156" y="-20963"/>
                  <a:pt x="340432" y="822"/>
                  <a:pt x="515983" y="0"/>
                </a:cubicBezTo>
                <a:cubicBezTo>
                  <a:pt x="691534" y="-822"/>
                  <a:pt x="850679" y="16479"/>
                  <a:pt x="1031966" y="0"/>
                </a:cubicBezTo>
                <a:cubicBezTo>
                  <a:pt x="1213253" y="-16479"/>
                  <a:pt x="1443646" y="-18730"/>
                  <a:pt x="1639389" y="0"/>
                </a:cubicBezTo>
                <a:cubicBezTo>
                  <a:pt x="1835132" y="18730"/>
                  <a:pt x="2159975" y="18531"/>
                  <a:pt x="2383971" y="0"/>
                </a:cubicBezTo>
                <a:cubicBezTo>
                  <a:pt x="2607967" y="-18531"/>
                  <a:pt x="2719096" y="-12030"/>
                  <a:pt x="2945674" y="0"/>
                </a:cubicBezTo>
                <a:cubicBezTo>
                  <a:pt x="3172252" y="12030"/>
                  <a:pt x="3269167" y="27666"/>
                  <a:pt x="3507377" y="0"/>
                </a:cubicBezTo>
                <a:cubicBezTo>
                  <a:pt x="3745587" y="-27666"/>
                  <a:pt x="4116741" y="18705"/>
                  <a:pt x="4572000" y="0"/>
                </a:cubicBezTo>
                <a:cubicBezTo>
                  <a:pt x="4572895" y="8974"/>
                  <a:pt x="4571454" y="9359"/>
                  <a:pt x="4572000" y="18288"/>
                </a:cubicBezTo>
                <a:cubicBezTo>
                  <a:pt x="4374698" y="3942"/>
                  <a:pt x="4098874" y="-11042"/>
                  <a:pt x="3873137" y="18288"/>
                </a:cubicBezTo>
                <a:cubicBezTo>
                  <a:pt x="3647400" y="47618"/>
                  <a:pt x="3517055" y="5421"/>
                  <a:pt x="3311434" y="18288"/>
                </a:cubicBezTo>
                <a:cubicBezTo>
                  <a:pt x="3105813" y="31155"/>
                  <a:pt x="3025168" y="17856"/>
                  <a:pt x="2749731" y="18288"/>
                </a:cubicBezTo>
                <a:cubicBezTo>
                  <a:pt x="2474294" y="18720"/>
                  <a:pt x="2291766" y="-14168"/>
                  <a:pt x="2050869" y="18288"/>
                </a:cubicBezTo>
                <a:cubicBezTo>
                  <a:pt x="1809972" y="50744"/>
                  <a:pt x="1540276" y="46798"/>
                  <a:pt x="1306286" y="18288"/>
                </a:cubicBezTo>
                <a:cubicBezTo>
                  <a:pt x="1072296" y="-10222"/>
                  <a:pt x="972445" y="19645"/>
                  <a:pt x="790303" y="18288"/>
                </a:cubicBezTo>
                <a:cubicBezTo>
                  <a:pt x="608161" y="16931"/>
                  <a:pt x="200981" y="8241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572000" h="18288" stroke="0" extrusionOk="0">
                <a:moveTo>
                  <a:pt x="0" y="0"/>
                </a:moveTo>
                <a:cubicBezTo>
                  <a:pt x="143285" y="-9565"/>
                  <a:pt x="327959" y="-11498"/>
                  <a:pt x="561703" y="0"/>
                </a:cubicBezTo>
                <a:cubicBezTo>
                  <a:pt x="795447" y="11498"/>
                  <a:pt x="838260" y="18255"/>
                  <a:pt x="1077686" y="0"/>
                </a:cubicBezTo>
                <a:cubicBezTo>
                  <a:pt x="1317112" y="-18255"/>
                  <a:pt x="1437472" y="23514"/>
                  <a:pt x="1639389" y="0"/>
                </a:cubicBezTo>
                <a:cubicBezTo>
                  <a:pt x="1841306" y="-23514"/>
                  <a:pt x="2037142" y="-12551"/>
                  <a:pt x="2292531" y="0"/>
                </a:cubicBezTo>
                <a:cubicBezTo>
                  <a:pt x="2547920" y="12551"/>
                  <a:pt x="2810436" y="-20352"/>
                  <a:pt x="2991394" y="0"/>
                </a:cubicBezTo>
                <a:cubicBezTo>
                  <a:pt x="3172352" y="20352"/>
                  <a:pt x="3530025" y="-13347"/>
                  <a:pt x="3735977" y="0"/>
                </a:cubicBezTo>
                <a:cubicBezTo>
                  <a:pt x="3941929" y="13347"/>
                  <a:pt x="4161497" y="34086"/>
                  <a:pt x="4572000" y="0"/>
                </a:cubicBezTo>
                <a:cubicBezTo>
                  <a:pt x="4571545" y="6162"/>
                  <a:pt x="4571903" y="11775"/>
                  <a:pt x="4572000" y="18288"/>
                </a:cubicBezTo>
                <a:cubicBezTo>
                  <a:pt x="4228040" y="36490"/>
                  <a:pt x="4199736" y="42557"/>
                  <a:pt x="3873137" y="18288"/>
                </a:cubicBezTo>
                <a:cubicBezTo>
                  <a:pt x="3546538" y="-5981"/>
                  <a:pt x="3472124" y="16809"/>
                  <a:pt x="3128554" y="18288"/>
                </a:cubicBezTo>
                <a:cubicBezTo>
                  <a:pt x="2784984" y="19767"/>
                  <a:pt x="2735896" y="-17781"/>
                  <a:pt x="2383971" y="18288"/>
                </a:cubicBezTo>
                <a:cubicBezTo>
                  <a:pt x="2032046" y="54357"/>
                  <a:pt x="2019324" y="2920"/>
                  <a:pt x="1867989" y="18288"/>
                </a:cubicBezTo>
                <a:cubicBezTo>
                  <a:pt x="1716654" y="33656"/>
                  <a:pt x="1418675" y="32575"/>
                  <a:pt x="1169126" y="18288"/>
                </a:cubicBezTo>
                <a:cubicBezTo>
                  <a:pt x="919577" y="4001"/>
                  <a:pt x="798537" y="16165"/>
                  <a:pt x="561703" y="18288"/>
                </a:cubicBezTo>
                <a:cubicBezTo>
                  <a:pt x="324869" y="20411"/>
                  <a:pt x="221395" y="-912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2CD89A-65DD-2024-B8F6-6EE0C7BA94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  <a:defRPr/>
            </a:pPr>
            <a:fld id="{1038A3AC-E332-4944-9F22-8ED6617DC568}" type="slidenum">
              <a:rPr lang="en-US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rPr>
              <a:pPr>
                <a:spcAft>
                  <a:spcPts val="600"/>
                </a:spcAft>
                <a:defRPr/>
              </a:pPr>
              <a:t>14</a:t>
            </a:fld>
            <a:endParaRPr lang="en-US">
              <a:solidFill>
                <a:schemeClr val="tx1">
                  <a:tint val="75000"/>
                </a:schemeClr>
              </a:solidFill>
              <a:latin typeface="+mn-lt"/>
              <a:cs typeface="+mn-cs"/>
            </a:endParaRPr>
          </a:p>
        </p:txBody>
      </p:sp>
      <p:sp>
        <p:nvSpPr>
          <p:cNvPr id="47" name="TextBox 4">
            <a:extLst>
              <a:ext uri="{FF2B5EF4-FFF2-40B4-BE49-F238E27FC236}">
                <a16:creationId xmlns:a16="http://schemas.microsoft.com/office/drawing/2014/main" id="{4A4203BD-E8D4-917A-E3F9-0764937DFAD8}"/>
              </a:ext>
            </a:extLst>
          </p:cNvPr>
          <p:cNvSpPr txBox="1"/>
          <p:nvPr/>
        </p:nvSpPr>
        <p:spPr>
          <a:xfrm>
            <a:off x="609600" y="1295400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57150">
              <a:lnSpc>
                <a:spcPct val="200000"/>
              </a:lnSpc>
              <a:spcAft>
                <a:spcPts val="600"/>
              </a:spcAft>
            </a:pPr>
            <a:br>
              <a:rPr lang="en-US" b="1" dirty="0">
                <a:solidFill>
                  <a:srgbClr val="002060"/>
                </a:solidFill>
              </a:rPr>
            </a:br>
            <a:endParaRPr lang="en-US" b="1" dirty="0">
              <a:solidFill>
                <a:srgbClr val="002060"/>
              </a:solidFill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1A62ABE8-F288-E5E0-A487-45A7CE29FDA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05745"/>
              </p:ext>
            </p:extLst>
          </p:nvPr>
        </p:nvGraphicFramePr>
        <p:xfrm>
          <a:off x="762000" y="2127238"/>
          <a:ext cx="5029200" cy="30022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10072">
                  <a:extLst>
                    <a:ext uri="{9D8B030D-6E8A-4147-A177-3AD203B41FA5}">
                      <a16:colId xmlns:a16="http://schemas.microsoft.com/office/drawing/2014/main" val="4065188459"/>
                    </a:ext>
                  </a:extLst>
                </a:gridCol>
                <a:gridCol w="2109564">
                  <a:extLst>
                    <a:ext uri="{9D8B030D-6E8A-4147-A177-3AD203B41FA5}">
                      <a16:colId xmlns:a16="http://schemas.microsoft.com/office/drawing/2014/main" val="1856294326"/>
                    </a:ext>
                  </a:extLst>
                </a:gridCol>
                <a:gridCol w="2109564">
                  <a:extLst>
                    <a:ext uri="{9D8B030D-6E8A-4147-A177-3AD203B41FA5}">
                      <a16:colId xmlns:a16="http://schemas.microsoft.com/office/drawing/2014/main" val="63369619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1" u="none" strike="noStrike" dirty="0">
                          <a:effectLst/>
                        </a:rPr>
                        <a:t>District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1" u="none" strike="noStrike" dirty="0">
                          <a:effectLst/>
                        </a:rPr>
                        <a:t>Site Name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Category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4276148188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AMP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 dirty="0">
                          <a:effectLst/>
                        </a:rPr>
                        <a:t>Kethsirigama-1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Coverage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93801236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AMP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 dirty="0">
                          <a:effectLst/>
                        </a:rPr>
                        <a:t>Kohombana-1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Coverage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31740043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u="none" strike="noStrike">
                          <a:effectLst/>
                          <a:highlight>
                            <a:srgbClr val="00FF00"/>
                          </a:highlight>
                        </a:rPr>
                        <a:t>AMP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highlight>
                          <a:srgbClr val="00FF00"/>
                        </a:highlight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 dirty="0">
                          <a:effectLst/>
                          <a:highlight>
                            <a:srgbClr val="00FF00"/>
                          </a:highlight>
                        </a:rPr>
                        <a:t>Pothuvil-3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00FF00"/>
                        </a:highlight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00FF00"/>
                          </a:highlight>
                          <a:latin typeface="Aptos Narrow" panose="020B0004020202020204" pitchFamily="34" charset="0"/>
                        </a:rPr>
                        <a:t>Capacity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04841651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AMP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 dirty="0">
                          <a:effectLst/>
                        </a:rPr>
                        <a:t>Uhana-2 (ATP pending)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Coverage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649847048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u="none" strike="noStrike" dirty="0">
                          <a:effectLst/>
                          <a:highlight>
                            <a:srgbClr val="00FF00"/>
                          </a:highlight>
                        </a:rPr>
                        <a:t>BAT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00FF00"/>
                        </a:highlight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 dirty="0">
                          <a:effectLst/>
                          <a:highlight>
                            <a:srgbClr val="00FF00"/>
                          </a:highlight>
                        </a:rPr>
                        <a:t>Eravur-3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00FF00"/>
                        </a:highlight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0" i="0" u="none" strike="noStrike" dirty="0" err="1">
                          <a:solidFill>
                            <a:srgbClr val="000000"/>
                          </a:solidFill>
                          <a:effectLst/>
                          <a:highlight>
                            <a:srgbClr val="00FF00"/>
                          </a:highlight>
                          <a:latin typeface="Aptos Narrow" panose="020B0004020202020204" pitchFamily="34" charset="0"/>
                        </a:rPr>
                        <a:t>Capcity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00FF00"/>
                        </a:highlight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23406854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BAT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u="none" strike="noStrike" dirty="0">
                          <a:effectLst/>
                        </a:rPr>
                        <a:t>Kallaru-1 (Relocated to new GF)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Coverage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406225731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u="none" strike="noStrike" dirty="0">
                          <a:effectLst/>
                          <a:highlight>
                            <a:srgbClr val="00FF00"/>
                          </a:highlight>
                        </a:rPr>
                        <a:t>BAT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00FF00"/>
                        </a:highlight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u="none" strike="noStrike" dirty="0">
                          <a:effectLst/>
                          <a:highlight>
                            <a:srgbClr val="00FF00"/>
                          </a:highlight>
                        </a:rPr>
                        <a:t>Kumbalamadu-1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00FF00"/>
                        </a:highlight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00FF00"/>
                          </a:highlight>
                          <a:latin typeface="Aptos Narrow" panose="020B0004020202020204" pitchFamily="34" charset="0"/>
                        </a:rPr>
                        <a:t>Capacity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4275117776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BAT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u="none" strike="noStrike" dirty="0">
                          <a:effectLst/>
                        </a:rPr>
                        <a:t>Munaikkadu-1 (ATP pending)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Coverage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40120750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TRN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 dirty="0">
                          <a:effectLst/>
                        </a:rPr>
                        <a:t>KurunchakernySouth-1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GS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068873767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457EF45F-30CC-DDDF-45DF-514E9A5FA6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9885299"/>
              </p:ext>
            </p:extLst>
          </p:nvPr>
        </p:nvGraphicFramePr>
        <p:xfrm>
          <a:off x="404194" y="5410056"/>
          <a:ext cx="10515600" cy="65913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886273">
                  <a:extLst>
                    <a:ext uri="{9D8B030D-6E8A-4147-A177-3AD203B41FA5}">
                      <a16:colId xmlns:a16="http://schemas.microsoft.com/office/drawing/2014/main" val="77760516"/>
                    </a:ext>
                  </a:extLst>
                </a:gridCol>
                <a:gridCol w="1754396">
                  <a:extLst>
                    <a:ext uri="{9D8B030D-6E8A-4147-A177-3AD203B41FA5}">
                      <a16:colId xmlns:a16="http://schemas.microsoft.com/office/drawing/2014/main" val="3433134307"/>
                    </a:ext>
                  </a:extLst>
                </a:gridCol>
                <a:gridCol w="908137">
                  <a:extLst>
                    <a:ext uri="{9D8B030D-6E8A-4147-A177-3AD203B41FA5}">
                      <a16:colId xmlns:a16="http://schemas.microsoft.com/office/drawing/2014/main" val="1069249803"/>
                    </a:ext>
                  </a:extLst>
                </a:gridCol>
                <a:gridCol w="664434">
                  <a:extLst>
                    <a:ext uri="{9D8B030D-6E8A-4147-A177-3AD203B41FA5}">
                      <a16:colId xmlns:a16="http://schemas.microsoft.com/office/drawing/2014/main" val="380614793"/>
                    </a:ext>
                  </a:extLst>
                </a:gridCol>
                <a:gridCol w="1392966">
                  <a:extLst>
                    <a:ext uri="{9D8B030D-6E8A-4147-A177-3AD203B41FA5}">
                      <a16:colId xmlns:a16="http://schemas.microsoft.com/office/drawing/2014/main" val="3827322326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3759627203"/>
                    </a:ext>
                  </a:extLst>
                </a:gridCol>
                <a:gridCol w="1145529">
                  <a:extLst>
                    <a:ext uri="{9D8B030D-6E8A-4147-A177-3AD203B41FA5}">
                      <a16:colId xmlns:a16="http://schemas.microsoft.com/office/drawing/2014/main" val="3883457013"/>
                    </a:ext>
                  </a:extLst>
                </a:gridCol>
                <a:gridCol w="1544665">
                  <a:extLst>
                    <a:ext uri="{9D8B030D-6E8A-4147-A177-3AD203B41FA5}">
                      <a16:colId xmlns:a16="http://schemas.microsoft.com/office/drawing/2014/main" val="4024841569"/>
                    </a:ext>
                  </a:extLst>
                </a:gridCol>
              </a:tblGrid>
              <a:tr h="133350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400" dirty="0">
                          <a:effectLst/>
                        </a:rPr>
                        <a:t> </a:t>
                      </a:r>
                      <a:endParaRPr lang="en-US" sz="14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400" dirty="0">
                          <a:effectLst/>
                        </a:rPr>
                        <a:t>KurunchakernySouth-1</a:t>
                      </a:r>
                      <a:endParaRPr lang="en-US" sz="14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400" dirty="0">
                          <a:effectLst/>
                        </a:rPr>
                        <a:t>Pothuvil-3</a:t>
                      </a:r>
                      <a:endParaRPr lang="en-US" sz="14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400">
                          <a:effectLst/>
                        </a:rPr>
                        <a:t>Eravur-3</a:t>
                      </a:r>
                      <a:endParaRPr lang="en-US" sz="14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400" dirty="0">
                          <a:effectLst/>
                        </a:rPr>
                        <a:t>Kumbalamadu-1</a:t>
                      </a:r>
                      <a:endParaRPr lang="en-US" sz="14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400" dirty="0">
                          <a:effectLst/>
                        </a:rPr>
                        <a:t>Kohombana-1</a:t>
                      </a:r>
                      <a:endParaRPr lang="en-US" sz="14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400" dirty="0">
                          <a:effectLst/>
                        </a:rPr>
                        <a:t>Kethsirigama-1</a:t>
                      </a:r>
                      <a:endParaRPr lang="en-US" sz="14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400" u="none" strike="noStrike" dirty="0">
                          <a:effectLst/>
                        </a:rPr>
                        <a:t>Munaikkadu-1</a:t>
                      </a:r>
                      <a:endParaRPr lang="en-US" sz="14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171971070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400" dirty="0">
                          <a:effectLst/>
                        </a:rPr>
                        <a:t>Current Average Traffic (GB)/day</a:t>
                      </a:r>
                      <a:endParaRPr lang="en-US" sz="14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400" dirty="0">
                          <a:effectLst/>
                          <a:highlight>
                            <a:srgbClr val="FFFF00"/>
                          </a:highlight>
                        </a:rPr>
                        <a:t>832</a:t>
                      </a:r>
                      <a:endParaRPr lang="en-US" sz="1400" dirty="0">
                        <a:effectLst/>
                        <a:highlight>
                          <a:srgbClr val="FFFF00"/>
                        </a:highlight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400" dirty="0">
                          <a:effectLst/>
                          <a:highlight>
                            <a:srgbClr val="00FF00"/>
                          </a:highlight>
                        </a:rPr>
                        <a:t>293</a:t>
                      </a:r>
                      <a:endParaRPr lang="en-US" sz="1400" dirty="0">
                        <a:effectLst/>
                        <a:highlight>
                          <a:srgbClr val="00FF00"/>
                        </a:highlight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400" dirty="0">
                          <a:effectLst/>
                          <a:highlight>
                            <a:srgbClr val="00FF00"/>
                          </a:highlight>
                        </a:rPr>
                        <a:t>490</a:t>
                      </a:r>
                      <a:endParaRPr lang="en-US" sz="1400" dirty="0">
                        <a:effectLst/>
                        <a:highlight>
                          <a:srgbClr val="00FF00"/>
                        </a:highlight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400" dirty="0">
                          <a:effectLst/>
                          <a:highlight>
                            <a:srgbClr val="00FF00"/>
                          </a:highlight>
                        </a:rPr>
                        <a:t>483</a:t>
                      </a:r>
                      <a:endParaRPr lang="en-US" sz="1400" dirty="0">
                        <a:effectLst/>
                        <a:highlight>
                          <a:srgbClr val="00FF00"/>
                        </a:highlight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400" dirty="0">
                          <a:effectLst/>
                        </a:rPr>
                        <a:t>144</a:t>
                      </a:r>
                      <a:endParaRPr lang="en-US" sz="14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400" dirty="0">
                          <a:effectLst/>
                        </a:rPr>
                        <a:t>74</a:t>
                      </a:r>
                      <a:endParaRPr lang="en-US" sz="14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4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122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7295311"/>
                  </a:ext>
                </a:extLst>
              </a:tr>
            </a:tbl>
          </a:graphicData>
        </a:graphic>
      </p:graphicFrame>
      <p:pic>
        <p:nvPicPr>
          <p:cNvPr id="1026" name="Picture 5">
            <a:extLst>
              <a:ext uri="{FF2B5EF4-FFF2-40B4-BE49-F238E27FC236}">
                <a16:creationId xmlns:a16="http://schemas.microsoft.com/office/drawing/2014/main" id="{43069654-48AB-9E5B-E89A-A15660D8E6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88770" y="2003717"/>
            <a:ext cx="5494337" cy="3154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8311799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9">
            <a:extLst>
              <a:ext uri="{FF2B5EF4-FFF2-40B4-BE49-F238E27FC236}">
                <a16:creationId xmlns:a16="http://schemas.microsoft.com/office/drawing/2014/main" id="{9B7AD9F6-8CE7-4299-8FC6-328F4DCD3F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97762" y="640080"/>
            <a:ext cx="6251110" cy="356616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 b="1" dirty="0">
                <a:latin typeface="+mj-lt"/>
                <a:cs typeface="+mj-cs"/>
              </a:rPr>
              <a:t>Q &amp; A</a:t>
            </a:r>
          </a:p>
        </p:txBody>
      </p:sp>
      <p:pic>
        <p:nvPicPr>
          <p:cNvPr id="15" name="Picture 5" descr="Question mark against red wall">
            <a:extLst>
              <a:ext uri="{FF2B5EF4-FFF2-40B4-BE49-F238E27FC236}">
                <a16:creationId xmlns:a16="http://schemas.microsoft.com/office/drawing/2014/main" id="{FB7D95EA-A64D-8370-CF7E-7C3E0081254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7809" r="1105" b="1"/>
          <a:stretch/>
        </p:blipFill>
        <p:spPr>
          <a:xfrm>
            <a:off x="1" y="10"/>
            <a:ext cx="4657344" cy="6857990"/>
          </a:xfrm>
          <a:custGeom>
            <a:avLst/>
            <a:gdLst/>
            <a:ahLst/>
            <a:cxnLst/>
            <a:rect l="l" t="t" r="r" b="b"/>
            <a:pathLst>
              <a:path w="4657344" h="6858000">
                <a:moveTo>
                  <a:pt x="0" y="0"/>
                </a:moveTo>
                <a:lnTo>
                  <a:pt x="3429755" y="0"/>
                </a:lnTo>
                <a:lnTo>
                  <a:pt x="3526016" y="148742"/>
                </a:lnTo>
                <a:cubicBezTo>
                  <a:pt x="3657740" y="365513"/>
                  <a:pt x="3777402" y="589569"/>
                  <a:pt x="3886489" y="819975"/>
                </a:cubicBezTo>
                <a:cubicBezTo>
                  <a:pt x="3891856" y="833492"/>
                  <a:pt x="3900663" y="845393"/>
                  <a:pt x="3912049" y="854514"/>
                </a:cubicBezTo>
                <a:cubicBezTo>
                  <a:pt x="3897352" y="819849"/>
                  <a:pt x="3883037" y="784928"/>
                  <a:pt x="3868083" y="750263"/>
                </a:cubicBezTo>
                <a:cubicBezTo>
                  <a:pt x="3806989" y="608712"/>
                  <a:pt x="3742478" y="469145"/>
                  <a:pt x="3674155" y="331786"/>
                </a:cubicBezTo>
                <a:lnTo>
                  <a:pt x="3496656" y="0"/>
                </a:lnTo>
                <a:lnTo>
                  <a:pt x="3554371" y="0"/>
                </a:lnTo>
                <a:lnTo>
                  <a:pt x="3661621" y="196614"/>
                </a:lnTo>
                <a:cubicBezTo>
                  <a:pt x="3856899" y="573253"/>
                  <a:pt x="4021071" y="966066"/>
                  <a:pt x="4161279" y="1371196"/>
                </a:cubicBezTo>
                <a:cubicBezTo>
                  <a:pt x="4379525" y="2007265"/>
                  <a:pt x="4530141" y="2664286"/>
                  <a:pt x="4610660" y="3331516"/>
                </a:cubicBezTo>
                <a:cubicBezTo>
                  <a:pt x="4652837" y="3672965"/>
                  <a:pt x="4671625" y="4013908"/>
                  <a:pt x="4645040" y="4357388"/>
                </a:cubicBezTo>
                <a:cubicBezTo>
                  <a:pt x="4613599" y="4758899"/>
                  <a:pt x="4566181" y="5157998"/>
                  <a:pt x="4485789" y="5552906"/>
                </a:cubicBezTo>
                <a:cubicBezTo>
                  <a:pt x="4397121" y="5988893"/>
                  <a:pt x="4276748" y="6414594"/>
                  <a:pt x="4117769" y="6828295"/>
                </a:cubicBezTo>
                <a:lnTo>
                  <a:pt x="4105288" y="6858000"/>
                </a:lnTo>
                <a:lnTo>
                  <a:pt x="4052520" y="6858000"/>
                </a:lnTo>
                <a:lnTo>
                  <a:pt x="4059369" y="6841549"/>
                </a:lnTo>
                <a:cubicBezTo>
                  <a:pt x="4147276" y="6614016"/>
                  <a:pt x="4224193" y="6380817"/>
                  <a:pt x="4291518" y="6142729"/>
                </a:cubicBezTo>
                <a:cubicBezTo>
                  <a:pt x="4350055" y="5935370"/>
                  <a:pt x="4393256" y="5723695"/>
                  <a:pt x="4443357" y="5513923"/>
                </a:cubicBezTo>
                <a:cubicBezTo>
                  <a:pt x="4444541" y="5502788"/>
                  <a:pt x="4445137" y="5491601"/>
                  <a:pt x="4445146" y="5480401"/>
                </a:cubicBezTo>
                <a:cubicBezTo>
                  <a:pt x="4408465" y="5607635"/>
                  <a:pt x="4379196" y="5719759"/>
                  <a:pt x="4344559" y="5830359"/>
                </a:cubicBezTo>
                <a:cubicBezTo>
                  <a:pt x="4254261" y="6118381"/>
                  <a:pt x="4150112" y="6398531"/>
                  <a:pt x="4031702" y="6670527"/>
                </a:cubicBezTo>
                <a:lnTo>
                  <a:pt x="3943824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6" name="sketchy line">
            <a:extLst>
              <a:ext uri="{FF2B5EF4-FFF2-40B4-BE49-F238E27FC236}">
                <a16:creationId xmlns:a16="http://schemas.microsoft.com/office/drawing/2014/main" id="{F49775AF-8896-43EE-92C6-83497D6DC5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12862" y="4409267"/>
            <a:ext cx="4243589" cy="18288"/>
          </a:xfrm>
          <a:custGeom>
            <a:avLst/>
            <a:gdLst>
              <a:gd name="csX0" fmla="*/ 0 w 4243589"/>
              <a:gd name="csY0" fmla="*/ 0 h 18288"/>
              <a:gd name="csX1" fmla="*/ 563791 w 4243589"/>
              <a:gd name="csY1" fmla="*/ 0 h 18288"/>
              <a:gd name="csX2" fmla="*/ 1042710 w 4243589"/>
              <a:gd name="csY2" fmla="*/ 0 h 18288"/>
              <a:gd name="csX3" fmla="*/ 1564066 w 4243589"/>
              <a:gd name="csY3" fmla="*/ 0 h 18288"/>
              <a:gd name="csX4" fmla="*/ 2212729 w 4243589"/>
              <a:gd name="csY4" fmla="*/ 0 h 18288"/>
              <a:gd name="csX5" fmla="*/ 2776520 w 4243589"/>
              <a:gd name="csY5" fmla="*/ 0 h 18288"/>
              <a:gd name="csX6" fmla="*/ 3297875 w 4243589"/>
              <a:gd name="csY6" fmla="*/ 0 h 18288"/>
              <a:gd name="csX7" fmla="*/ 4243589 w 4243589"/>
              <a:gd name="csY7" fmla="*/ 0 h 18288"/>
              <a:gd name="csX8" fmla="*/ 4243589 w 4243589"/>
              <a:gd name="csY8" fmla="*/ 18288 h 18288"/>
              <a:gd name="csX9" fmla="*/ 3637362 w 4243589"/>
              <a:gd name="csY9" fmla="*/ 18288 h 18288"/>
              <a:gd name="csX10" fmla="*/ 3116007 w 4243589"/>
              <a:gd name="csY10" fmla="*/ 18288 h 18288"/>
              <a:gd name="csX11" fmla="*/ 2424908 w 4243589"/>
              <a:gd name="csY11" fmla="*/ 18288 h 18288"/>
              <a:gd name="csX12" fmla="*/ 1861117 w 4243589"/>
              <a:gd name="csY12" fmla="*/ 18288 h 18288"/>
              <a:gd name="csX13" fmla="*/ 1382198 w 4243589"/>
              <a:gd name="csY13" fmla="*/ 18288 h 18288"/>
              <a:gd name="csX14" fmla="*/ 733535 w 4243589"/>
              <a:gd name="csY14" fmla="*/ 18288 h 18288"/>
              <a:gd name="csX15" fmla="*/ 0 w 4243589"/>
              <a:gd name="csY15" fmla="*/ 18288 h 18288"/>
              <a:gd name="csX16" fmla="*/ 0 w 4243589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3987" y="7429"/>
                  <a:pt x="4243569" y="10822"/>
                  <a:pt x="4243589" y="18288"/>
                </a:cubicBezTo>
                <a:cubicBezTo>
                  <a:pt x="4112949" y="-2855"/>
                  <a:pt x="3928037" y="1831"/>
                  <a:pt x="3637362" y="18288"/>
                </a:cubicBezTo>
                <a:cubicBezTo>
                  <a:pt x="3346687" y="34745"/>
                  <a:pt x="3254446" y="26669"/>
                  <a:pt x="3116007" y="18288"/>
                </a:cubicBezTo>
                <a:cubicBezTo>
                  <a:pt x="2977569" y="9907"/>
                  <a:pt x="2620228" y="28873"/>
                  <a:pt x="2424908" y="18288"/>
                </a:cubicBezTo>
                <a:cubicBezTo>
                  <a:pt x="2229588" y="7703"/>
                  <a:pt x="2088287" y="-3854"/>
                  <a:pt x="1861117" y="18288"/>
                </a:cubicBezTo>
                <a:cubicBezTo>
                  <a:pt x="1633947" y="40430"/>
                  <a:pt x="1502447" y="-871"/>
                  <a:pt x="1382198" y="18288"/>
                </a:cubicBezTo>
                <a:cubicBezTo>
                  <a:pt x="1261949" y="37447"/>
                  <a:pt x="1045440" y="28353"/>
                  <a:pt x="733535" y="18288"/>
                </a:cubicBezTo>
                <a:cubicBezTo>
                  <a:pt x="421630" y="8223"/>
                  <a:pt x="341257" y="-18359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2703" y="5429"/>
                  <a:pt x="4244410" y="14046"/>
                  <a:pt x="4243589" y="18288"/>
                </a:cubicBezTo>
                <a:cubicBezTo>
                  <a:pt x="4130424" y="-1240"/>
                  <a:pt x="3932803" y="42249"/>
                  <a:pt x="3722234" y="18288"/>
                </a:cubicBezTo>
                <a:cubicBezTo>
                  <a:pt x="3511665" y="-5673"/>
                  <a:pt x="3269903" y="45994"/>
                  <a:pt x="3116007" y="18288"/>
                </a:cubicBezTo>
                <a:cubicBezTo>
                  <a:pt x="2962111" y="-9418"/>
                  <a:pt x="2744280" y="23224"/>
                  <a:pt x="2509780" y="18288"/>
                </a:cubicBezTo>
                <a:cubicBezTo>
                  <a:pt x="2275280" y="13352"/>
                  <a:pt x="2066059" y="43664"/>
                  <a:pt x="1945989" y="18288"/>
                </a:cubicBezTo>
                <a:cubicBezTo>
                  <a:pt x="1825919" y="-7088"/>
                  <a:pt x="1407329" y="12616"/>
                  <a:pt x="1254890" y="18288"/>
                </a:cubicBezTo>
                <a:cubicBezTo>
                  <a:pt x="1102451" y="23960"/>
                  <a:pt x="837950" y="31673"/>
                  <a:pt x="563791" y="18288"/>
                </a:cubicBezTo>
                <a:cubicBezTo>
                  <a:pt x="289632" y="4903"/>
                  <a:pt x="132768" y="7105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  <a:defRPr/>
            </a:pPr>
            <a:fld id="{1038A3AC-E332-4944-9F22-8ED6617DC568}" type="slidenum">
              <a:rPr lang="en-US" smtClean="0">
                <a:solidFill>
                  <a:prstClr val="black">
                    <a:tint val="75000"/>
                  </a:prstClr>
                </a:solidFill>
                <a:latin typeface="Calibri" panose="020F0502020204030204"/>
                <a:cs typeface="+mn-cs"/>
              </a:rPr>
              <a:pPr>
                <a:spcAft>
                  <a:spcPts val="600"/>
                </a:spcAft>
                <a:defRPr/>
              </a:pPr>
              <a:t>15</a:t>
            </a:fld>
            <a:endParaRPr lang="en-US">
              <a:solidFill>
                <a:prstClr val="black">
                  <a:tint val="75000"/>
                </a:prstClr>
              </a:solidFill>
              <a:latin typeface="Calibri" panose="020F0502020204030204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8704963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86100" y="2183415"/>
            <a:ext cx="6019800" cy="2491169"/>
          </a:xfrm>
        </p:spPr>
        <p:txBody>
          <a:bodyPr>
            <a:normAutofit/>
          </a:bodyPr>
          <a:lstStyle/>
          <a:p>
            <a:pPr algn="ctr"/>
            <a:r>
              <a:rPr lang="en-US" sz="6600" b="1" dirty="0">
                <a:solidFill>
                  <a:schemeClr val="accent2">
                    <a:lumMod val="75000"/>
                  </a:schemeClr>
                </a:solidFill>
                <a:latin typeface="+mn-lt"/>
              </a:rPr>
              <a:t>Thank You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8A3AC-E332-4944-9F22-8ED6617DC568}" type="slidenum">
              <a:rPr lang="en-US" smtClean="0">
                <a:solidFill>
                  <a:prstClr val="black">
                    <a:lumMod val="50000"/>
                    <a:lumOff val="50000"/>
                  </a:prstClr>
                </a:solidFill>
              </a:rPr>
              <a:pPr/>
              <a:t>16</a:t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9753756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PRESENTATIONDONOTDELETE" val="&lt;?xml version=&quot;1.0&quot; encoding=&quot;UTF-16&quot; standalone=&quot;yes&quot;?&gt;&lt;root reqver=&quot;23045&quot;&gt;&lt;version val=&quot;25188&quot;/&gt;&lt;CPresentation id=&quot;1&quot;&gt;&lt;m_precDefaultNumber&gt;&lt;m_bNumberIsYear val=&quot;1&quot;/&gt;&lt;m_chMinusSymbol&gt;-&lt;/m_chMinusSymbol&gt;&lt;m_chDecimalSymbol17909&gt;.&lt;/m_chDecimalSymbol17909&gt;&lt;m_nGroupingDigits17909 val=&quot;3&quot;/&gt;&lt;m_chGroupingSymbol17909&gt;,&lt;/m_chGroupingSymbol17909&gt;&lt;m_yearfmt&gt;&lt;begin val=&quot;0&quot;/&gt;&lt;end val=&quot;4&quot;/&gt;&lt;/m_yearfmt&gt;&lt;/m_precDefaultNumber&gt;&lt;m_precDefaultPercent&gt;&lt;m_bNumberIsYear val=&quot;1&quot;/&gt;&lt;m_chMinusSymbol&gt;-&lt;/m_chMinusSymbol&gt;&lt;m_nDecimalDigits17909 val=&quot;0&quot;/&gt;&lt;m_chDecimalSymbol17909&gt;.&lt;/m_chDecimalSymbol17909&gt;&lt;m_nGroupingDigits17909 val=&quot;3&quot;/&gt;&lt;m_chGroupingSymbol17909&gt;,&lt;/m_chGroupingSymbol17909&gt;&lt;m_strSuffix17909&gt;%&lt;/m_strSuffix17909&gt;&lt;m_yearfmt&gt;&lt;begin val=&quot;0&quot;/&gt;&lt;end val=&quot;4&quot;/&gt;&lt;/m_yearfmt&gt;&lt;/m_precDefaultPercent&gt;&lt;m_precDefaultDate&gt;&lt;m_bNumberIsYear val=&quot;0&quot;/&gt;&lt;m_strFormatTime&gt;%#m/%#d/%Y&lt;/m_strFormatTime&gt;&lt;m_yearfmt&gt;&lt;begin val=&quot;0&quot;/&gt;&lt;end val=&quot;0&quot;/&gt;&lt;/m_yearfmt&gt;&lt;/m_precDefaultDate&gt;&lt;m_precDefaultYear&gt;&lt;m_yearfmt&gt;&lt;begin val=&quot;0&quot;/&gt;&lt;end val=&quot;4&quot;/&gt;&lt;/m_yearfmt&gt;&lt;/m_precDefaultYear&gt;&lt;m_precDefaultQuarter&gt;&lt;m_yearfmt&gt;&lt;begin val=&quot;0&quot;/&gt;&lt;end val=&quot;4&quot;/&gt;&lt;/m_yearfmt&gt;&lt;/m_precDefaultQuarter&gt;&lt;m_precDefaultMonth&gt;&lt;m_yearfmt&gt;&lt;begin val=&quot;0&quot;/&gt;&lt;end val=&quot;4&quot;/&gt;&lt;/m_yearfmt&gt;&lt;/m_precDefaultMonth&gt;&lt;m_precDefaultWeek&gt;&lt;m_yearfmt&gt;&lt;begin val=&quot;0&quot;/&gt;&lt;end val=&quot;4&quot;/&gt;&lt;/m_yearfmt&gt;&lt;/m_precDefaultWeek&gt;&lt;m_precDefaultDay&gt;&lt;m_yearfmt&gt;&lt;begin val=&quot;0&quot;/&gt;&lt;end val=&quot;4&quot;/&gt;&lt;/m_yearfmt&gt;&lt;/m_precDefaultDay&gt;&lt;m_mruColor&gt;&lt;m_vecMRU length=&quot;16&quot;&gt;&lt;elem m_fUsage=&quot;2.79370276547867479877E+00&quot;&gt;&lt;m_msothmcolidx val=&quot;0&quot;/&gt;&lt;m_rgb r=&quot;91&quot; g=&quot;E6&quot; b=&quot;57&quot;/&gt;&lt;m_nBrightness val=&quot;0&quot;/&gt;&lt;/elem&gt;&lt;elem m_fUsage=&quot;1.10260180100739213493E+00&quot;&gt;&lt;m_msothmcolidx val=&quot;0&quot;/&gt;&lt;m_rgb r=&quot;FF&quot; g=&quot;C0&quot; b=&quot;00&quot;/&gt;&lt;m_nBrightness val=&quot;0&quot;/&gt;&lt;/elem&gt;&lt;elem m_fUsage=&quot;1.00000000000000000000E+00&quot;&gt;&lt;m_msothmcolidx val=&quot;0&quot;/&gt;&lt;m_rgb r=&quot;EB&quot; g=&quot;7D&quot; b=&quot;31&quot;/&gt;&lt;m_nBrightness val=&quot;0&quot;/&gt;&lt;/elem&gt;&lt;elem m_fUsage=&quot;9.45085171767299225820E-01&quot;&gt;&lt;m_msothmcolidx val=&quot;0&quot;/&gt;&lt;m_rgb r=&quot;E9&quot; g=&quot;A3&quot; b=&quot;54&quot;/&gt;&lt;m_nBrightness val=&quot;0&quot;/&gt;&lt;/elem&gt;&lt;elem m_fUsage=&quot;9.00000000000000022204E-01&quot;&gt;&lt;m_msothmcolidx val=&quot;0&quot;/&gt;&lt;m_rgb r=&quot;EE&quot; g=&quot;83&quot; b=&quot;4F&quot;/&gt;&lt;m_nBrightness val=&quot;0&quot;/&gt;&lt;/elem&gt;&lt;elem m_fUsage=&quot;5.02257008769185442354E-01&quot;&gt;&lt;m_msothmcolidx val=&quot;0&quot;/&gt;&lt;m_rgb r=&quot;A6&quot; g=&quot;EB&quot; b=&quot;78&quot;/&gt;&lt;m_nBrightness val=&quot;0&quot;/&gt;&lt;/elem&gt;&lt;elem m_fUsage=&quot;3.91848525612512488259E-01&quot;&gt;&lt;m_msothmcolidx val=&quot;0&quot;/&gt;&lt;m_rgb r=&quot;FF&quot; g=&quot;C4&quot; b=&quot;70&quot;/&gt;&lt;m_nBrightness val=&quot;0&quot;/&gt;&lt;/elem&gt;&lt;elem m_fUsage=&quot;3.87420489000000145552E-01&quot;&gt;&lt;m_msothmcolidx val=&quot;0&quot;/&gt;&lt;m_rgb r=&quot;FC&quot; g=&quot;74&quot; b=&quot;99&quot;/&gt;&lt;m_nBrightness val=&quot;0&quot;/&gt;&lt;/elem&gt;&lt;elem m_fUsage=&quot;3.48678440100000153201E-01&quot;&gt;&lt;m_msothmcolidx val=&quot;0&quot;/&gt;&lt;m_rgb r=&quot;80&quot; g=&quot;C9&quot; b=&quot;F0&quot;/&gt;&lt;m_nBrightness val=&quot;0&quot;/&gt;&lt;/elem&gt;&lt;elem m_fUsage=&quot;3.13810596090000171188E-01&quot;&gt;&lt;m_msothmcolidx val=&quot;0&quot;/&gt;&lt;m_rgb r=&quot;75&quot; g=&quot;FB&quot; b=&quot;C6&quot;/&gt;&lt;m_nBrightness val=&quot;0&quot;/&gt;&lt;/elem&gt;&lt;elem m_fUsage=&quot;2.54186582832900132001E-01&quot;&gt;&lt;m_msothmcolidx val=&quot;0&quot;/&gt;&lt;m_rgb r=&quot;FF&quot; g=&quot;EE&quot; b=&quot;B9&quot;/&gt;&lt;m_nBrightness val=&quot;0&quot;/&gt;&lt;/elem&gt;&lt;elem m_fUsage=&quot;2.28767924549610118801E-01&quot;&gt;&lt;m_msothmcolidx val=&quot;0&quot;/&gt;&lt;m_rgb r=&quot;D0&quot; g=&quot;F4&quot; b=&quot;B9&quot;/&gt;&lt;m_nBrightness val=&quot;0&quot;/&gt;&lt;/elem&gt;&lt;elem m_fUsage=&quot;1.85302018885184188735E-01&quot;&gt;&lt;m_msothmcolidx val=&quot;0&quot;/&gt;&lt;m_rgb r=&quot;FF&quot; g=&quot;E7&quot; b=&quot;9D&quot;/&gt;&lt;m_nBrightness val=&quot;0&quot;/&gt;&lt;/elem&gt;&lt;elem m_fUsage=&quot;1.83003944400015050586E-01&quot;&gt;&lt;m_msothmcolidx val=&quot;0&quot;/&gt;&lt;m_rgb r=&quot;4F&quot; g=&quot;CB&quot; b=&quot;03&quot;/&gt;&lt;m_nBrightness val=&quot;0&quot;/&gt;&lt;/elem&gt;&lt;elem m_fUsage=&quot;1.50094635296999207030E-01&quot;&gt;&lt;m_msothmcolidx val=&quot;0&quot;/&gt;&lt;m_rgb r=&quot;D4&quot; g=&quot;D4&quot; b=&quot;D4&quot;/&gt;&lt;m_nBrightness val=&quot;0&quot;/&gt;&lt;/elem&gt;&lt;elem m_fUsage=&quot;1.30760059896221469966E-01&quot;&gt;&lt;m_msothmcolidx val=&quot;0&quot;/&gt;&lt;m_rgb r=&quot;FC&quot; g=&quot;C4&quot; b=&quot;70&quot;/&gt;&lt;m_nBrightness val=&quot;0&quot;/&gt;&lt;/elem&gt;&lt;/m_vecMRU&gt;&lt;/m_mruColor&gt;&lt;m_eweekdayFirstOfWeek val=&quot;3&quot;/&gt;&lt;m_eweekdayFirstOfWorkweek val=&quot;2&quot;/&gt;&lt;m_eweekdayFirstOfWeekend val=&quot;7&quot;/&gt;&lt;/CPresentation&gt;&lt;/root&gt;"/>
  <p:tag name="THINKCELLUNDODONOTDELETE" val="0"/>
</p:tagLst>
</file>

<file path=ppt/theme/theme1.xml><?xml version="1.0" encoding="utf-8"?>
<a:theme xmlns:a="http://schemas.openxmlformats.org/drawingml/2006/main" name="2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Office Them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.xml><?xml version="1.0" encoding="utf-8"?>
<a:themeOverride xmlns:a="http://schemas.openxmlformats.org/drawingml/2006/main">
  <a:clrScheme name="Office Them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3.xml><?xml version="1.0" encoding="utf-8"?>
<a:themeOverride xmlns:a="http://schemas.openxmlformats.org/drawingml/2006/main">
  <a:clrScheme name="Office Them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4.xml><?xml version="1.0" encoding="utf-8"?>
<a:themeOverride xmlns:a="http://schemas.openxmlformats.org/drawingml/2006/main">
  <a:clrScheme name="Office Them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5.xml><?xml version="1.0" encoding="utf-8"?>
<a:themeOverride xmlns:a="http://schemas.openxmlformats.org/drawingml/2006/main">
  <a:clrScheme name="Office Them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6.xml><?xml version="1.0" encoding="utf-8"?>
<a:themeOverride xmlns:a="http://schemas.openxmlformats.org/drawingml/2006/main">
  <a:clrScheme name="Office Them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7.xml><?xml version="1.0" encoding="utf-8"?>
<a:themeOverride xmlns:a="http://schemas.openxmlformats.org/drawingml/2006/main">
  <a:clrScheme name="Office Them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8.xml><?xml version="1.0" encoding="utf-8"?>
<a:themeOverride xmlns:a="http://schemas.openxmlformats.org/drawingml/2006/main">
  <a:clrScheme name="Office Them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9.xml><?xml version="1.0" encoding="utf-8"?>
<a:themeOverride xmlns:a="http://schemas.openxmlformats.org/drawingml/2006/main">
  <a:clrScheme name="Office Them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0.xml><?xml version="1.0" encoding="utf-8"?>
<a:themeOverride xmlns:a="http://schemas.openxmlformats.org/drawingml/2006/main">
  <a:clrScheme name="Office Them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1.xml><?xml version="1.0" encoding="utf-8"?>
<a:themeOverride xmlns:a="http://schemas.openxmlformats.org/drawingml/2006/main">
  <a:clrScheme name="Office Them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docMetadata/LabelInfo.xml><?xml version="1.0" encoding="utf-8"?>
<clbl:labelList xmlns:clbl="http://schemas.microsoft.com/office/2020/mipLabelMetadata">
  <clbl:label id="{06814094-7fc6-4254-96a5-684dee2e93e2}" enabled="0" method="" siteId="{06814094-7fc6-4254-96a5-684dee2e93e2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101885</TotalTime>
  <Words>509</Words>
  <Application>Microsoft Office PowerPoint</Application>
  <PresentationFormat>Widescreen</PresentationFormat>
  <Paragraphs>214</Paragraphs>
  <Slides>16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16</vt:i4>
      </vt:variant>
    </vt:vector>
  </HeadingPairs>
  <TitlesOfParts>
    <vt:vector size="24" baseType="lpstr">
      <vt:lpstr>Aptos</vt:lpstr>
      <vt:lpstr>Aptos Narrow</vt:lpstr>
      <vt:lpstr>Arial</vt:lpstr>
      <vt:lpstr>Calibri</vt:lpstr>
      <vt:lpstr>Garamond</vt:lpstr>
      <vt:lpstr>Times New Roman</vt:lpstr>
      <vt:lpstr>2_Office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Network VoLTE Traffic     </vt:lpstr>
      <vt:lpstr>PowerPoint Presentation</vt:lpstr>
      <vt:lpstr>PowerPoint Presentation</vt:lpstr>
      <vt:lpstr>PowerPoint Presentation</vt:lpstr>
      <vt:lpstr>Data and Voice Traffic Improvement - 2026 January 2nd Week vs 2026 June 2nd Week     </vt:lpstr>
      <vt:lpstr>   Capacity Upgrades 2026 – Current status     </vt:lpstr>
      <vt:lpstr>PowerPoint Presentation</vt:lpstr>
      <vt:lpstr>PowerPoint Presentation</vt:lpstr>
      <vt:lpstr>Q &amp; A</vt:lpstr>
      <vt:lpstr>Thank You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Nuwan De Silva</dc:creator>
  <cp:lastModifiedBy>Sethil Dissanayake</cp:lastModifiedBy>
  <cp:revision>3253</cp:revision>
  <cp:lastPrinted>2020-03-11T05:16:09Z</cp:lastPrinted>
  <dcterms:created xsi:type="dcterms:W3CDTF">2017-06-15T09:07:51Z</dcterms:created>
  <dcterms:modified xsi:type="dcterms:W3CDTF">2026-07-10T06:38:20Z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NewReviewCycle">
    <vt:lpwstr/>
  </property>
</Properties>
</file>